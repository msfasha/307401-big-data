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455" r:id="rId2"/>
    <p:sldId id="469" r:id="rId3"/>
    <p:sldId id="470" r:id="rId4"/>
    <p:sldId id="456" r:id="rId5"/>
    <p:sldId id="464" r:id="rId6"/>
    <p:sldId id="467" r:id="rId7"/>
    <p:sldId id="468" r:id="rId8"/>
    <p:sldId id="461" r:id="rId9"/>
    <p:sldId id="457" r:id="rId10"/>
    <p:sldId id="458" r:id="rId11"/>
    <p:sldId id="459" r:id="rId12"/>
    <p:sldId id="471" r:id="rId13"/>
    <p:sldId id="472" r:id="rId14"/>
    <p:sldId id="473" r:id="rId15"/>
    <p:sldId id="47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23B"/>
    <a:srgbClr val="67337A"/>
    <a:srgbClr val="00642D"/>
    <a:srgbClr val="98A5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40B8DE-3F1D-4AF0-8031-181FFCFB6B90}" v="23" dt="2024-07-24T19:29:43.225"/>
    <p1510:client id="{E716284D-E7A1-4A28-95BD-B2A6AA433659}" v="25" dt="2024-07-24T19:57:50.8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4660"/>
  </p:normalViewPr>
  <p:slideViewPr>
    <p:cSldViewPr snapToGrid="0">
      <p:cViewPr varScale="1">
        <p:scale>
          <a:sx n="118" d="100"/>
          <a:sy n="118" d="100"/>
        </p:scale>
        <p:origin x="614"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8640B8DE-3F1D-4AF0-8031-181FFCFB6B90}"/>
    <pc:docChg chg="undo custSel addSld delSld modSld sldOrd">
      <pc:chgData name="Mohammed Fasha" userId="cc64f42d-a1a6-4f08-b97b-0c37f877119f" providerId="ADAL" clId="{8640B8DE-3F1D-4AF0-8031-181FFCFB6B90}" dt="2024-07-24T19:29:43.225" v="148" actId="1076"/>
      <pc:docMkLst>
        <pc:docMk/>
      </pc:docMkLst>
      <pc:sldChg chg="del">
        <pc:chgData name="Mohammed Fasha" userId="cc64f42d-a1a6-4f08-b97b-0c37f877119f" providerId="ADAL" clId="{8640B8DE-3F1D-4AF0-8031-181FFCFB6B90}" dt="2024-07-20T20:18:35.444" v="8" actId="2696"/>
        <pc:sldMkLst>
          <pc:docMk/>
          <pc:sldMk cId="0" sldId="257"/>
        </pc:sldMkLst>
      </pc:sldChg>
      <pc:sldChg chg="del">
        <pc:chgData name="Mohammed Fasha" userId="cc64f42d-a1a6-4f08-b97b-0c37f877119f" providerId="ADAL" clId="{8640B8DE-3F1D-4AF0-8031-181FFCFB6B90}" dt="2024-07-20T20:18:35.444" v="8" actId="2696"/>
        <pc:sldMkLst>
          <pc:docMk/>
          <pc:sldMk cId="0" sldId="258"/>
        </pc:sldMkLst>
      </pc:sldChg>
      <pc:sldChg chg="del">
        <pc:chgData name="Mohammed Fasha" userId="cc64f42d-a1a6-4f08-b97b-0c37f877119f" providerId="ADAL" clId="{8640B8DE-3F1D-4AF0-8031-181FFCFB6B90}" dt="2024-07-20T20:18:35.444" v="8" actId="2696"/>
        <pc:sldMkLst>
          <pc:docMk/>
          <pc:sldMk cId="0" sldId="259"/>
        </pc:sldMkLst>
      </pc:sldChg>
      <pc:sldChg chg="del">
        <pc:chgData name="Mohammed Fasha" userId="cc64f42d-a1a6-4f08-b97b-0c37f877119f" providerId="ADAL" clId="{8640B8DE-3F1D-4AF0-8031-181FFCFB6B90}" dt="2024-07-20T20:18:35.444" v="8" actId="2696"/>
        <pc:sldMkLst>
          <pc:docMk/>
          <pc:sldMk cId="0" sldId="260"/>
        </pc:sldMkLst>
      </pc:sldChg>
      <pc:sldChg chg="del">
        <pc:chgData name="Mohammed Fasha" userId="cc64f42d-a1a6-4f08-b97b-0c37f877119f" providerId="ADAL" clId="{8640B8DE-3F1D-4AF0-8031-181FFCFB6B90}" dt="2024-07-20T20:18:35.444" v="8" actId="2696"/>
        <pc:sldMkLst>
          <pc:docMk/>
          <pc:sldMk cId="0" sldId="261"/>
        </pc:sldMkLst>
      </pc:sldChg>
      <pc:sldChg chg="del">
        <pc:chgData name="Mohammed Fasha" userId="cc64f42d-a1a6-4f08-b97b-0c37f877119f" providerId="ADAL" clId="{8640B8DE-3F1D-4AF0-8031-181FFCFB6B90}" dt="2024-07-20T20:18:35.444" v="8" actId="2696"/>
        <pc:sldMkLst>
          <pc:docMk/>
          <pc:sldMk cId="1985314172" sldId="262"/>
        </pc:sldMkLst>
      </pc:sldChg>
      <pc:sldChg chg="del">
        <pc:chgData name="Mohammed Fasha" userId="cc64f42d-a1a6-4f08-b97b-0c37f877119f" providerId="ADAL" clId="{8640B8DE-3F1D-4AF0-8031-181FFCFB6B90}" dt="2024-07-20T20:18:35.444" v="8" actId="2696"/>
        <pc:sldMkLst>
          <pc:docMk/>
          <pc:sldMk cId="0" sldId="263"/>
        </pc:sldMkLst>
      </pc:sldChg>
      <pc:sldChg chg="del">
        <pc:chgData name="Mohammed Fasha" userId="cc64f42d-a1a6-4f08-b97b-0c37f877119f" providerId="ADAL" clId="{8640B8DE-3F1D-4AF0-8031-181FFCFB6B90}" dt="2024-07-20T20:18:35.444" v="8" actId="2696"/>
        <pc:sldMkLst>
          <pc:docMk/>
          <pc:sldMk cId="3982709017" sldId="280"/>
        </pc:sldMkLst>
      </pc:sldChg>
      <pc:sldChg chg="addSp modSp mod">
        <pc:chgData name="Mohammed Fasha" userId="cc64f42d-a1a6-4f08-b97b-0c37f877119f" providerId="ADAL" clId="{8640B8DE-3F1D-4AF0-8031-181FFCFB6B90}" dt="2024-07-20T20:19:05.147" v="13" actId="1076"/>
        <pc:sldMkLst>
          <pc:docMk/>
          <pc:sldMk cId="1489447582" sldId="455"/>
        </pc:sldMkLst>
        <pc:spChg chg="mod">
          <ac:chgData name="Mohammed Fasha" userId="cc64f42d-a1a6-4f08-b97b-0c37f877119f" providerId="ADAL" clId="{8640B8DE-3F1D-4AF0-8031-181FFCFB6B90}" dt="2024-07-20T20:18:27.791" v="7" actId="20577"/>
          <ac:spMkLst>
            <pc:docMk/>
            <pc:sldMk cId="1489447582" sldId="455"/>
            <ac:spMk id="9" creationId="{F599965F-D781-62F6-30A4-33D89AC89080}"/>
          </ac:spMkLst>
        </pc:spChg>
        <pc:picChg chg="add mod">
          <ac:chgData name="Mohammed Fasha" userId="cc64f42d-a1a6-4f08-b97b-0c37f877119f" providerId="ADAL" clId="{8640B8DE-3F1D-4AF0-8031-181FFCFB6B90}" dt="2024-07-20T20:19:05.147" v="13" actId="1076"/>
          <ac:picMkLst>
            <pc:docMk/>
            <pc:sldMk cId="1489447582" sldId="455"/>
            <ac:picMk id="3074" creationId="{D1346BAF-E2C1-5005-1F6E-EA9C6CCD21B7}"/>
          </ac:picMkLst>
        </pc:picChg>
      </pc:sldChg>
      <pc:sldChg chg="del">
        <pc:chgData name="Mohammed Fasha" userId="cc64f42d-a1a6-4f08-b97b-0c37f877119f" providerId="ADAL" clId="{8640B8DE-3F1D-4AF0-8031-181FFCFB6B90}" dt="2024-07-20T20:18:35.444" v="8" actId="2696"/>
        <pc:sldMkLst>
          <pc:docMk/>
          <pc:sldMk cId="1520811175" sldId="461"/>
        </pc:sldMkLst>
      </pc:sldChg>
      <pc:sldChg chg="del">
        <pc:chgData name="Mohammed Fasha" userId="cc64f42d-a1a6-4f08-b97b-0c37f877119f" providerId="ADAL" clId="{8640B8DE-3F1D-4AF0-8031-181FFCFB6B90}" dt="2024-07-20T20:18:35.444" v="8" actId="2696"/>
        <pc:sldMkLst>
          <pc:docMk/>
          <pc:sldMk cId="2492344261" sldId="462"/>
        </pc:sldMkLst>
      </pc:sldChg>
      <pc:sldChg chg="del">
        <pc:chgData name="Mohammed Fasha" userId="cc64f42d-a1a6-4f08-b97b-0c37f877119f" providerId="ADAL" clId="{8640B8DE-3F1D-4AF0-8031-181FFCFB6B90}" dt="2024-07-20T20:18:35.444" v="8" actId="2696"/>
        <pc:sldMkLst>
          <pc:docMk/>
          <pc:sldMk cId="3169967024" sldId="463"/>
        </pc:sldMkLst>
      </pc:sldChg>
      <pc:sldChg chg="del">
        <pc:chgData name="Mohammed Fasha" userId="cc64f42d-a1a6-4f08-b97b-0c37f877119f" providerId="ADAL" clId="{8640B8DE-3F1D-4AF0-8031-181FFCFB6B90}" dt="2024-07-20T20:18:35.444" v="8" actId="2696"/>
        <pc:sldMkLst>
          <pc:docMk/>
          <pc:sldMk cId="2336960120" sldId="464"/>
        </pc:sldMkLst>
      </pc:sldChg>
      <pc:sldChg chg="del">
        <pc:chgData name="Mohammed Fasha" userId="cc64f42d-a1a6-4f08-b97b-0c37f877119f" providerId="ADAL" clId="{8640B8DE-3F1D-4AF0-8031-181FFCFB6B90}" dt="2024-07-20T20:18:35.444" v="8" actId="2696"/>
        <pc:sldMkLst>
          <pc:docMk/>
          <pc:sldMk cId="700185716" sldId="465"/>
        </pc:sldMkLst>
      </pc:sldChg>
      <pc:sldChg chg="del">
        <pc:chgData name="Mohammed Fasha" userId="cc64f42d-a1a6-4f08-b97b-0c37f877119f" providerId="ADAL" clId="{8640B8DE-3F1D-4AF0-8031-181FFCFB6B90}" dt="2024-07-20T20:18:35.444" v="8" actId="2696"/>
        <pc:sldMkLst>
          <pc:docMk/>
          <pc:sldMk cId="2849205594" sldId="466"/>
        </pc:sldMkLst>
      </pc:sldChg>
      <pc:sldChg chg="del">
        <pc:chgData name="Mohammed Fasha" userId="cc64f42d-a1a6-4f08-b97b-0c37f877119f" providerId="ADAL" clId="{8640B8DE-3F1D-4AF0-8031-181FFCFB6B90}" dt="2024-07-20T20:18:35.444" v="8" actId="2696"/>
        <pc:sldMkLst>
          <pc:docMk/>
          <pc:sldMk cId="1202047402" sldId="467"/>
        </pc:sldMkLst>
      </pc:sldChg>
      <pc:sldChg chg="del">
        <pc:chgData name="Mohammed Fasha" userId="cc64f42d-a1a6-4f08-b97b-0c37f877119f" providerId="ADAL" clId="{8640B8DE-3F1D-4AF0-8031-181FFCFB6B90}" dt="2024-07-20T20:18:35.444" v="8" actId="2696"/>
        <pc:sldMkLst>
          <pc:docMk/>
          <pc:sldMk cId="515248179" sldId="468"/>
        </pc:sldMkLst>
      </pc:sldChg>
      <pc:sldChg chg="del">
        <pc:chgData name="Mohammed Fasha" userId="cc64f42d-a1a6-4f08-b97b-0c37f877119f" providerId="ADAL" clId="{8640B8DE-3F1D-4AF0-8031-181FFCFB6B90}" dt="2024-07-20T20:18:35.444" v="8" actId="2696"/>
        <pc:sldMkLst>
          <pc:docMk/>
          <pc:sldMk cId="588486761" sldId="469"/>
        </pc:sldMkLst>
      </pc:sldChg>
      <pc:sldChg chg="del">
        <pc:chgData name="Mohammed Fasha" userId="cc64f42d-a1a6-4f08-b97b-0c37f877119f" providerId="ADAL" clId="{8640B8DE-3F1D-4AF0-8031-181FFCFB6B90}" dt="2024-07-20T20:18:35.444" v="8" actId="2696"/>
        <pc:sldMkLst>
          <pc:docMk/>
          <pc:sldMk cId="1878274554" sldId="470"/>
        </pc:sldMkLst>
      </pc:sldChg>
      <pc:sldChg chg="del">
        <pc:chgData name="Mohammed Fasha" userId="cc64f42d-a1a6-4f08-b97b-0c37f877119f" providerId="ADAL" clId="{8640B8DE-3F1D-4AF0-8031-181FFCFB6B90}" dt="2024-07-20T20:18:35.444" v="8" actId="2696"/>
        <pc:sldMkLst>
          <pc:docMk/>
          <pc:sldMk cId="3805543129" sldId="471"/>
        </pc:sldMkLst>
      </pc:sldChg>
      <pc:sldChg chg="del">
        <pc:chgData name="Mohammed Fasha" userId="cc64f42d-a1a6-4f08-b97b-0c37f877119f" providerId="ADAL" clId="{8640B8DE-3F1D-4AF0-8031-181FFCFB6B90}" dt="2024-07-20T20:18:35.444" v="8" actId="2696"/>
        <pc:sldMkLst>
          <pc:docMk/>
          <pc:sldMk cId="3644881119" sldId="472"/>
        </pc:sldMkLst>
      </pc:sldChg>
      <pc:sldChg chg="del">
        <pc:chgData name="Mohammed Fasha" userId="cc64f42d-a1a6-4f08-b97b-0c37f877119f" providerId="ADAL" clId="{8640B8DE-3F1D-4AF0-8031-181FFCFB6B90}" dt="2024-07-20T20:18:35.444" v="8" actId="2696"/>
        <pc:sldMkLst>
          <pc:docMk/>
          <pc:sldMk cId="1397039846" sldId="473"/>
        </pc:sldMkLst>
      </pc:sldChg>
      <pc:sldChg chg="del">
        <pc:chgData name="Mohammed Fasha" userId="cc64f42d-a1a6-4f08-b97b-0c37f877119f" providerId="ADAL" clId="{8640B8DE-3F1D-4AF0-8031-181FFCFB6B90}" dt="2024-07-20T20:18:35.444" v="8" actId="2696"/>
        <pc:sldMkLst>
          <pc:docMk/>
          <pc:sldMk cId="3034205703" sldId="474"/>
        </pc:sldMkLst>
      </pc:sldChg>
      <pc:sldChg chg="del">
        <pc:chgData name="Mohammed Fasha" userId="cc64f42d-a1a6-4f08-b97b-0c37f877119f" providerId="ADAL" clId="{8640B8DE-3F1D-4AF0-8031-181FFCFB6B90}" dt="2024-07-20T20:18:35.444" v="8" actId="2696"/>
        <pc:sldMkLst>
          <pc:docMk/>
          <pc:sldMk cId="2141774450" sldId="475"/>
        </pc:sldMkLst>
      </pc:sldChg>
      <pc:sldChg chg="del">
        <pc:chgData name="Mohammed Fasha" userId="cc64f42d-a1a6-4f08-b97b-0c37f877119f" providerId="ADAL" clId="{8640B8DE-3F1D-4AF0-8031-181FFCFB6B90}" dt="2024-07-20T20:18:35.444" v="8" actId="2696"/>
        <pc:sldMkLst>
          <pc:docMk/>
          <pc:sldMk cId="4148839060" sldId="476"/>
        </pc:sldMkLst>
      </pc:sldChg>
      <pc:sldChg chg="del">
        <pc:chgData name="Mohammed Fasha" userId="cc64f42d-a1a6-4f08-b97b-0c37f877119f" providerId="ADAL" clId="{8640B8DE-3F1D-4AF0-8031-181FFCFB6B90}" dt="2024-07-20T20:18:35.444" v="8" actId="2696"/>
        <pc:sldMkLst>
          <pc:docMk/>
          <pc:sldMk cId="2171453157" sldId="477"/>
        </pc:sldMkLst>
      </pc:sldChg>
      <pc:sldChg chg="del">
        <pc:chgData name="Mohammed Fasha" userId="cc64f42d-a1a6-4f08-b97b-0c37f877119f" providerId="ADAL" clId="{8640B8DE-3F1D-4AF0-8031-181FFCFB6B90}" dt="2024-07-20T20:18:35.444" v="8" actId="2696"/>
        <pc:sldMkLst>
          <pc:docMk/>
          <pc:sldMk cId="760837331" sldId="478"/>
        </pc:sldMkLst>
      </pc:sldChg>
      <pc:sldChg chg="del">
        <pc:chgData name="Mohammed Fasha" userId="cc64f42d-a1a6-4f08-b97b-0c37f877119f" providerId="ADAL" clId="{8640B8DE-3F1D-4AF0-8031-181FFCFB6B90}" dt="2024-07-20T20:18:35.444" v="8" actId="2696"/>
        <pc:sldMkLst>
          <pc:docMk/>
          <pc:sldMk cId="3631306349" sldId="479"/>
        </pc:sldMkLst>
      </pc:sldChg>
      <pc:sldChg chg="modSp mod">
        <pc:chgData name="Mohammed Fasha" userId="cc64f42d-a1a6-4f08-b97b-0c37f877119f" providerId="ADAL" clId="{8640B8DE-3F1D-4AF0-8031-181FFCFB6B90}" dt="2024-07-22T12:23:26.027" v="41" actId="12"/>
        <pc:sldMkLst>
          <pc:docMk/>
          <pc:sldMk cId="2081084824" sldId="480"/>
        </pc:sldMkLst>
        <pc:spChg chg="mod">
          <ac:chgData name="Mohammed Fasha" userId="cc64f42d-a1a6-4f08-b97b-0c37f877119f" providerId="ADAL" clId="{8640B8DE-3F1D-4AF0-8031-181FFCFB6B90}" dt="2024-07-22T12:23:26.027" v="41" actId="12"/>
          <ac:spMkLst>
            <pc:docMk/>
            <pc:sldMk cId="2081084824" sldId="480"/>
            <ac:spMk id="3" creationId="{056D5967-C462-AA98-A1CE-20394675FE71}"/>
          </ac:spMkLst>
        </pc:spChg>
      </pc:sldChg>
      <pc:sldChg chg="modSp mod">
        <pc:chgData name="Mohammed Fasha" userId="cc64f42d-a1a6-4f08-b97b-0c37f877119f" providerId="ADAL" clId="{8640B8DE-3F1D-4AF0-8031-181FFCFB6B90}" dt="2024-07-24T18:04:00.431" v="43" actId="20577"/>
        <pc:sldMkLst>
          <pc:docMk/>
          <pc:sldMk cId="3137701533" sldId="482"/>
        </pc:sldMkLst>
        <pc:spChg chg="mod">
          <ac:chgData name="Mohammed Fasha" userId="cc64f42d-a1a6-4f08-b97b-0c37f877119f" providerId="ADAL" clId="{8640B8DE-3F1D-4AF0-8031-181FFCFB6B90}" dt="2024-07-22T12:23:49.001" v="42"/>
          <ac:spMkLst>
            <pc:docMk/>
            <pc:sldMk cId="3137701533" sldId="482"/>
            <ac:spMk id="2" creationId="{2E89FFCF-1D73-1478-08ED-45607CE37A75}"/>
          </ac:spMkLst>
        </pc:spChg>
        <pc:spChg chg="mod">
          <ac:chgData name="Mohammed Fasha" userId="cc64f42d-a1a6-4f08-b97b-0c37f877119f" providerId="ADAL" clId="{8640B8DE-3F1D-4AF0-8031-181FFCFB6B90}" dt="2024-07-24T18:04:00.431" v="43" actId="20577"/>
          <ac:spMkLst>
            <pc:docMk/>
            <pc:sldMk cId="3137701533" sldId="482"/>
            <ac:spMk id="3" creationId="{22EC0073-6728-2331-0081-D2F365F7098F}"/>
          </ac:spMkLst>
        </pc:spChg>
      </pc:sldChg>
      <pc:sldChg chg="del">
        <pc:chgData name="Mohammed Fasha" userId="cc64f42d-a1a6-4f08-b97b-0c37f877119f" providerId="ADAL" clId="{8640B8DE-3F1D-4AF0-8031-181FFCFB6B90}" dt="2024-07-20T20:18:35.444" v="8" actId="2696"/>
        <pc:sldMkLst>
          <pc:docMk/>
          <pc:sldMk cId="3908672191" sldId="483"/>
        </pc:sldMkLst>
      </pc:sldChg>
      <pc:sldChg chg="del">
        <pc:chgData name="Mohammed Fasha" userId="cc64f42d-a1a6-4f08-b97b-0c37f877119f" providerId="ADAL" clId="{8640B8DE-3F1D-4AF0-8031-181FFCFB6B90}" dt="2024-07-20T20:18:35.444" v="8" actId="2696"/>
        <pc:sldMkLst>
          <pc:docMk/>
          <pc:sldMk cId="1026581973" sldId="484"/>
        </pc:sldMkLst>
      </pc:sldChg>
      <pc:sldChg chg="del">
        <pc:chgData name="Mohammed Fasha" userId="cc64f42d-a1a6-4f08-b97b-0c37f877119f" providerId="ADAL" clId="{8640B8DE-3F1D-4AF0-8031-181FFCFB6B90}" dt="2024-07-20T20:18:35.444" v="8" actId="2696"/>
        <pc:sldMkLst>
          <pc:docMk/>
          <pc:sldMk cId="0" sldId="486"/>
        </pc:sldMkLst>
      </pc:sldChg>
      <pc:sldChg chg="delSp del">
        <pc:chgData name="Mohammed Fasha" userId="cc64f42d-a1a6-4f08-b97b-0c37f877119f" providerId="ADAL" clId="{8640B8DE-3F1D-4AF0-8031-181FFCFB6B90}" dt="2024-07-20T20:18:58.568" v="10" actId="47"/>
        <pc:sldMkLst>
          <pc:docMk/>
          <pc:sldMk cId="3701339086" sldId="487"/>
        </pc:sldMkLst>
        <pc:picChg chg="del">
          <ac:chgData name="Mohammed Fasha" userId="cc64f42d-a1a6-4f08-b97b-0c37f877119f" providerId="ADAL" clId="{8640B8DE-3F1D-4AF0-8031-181FFCFB6B90}" dt="2024-07-20T20:18:56.114" v="9" actId="21"/>
          <ac:picMkLst>
            <pc:docMk/>
            <pc:sldMk cId="3701339086" sldId="487"/>
            <ac:picMk id="3074" creationId="{D1346BAF-E2C1-5005-1F6E-EA9C6CCD21B7}"/>
          </ac:picMkLst>
        </pc:picChg>
      </pc:sldChg>
      <pc:sldChg chg="ord">
        <pc:chgData name="Mohammed Fasha" userId="cc64f42d-a1a6-4f08-b97b-0c37f877119f" providerId="ADAL" clId="{8640B8DE-3F1D-4AF0-8031-181FFCFB6B90}" dt="2024-07-24T18:12:45.463" v="141"/>
        <pc:sldMkLst>
          <pc:docMk/>
          <pc:sldMk cId="4225001686" sldId="489"/>
        </pc:sldMkLst>
      </pc:sldChg>
      <pc:sldChg chg="modSp mod">
        <pc:chgData name="Mohammed Fasha" userId="cc64f42d-a1a6-4f08-b97b-0c37f877119f" providerId="ADAL" clId="{8640B8DE-3F1D-4AF0-8031-181FFCFB6B90}" dt="2024-07-24T18:05:58.677" v="52" actId="1076"/>
        <pc:sldMkLst>
          <pc:docMk/>
          <pc:sldMk cId="3377810766" sldId="491"/>
        </pc:sldMkLst>
        <pc:spChg chg="mod">
          <ac:chgData name="Mohammed Fasha" userId="cc64f42d-a1a6-4f08-b97b-0c37f877119f" providerId="ADAL" clId="{8640B8DE-3F1D-4AF0-8031-181FFCFB6B90}" dt="2024-07-24T18:05:54.261" v="51" actId="27636"/>
          <ac:spMkLst>
            <pc:docMk/>
            <pc:sldMk cId="3377810766" sldId="491"/>
            <ac:spMk id="7" creationId="{E3C1E8F4-0C99-2E6E-6E27-876492DB1DED}"/>
          </ac:spMkLst>
        </pc:spChg>
        <pc:picChg chg="mod">
          <ac:chgData name="Mohammed Fasha" userId="cc64f42d-a1a6-4f08-b97b-0c37f877119f" providerId="ADAL" clId="{8640B8DE-3F1D-4AF0-8031-181FFCFB6B90}" dt="2024-07-24T18:05:58.677" v="52" actId="1076"/>
          <ac:picMkLst>
            <pc:docMk/>
            <pc:sldMk cId="3377810766" sldId="491"/>
            <ac:picMk id="7170" creationId="{1676E60D-425E-9E99-6F73-2056CC9977E5}"/>
          </ac:picMkLst>
        </pc:picChg>
      </pc:sldChg>
      <pc:sldChg chg="del">
        <pc:chgData name="Mohammed Fasha" userId="cc64f42d-a1a6-4f08-b97b-0c37f877119f" providerId="ADAL" clId="{8640B8DE-3F1D-4AF0-8031-181FFCFB6B90}" dt="2024-07-20T20:18:35.444" v="8" actId="2696"/>
        <pc:sldMkLst>
          <pc:docMk/>
          <pc:sldMk cId="3217007079" sldId="492"/>
        </pc:sldMkLst>
      </pc:sldChg>
      <pc:sldChg chg="del">
        <pc:chgData name="Mohammed Fasha" userId="cc64f42d-a1a6-4f08-b97b-0c37f877119f" providerId="ADAL" clId="{8640B8DE-3F1D-4AF0-8031-181FFCFB6B90}" dt="2024-07-20T20:18:35.444" v="8" actId="2696"/>
        <pc:sldMkLst>
          <pc:docMk/>
          <pc:sldMk cId="623807491" sldId="493"/>
        </pc:sldMkLst>
      </pc:sldChg>
      <pc:sldChg chg="del">
        <pc:chgData name="Mohammed Fasha" userId="cc64f42d-a1a6-4f08-b97b-0c37f877119f" providerId="ADAL" clId="{8640B8DE-3F1D-4AF0-8031-181FFCFB6B90}" dt="2024-07-20T20:18:35.444" v="8" actId="2696"/>
        <pc:sldMkLst>
          <pc:docMk/>
          <pc:sldMk cId="756554025" sldId="495"/>
        </pc:sldMkLst>
      </pc:sldChg>
      <pc:sldChg chg="modSp mod">
        <pc:chgData name="Mohammed Fasha" userId="cc64f42d-a1a6-4f08-b97b-0c37f877119f" providerId="ADAL" clId="{8640B8DE-3F1D-4AF0-8031-181FFCFB6B90}" dt="2024-07-24T18:08:50.118" v="95" actId="20577"/>
        <pc:sldMkLst>
          <pc:docMk/>
          <pc:sldMk cId="1913302130" sldId="497"/>
        </pc:sldMkLst>
        <pc:spChg chg="mod">
          <ac:chgData name="Mohammed Fasha" userId="cc64f42d-a1a6-4f08-b97b-0c37f877119f" providerId="ADAL" clId="{8640B8DE-3F1D-4AF0-8031-181FFCFB6B90}" dt="2024-07-24T18:08:50.118" v="95" actId="20577"/>
          <ac:spMkLst>
            <pc:docMk/>
            <pc:sldMk cId="1913302130" sldId="497"/>
            <ac:spMk id="12" creationId="{2D2D5D9E-2E24-63EB-9BC0-242D8C8A51AC}"/>
          </ac:spMkLst>
        </pc:spChg>
      </pc:sldChg>
      <pc:sldChg chg="modSp mod">
        <pc:chgData name="Mohammed Fasha" userId="cc64f42d-a1a6-4f08-b97b-0c37f877119f" providerId="ADAL" clId="{8640B8DE-3F1D-4AF0-8031-181FFCFB6B90}" dt="2024-07-24T19:29:43.225" v="148" actId="1076"/>
        <pc:sldMkLst>
          <pc:docMk/>
          <pc:sldMk cId="3269859339" sldId="498"/>
        </pc:sldMkLst>
        <pc:spChg chg="mod">
          <ac:chgData name="Mohammed Fasha" userId="cc64f42d-a1a6-4f08-b97b-0c37f877119f" providerId="ADAL" clId="{8640B8DE-3F1D-4AF0-8031-181FFCFB6B90}" dt="2024-07-24T19:29:29.283" v="147" actId="207"/>
          <ac:spMkLst>
            <pc:docMk/>
            <pc:sldMk cId="3269859339" sldId="498"/>
            <ac:spMk id="3" creationId="{B3BE109B-A663-799B-05C9-0DAC7E24BCDD}"/>
          </ac:spMkLst>
        </pc:spChg>
        <pc:picChg chg="mod">
          <ac:chgData name="Mohammed Fasha" userId="cc64f42d-a1a6-4f08-b97b-0c37f877119f" providerId="ADAL" clId="{8640B8DE-3F1D-4AF0-8031-181FFCFB6B90}" dt="2024-07-24T19:29:43.225" v="148" actId="1076"/>
          <ac:picMkLst>
            <pc:docMk/>
            <pc:sldMk cId="3269859339" sldId="498"/>
            <ac:picMk id="9220" creationId="{96901244-46AE-C827-FB56-CC61065D70E3}"/>
          </ac:picMkLst>
        </pc:picChg>
      </pc:sldChg>
      <pc:sldChg chg="addSp delSp modSp">
        <pc:chgData name="Mohammed Fasha" userId="cc64f42d-a1a6-4f08-b97b-0c37f877119f" providerId="ADAL" clId="{8640B8DE-3F1D-4AF0-8031-181FFCFB6B90}" dt="2024-07-20T20:23:10.670" v="40" actId="1076"/>
        <pc:sldMkLst>
          <pc:docMk/>
          <pc:sldMk cId="1237849119" sldId="500"/>
        </pc:sldMkLst>
        <pc:picChg chg="add mod">
          <ac:chgData name="Mohammed Fasha" userId="cc64f42d-a1a6-4f08-b97b-0c37f877119f" providerId="ADAL" clId="{8640B8DE-3F1D-4AF0-8031-181FFCFB6B90}" dt="2024-07-20T20:23:10.670" v="40" actId="1076"/>
          <ac:picMkLst>
            <pc:docMk/>
            <pc:sldMk cId="1237849119" sldId="500"/>
            <ac:picMk id="4" creationId="{635E943C-9C54-3773-C0A0-FCE8BD2B9F5D}"/>
          </ac:picMkLst>
        </pc:picChg>
        <pc:picChg chg="del">
          <ac:chgData name="Mohammed Fasha" userId="cc64f42d-a1a6-4f08-b97b-0c37f877119f" providerId="ADAL" clId="{8640B8DE-3F1D-4AF0-8031-181FFCFB6B90}" dt="2024-07-20T20:23:00.767" v="34" actId="478"/>
          <ac:picMkLst>
            <pc:docMk/>
            <pc:sldMk cId="1237849119" sldId="500"/>
            <ac:picMk id="8194" creationId="{D9CBBD56-CF61-0B2A-017C-F2E1EFD17D87}"/>
          </ac:picMkLst>
        </pc:picChg>
      </pc:sldChg>
      <pc:sldChg chg="addSp delSp modSp mod">
        <pc:chgData name="Mohammed Fasha" userId="cc64f42d-a1a6-4f08-b97b-0c37f877119f" providerId="ADAL" clId="{8640B8DE-3F1D-4AF0-8031-181FFCFB6B90}" dt="2024-07-20T20:20:50.692" v="33" actId="14100"/>
        <pc:sldMkLst>
          <pc:docMk/>
          <pc:sldMk cId="3087756075" sldId="505"/>
        </pc:sldMkLst>
        <pc:spChg chg="mod">
          <ac:chgData name="Mohammed Fasha" userId="cc64f42d-a1a6-4f08-b97b-0c37f877119f" providerId="ADAL" clId="{8640B8DE-3F1D-4AF0-8031-181FFCFB6B90}" dt="2024-07-20T20:20:50.692" v="33" actId="14100"/>
          <ac:spMkLst>
            <pc:docMk/>
            <pc:sldMk cId="3087756075" sldId="505"/>
            <ac:spMk id="2" creationId="{8E2CBED4-BEEC-4803-D0A8-FBE826FDFFE9}"/>
          </ac:spMkLst>
        </pc:spChg>
        <pc:picChg chg="add mod">
          <ac:chgData name="Mohammed Fasha" userId="cc64f42d-a1a6-4f08-b97b-0c37f877119f" providerId="ADAL" clId="{8640B8DE-3F1D-4AF0-8031-181FFCFB6B90}" dt="2024-07-20T20:20:48.075" v="32" actId="1076"/>
          <ac:picMkLst>
            <pc:docMk/>
            <pc:sldMk cId="3087756075" sldId="505"/>
            <ac:picMk id="5" creationId="{99695580-C6F3-6857-8D4B-DA1F157E0B2D}"/>
          </ac:picMkLst>
        </pc:picChg>
        <pc:picChg chg="add del mod">
          <ac:chgData name="Mohammed Fasha" userId="cc64f42d-a1a6-4f08-b97b-0c37f877119f" providerId="ADAL" clId="{8640B8DE-3F1D-4AF0-8031-181FFCFB6B90}" dt="2024-07-20T20:20:33.306" v="25" actId="478"/>
          <ac:picMkLst>
            <pc:docMk/>
            <pc:sldMk cId="3087756075" sldId="505"/>
            <ac:picMk id="1026" creationId="{A527E2AD-CCE2-99F2-8800-80B2C5F55669}"/>
          </ac:picMkLst>
        </pc:picChg>
      </pc:sldChg>
      <pc:sldChg chg="modSp mod">
        <pc:chgData name="Mohammed Fasha" userId="cc64f42d-a1a6-4f08-b97b-0c37f877119f" providerId="ADAL" clId="{8640B8DE-3F1D-4AF0-8031-181FFCFB6B90}" dt="2024-07-20T20:19:33.960" v="18" actId="1076"/>
        <pc:sldMkLst>
          <pc:docMk/>
          <pc:sldMk cId="3109690559" sldId="506"/>
        </pc:sldMkLst>
        <pc:picChg chg="mod">
          <ac:chgData name="Mohammed Fasha" userId="cc64f42d-a1a6-4f08-b97b-0c37f877119f" providerId="ADAL" clId="{8640B8DE-3F1D-4AF0-8031-181FFCFB6B90}" dt="2024-07-20T20:19:30.612" v="16" actId="1076"/>
          <ac:picMkLst>
            <pc:docMk/>
            <pc:sldMk cId="3109690559" sldId="506"/>
            <ac:picMk id="5" creationId="{0FFA0D5A-A1D3-2CD7-E6A2-28330F89EB4E}"/>
          </ac:picMkLst>
        </pc:picChg>
        <pc:picChg chg="mod">
          <ac:chgData name="Mohammed Fasha" userId="cc64f42d-a1a6-4f08-b97b-0c37f877119f" providerId="ADAL" clId="{8640B8DE-3F1D-4AF0-8031-181FFCFB6B90}" dt="2024-07-20T20:19:33.960" v="18" actId="1076"/>
          <ac:picMkLst>
            <pc:docMk/>
            <pc:sldMk cId="3109690559" sldId="506"/>
            <ac:picMk id="4098" creationId="{0ACD7CEE-C454-7CAF-67DA-237469446239}"/>
          </ac:picMkLst>
        </pc:picChg>
      </pc:sldChg>
      <pc:sldChg chg="addSp delSp modSp new mod modClrScheme chgLayout">
        <pc:chgData name="Mohammed Fasha" userId="cc64f42d-a1a6-4f08-b97b-0c37f877119f" providerId="ADAL" clId="{8640B8DE-3F1D-4AF0-8031-181FFCFB6B90}" dt="2024-07-24T18:12:30.507" v="139" actId="179"/>
        <pc:sldMkLst>
          <pc:docMk/>
          <pc:sldMk cId="576325159" sldId="515"/>
        </pc:sldMkLst>
        <pc:spChg chg="del mod ord">
          <ac:chgData name="Mohammed Fasha" userId="cc64f42d-a1a6-4f08-b97b-0c37f877119f" providerId="ADAL" clId="{8640B8DE-3F1D-4AF0-8031-181FFCFB6B90}" dt="2024-07-24T18:10:33.003" v="97" actId="700"/>
          <ac:spMkLst>
            <pc:docMk/>
            <pc:sldMk cId="576325159" sldId="515"/>
            <ac:spMk id="2" creationId="{7663E741-D89E-CD88-F548-E311CB3E9F86}"/>
          </ac:spMkLst>
        </pc:spChg>
        <pc:spChg chg="del mod ord">
          <ac:chgData name="Mohammed Fasha" userId="cc64f42d-a1a6-4f08-b97b-0c37f877119f" providerId="ADAL" clId="{8640B8DE-3F1D-4AF0-8031-181FFCFB6B90}" dt="2024-07-24T18:10:33.003" v="97" actId="700"/>
          <ac:spMkLst>
            <pc:docMk/>
            <pc:sldMk cId="576325159" sldId="515"/>
            <ac:spMk id="3" creationId="{7AE050EF-7558-5A30-E242-E86685CEEA0E}"/>
          </ac:spMkLst>
        </pc:spChg>
        <pc:spChg chg="add mod ord">
          <ac:chgData name="Mohammed Fasha" userId="cc64f42d-a1a6-4f08-b97b-0c37f877119f" providerId="ADAL" clId="{8640B8DE-3F1D-4AF0-8031-181FFCFB6B90}" dt="2024-07-24T18:12:07.720" v="137" actId="27636"/>
          <ac:spMkLst>
            <pc:docMk/>
            <pc:sldMk cId="576325159" sldId="515"/>
            <ac:spMk id="4" creationId="{0970059E-1CDC-98EB-9091-0BB29008E0C7}"/>
          </ac:spMkLst>
        </pc:spChg>
        <pc:spChg chg="add mod ord">
          <ac:chgData name="Mohammed Fasha" userId="cc64f42d-a1a6-4f08-b97b-0c37f877119f" providerId="ADAL" clId="{8640B8DE-3F1D-4AF0-8031-181FFCFB6B90}" dt="2024-07-24T18:12:30.507" v="139" actId="179"/>
          <ac:spMkLst>
            <pc:docMk/>
            <pc:sldMk cId="576325159" sldId="515"/>
            <ac:spMk id="5" creationId="{7BE797A8-2B73-AA0D-1ACC-99CD24D26C93}"/>
          </ac:spMkLst>
        </pc:spChg>
      </pc:sldChg>
      <pc:sldChg chg="modSp add mod">
        <pc:chgData name="Mohammed Fasha" userId="cc64f42d-a1a6-4f08-b97b-0c37f877119f" providerId="ADAL" clId="{8640B8DE-3F1D-4AF0-8031-181FFCFB6B90}" dt="2024-07-24T18:11:52.588" v="127" actId="27636"/>
        <pc:sldMkLst>
          <pc:docMk/>
          <pc:sldMk cId="2358320985" sldId="516"/>
        </pc:sldMkLst>
        <pc:spChg chg="mod">
          <ac:chgData name="Mohammed Fasha" userId="cc64f42d-a1a6-4f08-b97b-0c37f877119f" providerId="ADAL" clId="{8640B8DE-3F1D-4AF0-8031-181FFCFB6B90}" dt="2024-07-24T18:11:52.588" v="127" actId="27636"/>
          <ac:spMkLst>
            <pc:docMk/>
            <pc:sldMk cId="2358320985" sldId="516"/>
            <ac:spMk id="4" creationId="{0970059E-1CDC-98EB-9091-0BB29008E0C7}"/>
          </ac:spMkLst>
        </pc:spChg>
        <pc:spChg chg="mod">
          <ac:chgData name="Mohammed Fasha" userId="cc64f42d-a1a6-4f08-b97b-0c37f877119f" providerId="ADAL" clId="{8640B8DE-3F1D-4AF0-8031-181FFCFB6B90}" dt="2024-07-24T18:11:48.203" v="123" actId="21"/>
          <ac:spMkLst>
            <pc:docMk/>
            <pc:sldMk cId="2358320985" sldId="516"/>
            <ac:spMk id="5" creationId="{7BE797A8-2B73-AA0D-1ACC-99CD24D26C93}"/>
          </ac:spMkLst>
        </pc:spChg>
      </pc:sldChg>
      <pc:sldChg chg="modSp add mod">
        <pc:chgData name="Mohammed Fasha" userId="cc64f42d-a1a6-4f08-b97b-0c37f877119f" providerId="ADAL" clId="{8640B8DE-3F1D-4AF0-8031-181FFCFB6B90}" dt="2024-07-24T18:12:00.845" v="132" actId="27636"/>
        <pc:sldMkLst>
          <pc:docMk/>
          <pc:sldMk cId="3487038025" sldId="517"/>
        </pc:sldMkLst>
        <pc:spChg chg="mod">
          <ac:chgData name="Mohammed Fasha" userId="cc64f42d-a1a6-4f08-b97b-0c37f877119f" providerId="ADAL" clId="{8640B8DE-3F1D-4AF0-8031-181FFCFB6B90}" dt="2024-07-24T18:12:00.845" v="132" actId="27636"/>
          <ac:spMkLst>
            <pc:docMk/>
            <pc:sldMk cId="3487038025" sldId="517"/>
            <ac:spMk id="4" creationId="{0970059E-1CDC-98EB-9091-0BB29008E0C7}"/>
          </ac:spMkLst>
        </pc:spChg>
        <pc:spChg chg="mod">
          <ac:chgData name="Mohammed Fasha" userId="cc64f42d-a1a6-4f08-b97b-0c37f877119f" providerId="ADAL" clId="{8640B8DE-3F1D-4AF0-8031-181FFCFB6B90}" dt="2024-07-24T18:11:55.742" v="128" actId="21"/>
          <ac:spMkLst>
            <pc:docMk/>
            <pc:sldMk cId="3487038025" sldId="517"/>
            <ac:spMk id="5" creationId="{7BE797A8-2B73-AA0D-1ACC-99CD24D26C93}"/>
          </ac:spMkLst>
        </pc:spChg>
      </pc:sldChg>
    </pc:docChg>
  </pc:docChgLst>
  <pc:docChgLst>
    <pc:chgData name="Mohammed Fasha" userId="cc64f42d-a1a6-4f08-b97b-0c37f877119f" providerId="ADAL" clId="{E716284D-E7A1-4A28-95BD-B2A6AA433659}"/>
    <pc:docChg chg="undo redo custSel addSld delSld modSld sldOrd">
      <pc:chgData name="Mohammed Fasha" userId="cc64f42d-a1a6-4f08-b97b-0c37f877119f" providerId="ADAL" clId="{E716284D-E7A1-4A28-95BD-B2A6AA433659}" dt="2024-07-24T21:40:26.497" v="440" actId="47"/>
      <pc:docMkLst>
        <pc:docMk/>
      </pc:docMkLst>
      <pc:sldChg chg="addSp delSp modSp new mod">
        <pc:chgData name="Mohammed Fasha" userId="cc64f42d-a1a6-4f08-b97b-0c37f877119f" providerId="ADAL" clId="{E716284D-E7A1-4A28-95BD-B2A6AA433659}" dt="2024-07-24T21:28:38.545" v="391" actId="22"/>
        <pc:sldMkLst>
          <pc:docMk/>
          <pc:sldMk cId="2438438328" sldId="456"/>
        </pc:sldMkLst>
        <pc:spChg chg="mod">
          <ac:chgData name="Mohammed Fasha" userId="cc64f42d-a1a6-4f08-b97b-0c37f877119f" providerId="ADAL" clId="{E716284D-E7A1-4A28-95BD-B2A6AA433659}" dt="2024-07-24T19:32:07.187" v="42" actId="20577"/>
          <ac:spMkLst>
            <pc:docMk/>
            <pc:sldMk cId="2438438328" sldId="456"/>
            <ac:spMk id="2" creationId="{673315CB-52E2-9518-043F-FD189100CDA4}"/>
          </ac:spMkLst>
        </pc:spChg>
        <pc:spChg chg="del mod">
          <ac:chgData name="Mohammed Fasha" userId="cc64f42d-a1a6-4f08-b97b-0c37f877119f" providerId="ADAL" clId="{E716284D-E7A1-4A28-95BD-B2A6AA433659}" dt="2024-07-24T19:32:30.392" v="46" actId="22"/>
          <ac:spMkLst>
            <pc:docMk/>
            <pc:sldMk cId="2438438328" sldId="456"/>
            <ac:spMk id="3" creationId="{0E8F2666-6E17-5552-E122-1C003F15143A}"/>
          </ac:spMkLst>
        </pc:spChg>
        <pc:spChg chg="add del mod">
          <ac:chgData name="Mohammed Fasha" userId="cc64f42d-a1a6-4f08-b97b-0c37f877119f" providerId="ADAL" clId="{E716284D-E7A1-4A28-95BD-B2A6AA433659}" dt="2024-07-24T21:28:38.545" v="391" actId="22"/>
          <ac:spMkLst>
            <pc:docMk/>
            <pc:sldMk cId="2438438328" sldId="456"/>
            <ac:spMk id="4" creationId="{7A98B27F-FBC6-DE1C-2C3D-3179C2210D1D}"/>
          </ac:spMkLst>
        </pc:spChg>
        <pc:picChg chg="add del mod ord">
          <ac:chgData name="Mohammed Fasha" userId="cc64f42d-a1a6-4f08-b97b-0c37f877119f" providerId="ADAL" clId="{E716284D-E7A1-4A28-95BD-B2A6AA433659}" dt="2024-07-24T21:28:38.337" v="390" actId="478"/>
          <ac:picMkLst>
            <pc:docMk/>
            <pc:sldMk cId="2438438328" sldId="456"/>
            <ac:picMk id="5" creationId="{E7FB7957-3ED7-8261-A9F6-320B88A44720}"/>
          </ac:picMkLst>
        </pc:picChg>
        <pc:picChg chg="add del mod ord">
          <ac:chgData name="Mohammed Fasha" userId="cc64f42d-a1a6-4f08-b97b-0c37f877119f" providerId="ADAL" clId="{E716284D-E7A1-4A28-95BD-B2A6AA433659}" dt="2024-07-24T21:28:38.545" v="391" actId="22"/>
          <ac:picMkLst>
            <pc:docMk/>
            <pc:sldMk cId="2438438328" sldId="456"/>
            <ac:picMk id="7" creationId="{04A6ACE6-9458-BA75-3B50-D8C8A3FA1319}"/>
          </ac:picMkLst>
        </pc:picChg>
      </pc:sldChg>
      <pc:sldChg chg="addSp delSp modSp new mod ord">
        <pc:chgData name="Mohammed Fasha" userId="cc64f42d-a1a6-4f08-b97b-0c37f877119f" providerId="ADAL" clId="{E716284D-E7A1-4A28-95BD-B2A6AA433659}" dt="2024-07-24T19:48:04.014" v="205"/>
        <pc:sldMkLst>
          <pc:docMk/>
          <pc:sldMk cId="828445997" sldId="457"/>
        </pc:sldMkLst>
        <pc:spChg chg="mod">
          <ac:chgData name="Mohammed Fasha" userId="cc64f42d-a1a6-4f08-b97b-0c37f877119f" providerId="ADAL" clId="{E716284D-E7A1-4A28-95BD-B2A6AA433659}" dt="2024-07-24T19:46:47.674" v="191" actId="27636"/>
          <ac:spMkLst>
            <pc:docMk/>
            <pc:sldMk cId="828445997" sldId="457"/>
            <ac:spMk id="2" creationId="{D31E1BE8-4029-3933-B7BB-CD2E56475A5B}"/>
          </ac:spMkLst>
        </pc:spChg>
        <pc:spChg chg="add del mod">
          <ac:chgData name="Mohammed Fasha" userId="cc64f42d-a1a6-4f08-b97b-0c37f877119f" providerId="ADAL" clId="{E716284D-E7A1-4A28-95BD-B2A6AA433659}" dt="2024-07-24T19:47:05.762" v="193" actId="20577"/>
          <ac:spMkLst>
            <pc:docMk/>
            <pc:sldMk cId="828445997" sldId="457"/>
            <ac:spMk id="3" creationId="{9D7B76C6-6701-691E-B71A-765C84CACE63}"/>
          </ac:spMkLst>
        </pc:spChg>
        <pc:spChg chg="add mod">
          <ac:chgData name="Mohammed Fasha" userId="cc64f42d-a1a6-4f08-b97b-0c37f877119f" providerId="ADAL" clId="{E716284D-E7A1-4A28-95BD-B2A6AA433659}" dt="2024-07-24T19:46:28.284" v="185"/>
          <ac:spMkLst>
            <pc:docMk/>
            <pc:sldMk cId="828445997" sldId="457"/>
            <ac:spMk id="4" creationId="{B329EE69-8281-DDE7-B6EF-39F24701455B}"/>
          </ac:spMkLst>
        </pc:spChg>
      </pc:sldChg>
      <pc:sldChg chg="modSp add mod ord">
        <pc:chgData name="Mohammed Fasha" userId="cc64f42d-a1a6-4f08-b97b-0c37f877119f" providerId="ADAL" clId="{E716284D-E7A1-4A28-95BD-B2A6AA433659}" dt="2024-07-24T19:49:02.753" v="214" actId="20577"/>
        <pc:sldMkLst>
          <pc:docMk/>
          <pc:sldMk cId="4026352729" sldId="458"/>
        </pc:sldMkLst>
        <pc:spChg chg="mod">
          <ac:chgData name="Mohammed Fasha" userId="cc64f42d-a1a6-4f08-b97b-0c37f877119f" providerId="ADAL" clId="{E716284D-E7A1-4A28-95BD-B2A6AA433659}" dt="2024-07-24T19:47:36.071" v="201" actId="27636"/>
          <ac:spMkLst>
            <pc:docMk/>
            <pc:sldMk cId="4026352729" sldId="458"/>
            <ac:spMk id="2" creationId="{D31E1BE8-4029-3933-B7BB-CD2E56475A5B}"/>
          </ac:spMkLst>
        </pc:spChg>
        <pc:spChg chg="mod">
          <ac:chgData name="Mohammed Fasha" userId="cc64f42d-a1a6-4f08-b97b-0c37f877119f" providerId="ADAL" clId="{E716284D-E7A1-4A28-95BD-B2A6AA433659}" dt="2024-07-24T19:49:02.753" v="214" actId="20577"/>
          <ac:spMkLst>
            <pc:docMk/>
            <pc:sldMk cId="4026352729" sldId="458"/>
            <ac:spMk id="3" creationId="{9D7B76C6-6701-691E-B71A-765C84CACE63}"/>
          </ac:spMkLst>
        </pc:spChg>
      </pc:sldChg>
      <pc:sldChg chg="modSp add mod ord">
        <pc:chgData name="Mohammed Fasha" userId="cc64f42d-a1a6-4f08-b97b-0c37f877119f" providerId="ADAL" clId="{E716284D-E7A1-4A28-95BD-B2A6AA433659}" dt="2024-07-24T19:50:13.495" v="233"/>
        <pc:sldMkLst>
          <pc:docMk/>
          <pc:sldMk cId="1491550839" sldId="459"/>
        </pc:sldMkLst>
        <pc:spChg chg="mod">
          <ac:chgData name="Mohammed Fasha" userId="cc64f42d-a1a6-4f08-b97b-0c37f877119f" providerId="ADAL" clId="{E716284D-E7A1-4A28-95BD-B2A6AA433659}" dt="2024-07-24T19:49:51.831" v="224" actId="27636"/>
          <ac:spMkLst>
            <pc:docMk/>
            <pc:sldMk cId="1491550839" sldId="459"/>
            <ac:spMk id="2" creationId="{D31E1BE8-4029-3933-B7BB-CD2E56475A5B}"/>
          </ac:spMkLst>
        </pc:spChg>
        <pc:spChg chg="mod">
          <ac:chgData name="Mohammed Fasha" userId="cc64f42d-a1a6-4f08-b97b-0c37f877119f" providerId="ADAL" clId="{E716284D-E7A1-4A28-95BD-B2A6AA433659}" dt="2024-07-24T19:50:06.764" v="231" actId="113"/>
          <ac:spMkLst>
            <pc:docMk/>
            <pc:sldMk cId="1491550839" sldId="459"/>
            <ac:spMk id="3" creationId="{9D7B76C6-6701-691E-B71A-765C84CACE63}"/>
          </ac:spMkLst>
        </pc:spChg>
      </pc:sldChg>
      <pc:sldChg chg="add del">
        <pc:chgData name="Mohammed Fasha" userId="cc64f42d-a1a6-4f08-b97b-0c37f877119f" providerId="ADAL" clId="{E716284D-E7A1-4A28-95BD-B2A6AA433659}" dt="2024-07-24T19:59:52.416" v="384" actId="2696"/>
        <pc:sldMkLst>
          <pc:docMk/>
          <pc:sldMk cId="1944941363" sldId="460"/>
        </pc:sldMkLst>
      </pc:sldChg>
      <pc:sldChg chg="addSp delSp modSp add mod ord chgLayout">
        <pc:chgData name="Mohammed Fasha" userId="cc64f42d-a1a6-4f08-b97b-0c37f877119f" providerId="ADAL" clId="{E716284D-E7A1-4A28-95BD-B2A6AA433659}" dt="2024-07-24T21:31:11.851" v="396" actId="313"/>
        <pc:sldMkLst>
          <pc:docMk/>
          <pc:sldMk cId="1222818689" sldId="461"/>
        </pc:sldMkLst>
        <pc:spChg chg="del">
          <ac:chgData name="Mohammed Fasha" userId="cc64f42d-a1a6-4f08-b97b-0c37f877119f" providerId="ADAL" clId="{E716284D-E7A1-4A28-95BD-B2A6AA433659}" dt="2024-07-24T19:33:26.283" v="61" actId="700"/>
          <ac:spMkLst>
            <pc:docMk/>
            <pc:sldMk cId="1222818689" sldId="461"/>
            <ac:spMk id="2" creationId="{D31E1BE8-4029-3933-B7BB-CD2E56475A5B}"/>
          </ac:spMkLst>
        </pc:spChg>
        <pc:spChg chg="add del">
          <ac:chgData name="Mohammed Fasha" userId="cc64f42d-a1a6-4f08-b97b-0c37f877119f" providerId="ADAL" clId="{E716284D-E7A1-4A28-95BD-B2A6AA433659}" dt="2024-07-24T19:32:59.005" v="54"/>
          <ac:spMkLst>
            <pc:docMk/>
            <pc:sldMk cId="1222818689" sldId="461"/>
            <ac:spMk id="3" creationId="{9D7B76C6-6701-691E-B71A-765C84CACE63}"/>
          </ac:spMkLst>
        </pc:spChg>
        <pc:spChg chg="add mod">
          <ac:chgData name="Mohammed Fasha" userId="cc64f42d-a1a6-4f08-b97b-0c37f877119f" providerId="ADAL" clId="{E716284D-E7A1-4A28-95BD-B2A6AA433659}" dt="2024-07-24T19:32:49.384" v="53"/>
          <ac:spMkLst>
            <pc:docMk/>
            <pc:sldMk cId="1222818689" sldId="461"/>
            <ac:spMk id="4" creationId="{F02FA51D-F699-38FE-2EBE-674827B48B2D}"/>
          </ac:spMkLst>
        </pc:spChg>
        <pc:spChg chg="add del mod ord">
          <ac:chgData name="Mohammed Fasha" userId="cc64f42d-a1a6-4f08-b97b-0c37f877119f" providerId="ADAL" clId="{E716284D-E7A1-4A28-95BD-B2A6AA433659}" dt="2024-07-24T19:33:33.306" v="62" actId="478"/>
          <ac:spMkLst>
            <pc:docMk/>
            <pc:sldMk cId="1222818689" sldId="461"/>
            <ac:spMk id="5" creationId="{6A35895C-CE52-F0C5-455A-92E81A3ED54C}"/>
          </ac:spMkLst>
        </pc:spChg>
        <pc:spChg chg="add mod ord">
          <ac:chgData name="Mohammed Fasha" userId="cc64f42d-a1a6-4f08-b97b-0c37f877119f" providerId="ADAL" clId="{E716284D-E7A1-4A28-95BD-B2A6AA433659}" dt="2024-07-24T21:31:11.851" v="396" actId="313"/>
          <ac:spMkLst>
            <pc:docMk/>
            <pc:sldMk cId="1222818689" sldId="461"/>
            <ac:spMk id="6" creationId="{CB0870B4-F393-3F0C-92F7-37E0EBE8575B}"/>
          </ac:spMkLst>
        </pc:spChg>
        <pc:spChg chg="add del mod">
          <ac:chgData name="Mohammed Fasha" userId="cc64f42d-a1a6-4f08-b97b-0c37f877119f" providerId="ADAL" clId="{E716284D-E7A1-4A28-95BD-B2A6AA433659}" dt="2024-07-24T19:36:41.522" v="183" actId="207"/>
          <ac:spMkLst>
            <pc:docMk/>
            <pc:sldMk cId="1222818689" sldId="461"/>
            <ac:spMk id="7" creationId="{1070342B-03CF-6D93-7EBB-4524BEEAF1E4}"/>
          </ac:spMkLst>
        </pc:spChg>
        <pc:spChg chg="add mod">
          <ac:chgData name="Mohammed Fasha" userId="cc64f42d-a1a6-4f08-b97b-0c37f877119f" providerId="ADAL" clId="{E716284D-E7A1-4A28-95BD-B2A6AA433659}" dt="2024-07-24T19:33:38.954" v="64"/>
          <ac:spMkLst>
            <pc:docMk/>
            <pc:sldMk cId="1222818689" sldId="461"/>
            <ac:spMk id="8" creationId="{1525B9BD-D8AF-2956-CE34-0529D61AEA2A}"/>
          </ac:spMkLst>
        </pc:spChg>
      </pc:sldChg>
      <pc:sldChg chg="addSp delSp modSp new del mod">
        <pc:chgData name="Mohammed Fasha" userId="cc64f42d-a1a6-4f08-b97b-0c37f877119f" providerId="ADAL" clId="{E716284D-E7A1-4A28-95BD-B2A6AA433659}" dt="2024-07-24T19:54:07.791" v="289" actId="47"/>
        <pc:sldMkLst>
          <pc:docMk/>
          <pc:sldMk cId="2550916001" sldId="462"/>
        </pc:sldMkLst>
        <pc:spChg chg="mod">
          <ac:chgData name="Mohammed Fasha" userId="cc64f42d-a1a6-4f08-b97b-0c37f877119f" providerId="ADAL" clId="{E716284D-E7A1-4A28-95BD-B2A6AA433659}" dt="2024-07-24T19:52:52.538" v="280" actId="20577"/>
          <ac:spMkLst>
            <pc:docMk/>
            <pc:sldMk cId="2550916001" sldId="462"/>
            <ac:spMk id="2" creationId="{EEB827A3-831F-2AB0-AEAE-5AA9895AD14D}"/>
          </ac:spMkLst>
        </pc:spChg>
        <pc:spChg chg="add del mod">
          <ac:chgData name="Mohammed Fasha" userId="cc64f42d-a1a6-4f08-b97b-0c37f877119f" providerId="ADAL" clId="{E716284D-E7A1-4A28-95BD-B2A6AA433659}" dt="2024-07-24T19:54:06.873" v="288" actId="6549"/>
          <ac:spMkLst>
            <pc:docMk/>
            <pc:sldMk cId="2550916001" sldId="462"/>
            <ac:spMk id="3" creationId="{A81920C8-A693-B077-028B-EC39CA1565EC}"/>
          </ac:spMkLst>
        </pc:spChg>
        <pc:spChg chg="add mod">
          <ac:chgData name="Mohammed Fasha" userId="cc64f42d-a1a6-4f08-b97b-0c37f877119f" providerId="ADAL" clId="{E716284D-E7A1-4A28-95BD-B2A6AA433659}" dt="2024-07-24T19:51:25.292" v="236"/>
          <ac:spMkLst>
            <pc:docMk/>
            <pc:sldMk cId="2550916001" sldId="462"/>
            <ac:spMk id="4" creationId="{5FE2093D-ECCB-9B70-4AE2-06229337A2D2}"/>
          </ac:spMkLst>
        </pc:spChg>
        <pc:picChg chg="add mod">
          <ac:chgData name="Mohammed Fasha" userId="cc64f42d-a1a6-4f08-b97b-0c37f877119f" providerId="ADAL" clId="{E716284D-E7A1-4A28-95BD-B2A6AA433659}" dt="2024-07-24T19:52:57.589" v="283" actId="1076"/>
          <ac:picMkLst>
            <pc:docMk/>
            <pc:sldMk cId="2550916001" sldId="462"/>
            <ac:picMk id="6" creationId="{62D52681-12C0-252B-4F1A-7162D8B95C4C}"/>
          </ac:picMkLst>
        </pc:picChg>
      </pc:sldChg>
      <pc:sldChg chg="addSp modSp new del mod">
        <pc:chgData name="Mohammed Fasha" userId="cc64f42d-a1a6-4f08-b97b-0c37f877119f" providerId="ADAL" clId="{E716284D-E7A1-4A28-95BD-B2A6AA433659}" dt="2024-07-24T19:54:02.197" v="287" actId="47"/>
        <pc:sldMkLst>
          <pc:docMk/>
          <pc:sldMk cId="2133281355" sldId="463"/>
        </pc:sldMkLst>
        <pc:spChg chg="mod">
          <ac:chgData name="Mohammed Fasha" userId="cc64f42d-a1a6-4f08-b97b-0c37f877119f" providerId="ADAL" clId="{E716284D-E7A1-4A28-95BD-B2A6AA433659}" dt="2024-07-24T19:52:39.763" v="277" actId="20577"/>
          <ac:spMkLst>
            <pc:docMk/>
            <pc:sldMk cId="2133281355" sldId="463"/>
            <ac:spMk id="2" creationId="{B765C6B9-B95F-6406-B766-14037F2BEFE3}"/>
          </ac:spMkLst>
        </pc:spChg>
        <pc:spChg chg="mod">
          <ac:chgData name="Mohammed Fasha" userId="cc64f42d-a1a6-4f08-b97b-0c37f877119f" providerId="ADAL" clId="{E716284D-E7A1-4A28-95BD-B2A6AA433659}" dt="2024-07-24T19:53:17.101" v="284"/>
          <ac:spMkLst>
            <pc:docMk/>
            <pc:sldMk cId="2133281355" sldId="463"/>
            <ac:spMk id="3" creationId="{09E7DB59-8C4E-FFE3-D328-70CF2FD1BC41}"/>
          </ac:spMkLst>
        </pc:spChg>
        <pc:picChg chg="add mod">
          <ac:chgData name="Mohammed Fasha" userId="cc64f42d-a1a6-4f08-b97b-0c37f877119f" providerId="ADAL" clId="{E716284D-E7A1-4A28-95BD-B2A6AA433659}" dt="2024-07-24T19:53:32.661" v="286" actId="1076"/>
          <ac:picMkLst>
            <pc:docMk/>
            <pc:sldMk cId="2133281355" sldId="463"/>
            <ac:picMk id="5" creationId="{B2E5D932-2F81-48EF-15C8-C514EEC4E5A3}"/>
          </ac:picMkLst>
        </pc:picChg>
      </pc:sldChg>
      <pc:sldChg chg="addSp delSp modSp add mod">
        <pc:chgData name="Mohammed Fasha" userId="cc64f42d-a1a6-4f08-b97b-0c37f877119f" providerId="ADAL" clId="{E716284D-E7A1-4A28-95BD-B2A6AA433659}" dt="2024-07-24T19:54:24.095" v="312" actId="313"/>
        <pc:sldMkLst>
          <pc:docMk/>
          <pc:sldMk cId="4291435606" sldId="464"/>
        </pc:sldMkLst>
        <pc:spChg chg="mod">
          <ac:chgData name="Mohammed Fasha" userId="cc64f42d-a1a6-4f08-b97b-0c37f877119f" providerId="ADAL" clId="{E716284D-E7A1-4A28-95BD-B2A6AA433659}" dt="2024-07-24T19:54:24.095" v="312" actId="313"/>
          <ac:spMkLst>
            <pc:docMk/>
            <pc:sldMk cId="4291435606" sldId="464"/>
            <ac:spMk id="2" creationId="{B765C6B9-B95F-6406-B766-14037F2BEFE3}"/>
          </ac:spMkLst>
        </pc:spChg>
        <pc:spChg chg="del">
          <ac:chgData name="Mohammed Fasha" userId="cc64f42d-a1a6-4f08-b97b-0c37f877119f" providerId="ADAL" clId="{E716284D-E7A1-4A28-95BD-B2A6AA433659}" dt="2024-07-24T19:54:10.239" v="290" actId="22"/>
          <ac:spMkLst>
            <pc:docMk/>
            <pc:sldMk cId="4291435606" sldId="464"/>
            <ac:spMk id="3" creationId="{09E7DB59-8C4E-FFE3-D328-70CF2FD1BC41}"/>
          </ac:spMkLst>
        </pc:spChg>
        <pc:picChg chg="add mod ord">
          <ac:chgData name="Mohammed Fasha" userId="cc64f42d-a1a6-4f08-b97b-0c37f877119f" providerId="ADAL" clId="{E716284D-E7A1-4A28-95BD-B2A6AA433659}" dt="2024-07-24T19:54:10.239" v="290" actId="22"/>
          <ac:picMkLst>
            <pc:docMk/>
            <pc:sldMk cId="4291435606" sldId="464"/>
            <ac:picMk id="5" creationId="{842B697C-A1E5-AC01-D881-AD80FF061C27}"/>
          </ac:picMkLst>
        </pc:picChg>
      </pc:sldChg>
      <pc:sldChg chg="add del">
        <pc:chgData name="Mohammed Fasha" userId="cc64f42d-a1a6-4f08-b97b-0c37f877119f" providerId="ADAL" clId="{E716284D-E7A1-4A28-95BD-B2A6AA433659}" dt="2024-07-24T19:54:28.894" v="314" actId="2696"/>
        <pc:sldMkLst>
          <pc:docMk/>
          <pc:sldMk cId="3387811744" sldId="465"/>
        </pc:sldMkLst>
      </pc:sldChg>
      <pc:sldChg chg="add del">
        <pc:chgData name="Mohammed Fasha" userId="cc64f42d-a1a6-4f08-b97b-0c37f877119f" providerId="ADAL" clId="{E716284D-E7A1-4A28-95BD-B2A6AA433659}" dt="2024-07-24T19:54:29.634" v="315" actId="2696"/>
        <pc:sldMkLst>
          <pc:docMk/>
          <pc:sldMk cId="2637366405" sldId="466"/>
        </pc:sldMkLst>
      </pc:sldChg>
      <pc:sldChg chg="addSp delSp modSp add mod">
        <pc:chgData name="Mohammed Fasha" userId="cc64f42d-a1a6-4f08-b97b-0c37f877119f" providerId="ADAL" clId="{E716284D-E7A1-4A28-95BD-B2A6AA433659}" dt="2024-07-24T21:30:58.490" v="395" actId="22"/>
        <pc:sldMkLst>
          <pc:docMk/>
          <pc:sldMk cId="992957444" sldId="467"/>
        </pc:sldMkLst>
        <pc:spChg chg="add del mod">
          <ac:chgData name="Mohammed Fasha" userId="cc64f42d-a1a6-4f08-b97b-0c37f877119f" providerId="ADAL" clId="{E716284D-E7A1-4A28-95BD-B2A6AA433659}" dt="2024-07-24T21:30:37.938" v="393" actId="478"/>
          <ac:spMkLst>
            <pc:docMk/>
            <pc:sldMk cId="992957444" sldId="467"/>
            <ac:spMk id="4" creationId="{1F7447A6-EF81-6406-FCA6-C37810FB0670}"/>
          </ac:spMkLst>
        </pc:spChg>
        <pc:spChg chg="add del mod">
          <ac:chgData name="Mohammed Fasha" userId="cc64f42d-a1a6-4f08-b97b-0c37f877119f" providerId="ADAL" clId="{E716284D-E7A1-4A28-95BD-B2A6AA433659}" dt="2024-07-24T19:54:55.133" v="319" actId="22"/>
          <ac:spMkLst>
            <pc:docMk/>
            <pc:sldMk cId="992957444" sldId="467"/>
            <ac:spMk id="4" creationId="{27D9AD56-115D-22EB-8CDD-A6C0449A25F4}"/>
          </ac:spMkLst>
        </pc:spChg>
        <pc:spChg chg="add del mod">
          <ac:chgData name="Mohammed Fasha" userId="cc64f42d-a1a6-4f08-b97b-0c37f877119f" providerId="ADAL" clId="{E716284D-E7A1-4A28-95BD-B2A6AA433659}" dt="2024-07-24T21:30:58.490" v="395" actId="22"/>
          <ac:spMkLst>
            <pc:docMk/>
            <pc:sldMk cId="992957444" sldId="467"/>
            <ac:spMk id="6" creationId="{C3F0020D-2578-D41A-0023-6996399B44C5}"/>
          </ac:spMkLst>
        </pc:spChg>
        <pc:picChg chg="del">
          <ac:chgData name="Mohammed Fasha" userId="cc64f42d-a1a6-4f08-b97b-0c37f877119f" providerId="ADAL" clId="{E716284D-E7A1-4A28-95BD-B2A6AA433659}" dt="2024-07-24T19:54:53.020" v="318" actId="478"/>
          <ac:picMkLst>
            <pc:docMk/>
            <pc:sldMk cId="992957444" sldId="467"/>
            <ac:picMk id="5" creationId="{842B697C-A1E5-AC01-D881-AD80FF061C27}"/>
          </ac:picMkLst>
        </pc:picChg>
        <pc:picChg chg="add del mod ord">
          <ac:chgData name="Mohammed Fasha" userId="cc64f42d-a1a6-4f08-b97b-0c37f877119f" providerId="ADAL" clId="{E716284D-E7A1-4A28-95BD-B2A6AA433659}" dt="2024-07-24T21:30:49.275" v="394" actId="478"/>
          <ac:picMkLst>
            <pc:docMk/>
            <pc:sldMk cId="992957444" sldId="467"/>
            <ac:picMk id="7" creationId="{A48514A0-05A0-EC8A-7C82-A0C8EA7B3BB4}"/>
          </ac:picMkLst>
        </pc:picChg>
        <pc:picChg chg="add mod ord">
          <ac:chgData name="Mohammed Fasha" userId="cc64f42d-a1a6-4f08-b97b-0c37f877119f" providerId="ADAL" clId="{E716284D-E7A1-4A28-95BD-B2A6AA433659}" dt="2024-07-24T21:30:58.490" v="395" actId="22"/>
          <ac:picMkLst>
            <pc:docMk/>
            <pc:sldMk cId="992957444" sldId="467"/>
            <ac:picMk id="9" creationId="{862FE00E-D70F-0839-BBE7-C4CBD8EB5EE3}"/>
          </ac:picMkLst>
        </pc:picChg>
      </pc:sldChg>
      <pc:sldChg chg="addSp delSp modSp add mod">
        <pc:chgData name="Mohammed Fasha" userId="cc64f42d-a1a6-4f08-b97b-0c37f877119f" providerId="ADAL" clId="{E716284D-E7A1-4A28-95BD-B2A6AA433659}" dt="2024-07-24T19:55:21.924" v="321" actId="22"/>
        <pc:sldMkLst>
          <pc:docMk/>
          <pc:sldMk cId="370104341" sldId="468"/>
        </pc:sldMkLst>
        <pc:spChg chg="add del mod">
          <ac:chgData name="Mohammed Fasha" userId="cc64f42d-a1a6-4f08-b97b-0c37f877119f" providerId="ADAL" clId="{E716284D-E7A1-4A28-95BD-B2A6AA433659}" dt="2024-07-24T19:55:21.924" v="321" actId="22"/>
          <ac:spMkLst>
            <pc:docMk/>
            <pc:sldMk cId="370104341" sldId="468"/>
            <ac:spMk id="4" creationId="{C8128EEF-3CCE-3690-3F78-D4497A30C01F}"/>
          </ac:spMkLst>
        </pc:spChg>
        <pc:picChg chg="del">
          <ac:chgData name="Mohammed Fasha" userId="cc64f42d-a1a6-4f08-b97b-0c37f877119f" providerId="ADAL" clId="{E716284D-E7A1-4A28-95BD-B2A6AA433659}" dt="2024-07-24T19:55:19.773" v="320" actId="478"/>
          <ac:picMkLst>
            <pc:docMk/>
            <pc:sldMk cId="370104341" sldId="468"/>
            <ac:picMk id="5" creationId="{842B697C-A1E5-AC01-D881-AD80FF061C27}"/>
          </ac:picMkLst>
        </pc:picChg>
        <pc:picChg chg="add mod ord">
          <ac:chgData name="Mohammed Fasha" userId="cc64f42d-a1a6-4f08-b97b-0c37f877119f" providerId="ADAL" clId="{E716284D-E7A1-4A28-95BD-B2A6AA433659}" dt="2024-07-24T19:55:21.924" v="321" actId="22"/>
          <ac:picMkLst>
            <pc:docMk/>
            <pc:sldMk cId="370104341" sldId="468"/>
            <ac:picMk id="7" creationId="{09B1A250-D78B-66CA-7CC7-4563493C0E8F}"/>
          </ac:picMkLst>
        </pc:picChg>
      </pc:sldChg>
      <pc:sldChg chg="modSp new mod">
        <pc:chgData name="Mohammed Fasha" userId="cc64f42d-a1a6-4f08-b97b-0c37f877119f" providerId="ADAL" clId="{E716284D-E7A1-4A28-95BD-B2A6AA433659}" dt="2024-07-24T19:59:07.823" v="365" actId="108"/>
        <pc:sldMkLst>
          <pc:docMk/>
          <pc:sldMk cId="1863145748" sldId="469"/>
        </pc:sldMkLst>
        <pc:spChg chg="mod">
          <ac:chgData name="Mohammed Fasha" userId="cc64f42d-a1a6-4f08-b97b-0c37f877119f" providerId="ADAL" clId="{E716284D-E7A1-4A28-95BD-B2A6AA433659}" dt="2024-07-24T19:57:20.998" v="329" actId="27636"/>
          <ac:spMkLst>
            <pc:docMk/>
            <pc:sldMk cId="1863145748" sldId="469"/>
            <ac:spMk id="2" creationId="{8DD76744-5CE6-AB93-03BB-18339D1B0537}"/>
          </ac:spMkLst>
        </pc:spChg>
        <pc:spChg chg="mod">
          <ac:chgData name="Mohammed Fasha" userId="cc64f42d-a1a6-4f08-b97b-0c37f877119f" providerId="ADAL" clId="{E716284D-E7A1-4A28-95BD-B2A6AA433659}" dt="2024-07-24T19:59:07.823" v="365" actId="108"/>
          <ac:spMkLst>
            <pc:docMk/>
            <pc:sldMk cId="1863145748" sldId="469"/>
            <ac:spMk id="3" creationId="{EA1B2CF7-29CB-FAF3-7843-EABDB31ABF60}"/>
          </ac:spMkLst>
        </pc:spChg>
      </pc:sldChg>
      <pc:sldChg chg="add del">
        <pc:chgData name="Mohammed Fasha" userId="cc64f42d-a1a6-4f08-b97b-0c37f877119f" providerId="ADAL" clId="{E716284D-E7A1-4A28-95BD-B2A6AA433659}" dt="2024-07-24T19:55:23.355" v="322" actId="2696"/>
        <pc:sldMkLst>
          <pc:docMk/>
          <pc:sldMk cId="2829409986" sldId="469"/>
        </pc:sldMkLst>
      </pc:sldChg>
      <pc:sldChg chg="addSp delSp modSp new mod">
        <pc:chgData name="Mohammed Fasha" userId="cc64f42d-a1a6-4f08-b97b-0c37f877119f" providerId="ADAL" clId="{E716284D-E7A1-4A28-95BD-B2A6AA433659}" dt="2024-07-24T20:00:02.524" v="385"/>
        <pc:sldMkLst>
          <pc:docMk/>
          <pc:sldMk cId="4236442340" sldId="470"/>
        </pc:sldMkLst>
        <pc:spChg chg="mod">
          <ac:chgData name="Mohammed Fasha" userId="cc64f42d-a1a6-4f08-b97b-0c37f877119f" providerId="ADAL" clId="{E716284D-E7A1-4A28-95BD-B2A6AA433659}" dt="2024-07-24T20:00:02.524" v="385"/>
          <ac:spMkLst>
            <pc:docMk/>
            <pc:sldMk cId="4236442340" sldId="470"/>
            <ac:spMk id="2" creationId="{A3516C46-EB66-CE07-3732-0590F8CCE78A}"/>
          </ac:spMkLst>
        </pc:spChg>
        <pc:spChg chg="add del mod">
          <ac:chgData name="Mohammed Fasha" userId="cc64f42d-a1a6-4f08-b97b-0c37f877119f" providerId="ADAL" clId="{E716284D-E7A1-4A28-95BD-B2A6AA433659}" dt="2024-07-24T19:59:19.338" v="370" actId="20577"/>
          <ac:spMkLst>
            <pc:docMk/>
            <pc:sldMk cId="4236442340" sldId="470"/>
            <ac:spMk id="3" creationId="{F80D23BA-7B2A-8587-E482-A2507A349362}"/>
          </ac:spMkLst>
        </pc:spChg>
        <pc:spChg chg="add mod">
          <ac:chgData name="Mohammed Fasha" userId="cc64f42d-a1a6-4f08-b97b-0c37f877119f" providerId="ADAL" clId="{E716284D-E7A1-4A28-95BD-B2A6AA433659}" dt="2024-07-24T19:57:50.876" v="335"/>
          <ac:spMkLst>
            <pc:docMk/>
            <pc:sldMk cId="4236442340" sldId="470"/>
            <ac:spMk id="4" creationId="{BDC32D22-0461-A9EC-4382-A15B1567B387}"/>
          </ac:spMkLst>
        </pc:spChg>
      </pc:sldChg>
      <pc:sldChg chg="addSp delSp modSp new mod">
        <pc:chgData name="Mohammed Fasha" userId="cc64f42d-a1a6-4f08-b97b-0c37f877119f" providerId="ADAL" clId="{E716284D-E7A1-4A28-95BD-B2A6AA433659}" dt="2024-07-24T21:36:51.713" v="429" actId="1076"/>
        <pc:sldMkLst>
          <pc:docMk/>
          <pc:sldMk cId="1620866140" sldId="471"/>
        </pc:sldMkLst>
        <pc:spChg chg="mod">
          <ac:chgData name="Mohammed Fasha" userId="cc64f42d-a1a6-4f08-b97b-0c37f877119f" providerId="ADAL" clId="{E716284D-E7A1-4A28-95BD-B2A6AA433659}" dt="2024-07-24T21:36:15.406" v="423" actId="20577"/>
          <ac:spMkLst>
            <pc:docMk/>
            <pc:sldMk cId="1620866140" sldId="471"/>
            <ac:spMk id="2" creationId="{2F9428D5-8851-252A-4CFB-17181887EFBB}"/>
          </ac:spMkLst>
        </pc:spChg>
        <pc:spChg chg="del">
          <ac:chgData name="Mohammed Fasha" userId="cc64f42d-a1a6-4f08-b97b-0c37f877119f" providerId="ADAL" clId="{E716284D-E7A1-4A28-95BD-B2A6AA433659}" dt="2024-07-24T21:33:09.330" v="398" actId="22"/>
          <ac:spMkLst>
            <pc:docMk/>
            <pc:sldMk cId="1620866140" sldId="471"/>
            <ac:spMk id="3" creationId="{357E3714-4D36-6D8C-1F94-D45D15470BBE}"/>
          </ac:spMkLst>
        </pc:spChg>
        <pc:spChg chg="add del mod">
          <ac:chgData name="Mohammed Fasha" userId="cc64f42d-a1a6-4f08-b97b-0c37f877119f" providerId="ADAL" clId="{E716284D-E7A1-4A28-95BD-B2A6AA433659}" dt="2024-07-24T21:36:04.818" v="400" actId="22"/>
          <ac:spMkLst>
            <pc:docMk/>
            <pc:sldMk cId="1620866140" sldId="471"/>
            <ac:spMk id="7" creationId="{85C14E60-9EBA-9A1B-5F06-7BB2591F9BF6}"/>
          </ac:spMkLst>
        </pc:spChg>
        <pc:spChg chg="add mod">
          <ac:chgData name="Mohammed Fasha" userId="cc64f42d-a1a6-4f08-b97b-0c37f877119f" providerId="ADAL" clId="{E716284D-E7A1-4A28-95BD-B2A6AA433659}" dt="2024-07-24T21:36:51.713" v="429" actId="1076"/>
          <ac:spMkLst>
            <pc:docMk/>
            <pc:sldMk cId="1620866140" sldId="471"/>
            <ac:spMk id="11" creationId="{5D3021A2-5E3C-7267-0268-E570B316D67D}"/>
          </ac:spMkLst>
        </pc:spChg>
        <pc:picChg chg="add del mod ord">
          <ac:chgData name="Mohammed Fasha" userId="cc64f42d-a1a6-4f08-b97b-0c37f877119f" providerId="ADAL" clId="{E716284D-E7A1-4A28-95BD-B2A6AA433659}" dt="2024-07-24T21:35:04.457" v="399" actId="478"/>
          <ac:picMkLst>
            <pc:docMk/>
            <pc:sldMk cId="1620866140" sldId="471"/>
            <ac:picMk id="5" creationId="{BCF18161-DCAB-F9D2-A69B-750267D6116D}"/>
          </ac:picMkLst>
        </pc:picChg>
        <pc:picChg chg="add mod ord">
          <ac:chgData name="Mohammed Fasha" userId="cc64f42d-a1a6-4f08-b97b-0c37f877119f" providerId="ADAL" clId="{E716284D-E7A1-4A28-95BD-B2A6AA433659}" dt="2024-07-24T21:36:46.303" v="427" actId="1076"/>
          <ac:picMkLst>
            <pc:docMk/>
            <pc:sldMk cId="1620866140" sldId="471"/>
            <ac:picMk id="9" creationId="{5F526E5C-8100-E721-C87D-FF7D4D3450C4}"/>
          </ac:picMkLst>
        </pc:picChg>
      </pc:sldChg>
      <pc:sldChg chg="addSp delSp modSp new mod">
        <pc:chgData name="Mohammed Fasha" userId="cc64f42d-a1a6-4f08-b97b-0c37f877119f" providerId="ADAL" clId="{E716284D-E7A1-4A28-95BD-B2A6AA433659}" dt="2024-07-24T21:40:15.315" v="437"/>
        <pc:sldMkLst>
          <pc:docMk/>
          <pc:sldMk cId="3213823771" sldId="472"/>
        </pc:sldMkLst>
        <pc:spChg chg="mod">
          <ac:chgData name="Mohammed Fasha" userId="cc64f42d-a1a6-4f08-b97b-0c37f877119f" providerId="ADAL" clId="{E716284D-E7A1-4A28-95BD-B2A6AA433659}" dt="2024-07-24T21:40:15.315" v="437"/>
          <ac:spMkLst>
            <pc:docMk/>
            <pc:sldMk cId="3213823771" sldId="472"/>
            <ac:spMk id="2" creationId="{EFD67741-334F-260F-D579-955574B459EF}"/>
          </ac:spMkLst>
        </pc:spChg>
        <pc:spChg chg="del">
          <ac:chgData name="Mohammed Fasha" userId="cc64f42d-a1a6-4f08-b97b-0c37f877119f" providerId="ADAL" clId="{E716284D-E7A1-4A28-95BD-B2A6AA433659}" dt="2024-07-24T21:39:12.045" v="434" actId="22"/>
          <ac:spMkLst>
            <pc:docMk/>
            <pc:sldMk cId="3213823771" sldId="472"/>
            <ac:spMk id="3" creationId="{1BAF9D0B-EA3D-B1B3-667E-B39A4A7A602E}"/>
          </ac:spMkLst>
        </pc:spChg>
        <pc:picChg chg="add mod ord">
          <ac:chgData name="Mohammed Fasha" userId="cc64f42d-a1a6-4f08-b97b-0c37f877119f" providerId="ADAL" clId="{E716284D-E7A1-4A28-95BD-B2A6AA433659}" dt="2024-07-24T21:39:12.045" v="434" actId="22"/>
          <ac:picMkLst>
            <pc:docMk/>
            <pc:sldMk cId="3213823771" sldId="472"/>
            <ac:picMk id="5" creationId="{F898D5E5-EE02-EABC-4C10-47E6703D921D}"/>
          </ac:picMkLst>
        </pc:picChg>
      </pc:sldChg>
      <pc:sldChg chg="addSp delSp modSp new mod">
        <pc:chgData name="Mohammed Fasha" userId="cc64f42d-a1a6-4f08-b97b-0c37f877119f" providerId="ADAL" clId="{E716284D-E7A1-4A28-95BD-B2A6AA433659}" dt="2024-07-24T21:40:17.447" v="438"/>
        <pc:sldMkLst>
          <pc:docMk/>
          <pc:sldMk cId="3628477582" sldId="473"/>
        </pc:sldMkLst>
        <pc:spChg chg="mod">
          <ac:chgData name="Mohammed Fasha" userId="cc64f42d-a1a6-4f08-b97b-0c37f877119f" providerId="ADAL" clId="{E716284D-E7A1-4A28-95BD-B2A6AA433659}" dt="2024-07-24T21:40:17.447" v="438"/>
          <ac:spMkLst>
            <pc:docMk/>
            <pc:sldMk cId="3628477582" sldId="473"/>
            <ac:spMk id="2" creationId="{979B12FB-9FB5-1E85-152A-0D253B398EE5}"/>
          </ac:spMkLst>
        </pc:spChg>
        <pc:spChg chg="del">
          <ac:chgData name="Mohammed Fasha" userId="cc64f42d-a1a6-4f08-b97b-0c37f877119f" providerId="ADAL" clId="{E716284D-E7A1-4A28-95BD-B2A6AA433659}" dt="2024-07-24T21:39:37.317" v="435" actId="22"/>
          <ac:spMkLst>
            <pc:docMk/>
            <pc:sldMk cId="3628477582" sldId="473"/>
            <ac:spMk id="3" creationId="{9A67BEE3-5BFD-8BD4-5E01-43DF096C566B}"/>
          </ac:spMkLst>
        </pc:spChg>
        <pc:picChg chg="add mod ord">
          <ac:chgData name="Mohammed Fasha" userId="cc64f42d-a1a6-4f08-b97b-0c37f877119f" providerId="ADAL" clId="{E716284D-E7A1-4A28-95BD-B2A6AA433659}" dt="2024-07-24T21:39:37.317" v="435" actId="22"/>
          <ac:picMkLst>
            <pc:docMk/>
            <pc:sldMk cId="3628477582" sldId="473"/>
            <ac:picMk id="5" creationId="{C2937CB4-1789-1EDC-A17C-0D0C0BFD16B5}"/>
          </ac:picMkLst>
        </pc:picChg>
      </pc:sldChg>
      <pc:sldChg chg="addSp delSp modSp new mod">
        <pc:chgData name="Mohammed Fasha" userId="cc64f42d-a1a6-4f08-b97b-0c37f877119f" providerId="ADAL" clId="{E716284D-E7A1-4A28-95BD-B2A6AA433659}" dt="2024-07-24T21:40:09.577" v="436" actId="22"/>
        <pc:sldMkLst>
          <pc:docMk/>
          <pc:sldMk cId="1118082391" sldId="474"/>
        </pc:sldMkLst>
        <pc:spChg chg="del">
          <ac:chgData name="Mohammed Fasha" userId="cc64f42d-a1a6-4f08-b97b-0c37f877119f" providerId="ADAL" clId="{E716284D-E7A1-4A28-95BD-B2A6AA433659}" dt="2024-07-24T21:40:09.577" v="436" actId="22"/>
          <ac:spMkLst>
            <pc:docMk/>
            <pc:sldMk cId="1118082391" sldId="474"/>
            <ac:spMk id="3" creationId="{D5DD7D8C-3404-F8F1-7D20-926EC598ABEC}"/>
          </ac:spMkLst>
        </pc:spChg>
        <pc:picChg chg="add mod ord">
          <ac:chgData name="Mohammed Fasha" userId="cc64f42d-a1a6-4f08-b97b-0c37f877119f" providerId="ADAL" clId="{E716284D-E7A1-4A28-95BD-B2A6AA433659}" dt="2024-07-24T21:40:09.577" v="436" actId="22"/>
          <ac:picMkLst>
            <pc:docMk/>
            <pc:sldMk cId="1118082391" sldId="474"/>
            <ac:picMk id="5" creationId="{EDBA8799-F291-D1D3-4115-8BFB6FA69E4F}"/>
          </ac:picMkLst>
        </pc:picChg>
      </pc:sldChg>
      <pc:sldChg chg="modSp new del mod">
        <pc:chgData name="Mohammed Fasha" userId="cc64f42d-a1a6-4f08-b97b-0c37f877119f" providerId="ADAL" clId="{E716284D-E7A1-4A28-95BD-B2A6AA433659}" dt="2024-07-24T21:40:26.497" v="440" actId="47"/>
        <pc:sldMkLst>
          <pc:docMk/>
          <pc:sldMk cId="983298023" sldId="475"/>
        </pc:sldMkLst>
        <pc:spChg chg="mod">
          <ac:chgData name="Mohammed Fasha" userId="cc64f42d-a1a6-4f08-b97b-0c37f877119f" providerId="ADAL" clId="{E716284D-E7A1-4A28-95BD-B2A6AA433659}" dt="2024-07-24T21:40:21.257" v="439"/>
          <ac:spMkLst>
            <pc:docMk/>
            <pc:sldMk cId="983298023" sldId="475"/>
            <ac:spMk id="2" creationId="{84BAC37F-ABE1-9E13-27D4-22058140C50A}"/>
          </ac:spMkLst>
        </pc:spChg>
      </pc:sldChg>
      <pc:sldChg chg="del">
        <pc:chgData name="Mohammed Fasha" userId="cc64f42d-a1a6-4f08-b97b-0c37f877119f" providerId="ADAL" clId="{E716284D-E7A1-4A28-95BD-B2A6AA433659}" dt="2024-07-24T19:31:41.208" v="0" actId="2696"/>
        <pc:sldMkLst>
          <pc:docMk/>
          <pc:sldMk cId="2081084824" sldId="480"/>
        </pc:sldMkLst>
      </pc:sldChg>
      <pc:sldChg chg="del">
        <pc:chgData name="Mohammed Fasha" userId="cc64f42d-a1a6-4f08-b97b-0c37f877119f" providerId="ADAL" clId="{E716284D-E7A1-4A28-95BD-B2A6AA433659}" dt="2024-07-24T19:31:41.208" v="0" actId="2696"/>
        <pc:sldMkLst>
          <pc:docMk/>
          <pc:sldMk cId="1347099099" sldId="481"/>
        </pc:sldMkLst>
      </pc:sldChg>
      <pc:sldChg chg="del">
        <pc:chgData name="Mohammed Fasha" userId="cc64f42d-a1a6-4f08-b97b-0c37f877119f" providerId="ADAL" clId="{E716284D-E7A1-4A28-95BD-B2A6AA433659}" dt="2024-07-24T19:31:41.208" v="0" actId="2696"/>
        <pc:sldMkLst>
          <pc:docMk/>
          <pc:sldMk cId="3137701533" sldId="482"/>
        </pc:sldMkLst>
      </pc:sldChg>
      <pc:sldChg chg="del">
        <pc:chgData name="Mohammed Fasha" userId="cc64f42d-a1a6-4f08-b97b-0c37f877119f" providerId="ADAL" clId="{E716284D-E7A1-4A28-95BD-B2A6AA433659}" dt="2024-07-24T19:31:41.208" v="0" actId="2696"/>
        <pc:sldMkLst>
          <pc:docMk/>
          <pc:sldMk cId="2018895221" sldId="488"/>
        </pc:sldMkLst>
      </pc:sldChg>
      <pc:sldChg chg="del">
        <pc:chgData name="Mohammed Fasha" userId="cc64f42d-a1a6-4f08-b97b-0c37f877119f" providerId="ADAL" clId="{E716284D-E7A1-4A28-95BD-B2A6AA433659}" dt="2024-07-24T19:31:41.208" v="0" actId="2696"/>
        <pc:sldMkLst>
          <pc:docMk/>
          <pc:sldMk cId="4225001686" sldId="489"/>
        </pc:sldMkLst>
      </pc:sldChg>
      <pc:sldChg chg="del">
        <pc:chgData name="Mohammed Fasha" userId="cc64f42d-a1a6-4f08-b97b-0c37f877119f" providerId="ADAL" clId="{E716284D-E7A1-4A28-95BD-B2A6AA433659}" dt="2024-07-24T19:31:41.208" v="0" actId="2696"/>
        <pc:sldMkLst>
          <pc:docMk/>
          <pc:sldMk cId="1644352761" sldId="490"/>
        </pc:sldMkLst>
      </pc:sldChg>
      <pc:sldChg chg="del">
        <pc:chgData name="Mohammed Fasha" userId="cc64f42d-a1a6-4f08-b97b-0c37f877119f" providerId="ADAL" clId="{E716284D-E7A1-4A28-95BD-B2A6AA433659}" dt="2024-07-24T19:31:41.208" v="0" actId="2696"/>
        <pc:sldMkLst>
          <pc:docMk/>
          <pc:sldMk cId="3377810766" sldId="491"/>
        </pc:sldMkLst>
      </pc:sldChg>
      <pc:sldChg chg="del">
        <pc:chgData name="Mohammed Fasha" userId="cc64f42d-a1a6-4f08-b97b-0c37f877119f" providerId="ADAL" clId="{E716284D-E7A1-4A28-95BD-B2A6AA433659}" dt="2024-07-24T19:31:41.208" v="0" actId="2696"/>
        <pc:sldMkLst>
          <pc:docMk/>
          <pc:sldMk cId="377313955" sldId="496"/>
        </pc:sldMkLst>
      </pc:sldChg>
      <pc:sldChg chg="del">
        <pc:chgData name="Mohammed Fasha" userId="cc64f42d-a1a6-4f08-b97b-0c37f877119f" providerId="ADAL" clId="{E716284D-E7A1-4A28-95BD-B2A6AA433659}" dt="2024-07-24T19:31:41.208" v="0" actId="2696"/>
        <pc:sldMkLst>
          <pc:docMk/>
          <pc:sldMk cId="1913302130" sldId="497"/>
        </pc:sldMkLst>
      </pc:sldChg>
      <pc:sldChg chg="del">
        <pc:chgData name="Mohammed Fasha" userId="cc64f42d-a1a6-4f08-b97b-0c37f877119f" providerId="ADAL" clId="{E716284D-E7A1-4A28-95BD-B2A6AA433659}" dt="2024-07-24T19:31:41.208" v="0" actId="2696"/>
        <pc:sldMkLst>
          <pc:docMk/>
          <pc:sldMk cId="3269859339" sldId="498"/>
        </pc:sldMkLst>
      </pc:sldChg>
      <pc:sldChg chg="del">
        <pc:chgData name="Mohammed Fasha" userId="cc64f42d-a1a6-4f08-b97b-0c37f877119f" providerId="ADAL" clId="{E716284D-E7A1-4A28-95BD-B2A6AA433659}" dt="2024-07-24T19:31:41.208" v="0" actId="2696"/>
        <pc:sldMkLst>
          <pc:docMk/>
          <pc:sldMk cId="1237849119" sldId="500"/>
        </pc:sldMkLst>
      </pc:sldChg>
      <pc:sldChg chg="del">
        <pc:chgData name="Mohammed Fasha" userId="cc64f42d-a1a6-4f08-b97b-0c37f877119f" providerId="ADAL" clId="{E716284D-E7A1-4A28-95BD-B2A6AA433659}" dt="2024-07-24T19:31:41.208" v="0" actId="2696"/>
        <pc:sldMkLst>
          <pc:docMk/>
          <pc:sldMk cId="578695780" sldId="501"/>
        </pc:sldMkLst>
      </pc:sldChg>
      <pc:sldChg chg="del">
        <pc:chgData name="Mohammed Fasha" userId="cc64f42d-a1a6-4f08-b97b-0c37f877119f" providerId="ADAL" clId="{E716284D-E7A1-4A28-95BD-B2A6AA433659}" dt="2024-07-24T19:31:41.208" v="0" actId="2696"/>
        <pc:sldMkLst>
          <pc:docMk/>
          <pc:sldMk cId="1401910263" sldId="502"/>
        </pc:sldMkLst>
      </pc:sldChg>
      <pc:sldChg chg="del">
        <pc:chgData name="Mohammed Fasha" userId="cc64f42d-a1a6-4f08-b97b-0c37f877119f" providerId="ADAL" clId="{E716284D-E7A1-4A28-95BD-B2A6AA433659}" dt="2024-07-24T19:31:41.208" v="0" actId="2696"/>
        <pc:sldMkLst>
          <pc:docMk/>
          <pc:sldMk cId="3036287539" sldId="503"/>
        </pc:sldMkLst>
      </pc:sldChg>
      <pc:sldChg chg="del">
        <pc:chgData name="Mohammed Fasha" userId="cc64f42d-a1a6-4f08-b97b-0c37f877119f" providerId="ADAL" clId="{E716284D-E7A1-4A28-95BD-B2A6AA433659}" dt="2024-07-24T19:31:41.208" v="0" actId="2696"/>
        <pc:sldMkLst>
          <pc:docMk/>
          <pc:sldMk cId="2976798368" sldId="504"/>
        </pc:sldMkLst>
      </pc:sldChg>
      <pc:sldChg chg="del">
        <pc:chgData name="Mohammed Fasha" userId="cc64f42d-a1a6-4f08-b97b-0c37f877119f" providerId="ADAL" clId="{E716284D-E7A1-4A28-95BD-B2A6AA433659}" dt="2024-07-24T19:31:41.208" v="0" actId="2696"/>
        <pc:sldMkLst>
          <pc:docMk/>
          <pc:sldMk cId="3087756075" sldId="505"/>
        </pc:sldMkLst>
      </pc:sldChg>
      <pc:sldChg chg="del">
        <pc:chgData name="Mohammed Fasha" userId="cc64f42d-a1a6-4f08-b97b-0c37f877119f" providerId="ADAL" clId="{E716284D-E7A1-4A28-95BD-B2A6AA433659}" dt="2024-07-24T19:31:41.208" v="0" actId="2696"/>
        <pc:sldMkLst>
          <pc:docMk/>
          <pc:sldMk cId="3109690559" sldId="506"/>
        </pc:sldMkLst>
      </pc:sldChg>
      <pc:sldChg chg="del">
        <pc:chgData name="Mohammed Fasha" userId="cc64f42d-a1a6-4f08-b97b-0c37f877119f" providerId="ADAL" clId="{E716284D-E7A1-4A28-95BD-B2A6AA433659}" dt="2024-07-24T19:31:41.208" v="0" actId="2696"/>
        <pc:sldMkLst>
          <pc:docMk/>
          <pc:sldMk cId="1044797019" sldId="507"/>
        </pc:sldMkLst>
      </pc:sldChg>
      <pc:sldChg chg="del">
        <pc:chgData name="Mohammed Fasha" userId="cc64f42d-a1a6-4f08-b97b-0c37f877119f" providerId="ADAL" clId="{E716284D-E7A1-4A28-95BD-B2A6AA433659}" dt="2024-07-24T19:31:41.208" v="0" actId="2696"/>
        <pc:sldMkLst>
          <pc:docMk/>
          <pc:sldMk cId="1870570649" sldId="508"/>
        </pc:sldMkLst>
      </pc:sldChg>
      <pc:sldChg chg="del">
        <pc:chgData name="Mohammed Fasha" userId="cc64f42d-a1a6-4f08-b97b-0c37f877119f" providerId="ADAL" clId="{E716284D-E7A1-4A28-95BD-B2A6AA433659}" dt="2024-07-24T19:31:41.208" v="0" actId="2696"/>
        <pc:sldMkLst>
          <pc:docMk/>
          <pc:sldMk cId="1247796290" sldId="509"/>
        </pc:sldMkLst>
      </pc:sldChg>
      <pc:sldChg chg="del">
        <pc:chgData name="Mohammed Fasha" userId="cc64f42d-a1a6-4f08-b97b-0c37f877119f" providerId="ADAL" clId="{E716284D-E7A1-4A28-95BD-B2A6AA433659}" dt="2024-07-24T19:31:41.208" v="0" actId="2696"/>
        <pc:sldMkLst>
          <pc:docMk/>
          <pc:sldMk cId="3608674622" sldId="510"/>
        </pc:sldMkLst>
      </pc:sldChg>
      <pc:sldChg chg="del">
        <pc:chgData name="Mohammed Fasha" userId="cc64f42d-a1a6-4f08-b97b-0c37f877119f" providerId="ADAL" clId="{E716284D-E7A1-4A28-95BD-B2A6AA433659}" dt="2024-07-24T19:31:41.208" v="0" actId="2696"/>
        <pc:sldMkLst>
          <pc:docMk/>
          <pc:sldMk cId="314111597" sldId="511"/>
        </pc:sldMkLst>
      </pc:sldChg>
      <pc:sldChg chg="del">
        <pc:chgData name="Mohammed Fasha" userId="cc64f42d-a1a6-4f08-b97b-0c37f877119f" providerId="ADAL" clId="{E716284D-E7A1-4A28-95BD-B2A6AA433659}" dt="2024-07-24T19:31:41.208" v="0" actId="2696"/>
        <pc:sldMkLst>
          <pc:docMk/>
          <pc:sldMk cId="3376168615" sldId="512"/>
        </pc:sldMkLst>
      </pc:sldChg>
      <pc:sldChg chg="del">
        <pc:chgData name="Mohammed Fasha" userId="cc64f42d-a1a6-4f08-b97b-0c37f877119f" providerId="ADAL" clId="{E716284D-E7A1-4A28-95BD-B2A6AA433659}" dt="2024-07-24T19:31:41.208" v="0" actId="2696"/>
        <pc:sldMkLst>
          <pc:docMk/>
          <pc:sldMk cId="1658774114" sldId="513"/>
        </pc:sldMkLst>
      </pc:sldChg>
      <pc:sldChg chg="del">
        <pc:chgData name="Mohammed Fasha" userId="cc64f42d-a1a6-4f08-b97b-0c37f877119f" providerId="ADAL" clId="{E716284D-E7A1-4A28-95BD-B2A6AA433659}" dt="2024-07-24T19:31:41.208" v="0" actId="2696"/>
        <pc:sldMkLst>
          <pc:docMk/>
          <pc:sldMk cId="3447864759" sldId="514"/>
        </pc:sldMkLst>
      </pc:sldChg>
      <pc:sldChg chg="del">
        <pc:chgData name="Mohammed Fasha" userId="cc64f42d-a1a6-4f08-b97b-0c37f877119f" providerId="ADAL" clId="{E716284D-E7A1-4A28-95BD-B2A6AA433659}" dt="2024-07-24T19:31:41.208" v="0" actId="2696"/>
        <pc:sldMkLst>
          <pc:docMk/>
          <pc:sldMk cId="576325159" sldId="515"/>
        </pc:sldMkLst>
      </pc:sldChg>
      <pc:sldChg chg="del">
        <pc:chgData name="Mohammed Fasha" userId="cc64f42d-a1a6-4f08-b97b-0c37f877119f" providerId="ADAL" clId="{E716284D-E7A1-4A28-95BD-B2A6AA433659}" dt="2024-07-24T19:31:41.208" v="0" actId="2696"/>
        <pc:sldMkLst>
          <pc:docMk/>
          <pc:sldMk cId="2358320985" sldId="516"/>
        </pc:sldMkLst>
      </pc:sldChg>
      <pc:sldChg chg="del">
        <pc:chgData name="Mohammed Fasha" userId="cc64f42d-a1a6-4f08-b97b-0c37f877119f" providerId="ADAL" clId="{E716284D-E7A1-4A28-95BD-B2A6AA433659}" dt="2024-07-24T19:31:41.208" v="0" actId="2696"/>
        <pc:sldMkLst>
          <pc:docMk/>
          <pc:sldMk cId="3487038025" sldId="517"/>
        </pc:sldMkLst>
      </pc:sldChg>
    </pc:docChg>
  </pc:docChgLst>
  <pc:docChgLst>
    <pc:chgData name="Mohammed Fasha" userId="cc64f42d-a1a6-4f08-b97b-0c37f877119f" providerId="ADAL" clId="{FDE0856B-42F7-40B6-BE6F-9BC89E48B27A}"/>
    <pc:docChg chg="undo redo custSel addSld delSld modSld sldOrd modMainMaster">
      <pc:chgData name="Mohammed Fasha" userId="cc64f42d-a1a6-4f08-b97b-0c37f877119f" providerId="ADAL" clId="{FDE0856B-42F7-40B6-BE6F-9BC89E48B27A}" dt="2024-07-20T20:16:53.366" v="4850" actId="14100"/>
      <pc:docMkLst>
        <pc:docMk/>
      </pc:docMkLst>
      <pc:sldChg chg="modSp add mod">
        <pc:chgData name="Mohammed Fasha" userId="cc64f42d-a1a6-4f08-b97b-0c37f877119f" providerId="ADAL" clId="{FDE0856B-42F7-40B6-BE6F-9BC89E48B27A}" dt="2024-07-20T09:13:06.147" v="825" actId="207"/>
        <pc:sldMkLst>
          <pc:docMk/>
          <pc:sldMk cId="0" sldId="257"/>
        </pc:sldMkLst>
        <pc:spChg chg="mod">
          <ac:chgData name="Mohammed Fasha" userId="cc64f42d-a1a6-4f08-b97b-0c37f877119f" providerId="ADAL" clId="{FDE0856B-42F7-40B6-BE6F-9BC89E48B27A}" dt="2024-07-20T09:13:06.147" v="825" actId="207"/>
          <ac:spMkLst>
            <pc:docMk/>
            <pc:sldMk cId="0" sldId="257"/>
            <ac:spMk id="3" creationId="{00000000-0000-0000-0000-000000000000}"/>
          </ac:spMkLst>
        </pc:spChg>
      </pc:sldChg>
      <pc:sldChg chg="modSp add mod">
        <pc:chgData name="Mohammed Fasha" userId="cc64f42d-a1a6-4f08-b97b-0c37f877119f" providerId="ADAL" clId="{FDE0856B-42F7-40B6-BE6F-9BC89E48B27A}" dt="2024-07-20T09:38:11.107" v="1093" actId="404"/>
        <pc:sldMkLst>
          <pc:docMk/>
          <pc:sldMk cId="0" sldId="258"/>
        </pc:sldMkLst>
        <pc:spChg chg="mod">
          <ac:chgData name="Mohammed Fasha" userId="cc64f42d-a1a6-4f08-b97b-0c37f877119f" providerId="ADAL" clId="{FDE0856B-42F7-40B6-BE6F-9BC89E48B27A}" dt="2024-07-20T09:38:11.107" v="1093" actId="404"/>
          <ac:spMkLst>
            <pc:docMk/>
            <pc:sldMk cId="0" sldId="258"/>
            <ac:spMk id="3" creationId="{00000000-0000-0000-0000-000000000000}"/>
          </ac:spMkLst>
        </pc:spChg>
      </pc:sldChg>
      <pc:sldChg chg="modSp add mod">
        <pc:chgData name="Mohammed Fasha" userId="cc64f42d-a1a6-4f08-b97b-0c37f877119f" providerId="ADAL" clId="{FDE0856B-42F7-40B6-BE6F-9BC89E48B27A}" dt="2024-07-20T13:09:59.925" v="2579" actId="27636"/>
        <pc:sldMkLst>
          <pc:docMk/>
          <pc:sldMk cId="0" sldId="259"/>
        </pc:sldMkLst>
        <pc:spChg chg="mod">
          <ac:chgData name="Mohammed Fasha" userId="cc64f42d-a1a6-4f08-b97b-0c37f877119f" providerId="ADAL" clId="{FDE0856B-42F7-40B6-BE6F-9BC89E48B27A}" dt="2024-07-20T13:09:59.925" v="2579" actId="27636"/>
          <ac:spMkLst>
            <pc:docMk/>
            <pc:sldMk cId="0" sldId="259"/>
            <ac:spMk id="3" creationId="{00000000-0000-0000-0000-000000000000}"/>
          </ac:spMkLst>
        </pc:spChg>
      </pc:sldChg>
      <pc:sldChg chg="modSp add mod">
        <pc:chgData name="Mohammed Fasha" userId="cc64f42d-a1a6-4f08-b97b-0c37f877119f" providerId="ADAL" clId="{FDE0856B-42F7-40B6-BE6F-9BC89E48B27A}" dt="2024-07-20T13:09:59.929" v="2580" actId="27636"/>
        <pc:sldMkLst>
          <pc:docMk/>
          <pc:sldMk cId="0" sldId="260"/>
        </pc:sldMkLst>
        <pc:spChg chg="mod">
          <ac:chgData name="Mohammed Fasha" userId="cc64f42d-a1a6-4f08-b97b-0c37f877119f" providerId="ADAL" clId="{FDE0856B-42F7-40B6-BE6F-9BC89E48B27A}" dt="2024-07-20T13:09:59.929" v="2580" actId="27636"/>
          <ac:spMkLst>
            <pc:docMk/>
            <pc:sldMk cId="0" sldId="260"/>
            <ac:spMk id="3" creationId="{00000000-0000-0000-0000-000000000000}"/>
          </ac:spMkLst>
        </pc:spChg>
      </pc:sldChg>
      <pc:sldChg chg="modSp add mod">
        <pc:chgData name="Mohammed Fasha" userId="cc64f42d-a1a6-4f08-b97b-0c37f877119f" providerId="ADAL" clId="{FDE0856B-42F7-40B6-BE6F-9BC89E48B27A}" dt="2024-07-20T09:37:24.917" v="1076" actId="404"/>
        <pc:sldMkLst>
          <pc:docMk/>
          <pc:sldMk cId="0" sldId="261"/>
        </pc:sldMkLst>
        <pc:spChg chg="mod">
          <ac:chgData name="Mohammed Fasha" userId="cc64f42d-a1a6-4f08-b97b-0c37f877119f" providerId="ADAL" clId="{FDE0856B-42F7-40B6-BE6F-9BC89E48B27A}" dt="2024-07-20T09:37:24.917" v="1076" actId="404"/>
          <ac:spMkLst>
            <pc:docMk/>
            <pc:sldMk cId="0" sldId="261"/>
            <ac:spMk id="3" creationId="{00000000-0000-0000-0000-000000000000}"/>
          </ac:spMkLst>
        </pc:spChg>
      </pc:sldChg>
      <pc:sldChg chg="add modAnim">
        <pc:chgData name="Mohammed Fasha" userId="cc64f42d-a1a6-4f08-b97b-0c37f877119f" providerId="ADAL" clId="{FDE0856B-42F7-40B6-BE6F-9BC89E48B27A}" dt="2024-07-20T12:21:38.336" v="1778"/>
        <pc:sldMkLst>
          <pc:docMk/>
          <pc:sldMk cId="1985314172" sldId="262"/>
        </pc:sldMkLst>
      </pc:sldChg>
      <pc:sldChg chg="addSp delSp modSp add del mod modClrScheme chgLayout">
        <pc:chgData name="Mohammed Fasha" userId="cc64f42d-a1a6-4f08-b97b-0c37f877119f" providerId="ADAL" clId="{FDE0856B-42F7-40B6-BE6F-9BC89E48B27A}" dt="2024-07-20T11:31:18.997" v="1116" actId="2696"/>
        <pc:sldMkLst>
          <pc:docMk/>
          <pc:sldMk cId="2397760901" sldId="262"/>
        </pc:sldMkLst>
        <pc:spChg chg="del mod">
          <ac:chgData name="Mohammed Fasha" userId="cc64f42d-a1a6-4f08-b97b-0c37f877119f" providerId="ADAL" clId="{FDE0856B-42F7-40B6-BE6F-9BC89E48B27A}" dt="2024-07-20T06:52:53.138" v="166" actId="478"/>
          <ac:spMkLst>
            <pc:docMk/>
            <pc:sldMk cId="2397760901" sldId="262"/>
            <ac:spMk id="2" creationId="{00000000-0000-0000-0000-000000000000}"/>
          </ac:spMkLst>
        </pc:spChg>
        <pc:spChg chg="mod ord">
          <ac:chgData name="Mohammed Fasha" userId="cc64f42d-a1a6-4f08-b97b-0c37f877119f" providerId="ADAL" clId="{FDE0856B-42F7-40B6-BE6F-9BC89E48B27A}" dt="2024-07-20T06:55:07.072" v="231" actId="700"/>
          <ac:spMkLst>
            <pc:docMk/>
            <pc:sldMk cId="2397760901" sldId="262"/>
            <ac:spMk id="3" creationId="{00000000-0000-0000-0000-000000000000}"/>
          </ac:spMkLst>
        </pc:spChg>
        <pc:spChg chg="mod ord">
          <ac:chgData name="Mohammed Fasha" userId="cc64f42d-a1a6-4f08-b97b-0c37f877119f" providerId="ADAL" clId="{FDE0856B-42F7-40B6-BE6F-9BC89E48B27A}" dt="2024-07-20T06:55:07.072" v="231" actId="700"/>
          <ac:spMkLst>
            <pc:docMk/>
            <pc:sldMk cId="2397760901" sldId="262"/>
            <ac:spMk id="4" creationId="{00000000-0000-0000-0000-000000000000}"/>
          </ac:spMkLst>
        </pc:spChg>
        <pc:spChg chg="del mod">
          <ac:chgData name="Mohammed Fasha" userId="cc64f42d-a1a6-4f08-b97b-0c37f877119f" providerId="ADAL" clId="{FDE0856B-42F7-40B6-BE6F-9BC89E48B27A}" dt="2024-07-20T06:52:56.883" v="167" actId="478"/>
          <ac:spMkLst>
            <pc:docMk/>
            <pc:sldMk cId="2397760901" sldId="262"/>
            <ac:spMk id="5" creationId="{00000000-0000-0000-0000-000000000000}"/>
          </ac:spMkLst>
        </pc:spChg>
        <pc:spChg chg="add mod ord">
          <ac:chgData name="Mohammed Fasha" userId="cc64f42d-a1a6-4f08-b97b-0c37f877119f" providerId="ADAL" clId="{FDE0856B-42F7-40B6-BE6F-9BC89E48B27A}" dt="2024-07-20T06:55:07.072" v="231" actId="700"/>
          <ac:spMkLst>
            <pc:docMk/>
            <pc:sldMk cId="2397760901" sldId="262"/>
            <ac:spMk id="6" creationId="{9EF4B23E-763A-7B5E-0DD5-6CE8A62BA065}"/>
          </ac:spMkLst>
        </pc:spChg>
        <pc:spChg chg="mod ord">
          <ac:chgData name="Mohammed Fasha" userId="cc64f42d-a1a6-4f08-b97b-0c37f877119f" providerId="ADAL" clId="{FDE0856B-42F7-40B6-BE6F-9BC89E48B27A}" dt="2024-07-20T06:55:07.072" v="231" actId="700"/>
          <ac:spMkLst>
            <pc:docMk/>
            <pc:sldMk cId="2397760901" sldId="262"/>
            <ac:spMk id="9" creationId="{00000000-0000-0000-0000-000000000000}"/>
          </ac:spMkLst>
        </pc:spChg>
      </pc:sldChg>
      <pc:sldChg chg="modSp add mod">
        <pc:chgData name="Mohammed Fasha" userId="cc64f42d-a1a6-4f08-b97b-0c37f877119f" providerId="ADAL" clId="{FDE0856B-42F7-40B6-BE6F-9BC89E48B27A}" dt="2024-07-20T12:16:12.503" v="1650" actId="179"/>
        <pc:sldMkLst>
          <pc:docMk/>
          <pc:sldMk cId="0" sldId="263"/>
        </pc:sldMkLst>
        <pc:spChg chg="mod">
          <ac:chgData name="Mohammed Fasha" userId="cc64f42d-a1a6-4f08-b97b-0c37f877119f" providerId="ADAL" clId="{FDE0856B-42F7-40B6-BE6F-9BC89E48B27A}" dt="2024-07-20T12:16:12.503" v="1650" actId="179"/>
          <ac:spMkLst>
            <pc:docMk/>
            <pc:sldMk cId="0" sldId="263"/>
            <ac:spMk id="3" creationId="{00000000-0000-0000-0000-000000000000}"/>
          </ac:spMkLst>
        </pc:spChg>
      </pc:sldChg>
      <pc:sldChg chg="add del">
        <pc:chgData name="Mohammed Fasha" userId="cc64f42d-a1a6-4f08-b97b-0c37f877119f" providerId="ADAL" clId="{FDE0856B-42F7-40B6-BE6F-9BC89E48B27A}" dt="2024-07-20T11:43:20.329" v="1183" actId="47"/>
        <pc:sldMkLst>
          <pc:docMk/>
          <pc:sldMk cId="0" sldId="264"/>
        </pc:sldMkLst>
      </pc:sldChg>
      <pc:sldChg chg="add del">
        <pc:chgData name="Mohammed Fasha" userId="cc64f42d-a1a6-4f08-b97b-0c37f877119f" providerId="ADAL" clId="{FDE0856B-42F7-40B6-BE6F-9BC89E48B27A}" dt="2024-07-20T11:43:25.581" v="1184" actId="47"/>
        <pc:sldMkLst>
          <pc:docMk/>
          <pc:sldMk cId="0" sldId="265"/>
        </pc:sldMkLst>
      </pc:sldChg>
      <pc:sldChg chg="del">
        <pc:chgData name="Mohammed Fasha" userId="cc64f42d-a1a6-4f08-b97b-0c37f877119f" providerId="ADAL" clId="{FDE0856B-42F7-40B6-BE6F-9BC89E48B27A}" dt="2024-07-20T06:26:10.787" v="55" actId="2696"/>
        <pc:sldMkLst>
          <pc:docMk/>
          <pc:sldMk cId="89912501" sldId="274"/>
        </pc:sldMkLst>
      </pc:sldChg>
      <pc:sldChg chg="addSp delSp modSp add del mod modClrScheme chgLayout">
        <pc:chgData name="Mohammed Fasha" userId="cc64f42d-a1a6-4f08-b97b-0c37f877119f" providerId="ADAL" clId="{FDE0856B-42F7-40B6-BE6F-9BC89E48B27A}" dt="2024-07-20T11:31:18.997" v="1116" actId="2696"/>
        <pc:sldMkLst>
          <pc:docMk/>
          <pc:sldMk cId="902915692" sldId="280"/>
        </pc:sldMkLst>
        <pc:spChg chg="add del">
          <ac:chgData name="Mohammed Fasha" userId="cc64f42d-a1a6-4f08-b97b-0c37f877119f" providerId="ADAL" clId="{FDE0856B-42F7-40B6-BE6F-9BC89E48B27A}" dt="2024-07-20T06:54:58.160" v="229" actId="478"/>
          <ac:spMkLst>
            <pc:docMk/>
            <pc:sldMk cId="902915692" sldId="280"/>
            <ac:spMk id="2" creationId="{00000000-0000-0000-0000-000000000000}"/>
          </ac:spMkLst>
        </pc:spChg>
        <pc:spChg chg="mod ord">
          <ac:chgData name="Mohammed Fasha" userId="cc64f42d-a1a6-4f08-b97b-0c37f877119f" providerId="ADAL" clId="{FDE0856B-42F7-40B6-BE6F-9BC89E48B27A}" dt="2024-07-20T06:54:50.971" v="226" actId="700"/>
          <ac:spMkLst>
            <pc:docMk/>
            <pc:sldMk cId="902915692" sldId="280"/>
            <ac:spMk id="3" creationId="{00000000-0000-0000-0000-000000000000}"/>
          </ac:spMkLst>
        </pc:spChg>
        <pc:spChg chg="mod ord">
          <ac:chgData name="Mohammed Fasha" userId="cc64f42d-a1a6-4f08-b97b-0c37f877119f" providerId="ADAL" clId="{FDE0856B-42F7-40B6-BE6F-9BC89E48B27A}" dt="2024-07-20T06:54:50.971" v="226" actId="700"/>
          <ac:spMkLst>
            <pc:docMk/>
            <pc:sldMk cId="902915692" sldId="280"/>
            <ac:spMk id="4" creationId="{00000000-0000-0000-0000-000000000000}"/>
          </ac:spMkLst>
        </pc:spChg>
        <pc:spChg chg="mod ord">
          <ac:chgData name="Mohammed Fasha" userId="cc64f42d-a1a6-4f08-b97b-0c37f877119f" providerId="ADAL" clId="{FDE0856B-42F7-40B6-BE6F-9BC89E48B27A}" dt="2024-07-20T06:54:50.971" v="226" actId="700"/>
          <ac:spMkLst>
            <pc:docMk/>
            <pc:sldMk cId="902915692" sldId="280"/>
            <ac:spMk id="5" creationId="{00000000-0000-0000-0000-000000000000}"/>
          </ac:spMkLst>
        </pc:spChg>
        <pc:graphicFrameChg chg="modGraphic">
          <ac:chgData name="Mohammed Fasha" userId="cc64f42d-a1a6-4f08-b97b-0c37f877119f" providerId="ADAL" clId="{FDE0856B-42F7-40B6-BE6F-9BC89E48B27A}" dt="2024-07-20T06:54:50.964" v="225" actId="404"/>
          <ac:graphicFrameMkLst>
            <pc:docMk/>
            <pc:sldMk cId="902915692" sldId="280"/>
            <ac:graphicFrameMk id="6" creationId="{00000000-0000-0000-0000-000000000000}"/>
          </ac:graphicFrameMkLst>
        </pc:graphicFrameChg>
      </pc:sldChg>
      <pc:sldChg chg="addSp delSp modSp add mod chgLayout">
        <pc:chgData name="Mohammed Fasha" userId="cc64f42d-a1a6-4f08-b97b-0c37f877119f" providerId="ADAL" clId="{FDE0856B-42F7-40B6-BE6F-9BC89E48B27A}" dt="2024-07-20T13:06:48.028" v="2557" actId="14100"/>
        <pc:sldMkLst>
          <pc:docMk/>
          <pc:sldMk cId="3982709017" sldId="280"/>
        </pc:sldMkLst>
        <pc:spChg chg="mod ord">
          <ac:chgData name="Mohammed Fasha" userId="cc64f42d-a1a6-4f08-b97b-0c37f877119f" providerId="ADAL" clId="{FDE0856B-42F7-40B6-BE6F-9BC89E48B27A}" dt="2024-07-20T13:06:08.345" v="2505" actId="700"/>
          <ac:spMkLst>
            <pc:docMk/>
            <pc:sldMk cId="3982709017" sldId="280"/>
            <ac:spMk id="3" creationId="{00000000-0000-0000-0000-000000000000}"/>
          </ac:spMkLst>
        </pc:spChg>
        <pc:spChg chg="mod ord">
          <ac:chgData name="Mohammed Fasha" userId="cc64f42d-a1a6-4f08-b97b-0c37f877119f" providerId="ADAL" clId="{FDE0856B-42F7-40B6-BE6F-9BC89E48B27A}" dt="2024-07-20T13:06:08.345" v="2505" actId="700"/>
          <ac:spMkLst>
            <pc:docMk/>
            <pc:sldMk cId="3982709017" sldId="280"/>
            <ac:spMk id="4" creationId="{00000000-0000-0000-0000-000000000000}"/>
          </ac:spMkLst>
        </pc:spChg>
        <pc:spChg chg="add mod ord">
          <ac:chgData name="Mohammed Fasha" userId="cc64f42d-a1a6-4f08-b97b-0c37f877119f" providerId="ADAL" clId="{FDE0856B-42F7-40B6-BE6F-9BC89E48B27A}" dt="2024-07-20T13:06:45.259" v="2556" actId="20577"/>
          <ac:spMkLst>
            <pc:docMk/>
            <pc:sldMk cId="3982709017" sldId="280"/>
            <ac:spMk id="7" creationId="{9A728815-96F1-EDB0-B7BA-24153F3807DF}"/>
          </ac:spMkLst>
        </pc:spChg>
        <pc:spChg chg="add del mod ord">
          <ac:chgData name="Mohammed Fasha" userId="cc64f42d-a1a6-4f08-b97b-0c37f877119f" providerId="ADAL" clId="{FDE0856B-42F7-40B6-BE6F-9BC89E48B27A}" dt="2024-07-20T13:06:34.958" v="2521"/>
          <ac:spMkLst>
            <pc:docMk/>
            <pc:sldMk cId="3982709017" sldId="280"/>
            <ac:spMk id="8" creationId="{B6E67910-ECB2-AB9D-10C7-E557E9C07C74}"/>
          </ac:spMkLst>
        </pc:spChg>
        <pc:graphicFrameChg chg="del mod modGraphic">
          <ac:chgData name="Mohammed Fasha" userId="cc64f42d-a1a6-4f08-b97b-0c37f877119f" providerId="ADAL" clId="{FDE0856B-42F7-40B6-BE6F-9BC89E48B27A}" dt="2024-07-20T12:26:59.956" v="1799" actId="478"/>
          <ac:graphicFrameMkLst>
            <pc:docMk/>
            <pc:sldMk cId="3982709017" sldId="280"/>
            <ac:graphicFrameMk id="2" creationId="{ECA55FFA-E160-68B1-DA76-B8EB040F8270}"/>
          </ac:graphicFrameMkLst>
        </pc:graphicFrameChg>
        <pc:picChg chg="add del mod">
          <ac:chgData name="Mohammed Fasha" userId="cc64f42d-a1a6-4f08-b97b-0c37f877119f" providerId="ADAL" clId="{FDE0856B-42F7-40B6-BE6F-9BC89E48B27A}" dt="2024-07-20T13:06:32.702" v="2520" actId="21"/>
          <ac:picMkLst>
            <pc:docMk/>
            <pc:sldMk cId="3982709017" sldId="280"/>
            <ac:picMk id="6" creationId="{0B3246DF-0025-AC73-955C-1807080961CE}"/>
          </ac:picMkLst>
        </pc:picChg>
        <pc:picChg chg="add mod">
          <ac:chgData name="Mohammed Fasha" userId="cc64f42d-a1a6-4f08-b97b-0c37f877119f" providerId="ADAL" clId="{FDE0856B-42F7-40B6-BE6F-9BC89E48B27A}" dt="2024-07-20T13:06:48.028" v="2557" actId="14100"/>
          <ac:picMkLst>
            <pc:docMk/>
            <pc:sldMk cId="3982709017" sldId="280"/>
            <ac:picMk id="9" creationId="{0B3246DF-0025-AC73-955C-1807080961CE}"/>
          </ac:picMkLst>
        </pc:picChg>
      </pc:sldChg>
      <pc:sldChg chg="addSp delSp modSp add del mod">
        <pc:chgData name="Mohammed Fasha" userId="cc64f42d-a1a6-4f08-b97b-0c37f877119f" providerId="ADAL" clId="{FDE0856B-42F7-40B6-BE6F-9BC89E48B27A}" dt="2024-07-20T12:22:00.145" v="1780" actId="2696"/>
        <pc:sldMkLst>
          <pc:docMk/>
          <pc:sldMk cId="4077070545" sldId="280"/>
        </pc:sldMkLst>
        <pc:spChg chg="del">
          <ac:chgData name="Mohammed Fasha" userId="cc64f42d-a1a6-4f08-b97b-0c37f877119f" providerId="ADAL" clId="{FDE0856B-42F7-40B6-BE6F-9BC89E48B27A}" dt="2024-07-20T11:38:03.219" v="1121" actId="478"/>
          <ac:spMkLst>
            <pc:docMk/>
            <pc:sldMk cId="4077070545" sldId="280"/>
            <ac:spMk id="5" creationId="{00000000-0000-0000-0000-000000000000}"/>
          </ac:spMkLst>
        </pc:spChg>
        <pc:graphicFrameChg chg="add mod modGraphic">
          <ac:chgData name="Mohammed Fasha" userId="cc64f42d-a1a6-4f08-b97b-0c37f877119f" providerId="ADAL" clId="{FDE0856B-42F7-40B6-BE6F-9BC89E48B27A}" dt="2024-07-20T11:39:12.110" v="1137" actId="1076"/>
          <ac:graphicFrameMkLst>
            <pc:docMk/>
            <pc:sldMk cId="4077070545" sldId="280"/>
            <ac:graphicFrameMk id="2" creationId="{ECA55FFA-E160-68B1-DA76-B8EB040F8270}"/>
          </ac:graphicFrameMkLst>
        </pc:graphicFrameChg>
        <pc:graphicFrameChg chg="del modGraphic">
          <ac:chgData name="Mohammed Fasha" userId="cc64f42d-a1a6-4f08-b97b-0c37f877119f" providerId="ADAL" clId="{FDE0856B-42F7-40B6-BE6F-9BC89E48B27A}" dt="2024-07-20T11:38:00.436" v="1120" actId="478"/>
          <ac:graphicFrameMkLst>
            <pc:docMk/>
            <pc:sldMk cId="4077070545" sldId="280"/>
            <ac:graphicFrameMk id="6" creationId="{00000000-0000-0000-0000-000000000000}"/>
          </ac:graphicFrameMkLst>
        </pc:graphicFrameChg>
      </pc:sldChg>
      <pc:sldChg chg="del">
        <pc:chgData name="Mohammed Fasha" userId="cc64f42d-a1a6-4f08-b97b-0c37f877119f" providerId="ADAL" clId="{FDE0856B-42F7-40B6-BE6F-9BC89E48B27A}" dt="2024-07-20T06:26:10.787" v="55" actId="2696"/>
        <pc:sldMkLst>
          <pc:docMk/>
          <pc:sldMk cId="1847087325" sldId="283"/>
        </pc:sldMkLst>
      </pc:sldChg>
      <pc:sldChg chg="del">
        <pc:chgData name="Mohammed Fasha" userId="cc64f42d-a1a6-4f08-b97b-0c37f877119f" providerId="ADAL" clId="{FDE0856B-42F7-40B6-BE6F-9BC89E48B27A}" dt="2024-07-20T06:26:10.787" v="55" actId="2696"/>
        <pc:sldMkLst>
          <pc:docMk/>
          <pc:sldMk cId="771290671" sldId="284"/>
        </pc:sldMkLst>
      </pc:sldChg>
      <pc:sldChg chg="del">
        <pc:chgData name="Mohammed Fasha" userId="cc64f42d-a1a6-4f08-b97b-0c37f877119f" providerId="ADAL" clId="{FDE0856B-42F7-40B6-BE6F-9BC89E48B27A}" dt="2024-07-20T06:26:10.787" v="55" actId="2696"/>
        <pc:sldMkLst>
          <pc:docMk/>
          <pc:sldMk cId="1234327519" sldId="287"/>
        </pc:sldMkLst>
      </pc:sldChg>
      <pc:sldChg chg="del">
        <pc:chgData name="Mohammed Fasha" userId="cc64f42d-a1a6-4f08-b97b-0c37f877119f" providerId="ADAL" clId="{FDE0856B-42F7-40B6-BE6F-9BC89E48B27A}" dt="2024-07-20T06:26:10.787" v="55" actId="2696"/>
        <pc:sldMkLst>
          <pc:docMk/>
          <pc:sldMk cId="3304405524" sldId="292"/>
        </pc:sldMkLst>
      </pc:sldChg>
      <pc:sldChg chg="del">
        <pc:chgData name="Mohammed Fasha" userId="cc64f42d-a1a6-4f08-b97b-0c37f877119f" providerId="ADAL" clId="{FDE0856B-42F7-40B6-BE6F-9BC89E48B27A}" dt="2024-07-20T06:26:10.787" v="55" actId="2696"/>
        <pc:sldMkLst>
          <pc:docMk/>
          <pc:sldMk cId="1217643332" sldId="294"/>
        </pc:sldMkLst>
      </pc:sldChg>
      <pc:sldChg chg="del">
        <pc:chgData name="Mohammed Fasha" userId="cc64f42d-a1a6-4f08-b97b-0c37f877119f" providerId="ADAL" clId="{FDE0856B-42F7-40B6-BE6F-9BC89E48B27A}" dt="2024-07-20T06:26:10.787" v="55" actId="2696"/>
        <pc:sldMkLst>
          <pc:docMk/>
          <pc:sldMk cId="3526654973" sldId="295"/>
        </pc:sldMkLst>
      </pc:sldChg>
      <pc:sldChg chg="del">
        <pc:chgData name="Mohammed Fasha" userId="cc64f42d-a1a6-4f08-b97b-0c37f877119f" providerId="ADAL" clId="{FDE0856B-42F7-40B6-BE6F-9BC89E48B27A}" dt="2024-07-20T06:26:10.787" v="55" actId="2696"/>
        <pc:sldMkLst>
          <pc:docMk/>
          <pc:sldMk cId="0" sldId="300"/>
        </pc:sldMkLst>
      </pc:sldChg>
      <pc:sldChg chg="del">
        <pc:chgData name="Mohammed Fasha" userId="cc64f42d-a1a6-4f08-b97b-0c37f877119f" providerId="ADAL" clId="{FDE0856B-42F7-40B6-BE6F-9BC89E48B27A}" dt="2024-07-20T06:26:10.787" v="55" actId="2696"/>
        <pc:sldMkLst>
          <pc:docMk/>
          <pc:sldMk cId="0" sldId="301"/>
        </pc:sldMkLst>
      </pc:sldChg>
      <pc:sldChg chg="del">
        <pc:chgData name="Mohammed Fasha" userId="cc64f42d-a1a6-4f08-b97b-0c37f877119f" providerId="ADAL" clId="{FDE0856B-42F7-40B6-BE6F-9BC89E48B27A}" dt="2024-07-20T06:26:10.787" v="55" actId="2696"/>
        <pc:sldMkLst>
          <pc:docMk/>
          <pc:sldMk cId="0" sldId="304"/>
        </pc:sldMkLst>
      </pc:sldChg>
      <pc:sldChg chg="del">
        <pc:chgData name="Mohammed Fasha" userId="cc64f42d-a1a6-4f08-b97b-0c37f877119f" providerId="ADAL" clId="{FDE0856B-42F7-40B6-BE6F-9BC89E48B27A}" dt="2024-07-20T06:26:10.787" v="55" actId="2696"/>
        <pc:sldMkLst>
          <pc:docMk/>
          <pc:sldMk cId="0" sldId="314"/>
        </pc:sldMkLst>
      </pc:sldChg>
      <pc:sldChg chg="del">
        <pc:chgData name="Mohammed Fasha" userId="cc64f42d-a1a6-4f08-b97b-0c37f877119f" providerId="ADAL" clId="{FDE0856B-42F7-40B6-BE6F-9BC89E48B27A}" dt="2024-07-20T06:26:10.787" v="55" actId="2696"/>
        <pc:sldMkLst>
          <pc:docMk/>
          <pc:sldMk cId="2362708721" sldId="321"/>
        </pc:sldMkLst>
      </pc:sldChg>
      <pc:sldChg chg="del">
        <pc:chgData name="Mohammed Fasha" userId="cc64f42d-a1a6-4f08-b97b-0c37f877119f" providerId="ADAL" clId="{FDE0856B-42F7-40B6-BE6F-9BC89E48B27A}" dt="2024-07-20T06:26:10.787" v="55" actId="2696"/>
        <pc:sldMkLst>
          <pc:docMk/>
          <pc:sldMk cId="1477953107" sldId="324"/>
        </pc:sldMkLst>
      </pc:sldChg>
      <pc:sldChg chg="del">
        <pc:chgData name="Mohammed Fasha" userId="cc64f42d-a1a6-4f08-b97b-0c37f877119f" providerId="ADAL" clId="{FDE0856B-42F7-40B6-BE6F-9BC89E48B27A}" dt="2024-07-20T06:26:10.787" v="55" actId="2696"/>
        <pc:sldMkLst>
          <pc:docMk/>
          <pc:sldMk cId="1624740157" sldId="346"/>
        </pc:sldMkLst>
      </pc:sldChg>
      <pc:sldChg chg="del">
        <pc:chgData name="Mohammed Fasha" userId="cc64f42d-a1a6-4f08-b97b-0c37f877119f" providerId="ADAL" clId="{FDE0856B-42F7-40B6-BE6F-9BC89E48B27A}" dt="2024-07-20T06:26:10.787" v="55" actId="2696"/>
        <pc:sldMkLst>
          <pc:docMk/>
          <pc:sldMk cId="1093295885" sldId="365"/>
        </pc:sldMkLst>
      </pc:sldChg>
      <pc:sldChg chg="del">
        <pc:chgData name="Mohammed Fasha" userId="cc64f42d-a1a6-4f08-b97b-0c37f877119f" providerId="ADAL" clId="{FDE0856B-42F7-40B6-BE6F-9BC89E48B27A}" dt="2024-07-20T06:26:10.787" v="55" actId="2696"/>
        <pc:sldMkLst>
          <pc:docMk/>
          <pc:sldMk cId="3638528156" sldId="366"/>
        </pc:sldMkLst>
      </pc:sldChg>
      <pc:sldChg chg="del">
        <pc:chgData name="Mohammed Fasha" userId="cc64f42d-a1a6-4f08-b97b-0c37f877119f" providerId="ADAL" clId="{FDE0856B-42F7-40B6-BE6F-9BC89E48B27A}" dt="2024-07-20T06:26:10.787" v="55" actId="2696"/>
        <pc:sldMkLst>
          <pc:docMk/>
          <pc:sldMk cId="2714000580" sldId="367"/>
        </pc:sldMkLst>
      </pc:sldChg>
      <pc:sldChg chg="del">
        <pc:chgData name="Mohammed Fasha" userId="cc64f42d-a1a6-4f08-b97b-0c37f877119f" providerId="ADAL" clId="{FDE0856B-42F7-40B6-BE6F-9BC89E48B27A}" dt="2024-07-20T06:26:10.787" v="55" actId="2696"/>
        <pc:sldMkLst>
          <pc:docMk/>
          <pc:sldMk cId="4103125789" sldId="368"/>
        </pc:sldMkLst>
      </pc:sldChg>
      <pc:sldChg chg="del">
        <pc:chgData name="Mohammed Fasha" userId="cc64f42d-a1a6-4f08-b97b-0c37f877119f" providerId="ADAL" clId="{FDE0856B-42F7-40B6-BE6F-9BC89E48B27A}" dt="2024-07-20T06:26:10.787" v="55" actId="2696"/>
        <pc:sldMkLst>
          <pc:docMk/>
          <pc:sldMk cId="3243173744" sldId="369"/>
        </pc:sldMkLst>
      </pc:sldChg>
      <pc:sldChg chg="del">
        <pc:chgData name="Mohammed Fasha" userId="cc64f42d-a1a6-4f08-b97b-0c37f877119f" providerId="ADAL" clId="{FDE0856B-42F7-40B6-BE6F-9BC89E48B27A}" dt="2024-07-20T06:26:10.787" v="55" actId="2696"/>
        <pc:sldMkLst>
          <pc:docMk/>
          <pc:sldMk cId="533099717" sldId="370"/>
        </pc:sldMkLst>
      </pc:sldChg>
      <pc:sldChg chg="del">
        <pc:chgData name="Mohammed Fasha" userId="cc64f42d-a1a6-4f08-b97b-0c37f877119f" providerId="ADAL" clId="{FDE0856B-42F7-40B6-BE6F-9BC89E48B27A}" dt="2024-07-20T06:26:10.787" v="55" actId="2696"/>
        <pc:sldMkLst>
          <pc:docMk/>
          <pc:sldMk cId="403304745" sldId="371"/>
        </pc:sldMkLst>
      </pc:sldChg>
      <pc:sldChg chg="del">
        <pc:chgData name="Mohammed Fasha" userId="cc64f42d-a1a6-4f08-b97b-0c37f877119f" providerId="ADAL" clId="{FDE0856B-42F7-40B6-BE6F-9BC89E48B27A}" dt="2024-07-20T06:26:10.787" v="55" actId="2696"/>
        <pc:sldMkLst>
          <pc:docMk/>
          <pc:sldMk cId="1274929313" sldId="372"/>
        </pc:sldMkLst>
      </pc:sldChg>
      <pc:sldChg chg="del">
        <pc:chgData name="Mohammed Fasha" userId="cc64f42d-a1a6-4f08-b97b-0c37f877119f" providerId="ADAL" clId="{FDE0856B-42F7-40B6-BE6F-9BC89E48B27A}" dt="2024-07-20T06:26:10.787" v="55" actId="2696"/>
        <pc:sldMkLst>
          <pc:docMk/>
          <pc:sldMk cId="3412111298" sldId="376"/>
        </pc:sldMkLst>
      </pc:sldChg>
      <pc:sldChg chg="del">
        <pc:chgData name="Mohammed Fasha" userId="cc64f42d-a1a6-4f08-b97b-0c37f877119f" providerId="ADAL" clId="{FDE0856B-42F7-40B6-BE6F-9BC89E48B27A}" dt="2024-07-20T06:26:10.787" v="55" actId="2696"/>
        <pc:sldMkLst>
          <pc:docMk/>
          <pc:sldMk cId="3601872685" sldId="382"/>
        </pc:sldMkLst>
      </pc:sldChg>
      <pc:sldChg chg="del">
        <pc:chgData name="Mohammed Fasha" userId="cc64f42d-a1a6-4f08-b97b-0c37f877119f" providerId="ADAL" clId="{FDE0856B-42F7-40B6-BE6F-9BC89E48B27A}" dt="2024-07-20T06:26:10.787" v="55" actId="2696"/>
        <pc:sldMkLst>
          <pc:docMk/>
          <pc:sldMk cId="215899539" sldId="384"/>
        </pc:sldMkLst>
      </pc:sldChg>
      <pc:sldChg chg="del">
        <pc:chgData name="Mohammed Fasha" userId="cc64f42d-a1a6-4f08-b97b-0c37f877119f" providerId="ADAL" clId="{FDE0856B-42F7-40B6-BE6F-9BC89E48B27A}" dt="2024-07-20T06:26:10.787" v="55" actId="2696"/>
        <pc:sldMkLst>
          <pc:docMk/>
          <pc:sldMk cId="2001631854" sldId="390"/>
        </pc:sldMkLst>
      </pc:sldChg>
      <pc:sldChg chg="addSp delSp modSp del mod">
        <pc:chgData name="Mohammed Fasha" userId="cc64f42d-a1a6-4f08-b97b-0c37f877119f" providerId="ADAL" clId="{FDE0856B-42F7-40B6-BE6F-9BC89E48B27A}" dt="2024-07-20T06:26:18.778" v="59" actId="2696"/>
        <pc:sldMkLst>
          <pc:docMk/>
          <pc:sldMk cId="3645272911" sldId="392"/>
        </pc:sldMkLst>
        <pc:spChg chg="mod">
          <ac:chgData name="Mohammed Fasha" userId="cc64f42d-a1a6-4f08-b97b-0c37f877119f" providerId="ADAL" clId="{FDE0856B-42F7-40B6-BE6F-9BC89E48B27A}" dt="2024-07-20T06:26:13.731" v="56" actId="21"/>
          <ac:spMkLst>
            <pc:docMk/>
            <pc:sldMk cId="3645272911" sldId="392"/>
            <ac:spMk id="3" creationId="{76156C21-AC52-833C-E3BE-ADFDC02E22E3}"/>
          </ac:spMkLst>
        </pc:spChg>
        <pc:picChg chg="del">
          <ac:chgData name="Mohammed Fasha" userId="cc64f42d-a1a6-4f08-b97b-0c37f877119f" providerId="ADAL" clId="{FDE0856B-42F7-40B6-BE6F-9BC89E48B27A}" dt="2024-07-20T06:23:52.572" v="41" actId="21"/>
          <ac:picMkLst>
            <pc:docMk/>
            <pc:sldMk cId="3645272911" sldId="392"/>
            <ac:picMk id="5" creationId="{66567EE9-62A1-E562-E899-9A87FFAD7515}"/>
          </ac:picMkLst>
        </pc:picChg>
        <pc:picChg chg="add del mod">
          <ac:chgData name="Mohammed Fasha" userId="cc64f42d-a1a6-4f08-b97b-0c37f877119f" providerId="ADAL" clId="{FDE0856B-42F7-40B6-BE6F-9BC89E48B27A}" dt="2024-07-20T06:25:15.154" v="47" actId="478"/>
          <ac:picMkLst>
            <pc:docMk/>
            <pc:sldMk cId="3645272911" sldId="392"/>
            <ac:picMk id="1026" creationId="{0F441A60-7ABF-AF6A-0BD2-A65117533138}"/>
          </ac:picMkLst>
        </pc:picChg>
        <pc:picChg chg="add del mod">
          <ac:chgData name="Mohammed Fasha" userId="cc64f42d-a1a6-4f08-b97b-0c37f877119f" providerId="ADAL" clId="{FDE0856B-42F7-40B6-BE6F-9BC89E48B27A}" dt="2024-07-20T06:26:15.102" v="57" actId="21"/>
          <ac:picMkLst>
            <pc:docMk/>
            <pc:sldMk cId="3645272911" sldId="392"/>
            <ac:picMk id="1028" creationId="{7DCE7456-C24C-D5AC-DE97-4B8CFA885E5F}"/>
          </ac:picMkLst>
        </pc:picChg>
      </pc:sldChg>
      <pc:sldChg chg="del">
        <pc:chgData name="Mohammed Fasha" userId="cc64f42d-a1a6-4f08-b97b-0c37f877119f" providerId="ADAL" clId="{FDE0856B-42F7-40B6-BE6F-9BC89E48B27A}" dt="2024-07-20T06:26:10.787" v="55" actId="2696"/>
        <pc:sldMkLst>
          <pc:docMk/>
          <pc:sldMk cId="2976191511" sldId="393"/>
        </pc:sldMkLst>
      </pc:sldChg>
      <pc:sldChg chg="del">
        <pc:chgData name="Mohammed Fasha" userId="cc64f42d-a1a6-4f08-b97b-0c37f877119f" providerId="ADAL" clId="{FDE0856B-42F7-40B6-BE6F-9BC89E48B27A}" dt="2024-07-20T06:26:10.787" v="55" actId="2696"/>
        <pc:sldMkLst>
          <pc:docMk/>
          <pc:sldMk cId="3942416368" sldId="394"/>
        </pc:sldMkLst>
      </pc:sldChg>
      <pc:sldChg chg="del">
        <pc:chgData name="Mohammed Fasha" userId="cc64f42d-a1a6-4f08-b97b-0c37f877119f" providerId="ADAL" clId="{FDE0856B-42F7-40B6-BE6F-9BC89E48B27A}" dt="2024-07-20T06:26:10.787" v="55" actId="2696"/>
        <pc:sldMkLst>
          <pc:docMk/>
          <pc:sldMk cId="2455239288" sldId="398"/>
        </pc:sldMkLst>
      </pc:sldChg>
      <pc:sldChg chg="del">
        <pc:chgData name="Mohammed Fasha" userId="cc64f42d-a1a6-4f08-b97b-0c37f877119f" providerId="ADAL" clId="{FDE0856B-42F7-40B6-BE6F-9BC89E48B27A}" dt="2024-07-20T06:26:10.787" v="55" actId="2696"/>
        <pc:sldMkLst>
          <pc:docMk/>
          <pc:sldMk cId="322630100" sldId="401"/>
        </pc:sldMkLst>
      </pc:sldChg>
      <pc:sldChg chg="del">
        <pc:chgData name="Mohammed Fasha" userId="cc64f42d-a1a6-4f08-b97b-0c37f877119f" providerId="ADAL" clId="{FDE0856B-42F7-40B6-BE6F-9BC89E48B27A}" dt="2024-07-20T06:26:10.787" v="55" actId="2696"/>
        <pc:sldMkLst>
          <pc:docMk/>
          <pc:sldMk cId="2446723419" sldId="402"/>
        </pc:sldMkLst>
      </pc:sldChg>
      <pc:sldChg chg="del">
        <pc:chgData name="Mohammed Fasha" userId="cc64f42d-a1a6-4f08-b97b-0c37f877119f" providerId="ADAL" clId="{FDE0856B-42F7-40B6-BE6F-9BC89E48B27A}" dt="2024-07-20T06:26:10.787" v="55" actId="2696"/>
        <pc:sldMkLst>
          <pc:docMk/>
          <pc:sldMk cId="2708838154" sldId="405"/>
        </pc:sldMkLst>
      </pc:sldChg>
      <pc:sldChg chg="del">
        <pc:chgData name="Mohammed Fasha" userId="cc64f42d-a1a6-4f08-b97b-0c37f877119f" providerId="ADAL" clId="{FDE0856B-42F7-40B6-BE6F-9BC89E48B27A}" dt="2024-07-20T06:26:10.787" v="55" actId="2696"/>
        <pc:sldMkLst>
          <pc:docMk/>
          <pc:sldMk cId="711859222" sldId="406"/>
        </pc:sldMkLst>
      </pc:sldChg>
      <pc:sldChg chg="del">
        <pc:chgData name="Mohammed Fasha" userId="cc64f42d-a1a6-4f08-b97b-0c37f877119f" providerId="ADAL" clId="{FDE0856B-42F7-40B6-BE6F-9BC89E48B27A}" dt="2024-07-20T06:26:10.787" v="55" actId="2696"/>
        <pc:sldMkLst>
          <pc:docMk/>
          <pc:sldMk cId="430192280" sldId="409"/>
        </pc:sldMkLst>
      </pc:sldChg>
      <pc:sldChg chg="del">
        <pc:chgData name="Mohammed Fasha" userId="cc64f42d-a1a6-4f08-b97b-0c37f877119f" providerId="ADAL" clId="{FDE0856B-42F7-40B6-BE6F-9BC89E48B27A}" dt="2024-07-20T06:26:10.787" v="55" actId="2696"/>
        <pc:sldMkLst>
          <pc:docMk/>
          <pc:sldMk cId="866578367" sldId="410"/>
        </pc:sldMkLst>
      </pc:sldChg>
      <pc:sldChg chg="del">
        <pc:chgData name="Mohammed Fasha" userId="cc64f42d-a1a6-4f08-b97b-0c37f877119f" providerId="ADAL" clId="{FDE0856B-42F7-40B6-BE6F-9BC89E48B27A}" dt="2024-07-20T06:26:10.787" v="55" actId="2696"/>
        <pc:sldMkLst>
          <pc:docMk/>
          <pc:sldMk cId="465427976" sldId="414"/>
        </pc:sldMkLst>
      </pc:sldChg>
      <pc:sldChg chg="del">
        <pc:chgData name="Mohammed Fasha" userId="cc64f42d-a1a6-4f08-b97b-0c37f877119f" providerId="ADAL" clId="{FDE0856B-42F7-40B6-BE6F-9BC89E48B27A}" dt="2024-07-20T06:26:10.787" v="55" actId="2696"/>
        <pc:sldMkLst>
          <pc:docMk/>
          <pc:sldMk cId="4222832899" sldId="419"/>
        </pc:sldMkLst>
      </pc:sldChg>
      <pc:sldChg chg="del">
        <pc:chgData name="Mohammed Fasha" userId="cc64f42d-a1a6-4f08-b97b-0c37f877119f" providerId="ADAL" clId="{FDE0856B-42F7-40B6-BE6F-9BC89E48B27A}" dt="2024-07-20T06:26:10.787" v="55" actId="2696"/>
        <pc:sldMkLst>
          <pc:docMk/>
          <pc:sldMk cId="3168225218" sldId="422"/>
        </pc:sldMkLst>
      </pc:sldChg>
      <pc:sldChg chg="del">
        <pc:chgData name="Mohammed Fasha" userId="cc64f42d-a1a6-4f08-b97b-0c37f877119f" providerId="ADAL" clId="{FDE0856B-42F7-40B6-BE6F-9BC89E48B27A}" dt="2024-07-20T06:26:10.787" v="55" actId="2696"/>
        <pc:sldMkLst>
          <pc:docMk/>
          <pc:sldMk cId="2310344807" sldId="423"/>
        </pc:sldMkLst>
      </pc:sldChg>
      <pc:sldChg chg="del">
        <pc:chgData name="Mohammed Fasha" userId="cc64f42d-a1a6-4f08-b97b-0c37f877119f" providerId="ADAL" clId="{FDE0856B-42F7-40B6-BE6F-9BC89E48B27A}" dt="2024-07-20T06:26:10.787" v="55" actId="2696"/>
        <pc:sldMkLst>
          <pc:docMk/>
          <pc:sldMk cId="707737036" sldId="425"/>
        </pc:sldMkLst>
      </pc:sldChg>
      <pc:sldChg chg="del">
        <pc:chgData name="Mohammed Fasha" userId="cc64f42d-a1a6-4f08-b97b-0c37f877119f" providerId="ADAL" clId="{FDE0856B-42F7-40B6-BE6F-9BC89E48B27A}" dt="2024-07-20T06:26:10.787" v="55" actId="2696"/>
        <pc:sldMkLst>
          <pc:docMk/>
          <pc:sldMk cId="232656594" sldId="429"/>
        </pc:sldMkLst>
      </pc:sldChg>
      <pc:sldChg chg="del">
        <pc:chgData name="Mohammed Fasha" userId="cc64f42d-a1a6-4f08-b97b-0c37f877119f" providerId="ADAL" clId="{FDE0856B-42F7-40B6-BE6F-9BC89E48B27A}" dt="2024-07-20T06:26:10.787" v="55" actId="2696"/>
        <pc:sldMkLst>
          <pc:docMk/>
          <pc:sldMk cId="404333880" sldId="433"/>
        </pc:sldMkLst>
      </pc:sldChg>
      <pc:sldChg chg="del">
        <pc:chgData name="Mohammed Fasha" userId="cc64f42d-a1a6-4f08-b97b-0c37f877119f" providerId="ADAL" clId="{FDE0856B-42F7-40B6-BE6F-9BC89E48B27A}" dt="2024-07-20T06:26:10.787" v="55" actId="2696"/>
        <pc:sldMkLst>
          <pc:docMk/>
          <pc:sldMk cId="2523349106" sldId="442"/>
        </pc:sldMkLst>
      </pc:sldChg>
      <pc:sldChg chg="del">
        <pc:chgData name="Mohammed Fasha" userId="cc64f42d-a1a6-4f08-b97b-0c37f877119f" providerId="ADAL" clId="{FDE0856B-42F7-40B6-BE6F-9BC89E48B27A}" dt="2024-07-20T06:26:10.787" v="55" actId="2696"/>
        <pc:sldMkLst>
          <pc:docMk/>
          <pc:sldMk cId="2515022167" sldId="443"/>
        </pc:sldMkLst>
      </pc:sldChg>
      <pc:sldChg chg="del">
        <pc:chgData name="Mohammed Fasha" userId="cc64f42d-a1a6-4f08-b97b-0c37f877119f" providerId="ADAL" clId="{FDE0856B-42F7-40B6-BE6F-9BC89E48B27A}" dt="2024-07-20T06:26:10.787" v="55" actId="2696"/>
        <pc:sldMkLst>
          <pc:docMk/>
          <pc:sldMk cId="1977389857" sldId="445"/>
        </pc:sldMkLst>
      </pc:sldChg>
      <pc:sldChg chg="del">
        <pc:chgData name="Mohammed Fasha" userId="cc64f42d-a1a6-4f08-b97b-0c37f877119f" providerId="ADAL" clId="{FDE0856B-42F7-40B6-BE6F-9BC89E48B27A}" dt="2024-07-20T06:26:10.787" v="55" actId="2696"/>
        <pc:sldMkLst>
          <pc:docMk/>
          <pc:sldMk cId="2140515002" sldId="446"/>
        </pc:sldMkLst>
      </pc:sldChg>
      <pc:sldChg chg="del">
        <pc:chgData name="Mohammed Fasha" userId="cc64f42d-a1a6-4f08-b97b-0c37f877119f" providerId="ADAL" clId="{FDE0856B-42F7-40B6-BE6F-9BC89E48B27A}" dt="2024-07-20T06:26:10.787" v="55" actId="2696"/>
        <pc:sldMkLst>
          <pc:docMk/>
          <pc:sldMk cId="1932795151" sldId="448"/>
        </pc:sldMkLst>
      </pc:sldChg>
      <pc:sldChg chg="del">
        <pc:chgData name="Mohammed Fasha" userId="cc64f42d-a1a6-4f08-b97b-0c37f877119f" providerId="ADAL" clId="{FDE0856B-42F7-40B6-BE6F-9BC89E48B27A}" dt="2024-07-20T06:26:10.787" v="55" actId="2696"/>
        <pc:sldMkLst>
          <pc:docMk/>
          <pc:sldMk cId="1837964685" sldId="451"/>
        </pc:sldMkLst>
      </pc:sldChg>
      <pc:sldChg chg="del">
        <pc:chgData name="Mohammed Fasha" userId="cc64f42d-a1a6-4f08-b97b-0c37f877119f" providerId="ADAL" clId="{FDE0856B-42F7-40B6-BE6F-9BC89E48B27A}" dt="2024-07-20T06:26:10.787" v="55" actId="2696"/>
        <pc:sldMkLst>
          <pc:docMk/>
          <pc:sldMk cId="1229244997" sldId="452"/>
        </pc:sldMkLst>
      </pc:sldChg>
      <pc:sldChg chg="del">
        <pc:chgData name="Mohammed Fasha" userId="cc64f42d-a1a6-4f08-b97b-0c37f877119f" providerId="ADAL" clId="{FDE0856B-42F7-40B6-BE6F-9BC89E48B27A}" dt="2024-07-20T06:26:10.787" v="55" actId="2696"/>
        <pc:sldMkLst>
          <pc:docMk/>
          <pc:sldMk cId="1789205401" sldId="453"/>
        </pc:sldMkLst>
      </pc:sldChg>
      <pc:sldChg chg="delSp modSp mod">
        <pc:chgData name="Mohammed Fasha" userId="cc64f42d-a1a6-4f08-b97b-0c37f877119f" providerId="ADAL" clId="{FDE0856B-42F7-40B6-BE6F-9BC89E48B27A}" dt="2024-07-20T08:41:57.185" v="685"/>
        <pc:sldMkLst>
          <pc:docMk/>
          <pc:sldMk cId="1489447582" sldId="455"/>
        </pc:sldMkLst>
        <pc:spChg chg="del">
          <ac:chgData name="Mohammed Fasha" userId="cc64f42d-a1a6-4f08-b97b-0c37f877119f" providerId="ADAL" clId="{FDE0856B-42F7-40B6-BE6F-9BC89E48B27A}" dt="2024-07-20T06:23:07.737" v="40" actId="478"/>
          <ac:spMkLst>
            <pc:docMk/>
            <pc:sldMk cId="1489447582" sldId="455"/>
            <ac:spMk id="7" creationId="{FD190324-E495-4100-4909-F24AF7004A83}"/>
          </ac:spMkLst>
        </pc:spChg>
        <pc:spChg chg="mod">
          <ac:chgData name="Mohammed Fasha" userId="cc64f42d-a1a6-4f08-b97b-0c37f877119f" providerId="ADAL" clId="{FDE0856B-42F7-40B6-BE6F-9BC89E48B27A}" dt="2024-07-20T06:23:03.568" v="39" actId="20577"/>
          <ac:spMkLst>
            <pc:docMk/>
            <pc:sldMk cId="1489447582" sldId="455"/>
            <ac:spMk id="8" creationId="{107CF054-390C-DCFC-C9A6-9E95C859A175}"/>
          </ac:spMkLst>
        </pc:spChg>
        <pc:spChg chg="mod">
          <ac:chgData name="Mohammed Fasha" userId="cc64f42d-a1a6-4f08-b97b-0c37f877119f" providerId="ADAL" clId="{FDE0856B-42F7-40B6-BE6F-9BC89E48B27A}" dt="2024-07-20T08:41:57.185" v="685"/>
          <ac:spMkLst>
            <pc:docMk/>
            <pc:sldMk cId="1489447582" sldId="455"/>
            <ac:spMk id="9" creationId="{F599965F-D781-62F6-30A4-33D89AC89080}"/>
          </ac:spMkLst>
        </pc:spChg>
      </pc:sldChg>
      <pc:sldChg chg="addSp delSp modSp new del mod">
        <pc:chgData name="Mohammed Fasha" userId="cc64f42d-a1a6-4f08-b97b-0c37f877119f" providerId="ADAL" clId="{FDE0856B-42F7-40B6-BE6F-9BC89E48B27A}" dt="2024-07-20T08:10:40.259" v="280" actId="2696"/>
        <pc:sldMkLst>
          <pc:docMk/>
          <pc:sldMk cId="1661754764" sldId="456"/>
        </pc:sldMkLst>
        <pc:spChg chg="mod">
          <ac:chgData name="Mohammed Fasha" userId="cc64f42d-a1a6-4f08-b97b-0c37f877119f" providerId="ADAL" clId="{FDE0856B-42F7-40B6-BE6F-9BC89E48B27A}" dt="2024-07-20T06:31:17.889" v="67" actId="27636"/>
          <ac:spMkLst>
            <pc:docMk/>
            <pc:sldMk cId="1661754764" sldId="456"/>
            <ac:spMk id="2" creationId="{C033D873-B71B-738F-1744-B688ECFFF367}"/>
          </ac:spMkLst>
        </pc:spChg>
        <pc:spChg chg="mod">
          <ac:chgData name="Mohammed Fasha" userId="cc64f42d-a1a6-4f08-b97b-0c37f877119f" providerId="ADAL" clId="{FDE0856B-42F7-40B6-BE6F-9BC89E48B27A}" dt="2024-07-20T08:10:10.469" v="271" actId="21"/>
          <ac:spMkLst>
            <pc:docMk/>
            <pc:sldMk cId="1661754764" sldId="456"/>
            <ac:spMk id="3" creationId="{784E670A-2F54-250E-B4A5-761582666DDF}"/>
          </ac:spMkLst>
        </pc:spChg>
        <pc:picChg chg="add del mod">
          <ac:chgData name="Mohammed Fasha" userId="cc64f42d-a1a6-4f08-b97b-0c37f877119f" providerId="ADAL" clId="{FDE0856B-42F7-40B6-BE6F-9BC89E48B27A}" dt="2024-07-20T08:10:29.153" v="277" actId="21"/>
          <ac:picMkLst>
            <pc:docMk/>
            <pc:sldMk cId="1661754764" sldId="456"/>
            <ac:picMk id="2050" creationId="{36C7B308-8CF9-7620-635B-7F93A5204C01}"/>
          </ac:picMkLst>
        </pc:picChg>
      </pc:sldChg>
      <pc:sldChg chg="add del">
        <pc:chgData name="Mohammed Fasha" userId="cc64f42d-a1a6-4f08-b97b-0c37f877119f" providerId="ADAL" clId="{FDE0856B-42F7-40B6-BE6F-9BC89E48B27A}" dt="2024-07-20T18:39:04.395" v="3783" actId="2696"/>
        <pc:sldMkLst>
          <pc:docMk/>
          <pc:sldMk cId="146956301" sldId="457"/>
        </pc:sldMkLst>
      </pc:sldChg>
      <pc:sldChg chg="del">
        <pc:chgData name="Mohammed Fasha" userId="cc64f42d-a1a6-4f08-b97b-0c37f877119f" providerId="ADAL" clId="{FDE0856B-42F7-40B6-BE6F-9BC89E48B27A}" dt="2024-07-20T06:26:10.787" v="55" actId="2696"/>
        <pc:sldMkLst>
          <pc:docMk/>
          <pc:sldMk cId="2921402285" sldId="457"/>
        </pc:sldMkLst>
      </pc:sldChg>
      <pc:sldChg chg="addSp delSp modSp new del mod">
        <pc:chgData name="Mohammed Fasha" userId="cc64f42d-a1a6-4f08-b97b-0c37f877119f" providerId="ADAL" clId="{FDE0856B-42F7-40B6-BE6F-9BC89E48B27A}" dt="2024-07-20T11:59:53.806" v="1443" actId="2696"/>
        <pc:sldMkLst>
          <pc:docMk/>
          <pc:sldMk cId="3161911590" sldId="457"/>
        </pc:sldMkLst>
        <pc:spChg chg="mod">
          <ac:chgData name="Mohammed Fasha" userId="cc64f42d-a1a6-4f08-b97b-0c37f877119f" providerId="ADAL" clId="{FDE0856B-42F7-40B6-BE6F-9BC89E48B27A}" dt="2024-07-20T11:59:50.797" v="1442" actId="20577"/>
          <ac:spMkLst>
            <pc:docMk/>
            <pc:sldMk cId="3161911590" sldId="457"/>
            <ac:spMk id="2" creationId="{95C58564-2872-FCB1-6A59-891833B02255}"/>
          </ac:spMkLst>
        </pc:spChg>
        <pc:spChg chg="del">
          <ac:chgData name="Mohammed Fasha" userId="cc64f42d-a1a6-4f08-b97b-0c37f877119f" providerId="ADAL" clId="{FDE0856B-42F7-40B6-BE6F-9BC89E48B27A}" dt="2024-07-20T06:29:19.067" v="61" actId="22"/>
          <ac:spMkLst>
            <pc:docMk/>
            <pc:sldMk cId="3161911590" sldId="457"/>
            <ac:spMk id="3" creationId="{9B11D9E3-68E2-32A8-8351-E98064509626}"/>
          </ac:spMkLst>
        </pc:spChg>
        <pc:picChg chg="add mod ord">
          <ac:chgData name="Mohammed Fasha" userId="cc64f42d-a1a6-4f08-b97b-0c37f877119f" providerId="ADAL" clId="{FDE0856B-42F7-40B6-BE6F-9BC89E48B27A}" dt="2024-07-20T06:29:19.067" v="61" actId="22"/>
          <ac:picMkLst>
            <pc:docMk/>
            <pc:sldMk cId="3161911590" sldId="457"/>
            <ac:picMk id="5" creationId="{E7A26877-E74C-F27F-FC5D-0D219C7EA66B}"/>
          </ac:picMkLst>
        </pc:picChg>
      </pc:sldChg>
      <pc:sldChg chg="modSp new del mod ord">
        <pc:chgData name="Mohammed Fasha" userId="cc64f42d-a1a6-4f08-b97b-0c37f877119f" providerId="ADAL" clId="{FDE0856B-42F7-40B6-BE6F-9BC89E48B27A}" dt="2024-07-20T12:14:30.003" v="1592" actId="47"/>
        <pc:sldMkLst>
          <pc:docMk/>
          <pc:sldMk cId="242810291" sldId="458"/>
        </pc:sldMkLst>
        <pc:spChg chg="mod">
          <ac:chgData name="Mohammed Fasha" userId="cc64f42d-a1a6-4f08-b97b-0c37f877119f" providerId="ADAL" clId="{FDE0856B-42F7-40B6-BE6F-9BC89E48B27A}" dt="2024-07-20T06:31:55.730" v="80" actId="27636"/>
          <ac:spMkLst>
            <pc:docMk/>
            <pc:sldMk cId="242810291" sldId="458"/>
            <ac:spMk id="2" creationId="{68BD847F-CA6F-9492-2597-B7FB8B461A00}"/>
          </ac:spMkLst>
        </pc:spChg>
        <pc:spChg chg="mod">
          <ac:chgData name="Mohammed Fasha" userId="cc64f42d-a1a6-4f08-b97b-0c37f877119f" providerId="ADAL" clId="{FDE0856B-42F7-40B6-BE6F-9BC89E48B27A}" dt="2024-07-20T06:56:19.527" v="235" actId="207"/>
          <ac:spMkLst>
            <pc:docMk/>
            <pc:sldMk cId="242810291" sldId="458"/>
            <ac:spMk id="3" creationId="{43441FB5-68D0-8515-D201-993B5939B1A8}"/>
          </ac:spMkLst>
        </pc:spChg>
      </pc:sldChg>
      <pc:sldChg chg="del">
        <pc:chgData name="Mohammed Fasha" userId="cc64f42d-a1a6-4f08-b97b-0c37f877119f" providerId="ADAL" clId="{FDE0856B-42F7-40B6-BE6F-9BC89E48B27A}" dt="2024-07-20T06:26:10.787" v="55" actId="2696"/>
        <pc:sldMkLst>
          <pc:docMk/>
          <pc:sldMk cId="1912979039" sldId="458"/>
        </pc:sldMkLst>
      </pc:sldChg>
      <pc:sldChg chg="del">
        <pc:chgData name="Mohammed Fasha" userId="cc64f42d-a1a6-4f08-b97b-0c37f877119f" providerId="ADAL" clId="{FDE0856B-42F7-40B6-BE6F-9BC89E48B27A}" dt="2024-07-20T06:26:10.787" v="55" actId="2696"/>
        <pc:sldMkLst>
          <pc:docMk/>
          <pc:sldMk cId="484589733" sldId="459"/>
        </pc:sldMkLst>
      </pc:sldChg>
      <pc:sldChg chg="addSp delSp modSp new del mod">
        <pc:chgData name="Mohammed Fasha" userId="cc64f42d-a1a6-4f08-b97b-0c37f877119f" providerId="ADAL" clId="{FDE0856B-42F7-40B6-BE6F-9BC89E48B27A}" dt="2024-07-20T11:31:18.997" v="1116" actId="2696"/>
        <pc:sldMkLst>
          <pc:docMk/>
          <pc:sldMk cId="653481570" sldId="459"/>
        </pc:sldMkLst>
        <pc:spChg chg="mod">
          <ac:chgData name="Mohammed Fasha" userId="cc64f42d-a1a6-4f08-b97b-0c37f877119f" providerId="ADAL" clId="{FDE0856B-42F7-40B6-BE6F-9BC89E48B27A}" dt="2024-07-20T06:50:50.909" v="158" actId="20577"/>
          <ac:spMkLst>
            <pc:docMk/>
            <pc:sldMk cId="653481570" sldId="459"/>
            <ac:spMk id="2" creationId="{3CADD65D-9981-EF1D-14F6-5FC669CF8B65}"/>
          </ac:spMkLst>
        </pc:spChg>
        <pc:spChg chg="del">
          <ac:chgData name="Mohammed Fasha" userId="cc64f42d-a1a6-4f08-b97b-0c37f877119f" providerId="ADAL" clId="{FDE0856B-42F7-40B6-BE6F-9BC89E48B27A}" dt="2024-07-20T06:50:44.568" v="133" actId="22"/>
          <ac:spMkLst>
            <pc:docMk/>
            <pc:sldMk cId="653481570" sldId="459"/>
            <ac:spMk id="3" creationId="{8D362AC7-2E9D-9788-E77C-12DCCA7C8E08}"/>
          </ac:spMkLst>
        </pc:spChg>
        <pc:picChg chg="add mod ord">
          <ac:chgData name="Mohammed Fasha" userId="cc64f42d-a1a6-4f08-b97b-0c37f877119f" providerId="ADAL" clId="{FDE0856B-42F7-40B6-BE6F-9BC89E48B27A}" dt="2024-07-20T06:50:44.568" v="133" actId="22"/>
          <ac:picMkLst>
            <pc:docMk/>
            <pc:sldMk cId="653481570" sldId="459"/>
            <ac:picMk id="5" creationId="{EA1D18FE-6C05-BE35-1BE5-DA1AB8BD4A2E}"/>
          </ac:picMkLst>
        </pc:picChg>
      </pc:sldChg>
      <pc:sldChg chg="add del">
        <pc:chgData name="Mohammed Fasha" userId="cc64f42d-a1a6-4f08-b97b-0c37f877119f" providerId="ADAL" clId="{FDE0856B-42F7-40B6-BE6F-9BC89E48B27A}" dt="2024-07-20T12:21:57.444" v="1779" actId="2696"/>
        <pc:sldMkLst>
          <pc:docMk/>
          <pc:sldMk cId="2303108436" sldId="459"/>
        </pc:sldMkLst>
      </pc:sldChg>
      <pc:sldChg chg="modSp new del mod">
        <pc:chgData name="Mohammed Fasha" userId="cc64f42d-a1a6-4f08-b97b-0c37f877119f" providerId="ADAL" clId="{FDE0856B-42F7-40B6-BE6F-9BC89E48B27A}" dt="2024-07-20T12:14:30.353" v="1593" actId="47"/>
        <pc:sldMkLst>
          <pc:docMk/>
          <pc:sldMk cId="1226900019" sldId="460"/>
        </pc:sldMkLst>
        <pc:spChg chg="mod">
          <ac:chgData name="Mohammed Fasha" userId="cc64f42d-a1a6-4f08-b97b-0c37f877119f" providerId="ADAL" clId="{FDE0856B-42F7-40B6-BE6F-9BC89E48B27A}" dt="2024-07-20T06:53:22.564" v="211" actId="20577"/>
          <ac:spMkLst>
            <pc:docMk/>
            <pc:sldMk cId="1226900019" sldId="460"/>
            <ac:spMk id="2" creationId="{4EFF2A51-0CC0-F9B3-A950-FCB9C91E4C06}"/>
          </ac:spMkLst>
        </pc:spChg>
        <pc:spChg chg="mod">
          <ac:chgData name="Mohammed Fasha" userId="cc64f42d-a1a6-4f08-b97b-0c37f877119f" providerId="ADAL" clId="{FDE0856B-42F7-40B6-BE6F-9BC89E48B27A}" dt="2024-07-20T06:53:49.714" v="215" actId="20577"/>
          <ac:spMkLst>
            <pc:docMk/>
            <pc:sldMk cId="1226900019" sldId="460"/>
            <ac:spMk id="3" creationId="{A24753F5-6E07-6025-031F-774046D9E1FD}"/>
          </ac:spMkLst>
        </pc:spChg>
      </pc:sldChg>
      <pc:sldChg chg="del">
        <pc:chgData name="Mohammed Fasha" userId="cc64f42d-a1a6-4f08-b97b-0c37f877119f" providerId="ADAL" clId="{FDE0856B-42F7-40B6-BE6F-9BC89E48B27A}" dt="2024-07-20T06:26:10.787" v="55" actId="2696"/>
        <pc:sldMkLst>
          <pc:docMk/>
          <pc:sldMk cId="1770736122" sldId="460"/>
        </pc:sldMkLst>
      </pc:sldChg>
      <pc:sldChg chg="addSp delSp modSp new mod ord">
        <pc:chgData name="Mohammed Fasha" userId="cc64f42d-a1a6-4f08-b97b-0c37f877119f" providerId="ADAL" clId="{FDE0856B-42F7-40B6-BE6F-9BC89E48B27A}" dt="2024-07-20T12:36:43.332" v="1914"/>
        <pc:sldMkLst>
          <pc:docMk/>
          <pc:sldMk cId="1520811175" sldId="461"/>
        </pc:sldMkLst>
        <pc:spChg chg="mod">
          <ac:chgData name="Mohammed Fasha" userId="cc64f42d-a1a6-4f08-b97b-0c37f877119f" providerId="ADAL" clId="{FDE0856B-42F7-40B6-BE6F-9BC89E48B27A}" dt="2024-07-20T08:33:54.815" v="644" actId="14100"/>
          <ac:spMkLst>
            <pc:docMk/>
            <pc:sldMk cId="1520811175" sldId="461"/>
            <ac:spMk id="2" creationId="{CF386F50-339D-9440-A1E4-E08AC86F81F2}"/>
          </ac:spMkLst>
        </pc:spChg>
        <pc:spChg chg="mod">
          <ac:chgData name="Mohammed Fasha" userId="cc64f42d-a1a6-4f08-b97b-0c37f877119f" providerId="ADAL" clId="{FDE0856B-42F7-40B6-BE6F-9BC89E48B27A}" dt="2024-07-20T12:34:23.478" v="1806" actId="14100"/>
          <ac:spMkLst>
            <pc:docMk/>
            <pc:sldMk cId="1520811175" sldId="461"/>
            <ac:spMk id="3" creationId="{B92CD2E7-BAEA-CFA3-E570-63FF39B44CD1}"/>
          </ac:spMkLst>
        </pc:spChg>
        <pc:picChg chg="add del">
          <ac:chgData name="Mohammed Fasha" userId="cc64f42d-a1a6-4f08-b97b-0c37f877119f" providerId="ADAL" clId="{FDE0856B-42F7-40B6-BE6F-9BC89E48B27A}" dt="2024-07-20T12:32:15.368" v="1805" actId="22"/>
          <ac:picMkLst>
            <pc:docMk/>
            <pc:sldMk cId="1520811175" sldId="461"/>
            <ac:picMk id="5" creationId="{8CD44998-D566-FC26-3143-014812DDF47D}"/>
          </ac:picMkLst>
        </pc:picChg>
        <pc:picChg chg="add mod">
          <ac:chgData name="Mohammed Fasha" userId="cc64f42d-a1a6-4f08-b97b-0c37f877119f" providerId="ADAL" clId="{FDE0856B-42F7-40B6-BE6F-9BC89E48B27A}" dt="2024-07-20T08:33:56.160" v="645" actId="1076"/>
          <ac:picMkLst>
            <pc:docMk/>
            <pc:sldMk cId="1520811175" sldId="461"/>
            <ac:picMk id="2050" creationId="{36C7B308-8CF9-7620-635B-7F93A5204C01}"/>
          </ac:picMkLst>
        </pc:picChg>
      </pc:sldChg>
      <pc:sldChg chg="addSp modSp new mod">
        <pc:chgData name="Mohammed Fasha" userId="cc64f42d-a1a6-4f08-b97b-0c37f877119f" providerId="ADAL" clId="{FDE0856B-42F7-40B6-BE6F-9BC89E48B27A}" dt="2024-07-20T13:07:20.069" v="2562" actId="1076"/>
        <pc:sldMkLst>
          <pc:docMk/>
          <pc:sldMk cId="2492344261" sldId="462"/>
        </pc:sldMkLst>
        <pc:spChg chg="mod">
          <ac:chgData name="Mohammed Fasha" userId="cc64f42d-a1a6-4f08-b97b-0c37f877119f" providerId="ADAL" clId="{FDE0856B-42F7-40B6-BE6F-9BC89E48B27A}" dt="2024-07-20T13:07:04.066" v="2560" actId="404"/>
          <ac:spMkLst>
            <pc:docMk/>
            <pc:sldMk cId="2492344261" sldId="462"/>
            <ac:spMk id="2" creationId="{A1D648CB-D79F-799C-843E-44F044CB73B7}"/>
          </ac:spMkLst>
        </pc:spChg>
        <pc:spChg chg="mod">
          <ac:chgData name="Mohammed Fasha" userId="cc64f42d-a1a6-4f08-b97b-0c37f877119f" providerId="ADAL" clId="{FDE0856B-42F7-40B6-BE6F-9BC89E48B27A}" dt="2024-07-20T13:07:04.066" v="2560" actId="404"/>
          <ac:spMkLst>
            <pc:docMk/>
            <pc:sldMk cId="2492344261" sldId="462"/>
            <ac:spMk id="3" creationId="{207DF167-1A00-D01F-AB0D-C872A5F6FD63}"/>
          </ac:spMkLst>
        </pc:spChg>
        <pc:picChg chg="add mod">
          <ac:chgData name="Mohammed Fasha" userId="cc64f42d-a1a6-4f08-b97b-0c37f877119f" providerId="ADAL" clId="{FDE0856B-42F7-40B6-BE6F-9BC89E48B27A}" dt="2024-07-20T13:07:20.069" v="2562" actId="1076"/>
          <ac:picMkLst>
            <pc:docMk/>
            <pc:sldMk cId="2492344261" sldId="462"/>
            <ac:picMk id="3074" creationId="{FE9D37B7-ED4D-FA4F-19A3-F1D708A7ED55}"/>
          </ac:picMkLst>
        </pc:picChg>
      </pc:sldChg>
      <pc:sldChg chg="del">
        <pc:chgData name="Mohammed Fasha" userId="cc64f42d-a1a6-4f08-b97b-0c37f877119f" providerId="ADAL" clId="{FDE0856B-42F7-40B6-BE6F-9BC89E48B27A}" dt="2024-07-20T06:26:10.787" v="55" actId="2696"/>
        <pc:sldMkLst>
          <pc:docMk/>
          <pc:sldMk cId="2965647848" sldId="463"/>
        </pc:sldMkLst>
      </pc:sldChg>
      <pc:sldChg chg="modSp new mod">
        <pc:chgData name="Mohammed Fasha" userId="cc64f42d-a1a6-4f08-b97b-0c37f877119f" providerId="ADAL" clId="{FDE0856B-42F7-40B6-BE6F-9BC89E48B27A}" dt="2024-07-20T09:30:50.785" v="936" actId="207"/>
        <pc:sldMkLst>
          <pc:docMk/>
          <pc:sldMk cId="3169967024" sldId="463"/>
        </pc:sldMkLst>
        <pc:spChg chg="mod">
          <ac:chgData name="Mohammed Fasha" userId="cc64f42d-a1a6-4f08-b97b-0c37f877119f" providerId="ADAL" clId="{FDE0856B-42F7-40B6-BE6F-9BC89E48B27A}" dt="2024-07-20T08:31:57.584" v="577" actId="20577"/>
          <ac:spMkLst>
            <pc:docMk/>
            <pc:sldMk cId="3169967024" sldId="463"/>
            <ac:spMk id="2" creationId="{81CCE5A2-BA7C-0494-8A12-A098EC76D386}"/>
          </ac:spMkLst>
        </pc:spChg>
        <pc:spChg chg="mod">
          <ac:chgData name="Mohammed Fasha" userId="cc64f42d-a1a6-4f08-b97b-0c37f877119f" providerId="ADAL" clId="{FDE0856B-42F7-40B6-BE6F-9BC89E48B27A}" dt="2024-07-20T09:30:50.785" v="936" actId="207"/>
          <ac:spMkLst>
            <pc:docMk/>
            <pc:sldMk cId="3169967024" sldId="463"/>
            <ac:spMk id="3" creationId="{79DC08C5-F59D-35D2-93FD-CD301F7F69E1}"/>
          </ac:spMkLst>
        </pc:spChg>
      </pc:sldChg>
      <pc:sldChg chg="del">
        <pc:chgData name="Mohammed Fasha" userId="cc64f42d-a1a6-4f08-b97b-0c37f877119f" providerId="ADAL" clId="{FDE0856B-42F7-40B6-BE6F-9BC89E48B27A}" dt="2024-07-20T06:26:10.787" v="55" actId="2696"/>
        <pc:sldMkLst>
          <pc:docMk/>
          <pc:sldMk cId="109379533" sldId="464"/>
        </pc:sldMkLst>
      </pc:sldChg>
      <pc:sldChg chg="addSp modSp new mod">
        <pc:chgData name="Mohammed Fasha" userId="cc64f42d-a1a6-4f08-b97b-0c37f877119f" providerId="ADAL" clId="{FDE0856B-42F7-40B6-BE6F-9BC89E48B27A}" dt="2024-07-20T09:30:59.522" v="937" actId="207"/>
        <pc:sldMkLst>
          <pc:docMk/>
          <pc:sldMk cId="2336960120" sldId="464"/>
        </pc:sldMkLst>
        <pc:spChg chg="mod">
          <ac:chgData name="Mohammed Fasha" userId="cc64f42d-a1a6-4f08-b97b-0c37f877119f" providerId="ADAL" clId="{FDE0856B-42F7-40B6-BE6F-9BC89E48B27A}" dt="2024-07-20T08:23:23.783" v="457" actId="20577"/>
          <ac:spMkLst>
            <pc:docMk/>
            <pc:sldMk cId="2336960120" sldId="464"/>
            <ac:spMk id="2" creationId="{D952A635-C510-9D78-58E3-D96211B3097C}"/>
          </ac:spMkLst>
        </pc:spChg>
        <pc:spChg chg="mod">
          <ac:chgData name="Mohammed Fasha" userId="cc64f42d-a1a6-4f08-b97b-0c37f877119f" providerId="ADAL" clId="{FDE0856B-42F7-40B6-BE6F-9BC89E48B27A}" dt="2024-07-20T09:30:59.522" v="937" actId="207"/>
          <ac:spMkLst>
            <pc:docMk/>
            <pc:sldMk cId="2336960120" sldId="464"/>
            <ac:spMk id="3" creationId="{EC9AF41B-9341-75B4-C8C6-D9894BDD8B2A}"/>
          </ac:spMkLst>
        </pc:spChg>
        <pc:spChg chg="add">
          <ac:chgData name="Mohammed Fasha" userId="cc64f42d-a1a6-4f08-b97b-0c37f877119f" providerId="ADAL" clId="{FDE0856B-42F7-40B6-BE6F-9BC89E48B27A}" dt="2024-07-20T08:22:16.144" v="401"/>
          <ac:spMkLst>
            <pc:docMk/>
            <pc:sldMk cId="2336960120" sldId="464"/>
            <ac:spMk id="4" creationId="{97D119E9-B0C3-D2CB-1BF8-1AFE3F7D6C03}"/>
          </ac:spMkLst>
        </pc:spChg>
      </pc:sldChg>
      <pc:sldChg chg="modSp new mod">
        <pc:chgData name="Mohammed Fasha" userId="cc64f42d-a1a6-4f08-b97b-0c37f877119f" providerId="ADAL" clId="{FDE0856B-42F7-40B6-BE6F-9BC89E48B27A}" dt="2024-07-20T09:31:04.467" v="938" actId="207"/>
        <pc:sldMkLst>
          <pc:docMk/>
          <pc:sldMk cId="700185716" sldId="465"/>
        </pc:sldMkLst>
        <pc:spChg chg="mod">
          <ac:chgData name="Mohammed Fasha" userId="cc64f42d-a1a6-4f08-b97b-0c37f877119f" providerId="ADAL" clId="{FDE0856B-42F7-40B6-BE6F-9BC89E48B27A}" dt="2024-07-20T08:23:56.655" v="469" actId="20577"/>
          <ac:spMkLst>
            <pc:docMk/>
            <pc:sldMk cId="700185716" sldId="465"/>
            <ac:spMk id="2" creationId="{EDE58EE7-7AD9-637E-9AFF-D5B022866F0C}"/>
          </ac:spMkLst>
        </pc:spChg>
        <pc:spChg chg="mod">
          <ac:chgData name="Mohammed Fasha" userId="cc64f42d-a1a6-4f08-b97b-0c37f877119f" providerId="ADAL" clId="{FDE0856B-42F7-40B6-BE6F-9BC89E48B27A}" dt="2024-07-20T09:31:04.467" v="938" actId="207"/>
          <ac:spMkLst>
            <pc:docMk/>
            <pc:sldMk cId="700185716" sldId="465"/>
            <ac:spMk id="3" creationId="{64C230D2-1D22-7EE2-A1B6-E3B6A48AD9E2}"/>
          </ac:spMkLst>
        </pc:spChg>
      </pc:sldChg>
      <pc:sldChg chg="modSp add mod">
        <pc:chgData name="Mohammed Fasha" userId="cc64f42d-a1a6-4f08-b97b-0c37f877119f" providerId="ADAL" clId="{FDE0856B-42F7-40B6-BE6F-9BC89E48B27A}" dt="2024-07-20T09:31:08.348" v="939" actId="207"/>
        <pc:sldMkLst>
          <pc:docMk/>
          <pc:sldMk cId="2849205594" sldId="466"/>
        </pc:sldMkLst>
        <pc:spChg chg="mod">
          <ac:chgData name="Mohammed Fasha" userId="cc64f42d-a1a6-4f08-b97b-0c37f877119f" providerId="ADAL" clId="{FDE0856B-42F7-40B6-BE6F-9BC89E48B27A}" dt="2024-07-20T08:31:45.270" v="554" actId="20577"/>
          <ac:spMkLst>
            <pc:docMk/>
            <pc:sldMk cId="2849205594" sldId="466"/>
            <ac:spMk id="2" creationId="{EDE58EE7-7AD9-637E-9AFF-D5B022866F0C}"/>
          </ac:spMkLst>
        </pc:spChg>
        <pc:spChg chg="mod">
          <ac:chgData name="Mohammed Fasha" userId="cc64f42d-a1a6-4f08-b97b-0c37f877119f" providerId="ADAL" clId="{FDE0856B-42F7-40B6-BE6F-9BC89E48B27A}" dt="2024-07-20T09:31:08.348" v="939" actId="207"/>
          <ac:spMkLst>
            <pc:docMk/>
            <pc:sldMk cId="2849205594" sldId="466"/>
            <ac:spMk id="3" creationId="{64C230D2-1D22-7EE2-A1B6-E3B6A48AD9E2}"/>
          </ac:spMkLst>
        </pc:spChg>
      </pc:sldChg>
      <pc:sldChg chg="del">
        <pc:chgData name="Mohammed Fasha" userId="cc64f42d-a1a6-4f08-b97b-0c37f877119f" providerId="ADAL" clId="{FDE0856B-42F7-40B6-BE6F-9BC89E48B27A}" dt="2024-07-20T06:26:10.787" v="55" actId="2696"/>
        <pc:sldMkLst>
          <pc:docMk/>
          <pc:sldMk cId="719424402" sldId="467"/>
        </pc:sldMkLst>
      </pc:sldChg>
      <pc:sldChg chg="modSp add mod">
        <pc:chgData name="Mohammed Fasha" userId="cc64f42d-a1a6-4f08-b97b-0c37f877119f" providerId="ADAL" clId="{FDE0856B-42F7-40B6-BE6F-9BC89E48B27A}" dt="2024-07-20T09:31:11.557" v="940" actId="207"/>
        <pc:sldMkLst>
          <pc:docMk/>
          <pc:sldMk cId="1202047402" sldId="467"/>
        </pc:sldMkLst>
        <pc:spChg chg="mod">
          <ac:chgData name="Mohammed Fasha" userId="cc64f42d-a1a6-4f08-b97b-0c37f877119f" providerId="ADAL" clId="{FDE0856B-42F7-40B6-BE6F-9BC89E48B27A}" dt="2024-07-20T08:34:29.575" v="652" actId="20577"/>
          <ac:spMkLst>
            <pc:docMk/>
            <pc:sldMk cId="1202047402" sldId="467"/>
            <ac:spMk id="2" creationId="{EDE58EE7-7AD9-637E-9AFF-D5B022866F0C}"/>
          </ac:spMkLst>
        </pc:spChg>
        <pc:spChg chg="mod">
          <ac:chgData name="Mohammed Fasha" userId="cc64f42d-a1a6-4f08-b97b-0c37f877119f" providerId="ADAL" clId="{FDE0856B-42F7-40B6-BE6F-9BC89E48B27A}" dt="2024-07-20T09:31:11.557" v="940" actId="207"/>
          <ac:spMkLst>
            <pc:docMk/>
            <pc:sldMk cId="1202047402" sldId="467"/>
            <ac:spMk id="3" creationId="{64C230D2-1D22-7EE2-A1B6-E3B6A48AD9E2}"/>
          </ac:spMkLst>
        </pc:spChg>
      </pc:sldChg>
      <pc:sldChg chg="delSp modSp add mod modClrScheme chgLayout">
        <pc:chgData name="Mohammed Fasha" userId="cc64f42d-a1a6-4f08-b97b-0c37f877119f" providerId="ADAL" clId="{FDE0856B-42F7-40B6-BE6F-9BC89E48B27A}" dt="2024-07-20T20:16:53.366" v="4850" actId="14100"/>
        <pc:sldMkLst>
          <pc:docMk/>
          <pc:sldMk cId="515248179" sldId="468"/>
        </pc:sldMkLst>
        <pc:spChg chg="del mod">
          <ac:chgData name="Mohammed Fasha" userId="cc64f42d-a1a6-4f08-b97b-0c37f877119f" providerId="ADAL" clId="{FDE0856B-42F7-40B6-BE6F-9BC89E48B27A}" dt="2024-07-20T20:16:48.095" v="4848" actId="700"/>
          <ac:spMkLst>
            <pc:docMk/>
            <pc:sldMk cId="515248179" sldId="468"/>
            <ac:spMk id="2" creationId="{EDE58EE7-7AD9-637E-9AFF-D5B022866F0C}"/>
          </ac:spMkLst>
        </pc:spChg>
        <pc:spChg chg="mod ord">
          <ac:chgData name="Mohammed Fasha" userId="cc64f42d-a1a6-4f08-b97b-0c37f877119f" providerId="ADAL" clId="{FDE0856B-42F7-40B6-BE6F-9BC89E48B27A}" dt="2024-07-20T20:16:53.366" v="4850" actId="14100"/>
          <ac:spMkLst>
            <pc:docMk/>
            <pc:sldMk cId="515248179" sldId="468"/>
            <ac:spMk id="3" creationId="{64C230D2-1D22-7EE2-A1B6-E3B6A48AD9E2}"/>
          </ac:spMkLst>
        </pc:spChg>
      </pc:sldChg>
      <pc:sldChg chg="addSp delSp modSp new mod modClrScheme chgLayout">
        <pc:chgData name="Mohammed Fasha" userId="cc64f42d-a1a6-4f08-b97b-0c37f877119f" providerId="ADAL" clId="{FDE0856B-42F7-40B6-BE6F-9BC89E48B27A}" dt="2024-07-20T08:40:44.559" v="669" actId="20577"/>
        <pc:sldMkLst>
          <pc:docMk/>
          <pc:sldMk cId="588486761" sldId="469"/>
        </pc:sldMkLst>
        <pc:spChg chg="del mod ord">
          <ac:chgData name="Mohammed Fasha" userId="cc64f42d-a1a6-4f08-b97b-0c37f877119f" providerId="ADAL" clId="{FDE0856B-42F7-40B6-BE6F-9BC89E48B27A}" dt="2024-07-20T08:40:23.133" v="657" actId="700"/>
          <ac:spMkLst>
            <pc:docMk/>
            <pc:sldMk cId="588486761" sldId="469"/>
            <ac:spMk id="2" creationId="{8DA4C9E6-0B1B-6DE5-9675-22C865B171A9}"/>
          </ac:spMkLst>
        </pc:spChg>
        <pc:spChg chg="del mod ord">
          <ac:chgData name="Mohammed Fasha" userId="cc64f42d-a1a6-4f08-b97b-0c37f877119f" providerId="ADAL" clId="{FDE0856B-42F7-40B6-BE6F-9BC89E48B27A}" dt="2024-07-20T08:40:23.133" v="657" actId="700"/>
          <ac:spMkLst>
            <pc:docMk/>
            <pc:sldMk cId="588486761" sldId="469"/>
            <ac:spMk id="3" creationId="{ED95E29A-F0FF-2A85-1C92-C15B8E6F508B}"/>
          </ac:spMkLst>
        </pc:spChg>
        <pc:spChg chg="add mod ord">
          <ac:chgData name="Mohammed Fasha" userId="cc64f42d-a1a6-4f08-b97b-0c37f877119f" providerId="ADAL" clId="{FDE0856B-42F7-40B6-BE6F-9BC89E48B27A}" dt="2024-07-20T08:40:44.559" v="669" actId="20577"/>
          <ac:spMkLst>
            <pc:docMk/>
            <pc:sldMk cId="588486761" sldId="469"/>
            <ac:spMk id="4" creationId="{4EA7B14A-510A-C9FE-B820-F0D1AF04329F}"/>
          </ac:spMkLst>
        </pc:spChg>
        <pc:spChg chg="add del mod ord">
          <ac:chgData name="Mohammed Fasha" userId="cc64f42d-a1a6-4f08-b97b-0c37f877119f" providerId="ADAL" clId="{FDE0856B-42F7-40B6-BE6F-9BC89E48B27A}" dt="2024-07-20T08:40:40.608" v="667" actId="700"/>
          <ac:spMkLst>
            <pc:docMk/>
            <pc:sldMk cId="588486761" sldId="469"/>
            <ac:spMk id="5" creationId="{7C0554FC-A55A-4383-8BBB-C11223D3A0A2}"/>
          </ac:spMkLst>
        </pc:spChg>
        <pc:spChg chg="add del mod ord">
          <ac:chgData name="Mohammed Fasha" userId="cc64f42d-a1a6-4f08-b97b-0c37f877119f" providerId="ADAL" clId="{FDE0856B-42F7-40B6-BE6F-9BC89E48B27A}" dt="2024-07-20T08:40:40.608" v="667" actId="700"/>
          <ac:spMkLst>
            <pc:docMk/>
            <pc:sldMk cId="588486761" sldId="469"/>
            <ac:spMk id="6" creationId="{B3CF6A8D-16CB-D4C4-8DAB-79C0FF36E735}"/>
          </ac:spMkLst>
        </pc:spChg>
      </pc:sldChg>
      <pc:sldChg chg="addSp delSp modSp new mod modClrScheme chgLayout">
        <pc:chgData name="Mohammed Fasha" userId="cc64f42d-a1a6-4f08-b97b-0c37f877119f" providerId="ADAL" clId="{FDE0856B-42F7-40B6-BE6F-9BC89E48B27A}" dt="2024-07-20T08:41:17.822" v="672"/>
        <pc:sldMkLst>
          <pc:docMk/>
          <pc:sldMk cId="1878274554" sldId="470"/>
        </pc:sldMkLst>
        <pc:spChg chg="del mod ord">
          <ac:chgData name="Mohammed Fasha" userId="cc64f42d-a1a6-4f08-b97b-0c37f877119f" providerId="ADAL" clId="{FDE0856B-42F7-40B6-BE6F-9BC89E48B27A}" dt="2024-07-20T08:40:53.313" v="671" actId="700"/>
          <ac:spMkLst>
            <pc:docMk/>
            <pc:sldMk cId="1878274554" sldId="470"/>
            <ac:spMk id="2" creationId="{FD3D458A-60D7-857D-8A44-49A8CADE48DA}"/>
          </ac:spMkLst>
        </pc:spChg>
        <pc:spChg chg="del mod ord">
          <ac:chgData name="Mohammed Fasha" userId="cc64f42d-a1a6-4f08-b97b-0c37f877119f" providerId="ADAL" clId="{FDE0856B-42F7-40B6-BE6F-9BC89E48B27A}" dt="2024-07-20T08:40:53.313" v="671" actId="700"/>
          <ac:spMkLst>
            <pc:docMk/>
            <pc:sldMk cId="1878274554" sldId="470"/>
            <ac:spMk id="3" creationId="{C50ECAED-8978-B0BF-7369-F3A05832B71B}"/>
          </ac:spMkLst>
        </pc:spChg>
        <pc:spChg chg="add mod ord">
          <ac:chgData name="Mohammed Fasha" userId="cc64f42d-a1a6-4f08-b97b-0c37f877119f" providerId="ADAL" clId="{FDE0856B-42F7-40B6-BE6F-9BC89E48B27A}" dt="2024-07-20T08:41:17.822" v="672"/>
          <ac:spMkLst>
            <pc:docMk/>
            <pc:sldMk cId="1878274554" sldId="470"/>
            <ac:spMk id="4" creationId="{91F665F4-885B-DF29-2837-E3C3EF0D235A}"/>
          </ac:spMkLst>
        </pc:spChg>
        <pc:spChg chg="add mod ord">
          <ac:chgData name="Mohammed Fasha" userId="cc64f42d-a1a6-4f08-b97b-0c37f877119f" providerId="ADAL" clId="{FDE0856B-42F7-40B6-BE6F-9BC89E48B27A}" dt="2024-07-20T08:40:53.313" v="671" actId="700"/>
          <ac:spMkLst>
            <pc:docMk/>
            <pc:sldMk cId="1878274554" sldId="470"/>
            <ac:spMk id="5" creationId="{225E6E6D-FF80-449E-7B07-4595F72EDDF7}"/>
          </ac:spMkLst>
        </pc:spChg>
      </pc:sldChg>
      <pc:sldChg chg="del">
        <pc:chgData name="Mohammed Fasha" userId="cc64f42d-a1a6-4f08-b97b-0c37f877119f" providerId="ADAL" clId="{FDE0856B-42F7-40B6-BE6F-9BC89E48B27A}" dt="2024-07-20T06:26:10.787" v="55" actId="2696"/>
        <pc:sldMkLst>
          <pc:docMk/>
          <pc:sldMk cId="3168600941" sldId="471"/>
        </pc:sldMkLst>
      </pc:sldChg>
      <pc:sldChg chg="addSp delSp modSp new mod modClrScheme chgLayout">
        <pc:chgData name="Mohammed Fasha" userId="cc64f42d-a1a6-4f08-b97b-0c37f877119f" providerId="ADAL" clId="{FDE0856B-42F7-40B6-BE6F-9BC89E48B27A}" dt="2024-07-20T11:30:06.595" v="1095" actId="33524"/>
        <pc:sldMkLst>
          <pc:docMk/>
          <pc:sldMk cId="3805543129" sldId="471"/>
        </pc:sldMkLst>
        <pc:spChg chg="del mod ord">
          <ac:chgData name="Mohammed Fasha" userId="cc64f42d-a1a6-4f08-b97b-0c37f877119f" providerId="ADAL" clId="{FDE0856B-42F7-40B6-BE6F-9BC89E48B27A}" dt="2024-07-20T08:41:29.137" v="674" actId="700"/>
          <ac:spMkLst>
            <pc:docMk/>
            <pc:sldMk cId="3805543129" sldId="471"/>
            <ac:spMk id="2" creationId="{794F9801-369F-39D4-904C-A6ABDF71F903}"/>
          </ac:spMkLst>
        </pc:spChg>
        <pc:spChg chg="del mod ord">
          <ac:chgData name="Mohammed Fasha" userId="cc64f42d-a1a6-4f08-b97b-0c37f877119f" providerId="ADAL" clId="{FDE0856B-42F7-40B6-BE6F-9BC89E48B27A}" dt="2024-07-20T08:41:29.137" v="674" actId="700"/>
          <ac:spMkLst>
            <pc:docMk/>
            <pc:sldMk cId="3805543129" sldId="471"/>
            <ac:spMk id="3" creationId="{C13F5A33-215D-9014-F234-55124A712673}"/>
          </ac:spMkLst>
        </pc:spChg>
        <pc:spChg chg="add mod ord">
          <ac:chgData name="Mohammed Fasha" userId="cc64f42d-a1a6-4f08-b97b-0c37f877119f" providerId="ADAL" clId="{FDE0856B-42F7-40B6-BE6F-9BC89E48B27A}" dt="2024-07-20T08:41:34.015" v="682" actId="20577"/>
          <ac:spMkLst>
            <pc:docMk/>
            <pc:sldMk cId="3805543129" sldId="471"/>
            <ac:spMk id="4" creationId="{9ABA07E4-9F6A-1681-69A6-46CA8FBF0C7A}"/>
          </ac:spMkLst>
        </pc:spChg>
        <pc:spChg chg="add mod ord">
          <ac:chgData name="Mohammed Fasha" userId="cc64f42d-a1a6-4f08-b97b-0c37f877119f" providerId="ADAL" clId="{FDE0856B-42F7-40B6-BE6F-9BC89E48B27A}" dt="2024-07-20T11:30:06.595" v="1095" actId="33524"/>
          <ac:spMkLst>
            <pc:docMk/>
            <pc:sldMk cId="3805543129" sldId="471"/>
            <ac:spMk id="5" creationId="{89D08A49-A783-43FA-4459-82F5F89FEC69}"/>
          </ac:spMkLst>
        </pc:spChg>
      </pc:sldChg>
      <pc:sldChg chg="del">
        <pc:chgData name="Mohammed Fasha" userId="cc64f42d-a1a6-4f08-b97b-0c37f877119f" providerId="ADAL" clId="{FDE0856B-42F7-40B6-BE6F-9BC89E48B27A}" dt="2024-07-20T06:26:10.787" v="55" actId="2696"/>
        <pc:sldMkLst>
          <pc:docMk/>
          <pc:sldMk cId="2302099845" sldId="472"/>
        </pc:sldMkLst>
      </pc:sldChg>
      <pc:sldChg chg="addSp delSp modSp new mod modClrScheme chgLayout">
        <pc:chgData name="Mohammed Fasha" userId="cc64f42d-a1a6-4f08-b97b-0c37f877119f" providerId="ADAL" clId="{FDE0856B-42F7-40B6-BE6F-9BC89E48B27A}" dt="2024-07-20T08:42:52.776" v="697" actId="20577"/>
        <pc:sldMkLst>
          <pc:docMk/>
          <pc:sldMk cId="3644881119" sldId="472"/>
        </pc:sldMkLst>
        <pc:spChg chg="del mod ord">
          <ac:chgData name="Mohammed Fasha" userId="cc64f42d-a1a6-4f08-b97b-0c37f877119f" providerId="ADAL" clId="{FDE0856B-42F7-40B6-BE6F-9BC89E48B27A}" dt="2024-07-20T08:42:43.122" v="687" actId="700"/>
          <ac:spMkLst>
            <pc:docMk/>
            <pc:sldMk cId="3644881119" sldId="472"/>
            <ac:spMk id="2" creationId="{E87ADDC4-DF22-35F2-EF52-5D3F7A4E07AD}"/>
          </ac:spMkLst>
        </pc:spChg>
        <pc:spChg chg="del mod ord">
          <ac:chgData name="Mohammed Fasha" userId="cc64f42d-a1a6-4f08-b97b-0c37f877119f" providerId="ADAL" clId="{FDE0856B-42F7-40B6-BE6F-9BC89E48B27A}" dt="2024-07-20T08:42:43.122" v="687" actId="700"/>
          <ac:spMkLst>
            <pc:docMk/>
            <pc:sldMk cId="3644881119" sldId="472"/>
            <ac:spMk id="3" creationId="{6FE66FAE-53BF-AE44-B36B-0D8AB8F3D598}"/>
          </ac:spMkLst>
        </pc:spChg>
        <pc:spChg chg="add mod ord">
          <ac:chgData name="Mohammed Fasha" userId="cc64f42d-a1a6-4f08-b97b-0c37f877119f" providerId="ADAL" clId="{FDE0856B-42F7-40B6-BE6F-9BC89E48B27A}" dt="2024-07-20T08:42:47.822" v="695" actId="20577"/>
          <ac:spMkLst>
            <pc:docMk/>
            <pc:sldMk cId="3644881119" sldId="472"/>
            <ac:spMk id="4" creationId="{E890A4E6-1D5D-2E9D-0DB1-79F7A523F526}"/>
          </ac:spMkLst>
        </pc:spChg>
        <pc:spChg chg="add mod ord">
          <ac:chgData name="Mohammed Fasha" userId="cc64f42d-a1a6-4f08-b97b-0c37f877119f" providerId="ADAL" clId="{FDE0856B-42F7-40B6-BE6F-9BC89E48B27A}" dt="2024-07-20T08:42:52.776" v="697" actId="20577"/>
          <ac:spMkLst>
            <pc:docMk/>
            <pc:sldMk cId="3644881119" sldId="472"/>
            <ac:spMk id="5" creationId="{83037D39-5015-FB3A-2B61-442696B6B77A}"/>
          </ac:spMkLst>
        </pc:spChg>
      </pc:sldChg>
      <pc:sldChg chg="del">
        <pc:chgData name="Mohammed Fasha" userId="cc64f42d-a1a6-4f08-b97b-0c37f877119f" providerId="ADAL" clId="{FDE0856B-42F7-40B6-BE6F-9BC89E48B27A}" dt="2024-07-20T06:26:10.787" v="55" actId="2696"/>
        <pc:sldMkLst>
          <pc:docMk/>
          <pc:sldMk cId="118211851" sldId="473"/>
        </pc:sldMkLst>
      </pc:sldChg>
      <pc:sldChg chg="addSp modSp new mod">
        <pc:chgData name="Mohammed Fasha" userId="cc64f42d-a1a6-4f08-b97b-0c37f877119f" providerId="ADAL" clId="{FDE0856B-42F7-40B6-BE6F-9BC89E48B27A}" dt="2024-07-20T13:08:28.579" v="2567" actId="207"/>
        <pc:sldMkLst>
          <pc:docMk/>
          <pc:sldMk cId="1397039846" sldId="473"/>
        </pc:sldMkLst>
        <pc:spChg chg="mod">
          <ac:chgData name="Mohammed Fasha" userId="cc64f42d-a1a6-4f08-b97b-0c37f877119f" providerId="ADAL" clId="{FDE0856B-42F7-40B6-BE6F-9BC89E48B27A}" dt="2024-07-20T08:55:34.458" v="716"/>
          <ac:spMkLst>
            <pc:docMk/>
            <pc:sldMk cId="1397039846" sldId="473"/>
            <ac:spMk id="2" creationId="{6499CF66-AF95-82B0-1411-D1DF07D97DBA}"/>
          </ac:spMkLst>
        </pc:spChg>
        <pc:spChg chg="mod">
          <ac:chgData name="Mohammed Fasha" userId="cc64f42d-a1a6-4f08-b97b-0c37f877119f" providerId="ADAL" clId="{FDE0856B-42F7-40B6-BE6F-9BC89E48B27A}" dt="2024-07-20T13:08:28.579" v="2567" actId="207"/>
          <ac:spMkLst>
            <pc:docMk/>
            <pc:sldMk cId="1397039846" sldId="473"/>
            <ac:spMk id="3" creationId="{2CD0C133-C59C-0EAA-3867-009E9BE7BD31}"/>
          </ac:spMkLst>
        </pc:spChg>
        <pc:picChg chg="add mod">
          <ac:chgData name="Mohammed Fasha" userId="cc64f42d-a1a6-4f08-b97b-0c37f877119f" providerId="ADAL" clId="{FDE0856B-42F7-40B6-BE6F-9BC89E48B27A}" dt="2024-07-20T09:20:34.090" v="890" actId="1076"/>
          <ac:picMkLst>
            <pc:docMk/>
            <pc:sldMk cId="1397039846" sldId="473"/>
            <ac:picMk id="2050" creationId="{390510BD-9978-D843-E904-93EE4EB2F12C}"/>
          </ac:picMkLst>
        </pc:picChg>
      </pc:sldChg>
      <pc:sldChg chg="del">
        <pc:chgData name="Mohammed Fasha" userId="cc64f42d-a1a6-4f08-b97b-0c37f877119f" providerId="ADAL" clId="{FDE0856B-42F7-40B6-BE6F-9BC89E48B27A}" dt="2024-07-20T06:26:10.787" v="55" actId="2696"/>
        <pc:sldMkLst>
          <pc:docMk/>
          <pc:sldMk cId="1150689950" sldId="474"/>
        </pc:sldMkLst>
      </pc:sldChg>
      <pc:sldChg chg="modSp new mod">
        <pc:chgData name="Mohammed Fasha" userId="cc64f42d-a1a6-4f08-b97b-0c37f877119f" providerId="ADAL" clId="{FDE0856B-42F7-40B6-BE6F-9BC89E48B27A}" dt="2024-07-20T13:08:58.478" v="2570" actId="207"/>
        <pc:sldMkLst>
          <pc:docMk/>
          <pc:sldMk cId="3034205703" sldId="474"/>
        </pc:sldMkLst>
        <pc:spChg chg="mod">
          <ac:chgData name="Mohammed Fasha" userId="cc64f42d-a1a6-4f08-b97b-0c37f877119f" providerId="ADAL" clId="{FDE0856B-42F7-40B6-BE6F-9BC89E48B27A}" dt="2024-07-20T08:56:50.748" v="736"/>
          <ac:spMkLst>
            <pc:docMk/>
            <pc:sldMk cId="3034205703" sldId="474"/>
            <ac:spMk id="2" creationId="{12051A00-4761-C037-4EA3-31C425174172}"/>
          </ac:spMkLst>
        </pc:spChg>
        <pc:spChg chg="mod">
          <ac:chgData name="Mohammed Fasha" userId="cc64f42d-a1a6-4f08-b97b-0c37f877119f" providerId="ADAL" clId="{FDE0856B-42F7-40B6-BE6F-9BC89E48B27A}" dt="2024-07-20T13:08:58.478" v="2570" actId="207"/>
          <ac:spMkLst>
            <pc:docMk/>
            <pc:sldMk cId="3034205703" sldId="474"/>
            <ac:spMk id="3" creationId="{ED13A40D-D30B-7169-16EA-3A21FB4A15F1}"/>
          </ac:spMkLst>
        </pc:spChg>
      </pc:sldChg>
      <pc:sldChg chg="del">
        <pc:chgData name="Mohammed Fasha" userId="cc64f42d-a1a6-4f08-b97b-0c37f877119f" providerId="ADAL" clId="{FDE0856B-42F7-40B6-BE6F-9BC89E48B27A}" dt="2024-07-20T06:26:10.787" v="55" actId="2696"/>
        <pc:sldMkLst>
          <pc:docMk/>
          <pc:sldMk cId="942593251" sldId="475"/>
        </pc:sldMkLst>
      </pc:sldChg>
      <pc:sldChg chg="modSp new mod">
        <pc:chgData name="Mohammed Fasha" userId="cc64f42d-a1a6-4f08-b97b-0c37f877119f" providerId="ADAL" clId="{FDE0856B-42F7-40B6-BE6F-9BC89E48B27A}" dt="2024-07-20T13:10:14.300" v="2585" actId="6549"/>
        <pc:sldMkLst>
          <pc:docMk/>
          <pc:sldMk cId="2141774450" sldId="475"/>
        </pc:sldMkLst>
        <pc:spChg chg="mod">
          <ac:chgData name="Mohammed Fasha" userId="cc64f42d-a1a6-4f08-b97b-0c37f877119f" providerId="ADAL" clId="{FDE0856B-42F7-40B6-BE6F-9BC89E48B27A}" dt="2024-07-20T08:57:46.939" v="746"/>
          <ac:spMkLst>
            <pc:docMk/>
            <pc:sldMk cId="2141774450" sldId="475"/>
            <ac:spMk id="2" creationId="{1DDCDED1-C321-D29D-FF02-CCDD575E4B5F}"/>
          </ac:spMkLst>
        </pc:spChg>
        <pc:spChg chg="mod">
          <ac:chgData name="Mohammed Fasha" userId="cc64f42d-a1a6-4f08-b97b-0c37f877119f" providerId="ADAL" clId="{FDE0856B-42F7-40B6-BE6F-9BC89E48B27A}" dt="2024-07-20T13:10:14.300" v="2585" actId="6549"/>
          <ac:spMkLst>
            <pc:docMk/>
            <pc:sldMk cId="2141774450" sldId="475"/>
            <ac:spMk id="3" creationId="{839C3AC5-1209-9ABF-363F-45587EDD74C0}"/>
          </ac:spMkLst>
        </pc:spChg>
      </pc:sldChg>
      <pc:sldChg chg="del">
        <pc:chgData name="Mohammed Fasha" userId="cc64f42d-a1a6-4f08-b97b-0c37f877119f" providerId="ADAL" clId="{FDE0856B-42F7-40B6-BE6F-9BC89E48B27A}" dt="2024-07-20T06:26:10.787" v="55" actId="2696"/>
        <pc:sldMkLst>
          <pc:docMk/>
          <pc:sldMk cId="94366255" sldId="476"/>
        </pc:sldMkLst>
      </pc:sldChg>
      <pc:sldChg chg="addSp delSp modSp new mod ord">
        <pc:chgData name="Mohammed Fasha" userId="cc64f42d-a1a6-4f08-b97b-0c37f877119f" providerId="ADAL" clId="{FDE0856B-42F7-40B6-BE6F-9BC89E48B27A}" dt="2024-07-20T13:08:38.436" v="2568" actId="207"/>
        <pc:sldMkLst>
          <pc:docMk/>
          <pc:sldMk cId="4148839060" sldId="476"/>
        </pc:sldMkLst>
        <pc:spChg chg="mod">
          <ac:chgData name="Mohammed Fasha" userId="cc64f42d-a1a6-4f08-b97b-0c37f877119f" providerId="ADAL" clId="{FDE0856B-42F7-40B6-BE6F-9BC89E48B27A}" dt="2024-07-20T08:55:21.752" v="715" actId="20577"/>
          <ac:spMkLst>
            <pc:docMk/>
            <pc:sldMk cId="4148839060" sldId="476"/>
            <ac:spMk id="2" creationId="{563A58FA-4774-E2D6-2C88-7031699D560A}"/>
          </ac:spMkLst>
        </pc:spChg>
        <pc:spChg chg="mod">
          <ac:chgData name="Mohammed Fasha" userId="cc64f42d-a1a6-4f08-b97b-0c37f877119f" providerId="ADAL" clId="{FDE0856B-42F7-40B6-BE6F-9BC89E48B27A}" dt="2024-07-20T13:08:38.436" v="2568" actId="207"/>
          <ac:spMkLst>
            <pc:docMk/>
            <pc:sldMk cId="4148839060" sldId="476"/>
            <ac:spMk id="3" creationId="{1AD83E67-CCED-B779-3C8F-E6A5BB1F4A3E}"/>
          </ac:spMkLst>
        </pc:spChg>
        <pc:spChg chg="add">
          <ac:chgData name="Mohammed Fasha" userId="cc64f42d-a1a6-4f08-b97b-0c37f877119f" providerId="ADAL" clId="{FDE0856B-42F7-40B6-BE6F-9BC89E48B27A}" dt="2024-07-20T09:23:33.089" v="913"/>
          <ac:spMkLst>
            <pc:docMk/>
            <pc:sldMk cId="4148839060" sldId="476"/>
            <ac:spMk id="4" creationId="{F4F183D3-50B1-1FFA-3387-278CF29B8358}"/>
          </ac:spMkLst>
        </pc:spChg>
        <pc:picChg chg="add del mod">
          <ac:chgData name="Mohammed Fasha" userId="cc64f42d-a1a6-4f08-b97b-0c37f877119f" providerId="ADAL" clId="{FDE0856B-42F7-40B6-BE6F-9BC89E48B27A}" dt="2024-07-20T09:24:26.874" v="929" actId="21"/>
          <ac:picMkLst>
            <pc:docMk/>
            <pc:sldMk cId="4148839060" sldId="476"/>
            <ac:picMk id="1026" creationId="{3AC61BE5-4590-65D2-9D49-B417A1F87080}"/>
          </ac:picMkLst>
        </pc:picChg>
        <pc:picChg chg="add del mod">
          <ac:chgData name="Mohammed Fasha" userId="cc64f42d-a1a6-4f08-b97b-0c37f877119f" providerId="ADAL" clId="{FDE0856B-42F7-40B6-BE6F-9BC89E48B27A}" dt="2024-07-20T13:08:05.492" v="2563" actId="1076"/>
          <ac:picMkLst>
            <pc:docMk/>
            <pc:sldMk cId="4148839060" sldId="476"/>
            <ac:picMk id="1028" creationId="{98B34A08-8C06-11B2-BF13-776B2981D5FA}"/>
          </ac:picMkLst>
        </pc:picChg>
        <pc:picChg chg="add mod">
          <ac:chgData name="Mohammed Fasha" userId="cc64f42d-a1a6-4f08-b97b-0c37f877119f" providerId="ADAL" clId="{FDE0856B-42F7-40B6-BE6F-9BC89E48B27A}" dt="2024-07-20T09:24:17.991" v="926" actId="14100"/>
          <ac:picMkLst>
            <pc:docMk/>
            <pc:sldMk cId="4148839060" sldId="476"/>
            <ac:picMk id="1030" creationId="{00DE4B70-4170-0CC4-06D0-4F72DBD5B07D}"/>
          </ac:picMkLst>
        </pc:picChg>
        <pc:picChg chg="add mod">
          <ac:chgData name="Mohammed Fasha" userId="cc64f42d-a1a6-4f08-b97b-0c37f877119f" providerId="ADAL" clId="{FDE0856B-42F7-40B6-BE6F-9BC89E48B27A}" dt="2024-07-20T09:24:15.157" v="920" actId="14100"/>
          <ac:picMkLst>
            <pc:docMk/>
            <pc:sldMk cId="4148839060" sldId="476"/>
            <ac:picMk id="1034" creationId="{E4651C43-5EC2-100D-99C4-802C8B765B11}"/>
          </ac:picMkLst>
        </pc:picChg>
        <pc:picChg chg="add mod">
          <ac:chgData name="Mohammed Fasha" userId="cc64f42d-a1a6-4f08-b97b-0c37f877119f" providerId="ADAL" clId="{FDE0856B-42F7-40B6-BE6F-9BC89E48B27A}" dt="2024-07-20T09:25:03.013" v="935" actId="14100"/>
          <ac:picMkLst>
            <pc:docMk/>
            <pc:sldMk cId="4148839060" sldId="476"/>
            <ac:picMk id="1036" creationId="{32108A9A-9D6F-B245-124D-DC5647258501}"/>
          </ac:picMkLst>
        </pc:picChg>
      </pc:sldChg>
      <pc:sldChg chg="modSp new mod">
        <pc:chgData name="Mohammed Fasha" userId="cc64f42d-a1a6-4f08-b97b-0c37f877119f" providerId="ADAL" clId="{FDE0856B-42F7-40B6-BE6F-9BC89E48B27A}" dt="2024-07-20T13:10:43.463" v="2597" actId="207"/>
        <pc:sldMkLst>
          <pc:docMk/>
          <pc:sldMk cId="2171453157" sldId="477"/>
        </pc:sldMkLst>
        <pc:spChg chg="mod">
          <ac:chgData name="Mohammed Fasha" userId="cc64f42d-a1a6-4f08-b97b-0c37f877119f" providerId="ADAL" clId="{FDE0856B-42F7-40B6-BE6F-9BC89E48B27A}" dt="2024-07-20T08:58:43.899" v="761"/>
          <ac:spMkLst>
            <pc:docMk/>
            <pc:sldMk cId="2171453157" sldId="477"/>
            <ac:spMk id="2" creationId="{E104880D-9EA5-A07E-F604-6C62D4C515D5}"/>
          </ac:spMkLst>
        </pc:spChg>
        <pc:spChg chg="mod">
          <ac:chgData name="Mohammed Fasha" userId="cc64f42d-a1a6-4f08-b97b-0c37f877119f" providerId="ADAL" clId="{FDE0856B-42F7-40B6-BE6F-9BC89E48B27A}" dt="2024-07-20T13:10:43.463" v="2597" actId="207"/>
          <ac:spMkLst>
            <pc:docMk/>
            <pc:sldMk cId="2171453157" sldId="477"/>
            <ac:spMk id="3" creationId="{4632884D-993F-9B2C-6F4C-507DC8B1359E}"/>
          </ac:spMkLst>
        </pc:spChg>
      </pc:sldChg>
      <pc:sldChg chg="del">
        <pc:chgData name="Mohammed Fasha" userId="cc64f42d-a1a6-4f08-b97b-0c37f877119f" providerId="ADAL" clId="{FDE0856B-42F7-40B6-BE6F-9BC89E48B27A}" dt="2024-07-20T06:26:10.787" v="55" actId="2696"/>
        <pc:sldMkLst>
          <pc:docMk/>
          <pc:sldMk cId="3109107256" sldId="477"/>
        </pc:sldMkLst>
      </pc:sldChg>
      <pc:sldChg chg="modSp new mod">
        <pc:chgData name="Mohammed Fasha" userId="cc64f42d-a1a6-4f08-b97b-0c37f877119f" providerId="ADAL" clId="{FDE0856B-42F7-40B6-BE6F-9BC89E48B27A}" dt="2024-07-20T13:11:15.504" v="2600" actId="207"/>
        <pc:sldMkLst>
          <pc:docMk/>
          <pc:sldMk cId="760837331" sldId="478"/>
        </pc:sldMkLst>
        <pc:spChg chg="mod">
          <ac:chgData name="Mohammed Fasha" userId="cc64f42d-a1a6-4f08-b97b-0c37f877119f" providerId="ADAL" clId="{FDE0856B-42F7-40B6-BE6F-9BC89E48B27A}" dt="2024-07-20T08:59:47.192" v="772"/>
          <ac:spMkLst>
            <pc:docMk/>
            <pc:sldMk cId="760837331" sldId="478"/>
            <ac:spMk id="2" creationId="{FAFD9EC5-952C-EAA2-8174-D6E53F58FB37}"/>
          </ac:spMkLst>
        </pc:spChg>
        <pc:spChg chg="mod">
          <ac:chgData name="Mohammed Fasha" userId="cc64f42d-a1a6-4f08-b97b-0c37f877119f" providerId="ADAL" clId="{FDE0856B-42F7-40B6-BE6F-9BC89E48B27A}" dt="2024-07-20T13:11:15.504" v="2600" actId="207"/>
          <ac:spMkLst>
            <pc:docMk/>
            <pc:sldMk cId="760837331" sldId="478"/>
            <ac:spMk id="3" creationId="{5AEE4760-77DB-6EC8-EF4C-303236A3E5BA}"/>
          </ac:spMkLst>
        </pc:spChg>
      </pc:sldChg>
      <pc:sldChg chg="modSp new mod">
        <pc:chgData name="Mohammed Fasha" userId="cc64f42d-a1a6-4f08-b97b-0c37f877119f" providerId="ADAL" clId="{FDE0856B-42F7-40B6-BE6F-9BC89E48B27A}" dt="2024-07-20T09:00:36.575" v="782" actId="20577"/>
        <pc:sldMkLst>
          <pc:docMk/>
          <pc:sldMk cId="3631306349" sldId="479"/>
        </pc:sldMkLst>
        <pc:spChg chg="mod">
          <ac:chgData name="Mohammed Fasha" userId="cc64f42d-a1a6-4f08-b97b-0c37f877119f" providerId="ADAL" clId="{FDE0856B-42F7-40B6-BE6F-9BC89E48B27A}" dt="2024-07-20T09:00:15.531" v="778" actId="27636"/>
          <ac:spMkLst>
            <pc:docMk/>
            <pc:sldMk cId="3631306349" sldId="479"/>
            <ac:spMk id="2" creationId="{AD65148A-F21F-2A41-D4A9-29B99B05FD13}"/>
          </ac:spMkLst>
        </pc:spChg>
        <pc:spChg chg="mod">
          <ac:chgData name="Mohammed Fasha" userId="cc64f42d-a1a6-4f08-b97b-0c37f877119f" providerId="ADAL" clId="{FDE0856B-42F7-40B6-BE6F-9BC89E48B27A}" dt="2024-07-20T09:00:36.575" v="782" actId="20577"/>
          <ac:spMkLst>
            <pc:docMk/>
            <pc:sldMk cId="3631306349" sldId="479"/>
            <ac:spMk id="3" creationId="{08F4DEFA-392F-9172-4E2C-58ECF8E14AEB}"/>
          </ac:spMkLst>
        </pc:spChg>
      </pc:sldChg>
      <pc:sldChg chg="modSp add mod">
        <pc:chgData name="Mohammed Fasha" userId="cc64f42d-a1a6-4f08-b97b-0c37f877119f" providerId="ADAL" clId="{FDE0856B-42F7-40B6-BE6F-9BC89E48B27A}" dt="2024-07-20T13:12:17.493" v="2605" actId="207"/>
        <pc:sldMkLst>
          <pc:docMk/>
          <pc:sldMk cId="2081084824" sldId="480"/>
        </pc:sldMkLst>
        <pc:spChg chg="mod">
          <ac:chgData name="Mohammed Fasha" userId="cc64f42d-a1a6-4f08-b97b-0c37f877119f" providerId="ADAL" clId="{FDE0856B-42F7-40B6-BE6F-9BC89E48B27A}" dt="2024-07-20T13:12:17.493" v="2605" actId="207"/>
          <ac:spMkLst>
            <pc:docMk/>
            <pc:sldMk cId="2081084824" sldId="480"/>
            <ac:spMk id="3" creationId="{056D5967-C462-AA98-A1CE-20394675FE71}"/>
          </ac:spMkLst>
        </pc:spChg>
      </pc:sldChg>
      <pc:sldChg chg="modSp new del mod">
        <pc:chgData name="Mohammed Fasha" userId="cc64f42d-a1a6-4f08-b97b-0c37f877119f" providerId="ADAL" clId="{FDE0856B-42F7-40B6-BE6F-9BC89E48B27A}" dt="2024-07-20T12:14:34.762" v="1594" actId="2696"/>
        <pc:sldMkLst>
          <pc:docMk/>
          <pc:sldMk cId="3534839426" sldId="480"/>
        </pc:sldMkLst>
        <pc:spChg chg="mod">
          <ac:chgData name="Mohammed Fasha" userId="cc64f42d-a1a6-4f08-b97b-0c37f877119f" providerId="ADAL" clId="{FDE0856B-42F7-40B6-BE6F-9BC89E48B27A}" dt="2024-07-20T11:59:38.671" v="1423" actId="20577"/>
          <ac:spMkLst>
            <pc:docMk/>
            <pc:sldMk cId="3534839426" sldId="480"/>
            <ac:spMk id="2" creationId="{62206593-4986-79A1-E0C4-AFBCB7AF4E01}"/>
          </ac:spMkLst>
        </pc:spChg>
        <pc:spChg chg="mod">
          <ac:chgData name="Mohammed Fasha" userId="cc64f42d-a1a6-4f08-b97b-0c37f877119f" providerId="ADAL" clId="{FDE0856B-42F7-40B6-BE6F-9BC89E48B27A}" dt="2024-07-20T11:44:50.030" v="1244" actId="33524"/>
          <ac:spMkLst>
            <pc:docMk/>
            <pc:sldMk cId="3534839426" sldId="480"/>
            <ac:spMk id="3" creationId="{056D5967-C462-AA98-A1CE-20394675FE71}"/>
          </ac:spMkLst>
        </pc:spChg>
      </pc:sldChg>
      <pc:sldChg chg="addSp modSp add mod">
        <pc:chgData name="Mohammed Fasha" userId="cc64f42d-a1a6-4f08-b97b-0c37f877119f" providerId="ADAL" clId="{FDE0856B-42F7-40B6-BE6F-9BC89E48B27A}" dt="2024-07-20T12:20:44.712" v="1777" actId="207"/>
        <pc:sldMkLst>
          <pc:docMk/>
          <pc:sldMk cId="1347099099" sldId="481"/>
        </pc:sldMkLst>
        <pc:spChg chg="mod">
          <ac:chgData name="Mohammed Fasha" userId="cc64f42d-a1a6-4f08-b97b-0c37f877119f" providerId="ADAL" clId="{FDE0856B-42F7-40B6-BE6F-9BC89E48B27A}" dt="2024-07-20T12:20:44.712" v="1777" actId="207"/>
          <ac:spMkLst>
            <pc:docMk/>
            <pc:sldMk cId="1347099099" sldId="481"/>
            <ac:spMk id="9" creationId="{506CA1CC-6091-56A6-B15E-CAE8F8D68ACA}"/>
          </ac:spMkLst>
        </pc:spChg>
        <pc:picChg chg="add">
          <ac:chgData name="Mohammed Fasha" userId="cc64f42d-a1a6-4f08-b97b-0c37f877119f" providerId="ADAL" clId="{FDE0856B-42F7-40B6-BE6F-9BC89E48B27A}" dt="2024-07-20T12:19:38.284" v="1765"/>
          <ac:picMkLst>
            <pc:docMk/>
            <pc:sldMk cId="1347099099" sldId="481"/>
            <ac:picMk id="4098" creationId="{8B58C2BD-0530-7C41-C24B-B15A677F405A}"/>
          </ac:picMkLst>
        </pc:picChg>
      </pc:sldChg>
      <pc:sldChg chg="addSp delSp modSp new del mod chgLayout">
        <pc:chgData name="Mohammed Fasha" userId="cc64f42d-a1a6-4f08-b97b-0c37f877119f" providerId="ADAL" clId="{FDE0856B-42F7-40B6-BE6F-9BC89E48B27A}" dt="2024-07-20T12:14:34.762" v="1594" actId="2696"/>
        <pc:sldMkLst>
          <pc:docMk/>
          <pc:sldMk cId="1758485031" sldId="481"/>
        </pc:sldMkLst>
        <pc:spChg chg="mod ord">
          <ac:chgData name="Mohammed Fasha" userId="cc64f42d-a1a6-4f08-b97b-0c37f877119f" providerId="ADAL" clId="{FDE0856B-42F7-40B6-BE6F-9BC89E48B27A}" dt="2024-07-20T11:53:55.134" v="1287" actId="700"/>
          <ac:spMkLst>
            <pc:docMk/>
            <pc:sldMk cId="1758485031" sldId="481"/>
            <ac:spMk id="2" creationId="{38DEDD3E-A7D7-91A4-3C1D-849207584F1A}"/>
          </ac:spMkLst>
        </pc:spChg>
        <pc:spChg chg="del">
          <ac:chgData name="Mohammed Fasha" userId="cc64f42d-a1a6-4f08-b97b-0c37f877119f" providerId="ADAL" clId="{FDE0856B-42F7-40B6-BE6F-9BC89E48B27A}" dt="2024-07-20T11:48:12.939" v="1245" actId="22"/>
          <ac:spMkLst>
            <pc:docMk/>
            <pc:sldMk cId="1758485031" sldId="481"/>
            <ac:spMk id="3" creationId="{53B1F67D-C486-7908-9967-1831724CEF60}"/>
          </ac:spMkLst>
        </pc:spChg>
        <pc:spChg chg="add">
          <ac:chgData name="Mohammed Fasha" userId="cc64f42d-a1a6-4f08-b97b-0c37f877119f" providerId="ADAL" clId="{FDE0856B-42F7-40B6-BE6F-9BC89E48B27A}" dt="2024-07-20T11:54:09.410" v="1291"/>
          <ac:spMkLst>
            <pc:docMk/>
            <pc:sldMk cId="1758485031" sldId="481"/>
            <ac:spMk id="8" creationId="{63DEC6C9-4024-F774-B4AA-7C4C7994B6B4}"/>
          </ac:spMkLst>
        </pc:spChg>
        <pc:spChg chg="add mod">
          <ac:chgData name="Mohammed Fasha" userId="cc64f42d-a1a6-4f08-b97b-0c37f877119f" providerId="ADAL" clId="{FDE0856B-42F7-40B6-BE6F-9BC89E48B27A}" dt="2024-07-20T12:12:34.043" v="1575" actId="1076"/>
          <ac:spMkLst>
            <pc:docMk/>
            <pc:sldMk cId="1758485031" sldId="481"/>
            <ac:spMk id="9" creationId="{506CA1CC-6091-56A6-B15E-CAE8F8D68ACA}"/>
          </ac:spMkLst>
        </pc:spChg>
        <pc:picChg chg="add mod ord">
          <ac:chgData name="Mohammed Fasha" userId="cc64f42d-a1a6-4f08-b97b-0c37f877119f" providerId="ADAL" clId="{FDE0856B-42F7-40B6-BE6F-9BC89E48B27A}" dt="2024-07-20T11:56:49.231" v="1338" actId="14100"/>
          <ac:picMkLst>
            <pc:docMk/>
            <pc:sldMk cId="1758485031" sldId="481"/>
            <ac:picMk id="5" creationId="{0D348643-304E-2A11-E8BA-7E9AC180E42B}"/>
          </ac:picMkLst>
        </pc:picChg>
        <pc:picChg chg="add mod">
          <ac:chgData name="Mohammed Fasha" userId="cc64f42d-a1a6-4f08-b97b-0c37f877119f" providerId="ADAL" clId="{FDE0856B-42F7-40B6-BE6F-9BC89E48B27A}" dt="2024-07-20T11:54:06.156" v="1289" actId="1076"/>
          <ac:picMkLst>
            <pc:docMk/>
            <pc:sldMk cId="1758485031" sldId="481"/>
            <ac:picMk id="7" creationId="{403944D9-6021-66E4-EB2B-3C8630955F3F}"/>
          </ac:picMkLst>
        </pc:picChg>
        <pc:picChg chg="add del mod">
          <ac:chgData name="Mohammed Fasha" userId="cc64f42d-a1a6-4f08-b97b-0c37f877119f" providerId="ADAL" clId="{FDE0856B-42F7-40B6-BE6F-9BC89E48B27A}" dt="2024-07-20T11:51:08.052" v="1276" actId="478"/>
          <ac:picMkLst>
            <pc:docMk/>
            <pc:sldMk cId="1758485031" sldId="481"/>
            <ac:picMk id="2050" creationId="{D532DF28-BE29-8D02-CC0C-77816E82DCCC}"/>
          </ac:picMkLst>
        </pc:picChg>
        <pc:picChg chg="add mod">
          <ac:chgData name="Mohammed Fasha" userId="cc64f42d-a1a6-4f08-b97b-0c37f877119f" providerId="ADAL" clId="{FDE0856B-42F7-40B6-BE6F-9BC89E48B27A}" dt="2024-07-20T11:54:08.128" v="1290" actId="1076"/>
          <ac:picMkLst>
            <pc:docMk/>
            <pc:sldMk cId="1758485031" sldId="481"/>
            <ac:picMk id="2052" creationId="{ACCA9D71-616E-79B5-1B92-EC510E86DEA1}"/>
          </ac:picMkLst>
        </pc:picChg>
      </pc:sldChg>
      <pc:sldChg chg="modSp new del mod">
        <pc:chgData name="Mohammed Fasha" userId="cc64f42d-a1a6-4f08-b97b-0c37f877119f" providerId="ADAL" clId="{FDE0856B-42F7-40B6-BE6F-9BC89E48B27A}" dt="2024-07-20T12:14:34.762" v="1594" actId="2696"/>
        <pc:sldMkLst>
          <pc:docMk/>
          <pc:sldMk cId="45489135" sldId="482"/>
        </pc:sldMkLst>
        <pc:spChg chg="mod">
          <ac:chgData name="Mohammed Fasha" userId="cc64f42d-a1a6-4f08-b97b-0c37f877119f" providerId="ADAL" clId="{FDE0856B-42F7-40B6-BE6F-9BC89E48B27A}" dt="2024-07-20T11:58:59.905" v="1383" actId="20577"/>
          <ac:spMkLst>
            <pc:docMk/>
            <pc:sldMk cId="45489135" sldId="482"/>
            <ac:spMk id="3" creationId="{22EC0073-6728-2331-0081-D2F365F7098F}"/>
          </ac:spMkLst>
        </pc:spChg>
      </pc:sldChg>
      <pc:sldChg chg="modSp add mod">
        <pc:chgData name="Mohammed Fasha" userId="cc64f42d-a1a6-4f08-b97b-0c37f877119f" providerId="ADAL" clId="{FDE0856B-42F7-40B6-BE6F-9BC89E48B27A}" dt="2024-07-20T13:09:59.947" v="2583" actId="27636"/>
        <pc:sldMkLst>
          <pc:docMk/>
          <pc:sldMk cId="3137701533" sldId="482"/>
        </pc:sldMkLst>
        <pc:spChg chg="mod">
          <ac:chgData name="Mohammed Fasha" userId="cc64f42d-a1a6-4f08-b97b-0c37f877119f" providerId="ADAL" clId="{FDE0856B-42F7-40B6-BE6F-9BC89E48B27A}" dt="2024-07-20T13:09:59.947" v="2583" actId="27636"/>
          <ac:spMkLst>
            <pc:docMk/>
            <pc:sldMk cId="3137701533" sldId="482"/>
            <ac:spMk id="3" creationId="{22EC0073-6728-2331-0081-D2F365F7098F}"/>
          </ac:spMkLst>
        </pc:spChg>
      </pc:sldChg>
      <pc:sldChg chg="del">
        <pc:chgData name="Mohammed Fasha" userId="cc64f42d-a1a6-4f08-b97b-0c37f877119f" providerId="ADAL" clId="{FDE0856B-42F7-40B6-BE6F-9BC89E48B27A}" dt="2024-07-20T06:26:10.787" v="55" actId="2696"/>
        <pc:sldMkLst>
          <pc:docMk/>
          <pc:sldMk cId="408884363" sldId="483"/>
        </pc:sldMkLst>
      </pc:sldChg>
      <pc:sldChg chg="addSp delSp modSp new mod modClrScheme chgLayout">
        <pc:chgData name="Mohammed Fasha" userId="cc64f42d-a1a6-4f08-b97b-0c37f877119f" providerId="ADAL" clId="{FDE0856B-42F7-40B6-BE6F-9BC89E48B27A}" dt="2024-07-20T09:08:45.255" v="790" actId="404"/>
        <pc:sldMkLst>
          <pc:docMk/>
          <pc:sldMk cId="3908672191" sldId="483"/>
        </pc:sldMkLst>
        <pc:spChg chg="del mod ord">
          <ac:chgData name="Mohammed Fasha" userId="cc64f42d-a1a6-4f08-b97b-0c37f877119f" providerId="ADAL" clId="{FDE0856B-42F7-40B6-BE6F-9BC89E48B27A}" dt="2024-07-20T09:08:36.672" v="784" actId="700"/>
          <ac:spMkLst>
            <pc:docMk/>
            <pc:sldMk cId="3908672191" sldId="483"/>
            <ac:spMk id="2" creationId="{E3DA0CD5-3F5C-AA7A-E83F-160D0638BBEB}"/>
          </ac:spMkLst>
        </pc:spChg>
        <pc:spChg chg="del mod ord">
          <ac:chgData name="Mohammed Fasha" userId="cc64f42d-a1a6-4f08-b97b-0c37f877119f" providerId="ADAL" clId="{FDE0856B-42F7-40B6-BE6F-9BC89E48B27A}" dt="2024-07-20T09:08:36.672" v="784" actId="700"/>
          <ac:spMkLst>
            <pc:docMk/>
            <pc:sldMk cId="3908672191" sldId="483"/>
            <ac:spMk id="3" creationId="{A9DA9B8F-7D94-DC72-2064-020449C80AC4}"/>
          </ac:spMkLst>
        </pc:spChg>
        <pc:spChg chg="add mod ord">
          <ac:chgData name="Mohammed Fasha" userId="cc64f42d-a1a6-4f08-b97b-0c37f877119f" providerId="ADAL" clId="{FDE0856B-42F7-40B6-BE6F-9BC89E48B27A}" dt="2024-07-20T09:08:45.255" v="790" actId="404"/>
          <ac:spMkLst>
            <pc:docMk/>
            <pc:sldMk cId="3908672191" sldId="483"/>
            <ac:spMk id="4" creationId="{EC8E519F-B015-4348-49CC-2C573A868725}"/>
          </ac:spMkLst>
        </pc:spChg>
        <pc:spChg chg="add mod ord">
          <ac:chgData name="Mohammed Fasha" userId="cc64f42d-a1a6-4f08-b97b-0c37f877119f" providerId="ADAL" clId="{FDE0856B-42F7-40B6-BE6F-9BC89E48B27A}" dt="2024-07-20T09:08:36.672" v="784" actId="700"/>
          <ac:spMkLst>
            <pc:docMk/>
            <pc:sldMk cId="3908672191" sldId="483"/>
            <ac:spMk id="5" creationId="{177BD156-FC69-8996-0925-D4A4A6E5E9BE}"/>
          </ac:spMkLst>
        </pc:spChg>
      </pc:sldChg>
      <pc:sldChg chg="del">
        <pc:chgData name="Mohammed Fasha" userId="cc64f42d-a1a6-4f08-b97b-0c37f877119f" providerId="ADAL" clId="{FDE0856B-42F7-40B6-BE6F-9BC89E48B27A}" dt="2024-07-20T06:26:10.787" v="55" actId="2696"/>
        <pc:sldMkLst>
          <pc:docMk/>
          <pc:sldMk cId="994101439" sldId="484"/>
        </pc:sldMkLst>
      </pc:sldChg>
      <pc:sldChg chg="addSp delSp modSp new mod modClrScheme chgLayout">
        <pc:chgData name="Mohammed Fasha" userId="cc64f42d-a1a6-4f08-b97b-0c37f877119f" providerId="ADAL" clId="{FDE0856B-42F7-40B6-BE6F-9BC89E48B27A}" dt="2024-07-20T09:09:09.859" v="802" actId="20577"/>
        <pc:sldMkLst>
          <pc:docMk/>
          <pc:sldMk cId="1026581973" sldId="484"/>
        </pc:sldMkLst>
        <pc:spChg chg="del mod ord">
          <ac:chgData name="Mohammed Fasha" userId="cc64f42d-a1a6-4f08-b97b-0c37f877119f" providerId="ADAL" clId="{FDE0856B-42F7-40B6-BE6F-9BC89E48B27A}" dt="2024-07-20T09:08:53.831" v="792" actId="700"/>
          <ac:spMkLst>
            <pc:docMk/>
            <pc:sldMk cId="1026581973" sldId="484"/>
            <ac:spMk id="2" creationId="{85E55A84-EA50-B97A-48A2-B7A000CEA052}"/>
          </ac:spMkLst>
        </pc:spChg>
        <pc:spChg chg="del mod ord">
          <ac:chgData name="Mohammed Fasha" userId="cc64f42d-a1a6-4f08-b97b-0c37f877119f" providerId="ADAL" clId="{FDE0856B-42F7-40B6-BE6F-9BC89E48B27A}" dt="2024-07-20T09:08:53.831" v="792" actId="700"/>
          <ac:spMkLst>
            <pc:docMk/>
            <pc:sldMk cId="1026581973" sldId="484"/>
            <ac:spMk id="3" creationId="{1E455A34-3D10-6CAD-147F-D7BF03C39694}"/>
          </ac:spMkLst>
        </pc:spChg>
        <pc:spChg chg="add mod ord">
          <ac:chgData name="Mohammed Fasha" userId="cc64f42d-a1a6-4f08-b97b-0c37f877119f" providerId="ADAL" clId="{FDE0856B-42F7-40B6-BE6F-9BC89E48B27A}" dt="2024-07-20T09:09:05.261" v="800" actId="20577"/>
          <ac:spMkLst>
            <pc:docMk/>
            <pc:sldMk cId="1026581973" sldId="484"/>
            <ac:spMk id="4" creationId="{85C5FF8D-6B85-8BD1-6303-54071F0CFCDD}"/>
          </ac:spMkLst>
        </pc:spChg>
        <pc:spChg chg="add mod ord">
          <ac:chgData name="Mohammed Fasha" userId="cc64f42d-a1a6-4f08-b97b-0c37f877119f" providerId="ADAL" clId="{FDE0856B-42F7-40B6-BE6F-9BC89E48B27A}" dt="2024-07-20T09:09:09.859" v="802" actId="20577"/>
          <ac:spMkLst>
            <pc:docMk/>
            <pc:sldMk cId="1026581973" sldId="484"/>
            <ac:spMk id="5" creationId="{9E5FFAA8-616D-6325-6FC6-5998A886C0E5}"/>
          </ac:spMkLst>
        </pc:spChg>
      </pc:sldChg>
      <pc:sldChg chg="add del">
        <pc:chgData name="Mohammed Fasha" userId="cc64f42d-a1a6-4f08-b97b-0c37f877119f" providerId="ADAL" clId="{FDE0856B-42F7-40B6-BE6F-9BC89E48B27A}" dt="2024-07-20T09:13:16.080" v="826" actId="47"/>
        <pc:sldMkLst>
          <pc:docMk/>
          <pc:sldMk cId="0" sldId="485"/>
        </pc:sldMkLst>
      </pc:sldChg>
      <pc:sldChg chg="del">
        <pc:chgData name="Mohammed Fasha" userId="cc64f42d-a1a6-4f08-b97b-0c37f877119f" providerId="ADAL" clId="{FDE0856B-42F7-40B6-BE6F-9BC89E48B27A}" dt="2024-07-20T06:26:10.787" v="55" actId="2696"/>
        <pc:sldMkLst>
          <pc:docMk/>
          <pc:sldMk cId="1440183149" sldId="485"/>
        </pc:sldMkLst>
      </pc:sldChg>
      <pc:sldChg chg="modSp add mod">
        <pc:chgData name="Mohammed Fasha" userId="cc64f42d-a1a6-4f08-b97b-0c37f877119f" providerId="ADAL" clId="{FDE0856B-42F7-40B6-BE6F-9BC89E48B27A}" dt="2024-07-20T13:09:59.934" v="2581" actId="27636"/>
        <pc:sldMkLst>
          <pc:docMk/>
          <pc:sldMk cId="0" sldId="486"/>
        </pc:sldMkLst>
        <pc:spChg chg="mod">
          <ac:chgData name="Mohammed Fasha" userId="cc64f42d-a1a6-4f08-b97b-0c37f877119f" providerId="ADAL" clId="{FDE0856B-42F7-40B6-BE6F-9BC89E48B27A}" dt="2024-07-20T13:09:59.934" v="2581" actId="27636"/>
          <ac:spMkLst>
            <pc:docMk/>
            <pc:sldMk cId="0" sldId="486"/>
            <ac:spMk id="3" creationId="{00000000-0000-0000-0000-000000000000}"/>
          </ac:spMkLst>
        </pc:spChg>
      </pc:sldChg>
      <pc:sldChg chg="del">
        <pc:chgData name="Mohammed Fasha" userId="cc64f42d-a1a6-4f08-b97b-0c37f877119f" providerId="ADAL" clId="{FDE0856B-42F7-40B6-BE6F-9BC89E48B27A}" dt="2024-07-20T06:26:10.787" v="55" actId="2696"/>
        <pc:sldMkLst>
          <pc:docMk/>
          <pc:sldMk cId="3841714060" sldId="486"/>
        </pc:sldMkLst>
      </pc:sldChg>
      <pc:sldChg chg="addSp modSp add">
        <pc:chgData name="Mohammed Fasha" userId="cc64f42d-a1a6-4f08-b97b-0c37f877119f" providerId="ADAL" clId="{FDE0856B-42F7-40B6-BE6F-9BC89E48B27A}" dt="2024-07-20T12:17:04.619" v="1656" actId="1076"/>
        <pc:sldMkLst>
          <pc:docMk/>
          <pc:sldMk cId="3701339086" sldId="487"/>
        </pc:sldMkLst>
        <pc:picChg chg="add mod">
          <ac:chgData name="Mohammed Fasha" userId="cc64f42d-a1a6-4f08-b97b-0c37f877119f" providerId="ADAL" clId="{FDE0856B-42F7-40B6-BE6F-9BC89E48B27A}" dt="2024-07-20T12:17:04.619" v="1656" actId="1076"/>
          <ac:picMkLst>
            <pc:docMk/>
            <pc:sldMk cId="3701339086" sldId="487"/>
            <ac:picMk id="3074" creationId="{D1346BAF-E2C1-5005-1F6E-EA9C6CCD21B7}"/>
          </ac:picMkLst>
        </pc:picChg>
      </pc:sldChg>
      <pc:sldChg chg="addSp delSp modSp new del mod modClrScheme chgLayout">
        <pc:chgData name="Mohammed Fasha" userId="cc64f42d-a1a6-4f08-b97b-0c37f877119f" providerId="ADAL" clId="{FDE0856B-42F7-40B6-BE6F-9BC89E48B27A}" dt="2024-07-20T12:14:34.762" v="1594" actId="2696"/>
        <pc:sldMkLst>
          <pc:docMk/>
          <pc:sldMk cId="3925800366" sldId="487"/>
        </pc:sldMkLst>
        <pc:spChg chg="del mod ord">
          <ac:chgData name="Mohammed Fasha" userId="cc64f42d-a1a6-4f08-b97b-0c37f877119f" providerId="ADAL" clId="{FDE0856B-42F7-40B6-BE6F-9BC89E48B27A}" dt="2024-07-20T11:43:37.011" v="1186" actId="700"/>
          <ac:spMkLst>
            <pc:docMk/>
            <pc:sldMk cId="3925800366" sldId="487"/>
            <ac:spMk id="2" creationId="{0A7B7BE9-091A-960F-0BE2-35E591157E41}"/>
          </ac:spMkLst>
        </pc:spChg>
        <pc:spChg chg="del mod ord">
          <ac:chgData name="Mohammed Fasha" userId="cc64f42d-a1a6-4f08-b97b-0c37f877119f" providerId="ADAL" clId="{FDE0856B-42F7-40B6-BE6F-9BC89E48B27A}" dt="2024-07-20T11:43:37.011" v="1186" actId="700"/>
          <ac:spMkLst>
            <pc:docMk/>
            <pc:sldMk cId="3925800366" sldId="487"/>
            <ac:spMk id="3" creationId="{B9497D59-6F1D-5B82-028C-4952AE45F74B}"/>
          </ac:spMkLst>
        </pc:spChg>
        <pc:spChg chg="add mod ord">
          <ac:chgData name="Mohammed Fasha" userId="cc64f42d-a1a6-4f08-b97b-0c37f877119f" providerId="ADAL" clId="{FDE0856B-42F7-40B6-BE6F-9BC89E48B27A}" dt="2024-07-20T11:43:44.108" v="1212" actId="20577"/>
          <ac:spMkLst>
            <pc:docMk/>
            <pc:sldMk cId="3925800366" sldId="487"/>
            <ac:spMk id="4" creationId="{2C7CEEA9-ADB8-FC14-8469-09A20FDA31B4}"/>
          </ac:spMkLst>
        </pc:spChg>
        <pc:spChg chg="add mod ord">
          <ac:chgData name="Mohammed Fasha" userId="cc64f42d-a1a6-4f08-b97b-0c37f877119f" providerId="ADAL" clId="{FDE0856B-42F7-40B6-BE6F-9BC89E48B27A}" dt="2024-07-20T11:43:37.011" v="1186" actId="700"/>
          <ac:spMkLst>
            <pc:docMk/>
            <pc:sldMk cId="3925800366" sldId="487"/>
            <ac:spMk id="5" creationId="{9464C41B-537F-FFA4-44D6-4AAE81E8B1A1}"/>
          </ac:spMkLst>
        </pc:spChg>
      </pc:sldChg>
      <pc:sldChg chg="del">
        <pc:chgData name="Mohammed Fasha" userId="cc64f42d-a1a6-4f08-b97b-0c37f877119f" providerId="ADAL" clId="{FDE0856B-42F7-40B6-BE6F-9BC89E48B27A}" dt="2024-07-20T06:26:10.787" v="55" actId="2696"/>
        <pc:sldMkLst>
          <pc:docMk/>
          <pc:sldMk cId="833725597" sldId="488"/>
        </pc:sldMkLst>
      </pc:sldChg>
      <pc:sldChg chg="addSp delSp modSp new mod modClrScheme chgLayout">
        <pc:chgData name="Mohammed Fasha" userId="cc64f42d-a1a6-4f08-b97b-0c37f877119f" providerId="ADAL" clId="{FDE0856B-42F7-40B6-BE6F-9BC89E48B27A}" dt="2024-07-20T12:13:54.097" v="1586" actId="20577"/>
        <pc:sldMkLst>
          <pc:docMk/>
          <pc:sldMk cId="2018895221" sldId="488"/>
        </pc:sldMkLst>
        <pc:spChg chg="del mod ord">
          <ac:chgData name="Mohammed Fasha" userId="cc64f42d-a1a6-4f08-b97b-0c37f877119f" providerId="ADAL" clId="{FDE0856B-42F7-40B6-BE6F-9BC89E48B27A}" dt="2024-07-20T12:00:04.290" v="1446" actId="700"/>
          <ac:spMkLst>
            <pc:docMk/>
            <pc:sldMk cId="2018895221" sldId="488"/>
            <ac:spMk id="2" creationId="{709A4D96-13DA-B80A-B41A-DBA485AA50D9}"/>
          </ac:spMkLst>
        </pc:spChg>
        <pc:spChg chg="del mod ord">
          <ac:chgData name="Mohammed Fasha" userId="cc64f42d-a1a6-4f08-b97b-0c37f877119f" providerId="ADAL" clId="{FDE0856B-42F7-40B6-BE6F-9BC89E48B27A}" dt="2024-07-20T12:00:04.290" v="1446" actId="700"/>
          <ac:spMkLst>
            <pc:docMk/>
            <pc:sldMk cId="2018895221" sldId="488"/>
            <ac:spMk id="3" creationId="{D860DE46-C079-1FDE-CD99-82F9BD156310}"/>
          </ac:spMkLst>
        </pc:spChg>
        <pc:spChg chg="add mod ord">
          <ac:chgData name="Mohammed Fasha" userId="cc64f42d-a1a6-4f08-b97b-0c37f877119f" providerId="ADAL" clId="{FDE0856B-42F7-40B6-BE6F-9BC89E48B27A}" dt="2024-07-20T12:13:54.097" v="1586" actId="20577"/>
          <ac:spMkLst>
            <pc:docMk/>
            <pc:sldMk cId="2018895221" sldId="488"/>
            <ac:spMk id="4" creationId="{3518D25F-2BBE-8689-355A-9938605AA24F}"/>
          </ac:spMkLst>
        </pc:spChg>
        <pc:spChg chg="add mod ord">
          <ac:chgData name="Mohammed Fasha" userId="cc64f42d-a1a6-4f08-b97b-0c37f877119f" providerId="ADAL" clId="{FDE0856B-42F7-40B6-BE6F-9BC89E48B27A}" dt="2024-07-20T12:00:04.290" v="1446" actId="700"/>
          <ac:spMkLst>
            <pc:docMk/>
            <pc:sldMk cId="2018895221" sldId="488"/>
            <ac:spMk id="5" creationId="{4F3979A5-9E6D-CBD6-1E54-B94C165E0B0F}"/>
          </ac:spMkLst>
        </pc:spChg>
      </pc:sldChg>
      <pc:sldChg chg="del">
        <pc:chgData name="Mohammed Fasha" userId="cc64f42d-a1a6-4f08-b97b-0c37f877119f" providerId="ADAL" clId="{FDE0856B-42F7-40B6-BE6F-9BC89E48B27A}" dt="2024-07-20T06:26:10.787" v="55" actId="2696"/>
        <pc:sldMkLst>
          <pc:docMk/>
          <pc:sldMk cId="4123470834" sldId="489"/>
        </pc:sldMkLst>
      </pc:sldChg>
      <pc:sldChg chg="addSp delSp modSp new mod ord modClrScheme chgLayout">
        <pc:chgData name="Mohammed Fasha" userId="cc64f42d-a1a6-4f08-b97b-0c37f877119f" providerId="ADAL" clId="{FDE0856B-42F7-40B6-BE6F-9BC89E48B27A}" dt="2024-07-20T18:24:31.726" v="3465" actId="207"/>
        <pc:sldMkLst>
          <pc:docMk/>
          <pc:sldMk cId="4225001686" sldId="489"/>
        </pc:sldMkLst>
        <pc:spChg chg="del mod ord">
          <ac:chgData name="Mohammed Fasha" userId="cc64f42d-a1a6-4f08-b97b-0c37f877119f" providerId="ADAL" clId="{FDE0856B-42F7-40B6-BE6F-9BC89E48B27A}" dt="2024-07-20T12:05:15.748" v="1470" actId="700"/>
          <ac:spMkLst>
            <pc:docMk/>
            <pc:sldMk cId="4225001686" sldId="489"/>
            <ac:spMk id="2" creationId="{5B8C83E0-104A-EC10-BE19-DC0106E94822}"/>
          </ac:spMkLst>
        </pc:spChg>
        <pc:spChg chg="del mod ord">
          <ac:chgData name="Mohammed Fasha" userId="cc64f42d-a1a6-4f08-b97b-0c37f877119f" providerId="ADAL" clId="{FDE0856B-42F7-40B6-BE6F-9BC89E48B27A}" dt="2024-07-20T12:05:15.748" v="1470" actId="700"/>
          <ac:spMkLst>
            <pc:docMk/>
            <pc:sldMk cId="4225001686" sldId="489"/>
            <ac:spMk id="3" creationId="{514594F0-EB6E-BE94-A35F-7F63686422D8}"/>
          </ac:spMkLst>
        </pc:spChg>
        <pc:spChg chg="add mod ord">
          <ac:chgData name="Mohammed Fasha" userId="cc64f42d-a1a6-4f08-b97b-0c37f877119f" providerId="ADAL" clId="{FDE0856B-42F7-40B6-BE6F-9BC89E48B27A}" dt="2024-07-20T13:19:08.583" v="2627" actId="21"/>
          <ac:spMkLst>
            <pc:docMk/>
            <pc:sldMk cId="4225001686" sldId="489"/>
            <ac:spMk id="4" creationId="{79D15EA5-DADE-E7BA-4901-A298D25A4E94}"/>
          </ac:spMkLst>
        </pc:spChg>
        <pc:spChg chg="add mod ord">
          <ac:chgData name="Mohammed Fasha" userId="cc64f42d-a1a6-4f08-b97b-0c37f877119f" providerId="ADAL" clId="{FDE0856B-42F7-40B6-BE6F-9BC89E48B27A}" dt="2024-07-20T18:24:31.726" v="3465" actId="207"/>
          <ac:spMkLst>
            <pc:docMk/>
            <pc:sldMk cId="4225001686" sldId="489"/>
            <ac:spMk id="5" creationId="{B95EDE17-CFDE-CF1F-832C-0C88F05F3FDB}"/>
          </ac:spMkLst>
        </pc:spChg>
        <pc:picChg chg="add mod">
          <ac:chgData name="Mohammed Fasha" userId="cc64f42d-a1a6-4f08-b97b-0c37f877119f" providerId="ADAL" clId="{FDE0856B-42F7-40B6-BE6F-9BC89E48B27A}" dt="2024-07-20T15:43:59.671" v="3001" actId="1076"/>
          <ac:picMkLst>
            <pc:docMk/>
            <pc:sldMk cId="4225001686" sldId="489"/>
            <ac:picMk id="8" creationId="{453F7135-2259-9C12-64C1-4BB2BB9AB8CD}"/>
          </ac:picMkLst>
        </pc:picChg>
      </pc:sldChg>
      <pc:sldChg chg="modSp new mod ord">
        <pc:chgData name="Mohammed Fasha" userId="cc64f42d-a1a6-4f08-b97b-0c37f877119f" providerId="ADAL" clId="{FDE0856B-42F7-40B6-BE6F-9BC89E48B27A}" dt="2024-07-20T18:59:59.385" v="4118"/>
        <pc:sldMkLst>
          <pc:docMk/>
          <pc:sldMk cId="1644352761" sldId="490"/>
        </pc:sldMkLst>
        <pc:spChg chg="mod">
          <ac:chgData name="Mohammed Fasha" userId="cc64f42d-a1a6-4f08-b97b-0c37f877119f" providerId="ADAL" clId="{FDE0856B-42F7-40B6-BE6F-9BC89E48B27A}" dt="2024-07-20T18:38:53.199" v="3780" actId="27636"/>
          <ac:spMkLst>
            <pc:docMk/>
            <pc:sldMk cId="1644352761" sldId="490"/>
            <ac:spMk id="2" creationId="{426CA5E8-81F5-CBE9-70B8-F18221F256D0}"/>
          </ac:spMkLst>
        </pc:spChg>
        <pc:spChg chg="mod">
          <ac:chgData name="Mohammed Fasha" userId="cc64f42d-a1a6-4f08-b97b-0c37f877119f" providerId="ADAL" clId="{FDE0856B-42F7-40B6-BE6F-9BC89E48B27A}" dt="2024-07-20T18:39:00.923" v="3782" actId="179"/>
          <ac:spMkLst>
            <pc:docMk/>
            <pc:sldMk cId="1644352761" sldId="490"/>
            <ac:spMk id="3" creationId="{472AE4A2-7850-5D5D-640D-F49964770222}"/>
          </ac:spMkLst>
        </pc:spChg>
      </pc:sldChg>
      <pc:sldChg chg="del">
        <pc:chgData name="Mohammed Fasha" userId="cc64f42d-a1a6-4f08-b97b-0c37f877119f" providerId="ADAL" clId="{FDE0856B-42F7-40B6-BE6F-9BC89E48B27A}" dt="2024-07-20T06:26:10.787" v="55" actId="2696"/>
        <pc:sldMkLst>
          <pc:docMk/>
          <pc:sldMk cId="4022017735" sldId="490"/>
        </pc:sldMkLst>
      </pc:sldChg>
      <pc:sldChg chg="del">
        <pc:chgData name="Mohammed Fasha" userId="cc64f42d-a1a6-4f08-b97b-0c37f877119f" providerId="ADAL" clId="{FDE0856B-42F7-40B6-BE6F-9BC89E48B27A}" dt="2024-07-20T06:26:10.787" v="55" actId="2696"/>
        <pc:sldMkLst>
          <pc:docMk/>
          <pc:sldMk cId="2225061527" sldId="491"/>
        </pc:sldMkLst>
      </pc:sldChg>
      <pc:sldChg chg="addSp delSp modSp new mod modClrScheme chgLayout">
        <pc:chgData name="Mohammed Fasha" userId="cc64f42d-a1a6-4f08-b97b-0c37f877119f" providerId="ADAL" clId="{FDE0856B-42F7-40B6-BE6F-9BC89E48B27A}" dt="2024-07-20T18:30:22.826" v="3562" actId="20577"/>
        <pc:sldMkLst>
          <pc:docMk/>
          <pc:sldMk cId="3377810766" sldId="491"/>
        </pc:sldMkLst>
        <pc:spChg chg="del mod ord">
          <ac:chgData name="Mohammed Fasha" userId="cc64f42d-a1a6-4f08-b97b-0c37f877119f" providerId="ADAL" clId="{FDE0856B-42F7-40B6-BE6F-9BC89E48B27A}" dt="2024-07-20T12:11:49.965" v="1566" actId="700"/>
          <ac:spMkLst>
            <pc:docMk/>
            <pc:sldMk cId="3377810766" sldId="491"/>
            <ac:spMk id="2" creationId="{0860DFAA-BA49-6EDE-AF7A-B2F923FF744E}"/>
          </ac:spMkLst>
        </pc:spChg>
        <pc:spChg chg="del mod ord">
          <ac:chgData name="Mohammed Fasha" userId="cc64f42d-a1a6-4f08-b97b-0c37f877119f" providerId="ADAL" clId="{FDE0856B-42F7-40B6-BE6F-9BC89E48B27A}" dt="2024-07-20T12:11:49.965" v="1566" actId="700"/>
          <ac:spMkLst>
            <pc:docMk/>
            <pc:sldMk cId="3377810766" sldId="491"/>
            <ac:spMk id="3" creationId="{9A24BD07-7171-899B-10E6-035746C77F20}"/>
          </ac:spMkLst>
        </pc:spChg>
        <pc:spChg chg="add del mod">
          <ac:chgData name="Mohammed Fasha" userId="cc64f42d-a1a6-4f08-b97b-0c37f877119f" providerId="ADAL" clId="{FDE0856B-42F7-40B6-BE6F-9BC89E48B27A}" dt="2024-07-20T18:27:14.834" v="3472" actId="21"/>
          <ac:spMkLst>
            <pc:docMk/>
            <pc:sldMk cId="3377810766" sldId="491"/>
            <ac:spMk id="5" creationId="{E559B2D6-1008-5824-4054-B71813BDB11B}"/>
          </ac:spMkLst>
        </pc:spChg>
        <pc:spChg chg="add mod ord">
          <ac:chgData name="Mohammed Fasha" userId="cc64f42d-a1a6-4f08-b97b-0c37f877119f" providerId="ADAL" clId="{FDE0856B-42F7-40B6-BE6F-9BC89E48B27A}" dt="2024-07-20T18:30:22.826" v="3562" actId="20577"/>
          <ac:spMkLst>
            <pc:docMk/>
            <pc:sldMk cId="3377810766" sldId="491"/>
            <ac:spMk id="6" creationId="{1C08BDEC-664C-7AFE-A1E5-75A02AA27647}"/>
          </ac:spMkLst>
        </pc:spChg>
        <pc:spChg chg="add mod ord">
          <ac:chgData name="Mohammed Fasha" userId="cc64f42d-a1a6-4f08-b97b-0c37f877119f" providerId="ADAL" clId="{FDE0856B-42F7-40B6-BE6F-9BC89E48B27A}" dt="2024-07-20T18:30:01.646" v="3514" actId="27636"/>
          <ac:spMkLst>
            <pc:docMk/>
            <pc:sldMk cId="3377810766" sldId="491"/>
            <ac:spMk id="7" creationId="{E3C1E8F4-0C99-2E6E-6E27-876492DB1DED}"/>
          </ac:spMkLst>
        </pc:spChg>
        <pc:spChg chg="add del mod">
          <ac:chgData name="Mohammed Fasha" userId="cc64f42d-a1a6-4f08-b97b-0c37f877119f" providerId="ADAL" clId="{FDE0856B-42F7-40B6-BE6F-9BC89E48B27A}" dt="2024-07-20T18:27:10.548" v="3471" actId="21"/>
          <ac:spMkLst>
            <pc:docMk/>
            <pc:sldMk cId="3377810766" sldId="491"/>
            <ac:spMk id="9" creationId="{CB5B3EB7-2044-1C30-1D9A-65C2E7BE3B45}"/>
          </ac:spMkLst>
        </pc:spChg>
        <pc:picChg chg="add mod">
          <ac:chgData name="Mohammed Fasha" userId="cc64f42d-a1a6-4f08-b97b-0c37f877119f" providerId="ADAL" clId="{FDE0856B-42F7-40B6-BE6F-9BC89E48B27A}" dt="2024-07-20T13:45:11.533" v="2797" actId="1076"/>
          <ac:picMkLst>
            <pc:docMk/>
            <pc:sldMk cId="3377810766" sldId="491"/>
            <ac:picMk id="11" creationId="{620492A8-8430-2543-1DFC-718DC6323D37}"/>
          </ac:picMkLst>
        </pc:picChg>
        <pc:picChg chg="add mod">
          <ac:chgData name="Mohammed Fasha" userId="cc64f42d-a1a6-4f08-b97b-0c37f877119f" providerId="ADAL" clId="{FDE0856B-42F7-40B6-BE6F-9BC89E48B27A}" dt="2024-07-20T18:25:31.539" v="3467" actId="1076"/>
          <ac:picMkLst>
            <pc:docMk/>
            <pc:sldMk cId="3377810766" sldId="491"/>
            <ac:picMk id="7170" creationId="{1676E60D-425E-9E99-6F73-2056CC9977E5}"/>
          </ac:picMkLst>
        </pc:picChg>
      </pc:sldChg>
      <pc:sldChg chg="del">
        <pc:chgData name="Mohammed Fasha" userId="cc64f42d-a1a6-4f08-b97b-0c37f877119f" providerId="ADAL" clId="{FDE0856B-42F7-40B6-BE6F-9BC89E48B27A}" dt="2024-07-20T06:26:10.787" v="55" actId="2696"/>
        <pc:sldMkLst>
          <pc:docMk/>
          <pc:sldMk cId="673932695" sldId="492"/>
        </pc:sldMkLst>
      </pc:sldChg>
      <pc:sldChg chg="modSp new mod">
        <pc:chgData name="Mohammed Fasha" userId="cc64f42d-a1a6-4f08-b97b-0c37f877119f" providerId="ADAL" clId="{FDE0856B-42F7-40B6-BE6F-9BC89E48B27A}" dt="2024-07-20T13:09:59.834" v="2576" actId="27636"/>
        <pc:sldMkLst>
          <pc:docMk/>
          <pc:sldMk cId="3217007079" sldId="492"/>
        </pc:sldMkLst>
        <pc:spChg chg="mod">
          <ac:chgData name="Mohammed Fasha" userId="cc64f42d-a1a6-4f08-b97b-0c37f877119f" providerId="ADAL" clId="{FDE0856B-42F7-40B6-BE6F-9BC89E48B27A}" dt="2024-07-20T12:39:04.006" v="1989" actId="20577"/>
          <ac:spMkLst>
            <pc:docMk/>
            <pc:sldMk cId="3217007079" sldId="492"/>
            <ac:spMk id="2" creationId="{C82BC959-40DE-712A-71AB-2E58C4974467}"/>
          </ac:spMkLst>
        </pc:spChg>
        <pc:spChg chg="mod">
          <ac:chgData name="Mohammed Fasha" userId="cc64f42d-a1a6-4f08-b97b-0c37f877119f" providerId="ADAL" clId="{FDE0856B-42F7-40B6-BE6F-9BC89E48B27A}" dt="2024-07-20T13:09:59.834" v="2576" actId="27636"/>
          <ac:spMkLst>
            <pc:docMk/>
            <pc:sldMk cId="3217007079" sldId="492"/>
            <ac:spMk id="3" creationId="{82867AC9-3FEE-5376-286C-11A760E78422}"/>
          </ac:spMkLst>
        </pc:spChg>
      </pc:sldChg>
      <pc:sldChg chg="modSp new mod">
        <pc:chgData name="Mohammed Fasha" userId="cc64f42d-a1a6-4f08-b97b-0c37f877119f" providerId="ADAL" clId="{FDE0856B-42F7-40B6-BE6F-9BC89E48B27A}" dt="2024-07-20T13:09:59.882" v="2577" actId="27636"/>
        <pc:sldMkLst>
          <pc:docMk/>
          <pc:sldMk cId="623807491" sldId="493"/>
        </pc:sldMkLst>
        <pc:spChg chg="mod">
          <ac:chgData name="Mohammed Fasha" userId="cc64f42d-a1a6-4f08-b97b-0c37f877119f" providerId="ADAL" clId="{FDE0856B-42F7-40B6-BE6F-9BC89E48B27A}" dt="2024-07-20T12:43:36.725" v="1995" actId="20577"/>
          <ac:spMkLst>
            <pc:docMk/>
            <pc:sldMk cId="623807491" sldId="493"/>
            <ac:spMk id="2" creationId="{BCC359B5-99AB-F905-688B-EE3B8808AD49}"/>
          </ac:spMkLst>
        </pc:spChg>
        <pc:spChg chg="mod">
          <ac:chgData name="Mohammed Fasha" userId="cc64f42d-a1a6-4f08-b97b-0c37f877119f" providerId="ADAL" clId="{FDE0856B-42F7-40B6-BE6F-9BC89E48B27A}" dt="2024-07-20T13:09:59.882" v="2577" actId="27636"/>
          <ac:spMkLst>
            <pc:docMk/>
            <pc:sldMk cId="623807491" sldId="493"/>
            <ac:spMk id="3" creationId="{2C0EBE82-CF04-F4D2-401F-640B5E7494B4}"/>
          </ac:spMkLst>
        </pc:spChg>
      </pc:sldChg>
      <pc:sldChg chg="del">
        <pc:chgData name="Mohammed Fasha" userId="cc64f42d-a1a6-4f08-b97b-0c37f877119f" providerId="ADAL" clId="{FDE0856B-42F7-40B6-BE6F-9BC89E48B27A}" dt="2024-07-20T06:26:10.787" v="55" actId="2696"/>
        <pc:sldMkLst>
          <pc:docMk/>
          <pc:sldMk cId="2512069021" sldId="493"/>
        </pc:sldMkLst>
      </pc:sldChg>
      <pc:sldChg chg="modSp new del mod">
        <pc:chgData name="Mohammed Fasha" userId="cc64f42d-a1a6-4f08-b97b-0c37f877119f" providerId="ADAL" clId="{FDE0856B-42F7-40B6-BE6F-9BC89E48B27A}" dt="2024-07-20T13:05:22.362" v="2502" actId="47"/>
        <pc:sldMkLst>
          <pc:docMk/>
          <pc:sldMk cId="316678082" sldId="494"/>
        </pc:sldMkLst>
        <pc:spChg chg="mod">
          <ac:chgData name="Mohammed Fasha" userId="cc64f42d-a1a6-4f08-b97b-0c37f877119f" providerId="ADAL" clId="{FDE0856B-42F7-40B6-BE6F-9BC89E48B27A}" dt="2024-07-20T13:01:59.844" v="2407" actId="20577"/>
          <ac:spMkLst>
            <pc:docMk/>
            <pc:sldMk cId="316678082" sldId="494"/>
            <ac:spMk id="2" creationId="{F8517BF5-1B31-EA3F-80CC-B243C344632B}"/>
          </ac:spMkLst>
        </pc:spChg>
        <pc:spChg chg="mod">
          <ac:chgData name="Mohammed Fasha" userId="cc64f42d-a1a6-4f08-b97b-0c37f877119f" providerId="ADAL" clId="{FDE0856B-42F7-40B6-BE6F-9BC89E48B27A}" dt="2024-07-20T13:02:04.709" v="2409" actId="6549"/>
          <ac:spMkLst>
            <pc:docMk/>
            <pc:sldMk cId="316678082" sldId="494"/>
            <ac:spMk id="3" creationId="{C35170CE-6F4E-6A77-B2FD-381C484CA593}"/>
          </ac:spMkLst>
        </pc:spChg>
      </pc:sldChg>
      <pc:sldChg chg="del">
        <pc:chgData name="Mohammed Fasha" userId="cc64f42d-a1a6-4f08-b97b-0c37f877119f" providerId="ADAL" clId="{FDE0856B-42F7-40B6-BE6F-9BC89E48B27A}" dt="2024-07-20T06:26:10.787" v="55" actId="2696"/>
        <pc:sldMkLst>
          <pc:docMk/>
          <pc:sldMk cId="3290660304" sldId="494"/>
        </pc:sldMkLst>
      </pc:sldChg>
      <pc:sldChg chg="addSp delSp modSp add mod">
        <pc:chgData name="Mohammed Fasha" userId="cc64f42d-a1a6-4f08-b97b-0c37f877119f" providerId="ADAL" clId="{FDE0856B-42F7-40B6-BE6F-9BC89E48B27A}" dt="2024-07-20T13:09:59.903" v="2578" actId="27636"/>
        <pc:sldMkLst>
          <pc:docMk/>
          <pc:sldMk cId="756554025" sldId="495"/>
        </pc:sldMkLst>
        <pc:spChg chg="mod">
          <ac:chgData name="Mohammed Fasha" userId="cc64f42d-a1a6-4f08-b97b-0c37f877119f" providerId="ADAL" clId="{FDE0856B-42F7-40B6-BE6F-9BC89E48B27A}" dt="2024-07-20T13:04:11.887" v="2488" actId="14100"/>
          <ac:spMkLst>
            <pc:docMk/>
            <pc:sldMk cId="756554025" sldId="495"/>
            <ac:spMk id="2" creationId="{F8517BF5-1B31-EA3F-80CC-B243C344632B}"/>
          </ac:spMkLst>
        </pc:spChg>
        <pc:spChg chg="mod">
          <ac:chgData name="Mohammed Fasha" userId="cc64f42d-a1a6-4f08-b97b-0c37f877119f" providerId="ADAL" clId="{FDE0856B-42F7-40B6-BE6F-9BC89E48B27A}" dt="2024-07-20T13:09:59.903" v="2578" actId="27636"/>
          <ac:spMkLst>
            <pc:docMk/>
            <pc:sldMk cId="756554025" sldId="495"/>
            <ac:spMk id="3" creationId="{C35170CE-6F4E-6A77-B2FD-381C484CA593}"/>
          </ac:spMkLst>
        </pc:spChg>
        <pc:spChg chg="add mod">
          <ac:chgData name="Mohammed Fasha" userId="cc64f42d-a1a6-4f08-b97b-0c37f877119f" providerId="ADAL" clId="{FDE0856B-42F7-40B6-BE6F-9BC89E48B27A}" dt="2024-07-20T13:03:27.034" v="2479" actId="27636"/>
          <ac:spMkLst>
            <pc:docMk/>
            <pc:sldMk cId="756554025" sldId="495"/>
            <ac:spMk id="4" creationId="{D2D4A6D0-2A40-4C45-AAE9-B2CC3DB704AF}"/>
          </ac:spMkLst>
        </pc:spChg>
        <pc:picChg chg="add del mod">
          <ac:chgData name="Mohammed Fasha" userId="cc64f42d-a1a6-4f08-b97b-0c37f877119f" providerId="ADAL" clId="{FDE0856B-42F7-40B6-BE6F-9BC89E48B27A}" dt="2024-07-20T13:04:57.364" v="2497" actId="478"/>
          <ac:picMkLst>
            <pc:docMk/>
            <pc:sldMk cId="756554025" sldId="495"/>
            <ac:picMk id="5122" creationId="{D0E3DD00-505B-7E30-C3FC-000E5602FEDD}"/>
          </ac:picMkLst>
        </pc:picChg>
        <pc:picChg chg="add mod">
          <ac:chgData name="Mohammed Fasha" userId="cc64f42d-a1a6-4f08-b97b-0c37f877119f" providerId="ADAL" clId="{FDE0856B-42F7-40B6-BE6F-9BC89E48B27A}" dt="2024-07-20T13:05:04.319" v="2501" actId="1076"/>
          <ac:picMkLst>
            <pc:docMk/>
            <pc:sldMk cId="756554025" sldId="495"/>
            <ac:picMk id="5124" creationId="{643D0A5F-13DC-F7AB-64A8-78B306E6329A}"/>
          </ac:picMkLst>
        </pc:picChg>
      </pc:sldChg>
      <pc:sldChg chg="del">
        <pc:chgData name="Mohammed Fasha" userId="cc64f42d-a1a6-4f08-b97b-0c37f877119f" providerId="ADAL" clId="{FDE0856B-42F7-40B6-BE6F-9BC89E48B27A}" dt="2024-07-20T06:26:10.787" v="55" actId="2696"/>
        <pc:sldMkLst>
          <pc:docMk/>
          <pc:sldMk cId="4079654275" sldId="495"/>
        </pc:sldMkLst>
      </pc:sldChg>
      <pc:sldChg chg="addSp delSp modSp new mod ord modClrScheme chgLayout">
        <pc:chgData name="Mohammed Fasha" userId="cc64f42d-a1a6-4f08-b97b-0c37f877119f" providerId="ADAL" clId="{FDE0856B-42F7-40B6-BE6F-9BC89E48B27A}" dt="2024-07-20T19:37:47.696" v="4536" actId="20577"/>
        <pc:sldMkLst>
          <pc:docMk/>
          <pc:sldMk cId="377313955" sldId="496"/>
        </pc:sldMkLst>
        <pc:spChg chg="add del mod ord">
          <ac:chgData name="Mohammed Fasha" userId="cc64f42d-a1a6-4f08-b97b-0c37f877119f" providerId="ADAL" clId="{FDE0856B-42F7-40B6-BE6F-9BC89E48B27A}" dt="2024-07-20T19:35:34.008" v="4496" actId="6549"/>
          <ac:spMkLst>
            <pc:docMk/>
            <pc:sldMk cId="377313955" sldId="496"/>
            <ac:spMk id="2" creationId="{6140F44F-9F35-B5C5-B936-BEE442598413}"/>
          </ac:spMkLst>
        </pc:spChg>
        <pc:spChg chg="add del">
          <ac:chgData name="Mohammed Fasha" userId="cc64f42d-a1a6-4f08-b97b-0c37f877119f" providerId="ADAL" clId="{FDE0856B-42F7-40B6-BE6F-9BC89E48B27A}" dt="2024-07-20T13:18:33.466" v="2619" actId="22"/>
          <ac:spMkLst>
            <pc:docMk/>
            <pc:sldMk cId="377313955" sldId="496"/>
            <ac:spMk id="3" creationId="{E34969B5-8A93-8DAE-AB57-3DB2B9404192}"/>
          </ac:spMkLst>
        </pc:spChg>
        <pc:spChg chg="add del mod ord">
          <ac:chgData name="Mohammed Fasha" userId="cc64f42d-a1a6-4f08-b97b-0c37f877119f" providerId="ADAL" clId="{FDE0856B-42F7-40B6-BE6F-9BC89E48B27A}" dt="2024-07-20T13:18:31.887" v="2618" actId="700"/>
          <ac:spMkLst>
            <pc:docMk/>
            <pc:sldMk cId="377313955" sldId="496"/>
            <ac:spMk id="4" creationId="{CECCFE37-532A-A56D-B64D-0F49466DFA68}"/>
          </ac:spMkLst>
        </pc:spChg>
        <pc:spChg chg="add mod">
          <ac:chgData name="Mohammed Fasha" userId="cc64f42d-a1a6-4f08-b97b-0c37f877119f" providerId="ADAL" clId="{FDE0856B-42F7-40B6-BE6F-9BC89E48B27A}" dt="2024-07-20T19:37:47.696" v="4536" actId="20577"/>
          <ac:spMkLst>
            <pc:docMk/>
            <pc:sldMk cId="377313955" sldId="496"/>
            <ac:spMk id="10" creationId="{CE742699-8B61-67E2-96CC-38CC36D3F8A6}"/>
          </ac:spMkLst>
        </pc:spChg>
        <pc:picChg chg="add del mod">
          <ac:chgData name="Mohammed Fasha" userId="cc64f42d-a1a6-4f08-b97b-0c37f877119f" providerId="ADAL" clId="{FDE0856B-42F7-40B6-BE6F-9BC89E48B27A}" dt="2024-07-20T13:18:30.548" v="2616" actId="22"/>
          <ac:picMkLst>
            <pc:docMk/>
            <pc:sldMk cId="377313955" sldId="496"/>
            <ac:picMk id="6" creationId="{197DE0FC-92D4-315D-3AB8-1BE5A4BC5746}"/>
          </ac:picMkLst>
        </pc:picChg>
        <pc:picChg chg="add del mod ord">
          <ac:chgData name="Mohammed Fasha" userId="cc64f42d-a1a6-4f08-b97b-0c37f877119f" providerId="ADAL" clId="{FDE0856B-42F7-40B6-BE6F-9BC89E48B27A}" dt="2024-07-20T13:18:46.325" v="2620" actId="21"/>
          <ac:picMkLst>
            <pc:docMk/>
            <pc:sldMk cId="377313955" sldId="496"/>
            <ac:picMk id="8" creationId="{453F7135-2259-9C12-64C1-4BB2BB9AB8CD}"/>
          </ac:picMkLst>
        </pc:picChg>
        <pc:picChg chg="add del mod">
          <ac:chgData name="Mohammed Fasha" userId="cc64f42d-a1a6-4f08-b97b-0c37f877119f" providerId="ADAL" clId="{FDE0856B-42F7-40B6-BE6F-9BC89E48B27A}" dt="2024-07-20T18:50:13.873" v="4004" actId="478"/>
          <ac:picMkLst>
            <pc:docMk/>
            <pc:sldMk cId="377313955" sldId="496"/>
            <ac:picMk id="1026" creationId="{62B3C489-C8AB-1750-E798-8029DD100B54}"/>
          </ac:picMkLst>
        </pc:picChg>
        <pc:picChg chg="add mod">
          <ac:chgData name="Mohammed Fasha" userId="cc64f42d-a1a6-4f08-b97b-0c37f877119f" providerId="ADAL" clId="{FDE0856B-42F7-40B6-BE6F-9BC89E48B27A}" dt="2024-07-20T18:50:21.022" v="4008" actId="1076"/>
          <ac:picMkLst>
            <pc:docMk/>
            <pc:sldMk cId="377313955" sldId="496"/>
            <ac:picMk id="1028" creationId="{119A1015-9ECE-D176-203F-1F3D3FB68D25}"/>
          </ac:picMkLst>
        </pc:picChg>
      </pc:sldChg>
      <pc:sldChg chg="del">
        <pc:chgData name="Mohammed Fasha" userId="cc64f42d-a1a6-4f08-b97b-0c37f877119f" providerId="ADAL" clId="{FDE0856B-42F7-40B6-BE6F-9BC89E48B27A}" dt="2024-07-20T06:26:10.787" v="55" actId="2696"/>
        <pc:sldMkLst>
          <pc:docMk/>
          <pc:sldMk cId="1501311303" sldId="496"/>
        </pc:sldMkLst>
      </pc:sldChg>
      <pc:sldChg chg="addSp delSp modSp new mod ord">
        <pc:chgData name="Mohammed Fasha" userId="cc64f42d-a1a6-4f08-b97b-0c37f877119f" providerId="ADAL" clId="{FDE0856B-42F7-40B6-BE6F-9BC89E48B27A}" dt="2024-07-20T16:32:31.279" v="3387"/>
        <pc:sldMkLst>
          <pc:docMk/>
          <pc:sldMk cId="1913302130" sldId="497"/>
        </pc:sldMkLst>
        <pc:spChg chg="del mod">
          <ac:chgData name="Mohammed Fasha" userId="cc64f42d-a1a6-4f08-b97b-0c37f877119f" providerId="ADAL" clId="{FDE0856B-42F7-40B6-BE6F-9BC89E48B27A}" dt="2024-07-20T13:48:38.568" v="2818" actId="478"/>
          <ac:spMkLst>
            <pc:docMk/>
            <pc:sldMk cId="1913302130" sldId="497"/>
            <ac:spMk id="2" creationId="{A5679451-CAF5-C506-E93C-D5CA92122852}"/>
          </ac:spMkLst>
        </pc:spChg>
        <pc:spChg chg="mod">
          <ac:chgData name="Mohammed Fasha" userId="cc64f42d-a1a6-4f08-b97b-0c37f877119f" providerId="ADAL" clId="{FDE0856B-42F7-40B6-BE6F-9BC89E48B27A}" dt="2024-07-20T13:37:26.879" v="2775" actId="27636"/>
          <ac:spMkLst>
            <pc:docMk/>
            <pc:sldMk cId="1913302130" sldId="497"/>
            <ac:spMk id="3" creationId="{31B1E1CA-1D74-6A34-BCD7-107169B4C766}"/>
          </ac:spMkLst>
        </pc:spChg>
        <pc:spChg chg="add mod">
          <ac:chgData name="Mohammed Fasha" userId="cc64f42d-a1a6-4f08-b97b-0c37f877119f" providerId="ADAL" clId="{FDE0856B-42F7-40B6-BE6F-9BC89E48B27A}" dt="2024-07-20T13:41:08.878" v="2783" actId="6549"/>
          <ac:spMkLst>
            <pc:docMk/>
            <pc:sldMk cId="1913302130" sldId="497"/>
            <ac:spMk id="7" creationId="{AEEEBCE0-DBE2-AD78-F1E8-06A3C21A40E7}"/>
          </ac:spMkLst>
        </pc:spChg>
        <pc:spChg chg="add del mod">
          <ac:chgData name="Mohammed Fasha" userId="cc64f42d-a1a6-4f08-b97b-0c37f877119f" providerId="ADAL" clId="{FDE0856B-42F7-40B6-BE6F-9BC89E48B27A}" dt="2024-07-20T13:48:40.847" v="2819" actId="478"/>
          <ac:spMkLst>
            <pc:docMk/>
            <pc:sldMk cId="1913302130" sldId="497"/>
            <ac:spMk id="11" creationId="{9D89B85F-0067-E5DE-8042-E38D60F85185}"/>
          </ac:spMkLst>
        </pc:spChg>
        <pc:spChg chg="add mod">
          <ac:chgData name="Mohammed Fasha" userId="cc64f42d-a1a6-4f08-b97b-0c37f877119f" providerId="ADAL" clId="{FDE0856B-42F7-40B6-BE6F-9BC89E48B27A}" dt="2024-07-20T13:48:45.014" v="2824" actId="20577"/>
          <ac:spMkLst>
            <pc:docMk/>
            <pc:sldMk cId="1913302130" sldId="497"/>
            <ac:spMk id="12" creationId="{2D2D5D9E-2E24-63EB-9BC0-242D8C8A51AC}"/>
          </ac:spMkLst>
        </pc:spChg>
        <pc:picChg chg="add mod">
          <ac:chgData name="Mohammed Fasha" userId="cc64f42d-a1a6-4f08-b97b-0c37f877119f" providerId="ADAL" clId="{FDE0856B-42F7-40B6-BE6F-9BC89E48B27A}" dt="2024-07-20T13:45:36.941" v="2801" actId="1076"/>
          <ac:picMkLst>
            <pc:docMk/>
            <pc:sldMk cId="1913302130" sldId="497"/>
            <ac:picMk id="5" creationId="{8E1F5BF4-E119-683C-01FF-31E88171BD85}"/>
          </ac:picMkLst>
        </pc:picChg>
        <pc:picChg chg="add mod">
          <ac:chgData name="Mohammed Fasha" userId="cc64f42d-a1a6-4f08-b97b-0c37f877119f" providerId="ADAL" clId="{FDE0856B-42F7-40B6-BE6F-9BC89E48B27A}" dt="2024-07-20T13:48:48.749" v="2825" actId="1076"/>
          <ac:picMkLst>
            <pc:docMk/>
            <pc:sldMk cId="1913302130" sldId="497"/>
            <ac:picMk id="9" creationId="{7A14ABC1-B986-D6E9-55A9-AD1E1C78298B}"/>
          </ac:picMkLst>
        </pc:picChg>
      </pc:sldChg>
      <pc:sldChg chg="addSp delSp modSp new mod ord">
        <pc:chgData name="Mohammed Fasha" userId="cc64f42d-a1a6-4f08-b97b-0c37f877119f" providerId="ADAL" clId="{FDE0856B-42F7-40B6-BE6F-9BC89E48B27A}" dt="2024-07-20T18:32:34.443" v="3599" actId="108"/>
        <pc:sldMkLst>
          <pc:docMk/>
          <pc:sldMk cId="3269859339" sldId="498"/>
        </pc:sldMkLst>
        <pc:spChg chg="del mod">
          <ac:chgData name="Mohammed Fasha" userId="cc64f42d-a1a6-4f08-b97b-0c37f877119f" providerId="ADAL" clId="{FDE0856B-42F7-40B6-BE6F-9BC89E48B27A}" dt="2024-07-20T13:48:51.416" v="2826" actId="478"/>
          <ac:spMkLst>
            <pc:docMk/>
            <pc:sldMk cId="3269859339" sldId="498"/>
            <ac:spMk id="2" creationId="{D43EB4D0-AEDF-6C22-32D6-9213C2DBF05C}"/>
          </ac:spMkLst>
        </pc:spChg>
        <pc:spChg chg="mod">
          <ac:chgData name="Mohammed Fasha" userId="cc64f42d-a1a6-4f08-b97b-0c37f877119f" providerId="ADAL" clId="{FDE0856B-42F7-40B6-BE6F-9BC89E48B27A}" dt="2024-07-20T18:32:34.443" v="3599" actId="108"/>
          <ac:spMkLst>
            <pc:docMk/>
            <pc:sldMk cId="3269859339" sldId="498"/>
            <ac:spMk id="3" creationId="{B3BE109B-A663-799B-05C9-0DAC7E24BCDD}"/>
          </ac:spMkLst>
        </pc:spChg>
        <pc:spChg chg="add del mod">
          <ac:chgData name="Mohammed Fasha" userId="cc64f42d-a1a6-4f08-b97b-0c37f877119f" providerId="ADAL" clId="{FDE0856B-42F7-40B6-BE6F-9BC89E48B27A}" dt="2024-07-20T13:48:57.845" v="2829" actId="478"/>
          <ac:spMkLst>
            <pc:docMk/>
            <pc:sldMk cId="3269859339" sldId="498"/>
            <ac:spMk id="7" creationId="{E28C79DD-357C-F91C-59F5-4E01E9228B95}"/>
          </ac:spMkLst>
        </pc:spChg>
        <pc:spChg chg="add mod">
          <ac:chgData name="Mohammed Fasha" userId="cc64f42d-a1a6-4f08-b97b-0c37f877119f" providerId="ADAL" clId="{FDE0856B-42F7-40B6-BE6F-9BC89E48B27A}" dt="2024-07-20T13:49:08.462" v="2847" actId="20577"/>
          <ac:spMkLst>
            <pc:docMk/>
            <pc:sldMk cId="3269859339" sldId="498"/>
            <ac:spMk id="8" creationId="{E7A21B2A-59EE-35EE-1A52-D0558EAE4D5F}"/>
          </ac:spMkLst>
        </pc:spChg>
        <pc:picChg chg="add del mod">
          <ac:chgData name="Mohammed Fasha" userId="cc64f42d-a1a6-4f08-b97b-0c37f877119f" providerId="ADAL" clId="{FDE0856B-42F7-40B6-BE6F-9BC89E48B27A}" dt="2024-07-20T13:49:02.069" v="2832" actId="1076"/>
          <ac:picMkLst>
            <pc:docMk/>
            <pc:sldMk cId="3269859339" sldId="498"/>
            <ac:picMk id="5" creationId="{96318978-8263-4E1D-D93E-BAA25AC05A44}"/>
          </ac:picMkLst>
        </pc:picChg>
        <pc:picChg chg="add del mod">
          <ac:chgData name="Mohammed Fasha" userId="cc64f42d-a1a6-4f08-b97b-0c37f877119f" providerId="ADAL" clId="{FDE0856B-42F7-40B6-BE6F-9BC89E48B27A}" dt="2024-07-20T18:31:19.470" v="3567" actId="1076"/>
          <ac:picMkLst>
            <pc:docMk/>
            <pc:sldMk cId="3269859339" sldId="498"/>
            <ac:picMk id="10" creationId="{F90BCBE1-082B-22B7-C48D-FB90CFEC4C25}"/>
          </ac:picMkLst>
        </pc:picChg>
        <pc:picChg chg="add del mod">
          <ac:chgData name="Mohammed Fasha" userId="cc64f42d-a1a6-4f08-b97b-0c37f877119f" providerId="ADAL" clId="{FDE0856B-42F7-40B6-BE6F-9BC89E48B27A}" dt="2024-07-20T15:59:36.056" v="3157" actId="478"/>
          <ac:picMkLst>
            <pc:docMk/>
            <pc:sldMk cId="3269859339" sldId="498"/>
            <ac:picMk id="9218" creationId="{AF798F96-1EBA-6A6C-C8B1-82337F7855F7}"/>
          </ac:picMkLst>
        </pc:picChg>
        <pc:picChg chg="add mod">
          <ac:chgData name="Mohammed Fasha" userId="cc64f42d-a1a6-4f08-b97b-0c37f877119f" providerId="ADAL" clId="{FDE0856B-42F7-40B6-BE6F-9BC89E48B27A}" dt="2024-07-20T16:04:16.190" v="3203"/>
          <ac:picMkLst>
            <pc:docMk/>
            <pc:sldMk cId="3269859339" sldId="498"/>
            <ac:picMk id="9220" creationId="{96901244-46AE-C827-FB56-CC61065D70E3}"/>
          </ac:picMkLst>
        </pc:picChg>
        <pc:picChg chg="add mod">
          <ac:chgData name="Mohammed Fasha" userId="cc64f42d-a1a6-4f08-b97b-0c37f877119f" providerId="ADAL" clId="{FDE0856B-42F7-40B6-BE6F-9BC89E48B27A}" dt="2024-07-20T16:05:13.771" v="3215" actId="14100"/>
          <ac:picMkLst>
            <pc:docMk/>
            <pc:sldMk cId="3269859339" sldId="498"/>
            <ac:picMk id="9222" creationId="{0E28E2F6-2ABB-40ED-DE13-E2D991224921}"/>
          </ac:picMkLst>
        </pc:picChg>
      </pc:sldChg>
      <pc:sldChg chg="addSp delSp modSp new add del mod ord">
        <pc:chgData name="Mohammed Fasha" userId="cc64f42d-a1a6-4f08-b97b-0c37f877119f" providerId="ADAL" clId="{FDE0856B-42F7-40B6-BE6F-9BC89E48B27A}" dt="2024-07-20T16:32:04.340" v="3385" actId="2696"/>
        <pc:sldMkLst>
          <pc:docMk/>
          <pc:sldMk cId="207482489" sldId="499"/>
        </pc:sldMkLst>
        <pc:spChg chg="mod">
          <ac:chgData name="Mohammed Fasha" userId="cc64f42d-a1a6-4f08-b97b-0c37f877119f" providerId="ADAL" clId="{FDE0856B-42F7-40B6-BE6F-9BC89E48B27A}" dt="2024-07-20T15:18:58.136" v="2879"/>
          <ac:spMkLst>
            <pc:docMk/>
            <pc:sldMk cId="207482489" sldId="499"/>
            <ac:spMk id="2" creationId="{58BAA339-8FAB-6E71-6626-154CA199F2B3}"/>
          </ac:spMkLst>
        </pc:spChg>
        <pc:spChg chg="add del mod">
          <ac:chgData name="Mohammed Fasha" userId="cc64f42d-a1a6-4f08-b97b-0c37f877119f" providerId="ADAL" clId="{FDE0856B-42F7-40B6-BE6F-9BC89E48B27A}" dt="2024-07-20T15:18:29.257" v="2872" actId="14100"/>
          <ac:spMkLst>
            <pc:docMk/>
            <pc:sldMk cId="207482489" sldId="499"/>
            <ac:spMk id="3" creationId="{A6774967-19D4-9337-CC08-478B095A210F}"/>
          </ac:spMkLst>
        </pc:spChg>
        <pc:picChg chg="add del mod ord">
          <ac:chgData name="Mohammed Fasha" userId="cc64f42d-a1a6-4f08-b97b-0c37f877119f" providerId="ADAL" clId="{FDE0856B-42F7-40B6-BE6F-9BC89E48B27A}" dt="2024-07-20T15:17:34.652" v="2854" actId="22"/>
          <ac:picMkLst>
            <pc:docMk/>
            <pc:sldMk cId="207482489" sldId="499"/>
            <ac:picMk id="5" creationId="{C267DF78-8444-26E9-3A0E-50E8493E69EC}"/>
          </ac:picMkLst>
        </pc:picChg>
        <pc:picChg chg="add mod">
          <ac:chgData name="Mohammed Fasha" userId="cc64f42d-a1a6-4f08-b97b-0c37f877119f" providerId="ADAL" clId="{FDE0856B-42F7-40B6-BE6F-9BC89E48B27A}" dt="2024-07-20T15:18:26.920" v="2871" actId="14100"/>
          <ac:picMkLst>
            <pc:docMk/>
            <pc:sldMk cId="207482489" sldId="499"/>
            <ac:picMk id="7" creationId="{07732E05-7800-5CC9-4271-CBD6E2B12523}"/>
          </ac:picMkLst>
        </pc:picChg>
        <pc:picChg chg="add mod">
          <ac:chgData name="Mohammed Fasha" userId="cc64f42d-a1a6-4f08-b97b-0c37f877119f" providerId="ADAL" clId="{FDE0856B-42F7-40B6-BE6F-9BC89E48B27A}" dt="2024-07-20T15:18:52.395" v="2878" actId="14100"/>
          <ac:picMkLst>
            <pc:docMk/>
            <pc:sldMk cId="207482489" sldId="499"/>
            <ac:picMk id="9" creationId="{F5EECF4E-A3ED-E008-0241-94B26B7323AC}"/>
          </ac:picMkLst>
        </pc:picChg>
      </pc:sldChg>
      <pc:sldChg chg="addSp modSp new mod">
        <pc:chgData name="Mohammed Fasha" userId="cc64f42d-a1a6-4f08-b97b-0c37f877119f" providerId="ADAL" clId="{FDE0856B-42F7-40B6-BE6F-9BC89E48B27A}" dt="2024-07-20T19:35:42.035" v="4497"/>
        <pc:sldMkLst>
          <pc:docMk/>
          <pc:sldMk cId="1237849119" sldId="500"/>
        </pc:sldMkLst>
        <pc:spChg chg="mod">
          <ac:chgData name="Mohammed Fasha" userId="cc64f42d-a1a6-4f08-b97b-0c37f877119f" providerId="ADAL" clId="{FDE0856B-42F7-40B6-BE6F-9BC89E48B27A}" dt="2024-07-20T19:35:42.035" v="4497"/>
          <ac:spMkLst>
            <pc:docMk/>
            <pc:sldMk cId="1237849119" sldId="500"/>
            <ac:spMk id="2" creationId="{15F4D97D-B531-A972-06B0-05EAA62CC22E}"/>
          </ac:spMkLst>
        </pc:spChg>
        <pc:spChg chg="mod">
          <ac:chgData name="Mohammed Fasha" userId="cc64f42d-a1a6-4f08-b97b-0c37f877119f" providerId="ADAL" clId="{FDE0856B-42F7-40B6-BE6F-9BC89E48B27A}" dt="2024-07-20T19:31:34.335" v="4406" actId="27636"/>
          <ac:spMkLst>
            <pc:docMk/>
            <pc:sldMk cId="1237849119" sldId="500"/>
            <ac:spMk id="3" creationId="{ED8A22FB-FAFD-1878-E389-0C6D35699D77}"/>
          </ac:spMkLst>
        </pc:spChg>
        <pc:spChg chg="add mod">
          <ac:chgData name="Mohammed Fasha" userId="cc64f42d-a1a6-4f08-b97b-0c37f877119f" providerId="ADAL" clId="{FDE0856B-42F7-40B6-BE6F-9BC89E48B27A}" dt="2024-07-20T19:33:49.129" v="4422" actId="14100"/>
          <ac:spMkLst>
            <pc:docMk/>
            <pc:sldMk cId="1237849119" sldId="500"/>
            <ac:spMk id="5" creationId="{8236CC18-2AB3-4AB8-1FA2-AD60F4244343}"/>
          </ac:spMkLst>
        </pc:spChg>
        <pc:picChg chg="add mod">
          <ac:chgData name="Mohammed Fasha" userId="cc64f42d-a1a6-4f08-b97b-0c37f877119f" providerId="ADAL" clId="{FDE0856B-42F7-40B6-BE6F-9BC89E48B27A}" dt="2024-07-20T18:52:30.649" v="4024" actId="14100"/>
          <ac:picMkLst>
            <pc:docMk/>
            <pc:sldMk cId="1237849119" sldId="500"/>
            <ac:picMk id="2050" creationId="{8735254D-DFF5-32CC-BA4F-CAA0248BB9B0}"/>
          </ac:picMkLst>
        </pc:picChg>
        <pc:picChg chg="add mod">
          <ac:chgData name="Mohammed Fasha" userId="cc64f42d-a1a6-4f08-b97b-0c37f877119f" providerId="ADAL" clId="{FDE0856B-42F7-40B6-BE6F-9BC89E48B27A}" dt="2024-07-20T18:52:27.784" v="4022" actId="14100"/>
          <ac:picMkLst>
            <pc:docMk/>
            <pc:sldMk cId="1237849119" sldId="500"/>
            <ac:picMk id="8194" creationId="{D9CBBD56-CF61-0B2A-017C-F2E1EFD17D87}"/>
          </ac:picMkLst>
        </pc:picChg>
      </pc:sldChg>
      <pc:sldChg chg="addSp delSp modSp new mod">
        <pc:chgData name="Mohammed Fasha" userId="cc64f42d-a1a6-4f08-b97b-0c37f877119f" providerId="ADAL" clId="{FDE0856B-42F7-40B6-BE6F-9BC89E48B27A}" dt="2024-07-20T19:35:56.514" v="4499"/>
        <pc:sldMkLst>
          <pc:docMk/>
          <pc:sldMk cId="578695780" sldId="501"/>
        </pc:sldMkLst>
        <pc:spChg chg="mod">
          <ac:chgData name="Mohammed Fasha" userId="cc64f42d-a1a6-4f08-b97b-0c37f877119f" providerId="ADAL" clId="{FDE0856B-42F7-40B6-BE6F-9BC89E48B27A}" dt="2024-07-20T19:35:56.514" v="4499"/>
          <ac:spMkLst>
            <pc:docMk/>
            <pc:sldMk cId="578695780" sldId="501"/>
            <ac:spMk id="2" creationId="{8519CDFC-3B48-0CF4-377E-908246714449}"/>
          </ac:spMkLst>
        </pc:spChg>
        <pc:spChg chg="mod">
          <ac:chgData name="Mohammed Fasha" userId="cc64f42d-a1a6-4f08-b97b-0c37f877119f" providerId="ADAL" clId="{FDE0856B-42F7-40B6-BE6F-9BC89E48B27A}" dt="2024-07-20T18:59:42.936" v="4116" actId="14100"/>
          <ac:spMkLst>
            <pc:docMk/>
            <pc:sldMk cId="578695780" sldId="501"/>
            <ac:spMk id="3" creationId="{8B7644C6-E7C8-E193-B465-D639DA3142B6}"/>
          </ac:spMkLst>
        </pc:spChg>
        <pc:spChg chg="add mod">
          <ac:chgData name="Mohammed Fasha" userId="cc64f42d-a1a6-4f08-b97b-0c37f877119f" providerId="ADAL" clId="{FDE0856B-42F7-40B6-BE6F-9BC89E48B27A}" dt="2024-07-20T18:59:36.381" v="4115" actId="1076"/>
          <ac:spMkLst>
            <pc:docMk/>
            <pc:sldMk cId="578695780" sldId="501"/>
            <ac:spMk id="9" creationId="{5843B699-45B1-8AD5-EF65-8D3C440289AD}"/>
          </ac:spMkLst>
        </pc:spChg>
        <pc:picChg chg="add mod">
          <ac:chgData name="Mohammed Fasha" userId="cc64f42d-a1a6-4f08-b97b-0c37f877119f" providerId="ADAL" clId="{FDE0856B-42F7-40B6-BE6F-9BC89E48B27A}" dt="2024-07-20T18:54:34.044" v="4037" actId="1076"/>
          <ac:picMkLst>
            <pc:docMk/>
            <pc:sldMk cId="578695780" sldId="501"/>
            <ac:picMk id="5" creationId="{E7C726C4-A23E-E226-CCA1-C70A6BF01BB3}"/>
          </ac:picMkLst>
        </pc:picChg>
        <pc:picChg chg="add del">
          <ac:chgData name="Mohammed Fasha" userId="cc64f42d-a1a6-4f08-b97b-0c37f877119f" providerId="ADAL" clId="{FDE0856B-42F7-40B6-BE6F-9BC89E48B27A}" dt="2024-07-20T18:56:22.328" v="4039" actId="22"/>
          <ac:picMkLst>
            <pc:docMk/>
            <pc:sldMk cId="578695780" sldId="501"/>
            <ac:picMk id="7" creationId="{067D5D0E-3328-51CB-2C63-4EBFF4CB7F9A}"/>
          </ac:picMkLst>
        </pc:picChg>
        <pc:picChg chg="add mod">
          <ac:chgData name="Mohammed Fasha" userId="cc64f42d-a1a6-4f08-b97b-0c37f877119f" providerId="ADAL" clId="{FDE0856B-42F7-40B6-BE6F-9BC89E48B27A}" dt="2024-07-20T18:53:21.987" v="4030" actId="1076"/>
          <ac:picMkLst>
            <pc:docMk/>
            <pc:sldMk cId="578695780" sldId="501"/>
            <ac:picMk id="3074" creationId="{B6F2C2CA-A12A-B901-D217-2FD371300AB3}"/>
          </ac:picMkLst>
        </pc:picChg>
      </pc:sldChg>
      <pc:sldChg chg="addSp modSp new mod">
        <pc:chgData name="Mohammed Fasha" userId="cc64f42d-a1a6-4f08-b97b-0c37f877119f" providerId="ADAL" clId="{FDE0856B-42F7-40B6-BE6F-9BC89E48B27A}" dt="2024-07-20T16:31:58.483" v="3384" actId="27636"/>
        <pc:sldMkLst>
          <pc:docMk/>
          <pc:sldMk cId="1401910263" sldId="502"/>
        </pc:sldMkLst>
        <pc:spChg chg="mod">
          <ac:chgData name="Mohammed Fasha" userId="cc64f42d-a1a6-4f08-b97b-0c37f877119f" providerId="ADAL" clId="{FDE0856B-42F7-40B6-BE6F-9BC89E48B27A}" dt="2024-07-20T16:31:05.620" v="3379" actId="20577"/>
          <ac:spMkLst>
            <pc:docMk/>
            <pc:sldMk cId="1401910263" sldId="502"/>
            <ac:spMk id="2" creationId="{1832C52D-7C82-2FB1-75AD-7B0D0E9719AA}"/>
          </ac:spMkLst>
        </pc:spChg>
        <pc:spChg chg="mod">
          <ac:chgData name="Mohammed Fasha" userId="cc64f42d-a1a6-4f08-b97b-0c37f877119f" providerId="ADAL" clId="{FDE0856B-42F7-40B6-BE6F-9BC89E48B27A}" dt="2024-07-20T16:31:42.730" v="3382" actId="27636"/>
          <ac:spMkLst>
            <pc:docMk/>
            <pc:sldMk cId="1401910263" sldId="502"/>
            <ac:spMk id="3" creationId="{3F93B7F1-6D84-920D-ABD7-B68182DBBBD2}"/>
          </ac:spMkLst>
        </pc:spChg>
        <pc:spChg chg="add mod">
          <ac:chgData name="Mohammed Fasha" userId="cc64f42d-a1a6-4f08-b97b-0c37f877119f" providerId="ADAL" clId="{FDE0856B-42F7-40B6-BE6F-9BC89E48B27A}" dt="2024-07-20T16:31:58.483" v="3384" actId="27636"/>
          <ac:spMkLst>
            <pc:docMk/>
            <pc:sldMk cId="1401910263" sldId="502"/>
            <ac:spMk id="4" creationId="{E97A3E23-357A-FE32-B118-6B87A182DE29}"/>
          </ac:spMkLst>
        </pc:spChg>
      </pc:sldChg>
      <pc:sldChg chg="add del">
        <pc:chgData name="Mohammed Fasha" userId="cc64f42d-a1a6-4f08-b97b-0c37f877119f" providerId="ADAL" clId="{FDE0856B-42F7-40B6-BE6F-9BC89E48B27A}" dt="2024-07-20T16:01:39.549" v="3171"/>
        <pc:sldMkLst>
          <pc:docMk/>
          <pc:sldMk cId="1685127705" sldId="502"/>
        </pc:sldMkLst>
      </pc:sldChg>
      <pc:sldChg chg="modSp add mod">
        <pc:chgData name="Mohammed Fasha" userId="cc64f42d-a1a6-4f08-b97b-0c37f877119f" providerId="ADAL" clId="{FDE0856B-42F7-40B6-BE6F-9BC89E48B27A}" dt="2024-07-20T16:30:52.530" v="3375" actId="179"/>
        <pc:sldMkLst>
          <pc:docMk/>
          <pc:sldMk cId="3036287539" sldId="503"/>
        </pc:sldMkLst>
        <pc:spChg chg="mod">
          <ac:chgData name="Mohammed Fasha" userId="cc64f42d-a1a6-4f08-b97b-0c37f877119f" providerId="ADAL" clId="{FDE0856B-42F7-40B6-BE6F-9BC89E48B27A}" dt="2024-07-20T16:30:26.371" v="3359" actId="27636"/>
          <ac:spMkLst>
            <pc:docMk/>
            <pc:sldMk cId="3036287539" sldId="503"/>
            <ac:spMk id="2" creationId="{1832C52D-7C82-2FB1-75AD-7B0D0E9719AA}"/>
          </ac:spMkLst>
        </pc:spChg>
        <pc:spChg chg="mod">
          <ac:chgData name="Mohammed Fasha" userId="cc64f42d-a1a6-4f08-b97b-0c37f877119f" providerId="ADAL" clId="{FDE0856B-42F7-40B6-BE6F-9BC89E48B27A}" dt="2024-07-20T16:30:52.530" v="3375" actId="179"/>
          <ac:spMkLst>
            <pc:docMk/>
            <pc:sldMk cId="3036287539" sldId="503"/>
            <ac:spMk id="3" creationId="{3F93B7F1-6D84-920D-ABD7-B68182DBBBD2}"/>
          </ac:spMkLst>
        </pc:spChg>
      </pc:sldChg>
      <pc:sldChg chg="addSp delSp modSp new mod">
        <pc:chgData name="Mohammed Fasha" userId="cc64f42d-a1a6-4f08-b97b-0c37f877119f" providerId="ADAL" clId="{FDE0856B-42F7-40B6-BE6F-9BC89E48B27A}" dt="2024-07-20T19:36:01.542" v="4501"/>
        <pc:sldMkLst>
          <pc:docMk/>
          <pc:sldMk cId="2976798368" sldId="504"/>
        </pc:sldMkLst>
        <pc:spChg chg="mod">
          <ac:chgData name="Mohammed Fasha" userId="cc64f42d-a1a6-4f08-b97b-0c37f877119f" providerId="ADAL" clId="{FDE0856B-42F7-40B6-BE6F-9BC89E48B27A}" dt="2024-07-20T19:36:01.542" v="4501"/>
          <ac:spMkLst>
            <pc:docMk/>
            <pc:sldMk cId="2976798368" sldId="504"/>
            <ac:spMk id="2" creationId="{8E2CBED4-BEEC-4803-D0A8-FBE826FDFFE9}"/>
          </ac:spMkLst>
        </pc:spChg>
        <pc:spChg chg="mod">
          <ac:chgData name="Mohammed Fasha" userId="cc64f42d-a1a6-4f08-b97b-0c37f877119f" providerId="ADAL" clId="{FDE0856B-42F7-40B6-BE6F-9BC89E48B27A}" dt="2024-07-20T19:25:30.297" v="4272" actId="27636"/>
          <ac:spMkLst>
            <pc:docMk/>
            <pc:sldMk cId="2976798368" sldId="504"/>
            <ac:spMk id="3" creationId="{F6F6B7E0-3032-2475-C957-02165425811C}"/>
          </ac:spMkLst>
        </pc:spChg>
        <pc:spChg chg="add mod">
          <ac:chgData name="Mohammed Fasha" userId="cc64f42d-a1a6-4f08-b97b-0c37f877119f" providerId="ADAL" clId="{FDE0856B-42F7-40B6-BE6F-9BC89E48B27A}" dt="2024-07-20T19:21:18.862" v="4183" actId="1076"/>
          <ac:spMkLst>
            <pc:docMk/>
            <pc:sldMk cId="2976798368" sldId="504"/>
            <ac:spMk id="13" creationId="{14D0D6D3-45BA-C282-2F57-51C0B66111E8}"/>
          </ac:spMkLst>
        </pc:spChg>
        <pc:spChg chg="add mod">
          <ac:chgData name="Mohammed Fasha" userId="cc64f42d-a1a6-4f08-b97b-0c37f877119f" providerId="ADAL" clId="{FDE0856B-42F7-40B6-BE6F-9BC89E48B27A}" dt="2024-07-20T19:25:26.507" v="4270" actId="404"/>
          <ac:spMkLst>
            <pc:docMk/>
            <pc:sldMk cId="2976798368" sldId="504"/>
            <ac:spMk id="15" creationId="{3F6E0E54-9CE0-F190-B80B-8415AD984E7C}"/>
          </ac:spMkLst>
        </pc:spChg>
        <pc:picChg chg="add mod">
          <ac:chgData name="Mohammed Fasha" userId="cc64f42d-a1a6-4f08-b97b-0c37f877119f" providerId="ADAL" clId="{FDE0856B-42F7-40B6-BE6F-9BC89E48B27A}" dt="2024-07-20T19:25:13.950" v="4268" actId="1076"/>
          <ac:picMkLst>
            <pc:docMk/>
            <pc:sldMk cId="2976798368" sldId="504"/>
            <ac:picMk id="5" creationId="{EFC37FC3-9A0F-9CC7-DDB9-7D6C5D1367BB}"/>
          </ac:picMkLst>
        </pc:picChg>
        <pc:picChg chg="add del mod">
          <ac:chgData name="Mohammed Fasha" userId="cc64f42d-a1a6-4f08-b97b-0c37f877119f" providerId="ADAL" clId="{FDE0856B-42F7-40B6-BE6F-9BC89E48B27A}" dt="2024-07-20T19:19:16.527" v="4154" actId="478"/>
          <ac:picMkLst>
            <pc:docMk/>
            <pc:sldMk cId="2976798368" sldId="504"/>
            <ac:picMk id="7" creationId="{75856B8C-849B-80F2-FD92-47048F84F4DD}"/>
          </ac:picMkLst>
        </pc:picChg>
        <pc:picChg chg="add del mod ord">
          <ac:chgData name="Mohammed Fasha" userId="cc64f42d-a1a6-4f08-b97b-0c37f877119f" providerId="ADAL" clId="{FDE0856B-42F7-40B6-BE6F-9BC89E48B27A}" dt="2024-07-20T19:20:24.817" v="4164" actId="478"/>
          <ac:picMkLst>
            <pc:docMk/>
            <pc:sldMk cId="2976798368" sldId="504"/>
            <ac:picMk id="9" creationId="{3D84C952-5D52-52D3-9E96-890308E3414A}"/>
          </ac:picMkLst>
        </pc:picChg>
        <pc:picChg chg="add mod">
          <ac:chgData name="Mohammed Fasha" userId="cc64f42d-a1a6-4f08-b97b-0c37f877119f" providerId="ADAL" clId="{FDE0856B-42F7-40B6-BE6F-9BC89E48B27A}" dt="2024-07-20T19:25:38.781" v="4273" actId="1076"/>
          <ac:picMkLst>
            <pc:docMk/>
            <pc:sldMk cId="2976798368" sldId="504"/>
            <ac:picMk id="11" creationId="{79FABE01-37DB-B282-A333-AA32E09FD4AD}"/>
          </ac:picMkLst>
        </pc:picChg>
      </pc:sldChg>
      <pc:sldChg chg="modSp add mod ord">
        <pc:chgData name="Mohammed Fasha" userId="cc64f42d-a1a6-4f08-b97b-0c37f877119f" providerId="ADAL" clId="{FDE0856B-42F7-40B6-BE6F-9BC89E48B27A}" dt="2024-07-20T19:47:45.683" v="4592"/>
        <pc:sldMkLst>
          <pc:docMk/>
          <pc:sldMk cId="3087756075" sldId="505"/>
        </pc:sldMkLst>
        <pc:spChg chg="mod">
          <ac:chgData name="Mohammed Fasha" userId="cc64f42d-a1a6-4f08-b97b-0c37f877119f" providerId="ADAL" clId="{FDE0856B-42F7-40B6-BE6F-9BC89E48B27A}" dt="2024-07-20T18:40:23.884" v="3826" actId="20577"/>
          <ac:spMkLst>
            <pc:docMk/>
            <pc:sldMk cId="3087756075" sldId="505"/>
            <ac:spMk id="2" creationId="{8E2CBED4-BEEC-4803-D0A8-FBE826FDFFE9}"/>
          </ac:spMkLst>
        </pc:spChg>
        <pc:spChg chg="mod">
          <ac:chgData name="Mohammed Fasha" userId="cc64f42d-a1a6-4f08-b97b-0c37f877119f" providerId="ADAL" clId="{FDE0856B-42F7-40B6-BE6F-9BC89E48B27A}" dt="2024-07-20T19:37:11.394" v="4528" actId="27636"/>
          <ac:spMkLst>
            <pc:docMk/>
            <pc:sldMk cId="3087756075" sldId="505"/>
            <ac:spMk id="3" creationId="{F6F6B7E0-3032-2475-C957-02165425811C}"/>
          </ac:spMkLst>
        </pc:spChg>
      </pc:sldChg>
      <pc:sldChg chg="addSp delSp modSp add mod ord">
        <pc:chgData name="Mohammed Fasha" userId="cc64f42d-a1a6-4f08-b97b-0c37f877119f" providerId="ADAL" clId="{FDE0856B-42F7-40B6-BE6F-9BC89E48B27A}" dt="2024-07-20T19:49:38.554" v="4622" actId="1076"/>
        <pc:sldMkLst>
          <pc:docMk/>
          <pc:sldMk cId="3109690559" sldId="506"/>
        </pc:sldMkLst>
        <pc:spChg chg="mod">
          <ac:chgData name="Mohammed Fasha" userId="cc64f42d-a1a6-4f08-b97b-0c37f877119f" providerId="ADAL" clId="{FDE0856B-42F7-40B6-BE6F-9BC89E48B27A}" dt="2024-07-20T19:41:06.639" v="4542"/>
          <ac:spMkLst>
            <pc:docMk/>
            <pc:sldMk cId="3109690559" sldId="506"/>
            <ac:spMk id="2" creationId="{8E2CBED4-BEEC-4803-D0A8-FBE826FDFFE9}"/>
          </ac:spMkLst>
        </pc:spChg>
        <pc:spChg chg="mod">
          <ac:chgData name="Mohammed Fasha" userId="cc64f42d-a1a6-4f08-b97b-0c37f877119f" providerId="ADAL" clId="{FDE0856B-42F7-40B6-BE6F-9BC89E48B27A}" dt="2024-07-20T19:47:30.106" v="4586" actId="27636"/>
          <ac:spMkLst>
            <pc:docMk/>
            <pc:sldMk cId="3109690559" sldId="506"/>
            <ac:spMk id="3" creationId="{F6F6B7E0-3032-2475-C957-02165425811C}"/>
          </ac:spMkLst>
        </pc:spChg>
        <pc:picChg chg="add mod">
          <ac:chgData name="Mohammed Fasha" userId="cc64f42d-a1a6-4f08-b97b-0c37f877119f" providerId="ADAL" clId="{FDE0856B-42F7-40B6-BE6F-9BC89E48B27A}" dt="2024-07-20T19:49:37.488" v="4621" actId="1076"/>
          <ac:picMkLst>
            <pc:docMk/>
            <pc:sldMk cId="3109690559" sldId="506"/>
            <ac:picMk id="5" creationId="{0FFA0D5A-A1D3-2CD7-E6A2-28330F89EB4E}"/>
          </ac:picMkLst>
        </pc:picChg>
        <pc:picChg chg="add mod">
          <ac:chgData name="Mohammed Fasha" userId="cc64f42d-a1a6-4f08-b97b-0c37f877119f" providerId="ADAL" clId="{FDE0856B-42F7-40B6-BE6F-9BC89E48B27A}" dt="2024-07-20T19:49:38.554" v="4622" actId="1076"/>
          <ac:picMkLst>
            <pc:docMk/>
            <pc:sldMk cId="3109690559" sldId="506"/>
            <ac:picMk id="4098" creationId="{0ACD7CEE-C454-7CAF-67DA-237469446239}"/>
          </ac:picMkLst>
        </pc:picChg>
        <pc:picChg chg="add del mod">
          <ac:chgData name="Mohammed Fasha" userId="cc64f42d-a1a6-4f08-b97b-0c37f877119f" providerId="ADAL" clId="{FDE0856B-42F7-40B6-BE6F-9BC89E48B27A}" dt="2024-07-20T19:49:32.022" v="4617" actId="478"/>
          <ac:picMkLst>
            <pc:docMk/>
            <pc:sldMk cId="3109690559" sldId="506"/>
            <ac:picMk id="4100" creationId="{3296902D-7DB8-080A-58E8-EA32CF1CC926}"/>
          </ac:picMkLst>
        </pc:picChg>
      </pc:sldChg>
      <pc:sldChg chg="addSp delSp modSp add mod ord">
        <pc:chgData name="Mohammed Fasha" userId="cc64f42d-a1a6-4f08-b97b-0c37f877119f" providerId="ADAL" clId="{FDE0856B-42F7-40B6-BE6F-9BC89E48B27A}" dt="2024-07-20T19:52:44.230" v="4688" actId="1076"/>
        <pc:sldMkLst>
          <pc:docMk/>
          <pc:sldMk cId="1044797019" sldId="507"/>
        </pc:sldMkLst>
        <pc:spChg chg="mod">
          <ac:chgData name="Mohammed Fasha" userId="cc64f42d-a1a6-4f08-b97b-0c37f877119f" providerId="ADAL" clId="{FDE0856B-42F7-40B6-BE6F-9BC89E48B27A}" dt="2024-07-20T18:41:08.565" v="3864" actId="20577"/>
          <ac:spMkLst>
            <pc:docMk/>
            <pc:sldMk cId="1044797019" sldId="507"/>
            <ac:spMk id="2" creationId="{8E2CBED4-BEEC-4803-D0A8-FBE826FDFFE9}"/>
          </ac:spMkLst>
        </pc:spChg>
        <pc:spChg chg="mod">
          <ac:chgData name="Mohammed Fasha" userId="cc64f42d-a1a6-4f08-b97b-0c37f877119f" providerId="ADAL" clId="{FDE0856B-42F7-40B6-BE6F-9BC89E48B27A}" dt="2024-07-20T19:51:52.192" v="4669" actId="21"/>
          <ac:spMkLst>
            <pc:docMk/>
            <pc:sldMk cId="1044797019" sldId="507"/>
            <ac:spMk id="3" creationId="{F6F6B7E0-3032-2475-C957-02165425811C}"/>
          </ac:spMkLst>
        </pc:spChg>
        <pc:spChg chg="add del mod">
          <ac:chgData name="Mohammed Fasha" userId="cc64f42d-a1a6-4f08-b97b-0c37f877119f" providerId="ADAL" clId="{FDE0856B-42F7-40B6-BE6F-9BC89E48B27A}" dt="2024-07-20T19:51:50.776" v="4666" actId="22"/>
          <ac:spMkLst>
            <pc:docMk/>
            <pc:sldMk cId="1044797019" sldId="507"/>
            <ac:spMk id="5" creationId="{D3404C6B-2C28-5006-250A-91BF16C01034}"/>
          </ac:spMkLst>
        </pc:spChg>
        <pc:picChg chg="add del mod">
          <ac:chgData name="Mohammed Fasha" userId="cc64f42d-a1a6-4f08-b97b-0c37f877119f" providerId="ADAL" clId="{FDE0856B-42F7-40B6-BE6F-9BC89E48B27A}" dt="2024-07-20T19:51:47" v="4655" actId="22"/>
          <ac:picMkLst>
            <pc:docMk/>
            <pc:sldMk cId="1044797019" sldId="507"/>
            <ac:picMk id="7" creationId="{73B1ED5B-C7F1-EF55-13E5-094539F5407B}"/>
          </ac:picMkLst>
        </pc:picChg>
        <pc:picChg chg="add mod">
          <ac:chgData name="Mohammed Fasha" userId="cc64f42d-a1a6-4f08-b97b-0c37f877119f" providerId="ADAL" clId="{FDE0856B-42F7-40B6-BE6F-9BC89E48B27A}" dt="2024-07-20T19:52:00.351" v="4673" actId="1076"/>
          <ac:picMkLst>
            <pc:docMk/>
            <pc:sldMk cId="1044797019" sldId="507"/>
            <ac:picMk id="9" creationId="{A120BD2E-B727-03F8-21DC-D8D884266D49}"/>
          </ac:picMkLst>
        </pc:picChg>
        <pc:picChg chg="add mod">
          <ac:chgData name="Mohammed Fasha" userId="cc64f42d-a1a6-4f08-b97b-0c37f877119f" providerId="ADAL" clId="{FDE0856B-42F7-40B6-BE6F-9BC89E48B27A}" dt="2024-07-20T19:52:37.626" v="4684" actId="1076"/>
          <ac:picMkLst>
            <pc:docMk/>
            <pc:sldMk cId="1044797019" sldId="507"/>
            <ac:picMk id="5122" creationId="{17B89C35-BDBE-80A2-2F39-E32CFA47758D}"/>
          </ac:picMkLst>
        </pc:picChg>
        <pc:picChg chg="add mod">
          <ac:chgData name="Mohammed Fasha" userId="cc64f42d-a1a6-4f08-b97b-0c37f877119f" providerId="ADAL" clId="{FDE0856B-42F7-40B6-BE6F-9BC89E48B27A}" dt="2024-07-20T19:52:44.230" v="4688" actId="1076"/>
          <ac:picMkLst>
            <pc:docMk/>
            <pc:sldMk cId="1044797019" sldId="507"/>
            <ac:picMk id="5124" creationId="{7F6DDF92-F2D6-04DE-AF79-3A29AD0ACAFA}"/>
          </ac:picMkLst>
        </pc:picChg>
      </pc:sldChg>
      <pc:sldChg chg="addSp modSp add mod ord">
        <pc:chgData name="Mohammed Fasha" userId="cc64f42d-a1a6-4f08-b97b-0c37f877119f" providerId="ADAL" clId="{FDE0856B-42F7-40B6-BE6F-9BC89E48B27A}" dt="2024-07-20T20:00:44.527" v="4723" actId="1076"/>
        <pc:sldMkLst>
          <pc:docMk/>
          <pc:sldMk cId="1870570649" sldId="508"/>
        </pc:sldMkLst>
        <pc:spChg chg="mod">
          <ac:chgData name="Mohammed Fasha" userId="cc64f42d-a1a6-4f08-b97b-0c37f877119f" providerId="ADAL" clId="{FDE0856B-42F7-40B6-BE6F-9BC89E48B27A}" dt="2024-07-20T18:41:48.201" v="3877" actId="20577"/>
          <ac:spMkLst>
            <pc:docMk/>
            <pc:sldMk cId="1870570649" sldId="508"/>
            <ac:spMk id="2" creationId="{8E2CBED4-BEEC-4803-D0A8-FBE826FDFFE9}"/>
          </ac:spMkLst>
        </pc:spChg>
        <pc:spChg chg="mod">
          <ac:chgData name="Mohammed Fasha" userId="cc64f42d-a1a6-4f08-b97b-0c37f877119f" providerId="ADAL" clId="{FDE0856B-42F7-40B6-BE6F-9BC89E48B27A}" dt="2024-07-20T20:00:38.448" v="4719" actId="27636"/>
          <ac:spMkLst>
            <pc:docMk/>
            <pc:sldMk cId="1870570649" sldId="508"/>
            <ac:spMk id="3" creationId="{F6F6B7E0-3032-2475-C957-02165425811C}"/>
          </ac:spMkLst>
        </pc:spChg>
        <pc:picChg chg="add mod">
          <ac:chgData name="Mohammed Fasha" userId="cc64f42d-a1a6-4f08-b97b-0c37f877119f" providerId="ADAL" clId="{FDE0856B-42F7-40B6-BE6F-9BC89E48B27A}" dt="2024-07-20T20:00:44.527" v="4723" actId="1076"/>
          <ac:picMkLst>
            <pc:docMk/>
            <pc:sldMk cId="1870570649" sldId="508"/>
            <ac:picMk id="6146" creationId="{793B645C-CF39-54DB-71EE-8C16355CCF96}"/>
          </ac:picMkLst>
        </pc:picChg>
      </pc:sldChg>
      <pc:sldChg chg="addSp modSp add mod">
        <pc:chgData name="Mohammed Fasha" userId="cc64f42d-a1a6-4f08-b97b-0c37f877119f" providerId="ADAL" clId="{FDE0856B-42F7-40B6-BE6F-9BC89E48B27A}" dt="2024-07-20T20:05:26.794" v="4772" actId="1076"/>
        <pc:sldMkLst>
          <pc:docMk/>
          <pc:sldMk cId="1247796290" sldId="509"/>
        </pc:sldMkLst>
        <pc:spChg chg="mod">
          <ac:chgData name="Mohammed Fasha" userId="cc64f42d-a1a6-4f08-b97b-0c37f877119f" providerId="ADAL" clId="{FDE0856B-42F7-40B6-BE6F-9BC89E48B27A}" dt="2024-07-20T20:05:24.779" v="4771" actId="14100"/>
          <ac:spMkLst>
            <pc:docMk/>
            <pc:sldMk cId="1247796290" sldId="509"/>
            <ac:spMk id="2" creationId="{8E2CBED4-BEEC-4803-D0A8-FBE826FDFFE9}"/>
          </ac:spMkLst>
        </pc:spChg>
        <pc:spChg chg="mod">
          <ac:chgData name="Mohammed Fasha" userId="cc64f42d-a1a6-4f08-b97b-0c37f877119f" providerId="ADAL" clId="{FDE0856B-42F7-40B6-BE6F-9BC89E48B27A}" dt="2024-07-20T20:04:59.926" v="4763" actId="27636"/>
          <ac:spMkLst>
            <pc:docMk/>
            <pc:sldMk cId="1247796290" sldId="509"/>
            <ac:spMk id="3" creationId="{F6F6B7E0-3032-2475-C957-02165425811C}"/>
          </ac:spMkLst>
        </pc:spChg>
        <pc:picChg chg="add mod">
          <ac:chgData name="Mohammed Fasha" userId="cc64f42d-a1a6-4f08-b97b-0c37f877119f" providerId="ADAL" clId="{FDE0856B-42F7-40B6-BE6F-9BC89E48B27A}" dt="2024-07-20T20:05:26.794" v="4772" actId="1076"/>
          <ac:picMkLst>
            <pc:docMk/>
            <pc:sldMk cId="1247796290" sldId="509"/>
            <ac:picMk id="5" creationId="{674709A4-1E05-681B-4133-280E70EF16F0}"/>
          </ac:picMkLst>
        </pc:picChg>
        <pc:picChg chg="add mod">
          <ac:chgData name="Mohammed Fasha" userId="cc64f42d-a1a6-4f08-b97b-0c37f877119f" providerId="ADAL" clId="{FDE0856B-42F7-40B6-BE6F-9BC89E48B27A}" dt="2024-07-20T20:05:04.850" v="4765" actId="1076"/>
          <ac:picMkLst>
            <pc:docMk/>
            <pc:sldMk cId="1247796290" sldId="509"/>
            <ac:picMk id="7170" creationId="{15C0A7B3-61BC-2236-4052-F37912385855}"/>
          </ac:picMkLst>
        </pc:picChg>
      </pc:sldChg>
      <pc:sldChg chg="addSp delSp modSp new mod">
        <pc:chgData name="Mohammed Fasha" userId="cc64f42d-a1a6-4f08-b97b-0c37f877119f" providerId="ADAL" clId="{FDE0856B-42F7-40B6-BE6F-9BC89E48B27A}" dt="2024-07-20T20:08:41.891" v="4815" actId="27636"/>
        <pc:sldMkLst>
          <pc:docMk/>
          <pc:sldMk cId="3608674622" sldId="510"/>
        </pc:sldMkLst>
        <pc:spChg chg="mod">
          <ac:chgData name="Mohammed Fasha" userId="cc64f42d-a1a6-4f08-b97b-0c37f877119f" providerId="ADAL" clId="{FDE0856B-42F7-40B6-BE6F-9BC89E48B27A}" dt="2024-07-20T20:07:25.080" v="4801" actId="14100"/>
          <ac:spMkLst>
            <pc:docMk/>
            <pc:sldMk cId="3608674622" sldId="510"/>
            <ac:spMk id="2" creationId="{C055AE28-97AF-DBEC-E8E5-96AFB3A488CC}"/>
          </ac:spMkLst>
        </pc:spChg>
        <pc:spChg chg="mod">
          <ac:chgData name="Mohammed Fasha" userId="cc64f42d-a1a6-4f08-b97b-0c37f877119f" providerId="ADAL" clId="{FDE0856B-42F7-40B6-BE6F-9BC89E48B27A}" dt="2024-07-20T20:08:41.891" v="4815" actId="27636"/>
          <ac:spMkLst>
            <pc:docMk/>
            <pc:sldMk cId="3608674622" sldId="510"/>
            <ac:spMk id="3" creationId="{D12CB8A6-3DF2-BCE7-7BDF-16FF50B8775F}"/>
          </ac:spMkLst>
        </pc:spChg>
        <pc:spChg chg="add">
          <ac:chgData name="Mohammed Fasha" userId="cc64f42d-a1a6-4f08-b97b-0c37f877119f" providerId="ADAL" clId="{FDE0856B-42F7-40B6-BE6F-9BC89E48B27A}" dt="2024-07-20T20:06:40.085" v="4792"/>
          <ac:spMkLst>
            <pc:docMk/>
            <pc:sldMk cId="3608674622" sldId="510"/>
            <ac:spMk id="4" creationId="{5718C654-1D51-1E07-B0D4-63250037C910}"/>
          </ac:spMkLst>
        </pc:spChg>
        <pc:spChg chg="add">
          <ac:chgData name="Mohammed Fasha" userId="cc64f42d-a1a6-4f08-b97b-0c37f877119f" providerId="ADAL" clId="{FDE0856B-42F7-40B6-BE6F-9BC89E48B27A}" dt="2024-07-20T20:06:45.183" v="4793"/>
          <ac:spMkLst>
            <pc:docMk/>
            <pc:sldMk cId="3608674622" sldId="510"/>
            <ac:spMk id="5" creationId="{E9793955-2EB5-9038-B8DB-A3BB66DD566E}"/>
          </ac:spMkLst>
        </pc:spChg>
        <pc:picChg chg="add mod">
          <ac:chgData name="Mohammed Fasha" userId="cc64f42d-a1a6-4f08-b97b-0c37f877119f" providerId="ADAL" clId="{FDE0856B-42F7-40B6-BE6F-9BC89E48B27A}" dt="2024-07-20T20:07:30.994" v="4804" actId="1076"/>
          <ac:picMkLst>
            <pc:docMk/>
            <pc:sldMk cId="3608674622" sldId="510"/>
            <ac:picMk id="7" creationId="{6531B9A7-A0EA-3808-A1E1-790AD223A323}"/>
          </ac:picMkLst>
        </pc:picChg>
        <pc:picChg chg="add del mod">
          <ac:chgData name="Mohammed Fasha" userId="cc64f42d-a1a6-4f08-b97b-0c37f877119f" providerId="ADAL" clId="{FDE0856B-42F7-40B6-BE6F-9BC89E48B27A}" dt="2024-07-20T20:07:21.917" v="4800" actId="478"/>
          <ac:picMkLst>
            <pc:docMk/>
            <pc:sldMk cId="3608674622" sldId="510"/>
            <ac:picMk id="8198" creationId="{1C5928F6-A8BB-2CE6-6536-9EF4EC6BFE64}"/>
          </ac:picMkLst>
        </pc:picChg>
      </pc:sldChg>
      <pc:sldChg chg="modSp new mod">
        <pc:chgData name="Mohammed Fasha" userId="cc64f42d-a1a6-4f08-b97b-0c37f877119f" providerId="ADAL" clId="{FDE0856B-42F7-40B6-BE6F-9BC89E48B27A}" dt="2024-07-20T18:44:24.937" v="3934" actId="20577"/>
        <pc:sldMkLst>
          <pc:docMk/>
          <pc:sldMk cId="314111597" sldId="511"/>
        </pc:sldMkLst>
        <pc:spChg chg="mod">
          <ac:chgData name="Mohammed Fasha" userId="cc64f42d-a1a6-4f08-b97b-0c37f877119f" providerId="ADAL" clId="{FDE0856B-42F7-40B6-BE6F-9BC89E48B27A}" dt="2024-07-20T18:43:19.518" v="3917"/>
          <ac:spMkLst>
            <pc:docMk/>
            <pc:sldMk cId="314111597" sldId="511"/>
            <ac:spMk id="2" creationId="{33E4A482-61D8-94F7-FD7A-3C57F3E8A77A}"/>
          </ac:spMkLst>
        </pc:spChg>
        <pc:spChg chg="mod">
          <ac:chgData name="Mohammed Fasha" userId="cc64f42d-a1a6-4f08-b97b-0c37f877119f" providerId="ADAL" clId="{FDE0856B-42F7-40B6-BE6F-9BC89E48B27A}" dt="2024-07-20T18:44:24.937" v="3934" actId="20577"/>
          <ac:spMkLst>
            <pc:docMk/>
            <pc:sldMk cId="314111597" sldId="511"/>
            <ac:spMk id="3" creationId="{929FD092-C7DF-BE60-02E4-82403C379989}"/>
          </ac:spMkLst>
        </pc:spChg>
      </pc:sldChg>
      <pc:sldChg chg="modSp add mod">
        <pc:chgData name="Mohammed Fasha" userId="cc64f42d-a1a6-4f08-b97b-0c37f877119f" providerId="ADAL" clId="{FDE0856B-42F7-40B6-BE6F-9BC89E48B27A}" dt="2024-07-20T18:46:00.566" v="3975" actId="6549"/>
        <pc:sldMkLst>
          <pc:docMk/>
          <pc:sldMk cId="3376168615" sldId="512"/>
        </pc:sldMkLst>
        <pc:spChg chg="mod">
          <ac:chgData name="Mohammed Fasha" userId="cc64f42d-a1a6-4f08-b97b-0c37f877119f" providerId="ADAL" clId="{FDE0856B-42F7-40B6-BE6F-9BC89E48B27A}" dt="2024-07-20T18:46:00.566" v="3975" actId="6549"/>
          <ac:spMkLst>
            <pc:docMk/>
            <pc:sldMk cId="3376168615" sldId="512"/>
            <ac:spMk id="2" creationId="{33E4A482-61D8-94F7-FD7A-3C57F3E8A77A}"/>
          </ac:spMkLst>
        </pc:spChg>
        <pc:spChg chg="mod">
          <ac:chgData name="Mohammed Fasha" userId="cc64f42d-a1a6-4f08-b97b-0c37f877119f" providerId="ADAL" clId="{FDE0856B-42F7-40B6-BE6F-9BC89E48B27A}" dt="2024-07-20T18:45:36.065" v="3949" actId="27636"/>
          <ac:spMkLst>
            <pc:docMk/>
            <pc:sldMk cId="3376168615" sldId="512"/>
            <ac:spMk id="3" creationId="{929FD092-C7DF-BE60-02E4-82403C379989}"/>
          </ac:spMkLst>
        </pc:spChg>
      </pc:sldChg>
      <pc:sldChg chg="modSp new mod">
        <pc:chgData name="Mohammed Fasha" userId="cc64f42d-a1a6-4f08-b97b-0c37f877119f" providerId="ADAL" clId="{FDE0856B-42F7-40B6-BE6F-9BC89E48B27A}" dt="2024-07-20T19:58:40.972" v="4698" actId="27636"/>
        <pc:sldMkLst>
          <pc:docMk/>
          <pc:sldMk cId="1658774114" sldId="513"/>
        </pc:sldMkLst>
        <pc:spChg chg="mod">
          <ac:chgData name="Mohammed Fasha" userId="cc64f42d-a1a6-4f08-b97b-0c37f877119f" providerId="ADAL" clId="{FDE0856B-42F7-40B6-BE6F-9BC89E48B27A}" dt="2024-07-20T19:58:15.004" v="4691"/>
          <ac:spMkLst>
            <pc:docMk/>
            <pc:sldMk cId="1658774114" sldId="513"/>
            <ac:spMk id="2" creationId="{09D49AF0-D019-31CC-3087-C5595EE43009}"/>
          </ac:spMkLst>
        </pc:spChg>
        <pc:spChg chg="mod">
          <ac:chgData name="Mohammed Fasha" userId="cc64f42d-a1a6-4f08-b97b-0c37f877119f" providerId="ADAL" clId="{FDE0856B-42F7-40B6-BE6F-9BC89E48B27A}" dt="2024-07-20T19:58:40.972" v="4698" actId="27636"/>
          <ac:spMkLst>
            <pc:docMk/>
            <pc:sldMk cId="1658774114" sldId="513"/>
            <ac:spMk id="3" creationId="{2824734C-6D2E-6BEE-6B36-9017FF9AA832}"/>
          </ac:spMkLst>
        </pc:spChg>
      </pc:sldChg>
      <pc:sldChg chg="add del">
        <pc:chgData name="Mohammed Fasha" userId="cc64f42d-a1a6-4f08-b97b-0c37f877119f" providerId="ADAL" clId="{FDE0856B-42F7-40B6-BE6F-9BC89E48B27A}" dt="2024-07-20T18:46:04.179" v="3976" actId="47"/>
        <pc:sldMkLst>
          <pc:docMk/>
          <pc:sldMk cId="3256729099" sldId="513"/>
        </pc:sldMkLst>
      </pc:sldChg>
      <pc:sldChg chg="addSp modSp new mod">
        <pc:chgData name="Mohammed Fasha" userId="cc64f42d-a1a6-4f08-b97b-0c37f877119f" providerId="ADAL" clId="{FDE0856B-42F7-40B6-BE6F-9BC89E48B27A}" dt="2024-07-20T20:16:14.474" v="4847" actId="1076"/>
        <pc:sldMkLst>
          <pc:docMk/>
          <pc:sldMk cId="3447864759" sldId="514"/>
        </pc:sldMkLst>
        <pc:spChg chg="mod">
          <ac:chgData name="Mohammed Fasha" userId="cc64f42d-a1a6-4f08-b97b-0c37f877119f" providerId="ADAL" clId="{FDE0856B-42F7-40B6-BE6F-9BC89E48B27A}" dt="2024-07-20T20:14:48.796" v="4835" actId="14100"/>
          <ac:spMkLst>
            <pc:docMk/>
            <pc:sldMk cId="3447864759" sldId="514"/>
            <ac:spMk id="2" creationId="{4FF82D11-9127-CDA6-9735-656B1619BBC8}"/>
          </ac:spMkLst>
        </pc:spChg>
        <pc:spChg chg="mod">
          <ac:chgData name="Mohammed Fasha" userId="cc64f42d-a1a6-4f08-b97b-0c37f877119f" providerId="ADAL" clId="{FDE0856B-42F7-40B6-BE6F-9BC89E48B27A}" dt="2024-07-20T20:15:29.116" v="4839" actId="14100"/>
          <ac:spMkLst>
            <pc:docMk/>
            <pc:sldMk cId="3447864759" sldId="514"/>
            <ac:spMk id="3" creationId="{DE65CE6B-F9CB-3230-7E2B-C8BFBC3C17DD}"/>
          </ac:spMkLst>
        </pc:spChg>
        <pc:picChg chg="add mod">
          <ac:chgData name="Mohammed Fasha" userId="cc64f42d-a1a6-4f08-b97b-0c37f877119f" providerId="ADAL" clId="{FDE0856B-42F7-40B6-BE6F-9BC89E48B27A}" dt="2024-07-20T20:16:14.474" v="4847" actId="1076"/>
          <ac:picMkLst>
            <pc:docMk/>
            <pc:sldMk cId="3447864759" sldId="514"/>
            <ac:picMk id="5" creationId="{6B2261DF-8AC3-0CEB-0DC1-8ECB26BD0AF5}"/>
          </ac:picMkLst>
        </pc:picChg>
        <pc:picChg chg="add mod">
          <ac:chgData name="Mohammed Fasha" userId="cc64f42d-a1a6-4f08-b97b-0c37f877119f" providerId="ADAL" clId="{FDE0856B-42F7-40B6-BE6F-9BC89E48B27A}" dt="2024-07-20T20:14:53.776" v="4838" actId="1076"/>
          <ac:picMkLst>
            <pc:docMk/>
            <pc:sldMk cId="3447864759" sldId="514"/>
            <ac:picMk id="9218" creationId="{EB112657-C309-89F4-DB2B-80A3977FAEA9}"/>
          </ac:picMkLst>
        </pc:picChg>
        <pc:picChg chg="add mod">
          <ac:chgData name="Mohammed Fasha" userId="cc64f42d-a1a6-4f08-b97b-0c37f877119f" providerId="ADAL" clId="{FDE0856B-42F7-40B6-BE6F-9BC89E48B27A}" dt="2024-07-20T20:15:34.952" v="4842" actId="1076"/>
          <ac:picMkLst>
            <pc:docMk/>
            <pc:sldMk cId="3447864759" sldId="514"/>
            <ac:picMk id="9220" creationId="{5E35F974-02D5-29E0-4833-B55F349B597B}"/>
          </ac:picMkLst>
        </pc:picChg>
      </pc:sldChg>
      <pc:sldChg chg="add del">
        <pc:chgData name="Mohammed Fasha" userId="cc64f42d-a1a6-4f08-b97b-0c37f877119f" providerId="ADAL" clId="{FDE0856B-42F7-40B6-BE6F-9BC89E48B27A}" dt="2024-07-20T18:46:05.382" v="3977" actId="47"/>
        <pc:sldMkLst>
          <pc:docMk/>
          <pc:sldMk cId="3628785826" sldId="514"/>
        </pc:sldMkLst>
      </pc:sldChg>
      <pc:sldChg chg="add del">
        <pc:chgData name="Mohammed Fasha" userId="cc64f42d-a1a6-4f08-b97b-0c37f877119f" providerId="ADAL" clId="{FDE0856B-42F7-40B6-BE6F-9BC89E48B27A}" dt="2024-07-20T18:46:06.617" v="3978" actId="47"/>
        <pc:sldMkLst>
          <pc:docMk/>
          <pc:sldMk cId="4169674626" sldId="515"/>
        </pc:sldMkLst>
      </pc:sldChg>
      <pc:sldChg chg="add del">
        <pc:chgData name="Mohammed Fasha" userId="cc64f42d-a1a6-4f08-b97b-0c37f877119f" providerId="ADAL" clId="{FDE0856B-42F7-40B6-BE6F-9BC89E48B27A}" dt="2024-07-20T18:46:07.368" v="3979" actId="47"/>
        <pc:sldMkLst>
          <pc:docMk/>
          <pc:sldMk cId="3792044906" sldId="516"/>
        </pc:sldMkLst>
      </pc:sldChg>
      <pc:sldMasterChg chg="modSldLayout">
        <pc:chgData name="Mohammed Fasha" userId="cc64f42d-a1a6-4f08-b97b-0c37f877119f" providerId="ADAL" clId="{FDE0856B-42F7-40B6-BE6F-9BC89E48B27A}" dt="2024-07-20T13:09:59.809" v="2575" actId="404"/>
        <pc:sldMasterMkLst>
          <pc:docMk/>
          <pc:sldMasterMk cId="742811419" sldId="2147483648"/>
        </pc:sldMasterMkLst>
        <pc:sldLayoutChg chg="modSp">
          <pc:chgData name="Mohammed Fasha" userId="cc64f42d-a1a6-4f08-b97b-0c37f877119f" providerId="ADAL" clId="{FDE0856B-42F7-40B6-BE6F-9BC89E48B27A}" dt="2024-07-20T13:09:59.809" v="2575" actId="404"/>
          <pc:sldLayoutMkLst>
            <pc:docMk/>
            <pc:sldMasterMk cId="742811419" sldId="2147483648"/>
            <pc:sldLayoutMk cId="3573533501" sldId="2147483650"/>
          </pc:sldLayoutMkLst>
          <pc:spChg chg="mod">
            <ac:chgData name="Mohammed Fasha" userId="cc64f42d-a1a6-4f08-b97b-0c37f877119f" providerId="ADAL" clId="{FDE0856B-42F7-40B6-BE6F-9BC89E48B27A}" dt="2024-07-20T13:09:59.809" v="2575" actId="404"/>
            <ac:spMkLst>
              <pc:docMk/>
              <pc:sldMasterMk cId="742811419" sldId="2147483648"/>
              <pc:sldLayoutMk cId="3573533501" sldId="2147483650"/>
              <ac:spMk id="3" creationId="{93FDCCF6-2612-A73C-C264-680D14569853}"/>
            </ac:spMkLst>
          </pc:spChg>
        </pc:sldLayoutChg>
        <pc:sldLayoutChg chg="modSp">
          <pc:chgData name="Mohammed Fasha" userId="cc64f42d-a1a6-4f08-b97b-0c37f877119f" providerId="ADAL" clId="{FDE0856B-42F7-40B6-BE6F-9BC89E48B27A}" dt="2024-07-20T09:16:34.874" v="873" actId="255"/>
          <pc:sldLayoutMkLst>
            <pc:docMk/>
            <pc:sldMasterMk cId="742811419" sldId="2147483648"/>
            <pc:sldLayoutMk cId="3394545316" sldId="2147483651"/>
          </pc:sldLayoutMkLst>
          <pc:spChg chg="mod">
            <ac:chgData name="Mohammed Fasha" userId="cc64f42d-a1a6-4f08-b97b-0c37f877119f" providerId="ADAL" clId="{FDE0856B-42F7-40B6-BE6F-9BC89E48B27A}" dt="2024-07-20T09:16:34.874" v="873" actId="255"/>
            <ac:spMkLst>
              <pc:docMk/>
              <pc:sldMasterMk cId="742811419" sldId="2147483648"/>
              <pc:sldLayoutMk cId="3394545316" sldId="2147483651"/>
              <ac:spMk id="2" creationId="{A5C3632C-6DEE-7253-7D28-277A733B9623}"/>
            </ac:spMkLst>
          </pc:spChg>
        </pc:sldLayoutChg>
      </pc:sldMasterChg>
    </pc:docChg>
  </pc:docChgLst>
  <pc:docChgLst>
    <pc:chgData name="Mohammed Fasha" userId="cc64f42d-a1a6-4f08-b97b-0c37f877119f" providerId="ADAL" clId="{BDE98590-4A1E-4E73-B11E-EFF0D9E423BA}"/>
    <pc:docChg chg="custSel addSld modSld">
      <pc:chgData name="Mohammed Fasha" userId="cc64f42d-a1a6-4f08-b97b-0c37f877119f" providerId="ADAL" clId="{BDE98590-4A1E-4E73-B11E-EFF0D9E423BA}" dt="2024-06-06T11:26:37.549" v="341" actId="20577"/>
      <pc:docMkLst>
        <pc:docMk/>
      </pc:docMkLst>
      <pc:sldChg chg="addSp modSp mod">
        <pc:chgData name="Mohammed Fasha" userId="cc64f42d-a1a6-4f08-b97b-0c37f877119f" providerId="ADAL" clId="{BDE98590-4A1E-4E73-B11E-EFF0D9E423BA}" dt="2024-06-06T11:23:36.175" v="182" actId="1076"/>
        <pc:sldMkLst>
          <pc:docMk/>
          <pc:sldMk cId="3645272911" sldId="392"/>
        </pc:sldMkLst>
        <pc:spChg chg="mod">
          <ac:chgData name="Mohammed Fasha" userId="cc64f42d-a1a6-4f08-b97b-0c37f877119f" providerId="ADAL" clId="{BDE98590-4A1E-4E73-B11E-EFF0D9E423BA}" dt="2024-06-06T11:23:33.745" v="181" actId="14100"/>
          <ac:spMkLst>
            <pc:docMk/>
            <pc:sldMk cId="3645272911" sldId="392"/>
            <ac:spMk id="3" creationId="{76156C21-AC52-833C-E3BE-ADFDC02E22E3}"/>
          </ac:spMkLst>
        </pc:spChg>
        <pc:picChg chg="add mod">
          <ac:chgData name="Mohammed Fasha" userId="cc64f42d-a1a6-4f08-b97b-0c37f877119f" providerId="ADAL" clId="{BDE98590-4A1E-4E73-B11E-EFF0D9E423BA}" dt="2024-06-06T11:23:36.175" v="182" actId="1076"/>
          <ac:picMkLst>
            <pc:docMk/>
            <pc:sldMk cId="3645272911" sldId="392"/>
            <ac:picMk id="5" creationId="{66567EE9-62A1-E562-E899-9A87FFAD7515}"/>
          </ac:picMkLst>
        </pc:picChg>
      </pc:sldChg>
      <pc:sldChg chg="modSp mod">
        <pc:chgData name="Mohammed Fasha" userId="cc64f42d-a1a6-4f08-b97b-0c37f877119f" providerId="ADAL" clId="{BDE98590-4A1E-4E73-B11E-EFF0D9E423BA}" dt="2024-06-06T11:26:37.549" v="341" actId="20577"/>
        <pc:sldMkLst>
          <pc:docMk/>
          <pc:sldMk cId="2976191511" sldId="393"/>
        </pc:sldMkLst>
        <pc:spChg chg="mod">
          <ac:chgData name="Mohammed Fasha" userId="cc64f42d-a1a6-4f08-b97b-0c37f877119f" providerId="ADAL" clId="{BDE98590-4A1E-4E73-B11E-EFF0D9E423BA}" dt="2024-06-06T11:26:37.549" v="341" actId="20577"/>
          <ac:spMkLst>
            <pc:docMk/>
            <pc:sldMk cId="2976191511" sldId="393"/>
            <ac:spMk id="3" creationId="{87D01EFB-ECF0-B722-C694-8F0CF19AD94D}"/>
          </ac:spMkLst>
        </pc:spChg>
      </pc:sldChg>
      <pc:sldChg chg="addSp delSp modSp new mod modClrScheme chgLayout">
        <pc:chgData name="Mohammed Fasha" userId="cc64f42d-a1a6-4f08-b97b-0c37f877119f" providerId="ADAL" clId="{BDE98590-4A1E-4E73-B11E-EFF0D9E423BA}" dt="2024-05-18T14:50:18.046" v="6" actId="1076"/>
        <pc:sldMkLst>
          <pc:docMk/>
          <pc:sldMk cId="1501311303" sldId="496"/>
        </pc:sldMkLst>
        <pc:spChg chg="del">
          <ac:chgData name="Mohammed Fasha" userId="cc64f42d-a1a6-4f08-b97b-0c37f877119f" providerId="ADAL" clId="{BDE98590-4A1E-4E73-B11E-EFF0D9E423BA}" dt="2024-05-18T14:50:10.938" v="2" actId="700"/>
          <ac:spMkLst>
            <pc:docMk/>
            <pc:sldMk cId="1501311303" sldId="496"/>
            <ac:spMk id="2" creationId="{D2CEE17A-DDA4-0B5C-B50D-889970C3AE9A}"/>
          </ac:spMkLst>
        </pc:spChg>
        <pc:spChg chg="del">
          <ac:chgData name="Mohammed Fasha" userId="cc64f42d-a1a6-4f08-b97b-0c37f877119f" providerId="ADAL" clId="{BDE98590-4A1E-4E73-B11E-EFF0D9E423BA}" dt="2024-05-18T14:50:05.577" v="1"/>
          <ac:spMkLst>
            <pc:docMk/>
            <pc:sldMk cId="1501311303" sldId="496"/>
            <ac:spMk id="3" creationId="{E4FD7E05-4330-DB34-2C71-CB36AF65F804}"/>
          </ac:spMkLst>
        </pc:spChg>
        <pc:picChg chg="add mod ord">
          <ac:chgData name="Mohammed Fasha" userId="cc64f42d-a1a6-4f08-b97b-0c37f877119f" providerId="ADAL" clId="{BDE98590-4A1E-4E73-B11E-EFF0D9E423BA}" dt="2024-05-18T14:50:18.046" v="6" actId="1076"/>
          <ac:picMkLst>
            <pc:docMk/>
            <pc:sldMk cId="1501311303" sldId="496"/>
            <ac:picMk id="4" creationId="{F876EE48-736B-0B05-3579-CE389267CB3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A03A4-B9F1-404C-8A74-B1AFD6480953}" type="datetimeFigureOut">
              <a:rPr lang="en-US" smtClean="0"/>
              <a:t>7/25/2024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C3971-340B-41A2-ABD3-FB1A577E480B}" type="slidenum">
              <a:rPr lang="en-US" smtClean="0"/>
              <a:t>‹#›</a:t>
            </a:fld>
            <a:endParaRPr lang="en-US"/>
          </a:p>
        </p:txBody>
      </p:sp>
    </p:spTree>
    <p:extLst>
      <p:ext uri="{BB962C8B-B14F-4D97-AF65-F5344CB8AC3E}">
        <p14:creationId xmlns:p14="http://schemas.microsoft.com/office/powerpoint/2010/main" val="10560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B88D-A571-8D68-DA1D-4734ED37AE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33490-0BE8-AA6E-9BD9-B3AE42C09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2B6175-CE1C-2163-F07B-89B1D44CD718}"/>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5" name="Footer Placeholder 4">
            <a:extLst>
              <a:ext uri="{FF2B5EF4-FFF2-40B4-BE49-F238E27FC236}">
                <a16:creationId xmlns:a16="http://schemas.microsoft.com/office/drawing/2014/main" id="{19231D7E-9560-9E2E-E325-EA9FF2B4F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25B4A-CC9F-DFD4-9C8C-EC0E3A6CB83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06378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AE11-FE2F-E8C7-76F8-4648B97755B7}"/>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3FDCCF6-2612-A73C-C264-680D14569853}"/>
              </a:ext>
            </a:extLst>
          </p:cNvPr>
          <p:cNvSpPr>
            <a:spLocks noGrp="1"/>
          </p:cNvSpPr>
          <p:nvPr>
            <p:ph idx="1"/>
          </p:nvPr>
        </p:nvSpPr>
        <p:spPr>
          <a:xfrm>
            <a:off x="838200" y="1706007"/>
            <a:ext cx="10515600" cy="4991039"/>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353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632C-6DEE-7253-7D28-277A733B9623}"/>
              </a:ext>
            </a:extLst>
          </p:cNvPr>
          <p:cNvSpPr>
            <a:spLocks noGrp="1"/>
          </p:cNvSpPr>
          <p:nvPr>
            <p:ph type="title"/>
          </p:nvPr>
        </p:nvSpPr>
        <p:spPr>
          <a:xfrm>
            <a:off x="831850" y="3429001"/>
            <a:ext cx="10515600" cy="1410566"/>
          </a:xfrm>
        </p:spPr>
        <p:txBody>
          <a:bodyPr anchor="b">
            <a:normAutofit/>
          </a:bodyPr>
          <a:lstStyle>
            <a:lvl1pPr>
              <a:defRPr sz="5000"/>
            </a:lvl1pPr>
          </a:lstStyle>
          <a:p>
            <a:r>
              <a:rPr lang="en-US"/>
              <a:t>Click to edit Master title style</a:t>
            </a:r>
          </a:p>
        </p:txBody>
      </p:sp>
      <p:sp>
        <p:nvSpPr>
          <p:cNvPr id="3" name="Text Placeholder 2">
            <a:extLst>
              <a:ext uri="{FF2B5EF4-FFF2-40B4-BE49-F238E27FC236}">
                <a16:creationId xmlns:a16="http://schemas.microsoft.com/office/drawing/2014/main" id="{BC46F207-EFC1-8D09-1A43-C1BC66F4BCE3}"/>
              </a:ext>
            </a:extLst>
          </p:cNvPr>
          <p:cNvSpPr>
            <a:spLocks noGrp="1"/>
          </p:cNvSpPr>
          <p:nvPr>
            <p:ph type="body" idx="1"/>
          </p:nvPr>
        </p:nvSpPr>
        <p:spPr>
          <a:xfrm>
            <a:off x="831850" y="4956175"/>
            <a:ext cx="10515600" cy="11334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7066E6-0CE4-B283-4609-6B87CF61ED08}"/>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5" name="Footer Placeholder 4">
            <a:extLst>
              <a:ext uri="{FF2B5EF4-FFF2-40B4-BE49-F238E27FC236}">
                <a16:creationId xmlns:a16="http://schemas.microsoft.com/office/drawing/2014/main" id="{3788F228-7BFB-DECA-1E8A-FE22303A6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17116-D906-F8F1-9544-2F31FF8B39CA}"/>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31FD8420-94D8-A22A-437F-9C23274717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59A4E6A3-979F-577C-6B28-090C8441D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ECF73805-8742-DDA0-8BA4-18F7B6B60B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339454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320A-5856-7025-B675-5175C87BA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02420-256F-86BB-2069-DC7FC15985C7}"/>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4A8B5D-BE76-5309-6B35-5BB623D54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C55F1A-4711-E07F-4060-9DFA24B5F84D}"/>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6" name="Footer Placeholder 5">
            <a:extLst>
              <a:ext uri="{FF2B5EF4-FFF2-40B4-BE49-F238E27FC236}">
                <a16:creationId xmlns:a16="http://schemas.microsoft.com/office/drawing/2014/main" id="{B84BDB2D-A305-9686-67A1-5E6D04DD8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5DA501-D721-9762-F1D7-F2633610BCBD}"/>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5189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67AB-B0CB-34AE-FB11-E6E73297D5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F1467F-4D04-1AE5-F976-549357D16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1D808E-728B-7E91-40BC-CEDF06A29F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C8E04-B37B-1721-DBCE-7A749BD7A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85EBE9-C42B-6432-1518-88FD8B1A9E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0A973D-A9C2-1CA6-05F5-A7C82D4020FD}"/>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8" name="Footer Placeholder 7">
            <a:extLst>
              <a:ext uri="{FF2B5EF4-FFF2-40B4-BE49-F238E27FC236}">
                <a16:creationId xmlns:a16="http://schemas.microsoft.com/office/drawing/2014/main" id="{91B61A04-2021-047C-B370-D0B428F9B2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1AC7FB-EE3D-80A6-4C1A-80E359A3FC8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229382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3EC8-462D-17BF-D668-48071F09B2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1285AC-0A2F-4AE5-D1B6-5C319BFFE485}"/>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4" name="Footer Placeholder 3">
            <a:extLst>
              <a:ext uri="{FF2B5EF4-FFF2-40B4-BE49-F238E27FC236}">
                <a16:creationId xmlns:a16="http://schemas.microsoft.com/office/drawing/2014/main" id="{B81CD249-9162-ABF9-19A3-977BDD9DA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01C95-124F-0B3B-A8D9-B9C970F197B5}"/>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371266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29541-D653-384C-D771-DD8F69A080C6}"/>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3" name="Footer Placeholder 2">
            <a:extLst>
              <a:ext uri="{FF2B5EF4-FFF2-40B4-BE49-F238E27FC236}">
                <a16:creationId xmlns:a16="http://schemas.microsoft.com/office/drawing/2014/main" id="{1EC33C97-264B-3724-11ED-5BB6B8F25B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EE226B-01EA-120B-3387-6F48FDAFBC2E}"/>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18898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9331-9622-1254-250C-1A826F867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A61744-6E94-694D-5ACD-A392EBB2B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2829D-7E3F-4729-5630-2FC6FC338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95737-F397-134D-F032-CB1CF8533C32}"/>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6" name="Footer Placeholder 5">
            <a:extLst>
              <a:ext uri="{FF2B5EF4-FFF2-40B4-BE49-F238E27FC236}">
                <a16:creationId xmlns:a16="http://schemas.microsoft.com/office/drawing/2014/main" id="{A9454794-C979-4A92-C271-06A8ACAB1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CABCC-6A8A-037D-30F0-16F152A1C79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5548-3058-3FF3-095A-5746EA91D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594BFE-AD4C-39A4-E6D7-3D67D9AF0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17F4F-1D08-F5A7-0483-99EBD45B3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418C9-6621-9F77-5D27-62F1D1DA50F1}"/>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6" name="Footer Placeholder 5">
            <a:extLst>
              <a:ext uri="{FF2B5EF4-FFF2-40B4-BE49-F238E27FC236}">
                <a16:creationId xmlns:a16="http://schemas.microsoft.com/office/drawing/2014/main" id="{DB3E588C-5B83-3F14-34CB-FBF668EE8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B9B1A-60F9-9274-969E-5776570FAE9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599060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9562-02BA-F69E-C391-546A16C2F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C2F76-E2E8-15A6-A3C8-6CB5142D8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6A671-E219-71C5-2625-4964456C4EE9}"/>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5" name="Footer Placeholder 4">
            <a:extLst>
              <a:ext uri="{FF2B5EF4-FFF2-40B4-BE49-F238E27FC236}">
                <a16:creationId xmlns:a16="http://schemas.microsoft.com/office/drawing/2014/main" id="{3958E91A-8EA7-3C4C-E581-D2E7DE801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236E2-4C17-03F4-B4DC-034FD967F57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01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CBBF0-FFDE-1DC2-A2E8-4E45481189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26B3BF-C276-8333-A7E7-B8D443C6A9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EB368-D24B-9EA8-8A8F-0AB2C5F185F0}"/>
              </a:ext>
            </a:extLst>
          </p:cNvPr>
          <p:cNvSpPr>
            <a:spLocks noGrp="1"/>
          </p:cNvSpPr>
          <p:nvPr>
            <p:ph type="dt" sz="half" idx="10"/>
          </p:nvPr>
        </p:nvSpPr>
        <p:spPr/>
        <p:txBody>
          <a:bodyPr/>
          <a:lstStyle/>
          <a:p>
            <a:fld id="{0DB78E95-DE77-44D3-BDB9-E242948FB112}" type="datetimeFigureOut">
              <a:rPr lang="en-US" smtClean="0"/>
              <a:t>7/25/2024</a:t>
            </a:fld>
            <a:endParaRPr lang="en-US"/>
          </a:p>
        </p:txBody>
      </p:sp>
      <p:sp>
        <p:nvSpPr>
          <p:cNvPr id="5" name="Footer Placeholder 4">
            <a:extLst>
              <a:ext uri="{FF2B5EF4-FFF2-40B4-BE49-F238E27FC236}">
                <a16:creationId xmlns:a16="http://schemas.microsoft.com/office/drawing/2014/main" id="{62BD0D11-FA10-A88B-DAAF-BDC5D659D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B60E9-3F05-AAE4-101F-3125133F2099}"/>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782803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2762C5-8E42-00DD-5440-4A44E725ED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4D4F47-A5A1-F247-D7EC-43901BD91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1E946-8B54-76FA-E3B0-E48F8BEE7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78E95-DE77-44D3-BDB9-E242948FB112}" type="datetimeFigureOut">
              <a:rPr lang="en-US" smtClean="0"/>
              <a:t>7/25/2024</a:t>
            </a:fld>
            <a:endParaRPr lang="en-US"/>
          </a:p>
        </p:txBody>
      </p:sp>
      <p:sp>
        <p:nvSpPr>
          <p:cNvPr id="5" name="Footer Placeholder 4">
            <a:extLst>
              <a:ext uri="{FF2B5EF4-FFF2-40B4-BE49-F238E27FC236}">
                <a16:creationId xmlns:a16="http://schemas.microsoft.com/office/drawing/2014/main" id="{7FE851E2-F7B0-D02A-22FA-EC3877EEE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2B3EB4-6884-55A1-71B3-B7A412117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C594C39A-D09F-3FB5-FC83-3461D4B26A9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C509A92F-6EF2-B7BB-1C63-C6812B835CF8}"/>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8541B7E3-0100-0D6B-212C-A14E821244AF}"/>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742811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279230"/>
            <a:ext cx="914400" cy="1204912"/>
          </a:xfrm>
          <a:prstGeom prst="rect">
            <a:avLst/>
          </a:prstGeom>
        </p:spPr>
      </p:pic>
      <p:sp>
        <p:nvSpPr>
          <p:cNvPr id="8" name="Title 7">
            <a:extLst>
              <a:ext uri="{FF2B5EF4-FFF2-40B4-BE49-F238E27FC236}">
                <a16:creationId xmlns:a16="http://schemas.microsoft.com/office/drawing/2014/main" id="{107CF054-390C-DCFC-C9A6-9E95C859A175}"/>
              </a:ext>
            </a:extLst>
          </p:cNvPr>
          <p:cNvSpPr>
            <a:spLocks noGrp="1"/>
          </p:cNvSpPr>
          <p:nvPr>
            <p:ph type="ctrTitle"/>
          </p:nvPr>
        </p:nvSpPr>
        <p:spPr/>
        <p:txBody>
          <a:bodyPr>
            <a:noAutofit/>
          </a:bodyPr>
          <a:lstStyle/>
          <a:p>
            <a:r>
              <a:rPr lang="en-US" sz="3600" dirty="0"/>
              <a:t>307401</a:t>
            </a:r>
            <a:br>
              <a:rPr lang="en-US" sz="3600" dirty="0"/>
            </a:br>
            <a:r>
              <a:rPr lang="en-US" sz="3600" dirty="0"/>
              <a:t>Big Data and Data Warehouses</a:t>
            </a:r>
          </a:p>
        </p:txBody>
      </p:sp>
      <p:sp>
        <p:nvSpPr>
          <p:cNvPr id="9" name="Subtitle 8">
            <a:extLst>
              <a:ext uri="{FF2B5EF4-FFF2-40B4-BE49-F238E27FC236}">
                <a16:creationId xmlns:a16="http://schemas.microsoft.com/office/drawing/2014/main" id="{F599965F-D781-62F6-30A4-33D89AC89080}"/>
              </a:ext>
            </a:extLst>
          </p:cNvPr>
          <p:cNvSpPr>
            <a:spLocks noGrp="1"/>
          </p:cNvSpPr>
          <p:nvPr>
            <p:ph type="subTitle" idx="1"/>
          </p:nvPr>
        </p:nvSpPr>
        <p:spPr/>
        <p:txBody>
          <a:bodyPr/>
          <a:lstStyle/>
          <a:p>
            <a:r>
              <a:rPr lang="en-US" dirty="0"/>
              <a:t>Introduction to Hadoop</a:t>
            </a:r>
          </a:p>
        </p:txBody>
      </p:sp>
      <p:pic>
        <p:nvPicPr>
          <p:cNvPr id="3074" name="Picture 2" descr="Hadoop: A Government Primer – Center for Data Innovation">
            <a:extLst>
              <a:ext uri="{FF2B5EF4-FFF2-40B4-BE49-F238E27FC236}">
                <a16:creationId xmlns:a16="http://schemas.microsoft.com/office/drawing/2014/main" id="{D1346BAF-E2C1-5005-1F6E-EA9C6CCD21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7863" y="4335049"/>
            <a:ext cx="2756002" cy="2029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9447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76744-5CE6-AB93-03BB-18339D1B0537}"/>
              </a:ext>
            </a:extLst>
          </p:cNvPr>
          <p:cNvSpPr>
            <a:spLocks noGrp="1"/>
          </p:cNvSpPr>
          <p:nvPr>
            <p:ph type="title"/>
          </p:nvPr>
        </p:nvSpPr>
        <p:spPr/>
        <p:txBody>
          <a:bodyPr>
            <a:normAutofit/>
          </a:bodyPr>
          <a:lstStyle/>
          <a:p>
            <a:r>
              <a:rPr lang="en-US" dirty="0"/>
              <a:t>Introduction to the MapReduce Ratings Breakdown Function</a:t>
            </a:r>
          </a:p>
        </p:txBody>
      </p:sp>
      <p:sp>
        <p:nvSpPr>
          <p:cNvPr id="3" name="Content Placeholder 2">
            <a:extLst>
              <a:ext uri="{FF2B5EF4-FFF2-40B4-BE49-F238E27FC236}">
                <a16:creationId xmlns:a16="http://schemas.microsoft.com/office/drawing/2014/main" id="{EA1B2CF7-29CB-FAF3-7843-EABDB31ABF60}"/>
              </a:ext>
            </a:extLst>
          </p:cNvPr>
          <p:cNvSpPr>
            <a:spLocks noGrp="1"/>
          </p:cNvSpPr>
          <p:nvPr>
            <p:ph idx="1"/>
          </p:nvPr>
        </p:nvSpPr>
        <p:spPr>
          <a:xfrm>
            <a:off x="838200" y="1706008"/>
            <a:ext cx="10515600" cy="4973652"/>
          </a:xfrm>
        </p:spPr>
        <p:txBody>
          <a:bodyPr>
            <a:normAutofit/>
          </a:bodyPr>
          <a:lstStyle/>
          <a:p>
            <a:pPr marL="0" marR="0" indent="0">
              <a:lnSpc>
                <a:spcPct val="107000"/>
              </a:lnSpc>
              <a:spcBef>
                <a:spcPts val="0"/>
              </a:spcBef>
              <a:spcAft>
                <a:spcPts val="800"/>
              </a:spcAft>
              <a:buNone/>
            </a:pPr>
            <a:r>
              <a:rPr lang="en-US" sz="1400" kern="100" dirty="0">
                <a:effectLst/>
                <a:latin typeface="Aptos" panose="020B0004020202020204" pitchFamily="34" charset="0"/>
                <a:ea typeface="Aptos" panose="020B0004020202020204" pitchFamily="34" charset="0"/>
                <a:cs typeface="Arial" panose="020B0604020202020204" pitchFamily="34" charset="0"/>
              </a:rPr>
              <a:t>In this presentation, we will explore a MapReduce job designed to analyze and count movie ratings from a large dataset. The function is implemented in Python using the </a:t>
            </a:r>
            <a:r>
              <a:rPr lang="en-US" sz="1400" kern="100" dirty="0" err="1">
                <a:effectLst/>
                <a:latin typeface="Aptos" panose="020B0004020202020204" pitchFamily="34" charset="0"/>
                <a:ea typeface="Aptos" panose="020B0004020202020204" pitchFamily="34" charset="0"/>
                <a:cs typeface="Arial" panose="020B0604020202020204" pitchFamily="34" charset="0"/>
              </a:rPr>
              <a:t>mrjob</a:t>
            </a:r>
            <a:r>
              <a:rPr lang="en-US" sz="1400" kern="100" dirty="0">
                <a:effectLst/>
                <a:latin typeface="Aptos" panose="020B0004020202020204" pitchFamily="34" charset="0"/>
                <a:ea typeface="Aptos" panose="020B0004020202020204" pitchFamily="34" charset="0"/>
                <a:cs typeface="Arial" panose="020B0604020202020204" pitchFamily="34" charset="0"/>
              </a:rPr>
              <a:t> library, which simplifies the creation and execution of MapReduce jobs.</a:t>
            </a:r>
          </a:p>
          <a:p>
            <a:pPr marL="0" marR="0" indent="0">
              <a:lnSpc>
                <a:spcPct val="107000"/>
              </a:lnSpc>
              <a:spcBef>
                <a:spcPts val="0"/>
              </a:spcBef>
              <a:spcAft>
                <a:spcPts val="800"/>
              </a:spcAft>
              <a:buNone/>
            </a:pPr>
            <a:r>
              <a:rPr lang="en-US" sz="1400" b="1" kern="100" dirty="0">
                <a:effectLst/>
                <a:latin typeface="Aptos" panose="020B0004020202020204" pitchFamily="34" charset="0"/>
                <a:ea typeface="Aptos" panose="020B0004020202020204" pitchFamily="34" charset="0"/>
                <a:cs typeface="Arial" panose="020B0604020202020204" pitchFamily="34" charset="0"/>
              </a:rPr>
              <a:t>Objective</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07000"/>
              </a:lnSpc>
              <a:spcBef>
                <a:spcPts val="0"/>
              </a:spcBef>
              <a:spcAft>
                <a:spcPts val="800"/>
              </a:spcAft>
            </a:pPr>
            <a:r>
              <a:rPr lang="en-US" sz="1400" kern="100" dirty="0">
                <a:effectLst/>
                <a:latin typeface="Aptos" panose="020B0004020202020204" pitchFamily="34" charset="0"/>
                <a:ea typeface="Aptos" panose="020B0004020202020204" pitchFamily="34" charset="0"/>
                <a:cs typeface="Arial" panose="020B0604020202020204" pitchFamily="34" charset="0"/>
              </a:rPr>
              <a:t>The primary goal of this function is to determine the number of ratings each movie has received. This analysis is crucial for understanding user engagement and popularity of movies within a dataset, which can be utilized for various analytical purposes such as recommendation systems, trend analysis, and more.</a:t>
            </a:r>
          </a:p>
          <a:p>
            <a:pPr marL="0" marR="0" indent="0">
              <a:lnSpc>
                <a:spcPct val="107000"/>
              </a:lnSpc>
              <a:spcBef>
                <a:spcPts val="0"/>
              </a:spcBef>
              <a:spcAft>
                <a:spcPts val="800"/>
              </a:spcAft>
              <a:buNone/>
            </a:pPr>
            <a:r>
              <a:rPr lang="en-US" sz="1400" b="1" kern="100" dirty="0">
                <a:effectLst/>
                <a:latin typeface="Aptos" panose="020B0004020202020204" pitchFamily="34" charset="0"/>
                <a:ea typeface="Aptos" panose="020B0004020202020204" pitchFamily="34" charset="0"/>
                <a:cs typeface="Arial" panose="020B0604020202020204" pitchFamily="34" charset="0"/>
              </a:rPr>
              <a:t>Process Overview</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p>
            <a:pPr marL="0" marR="0" lvl="0" indent="0">
              <a:lnSpc>
                <a:spcPct val="107000"/>
              </a:lnSpc>
              <a:spcBef>
                <a:spcPts val="0"/>
              </a:spcBef>
              <a:spcAft>
                <a:spcPts val="800"/>
              </a:spcAft>
              <a:buNone/>
              <a:tabLst>
                <a:tab pos="457200" algn="l"/>
              </a:tabLst>
            </a:pPr>
            <a:r>
              <a:rPr lang="en-US" sz="1400" b="1" kern="100" dirty="0">
                <a:effectLst/>
                <a:latin typeface="Aptos" panose="020B0004020202020204" pitchFamily="34" charset="0"/>
                <a:ea typeface="Aptos" panose="020B0004020202020204" pitchFamily="34" charset="0"/>
                <a:cs typeface="Arial" panose="020B0604020202020204" pitchFamily="34" charset="0"/>
              </a:rPr>
              <a:t>1. Mapping Phase</a:t>
            </a:r>
            <a:r>
              <a:rPr lang="en-US" sz="1400" kern="100" dirty="0">
                <a:effectLst/>
                <a:latin typeface="Aptos" panose="020B0004020202020204" pitchFamily="34" charset="0"/>
                <a:ea typeface="Aptos" panose="020B0004020202020204" pitchFamily="34" charset="0"/>
                <a:cs typeface="Arial" panose="020B0604020202020204" pitchFamily="34" charset="0"/>
              </a:rPr>
              <a:t>:</a:t>
            </a:r>
          </a:p>
          <a:p>
            <a:pPr marL="401638"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The dataset consists of lines where each line contains a user ID, movie ID, rating, and timestamp, separated by tabs.</a:t>
            </a:r>
          </a:p>
          <a:p>
            <a:pPr marL="401638"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In the mapper function, each line is parsed to extract the movie ID.</a:t>
            </a:r>
          </a:p>
          <a:p>
            <a:pPr marL="401638"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For each movie ID, the mapper emits a key-value pair (</a:t>
            </a:r>
            <a:r>
              <a:rPr lang="en-US" sz="1400" kern="100" dirty="0" err="1">
                <a:effectLst/>
                <a:latin typeface="Aptos" panose="020B0004020202020204" pitchFamily="34" charset="0"/>
                <a:ea typeface="Aptos" panose="020B0004020202020204" pitchFamily="34" charset="0"/>
                <a:cs typeface="Times New Roman" panose="02020603050405020304" pitchFamily="18" charset="0"/>
              </a:rPr>
              <a:t>movieID</a:t>
            </a:r>
            <a:r>
              <a:rPr lang="en-US" sz="1400" kern="100" dirty="0">
                <a:effectLst/>
                <a:latin typeface="Aptos" panose="020B0004020202020204" pitchFamily="34" charset="0"/>
                <a:ea typeface="Aptos" panose="020B0004020202020204" pitchFamily="34" charset="0"/>
                <a:cs typeface="Times New Roman" panose="02020603050405020304" pitchFamily="18" charset="0"/>
              </a:rPr>
              <a:t>, 1), indicating that a rating has been recorded for that movie.</a:t>
            </a:r>
          </a:p>
          <a:p>
            <a:pPr marL="0" marR="0" lvl="0" indent="0">
              <a:lnSpc>
                <a:spcPct val="107000"/>
              </a:lnSpc>
              <a:spcBef>
                <a:spcPts val="0"/>
              </a:spcBef>
              <a:spcAft>
                <a:spcPts val="800"/>
              </a:spcAft>
              <a:buNone/>
              <a:tabLst>
                <a:tab pos="457200" algn="l"/>
              </a:tabLst>
            </a:pPr>
            <a:r>
              <a:rPr lang="en-US" sz="1400" b="1" kern="100" dirty="0">
                <a:effectLst/>
                <a:latin typeface="Aptos" panose="020B0004020202020204" pitchFamily="34" charset="0"/>
                <a:ea typeface="Aptos" panose="020B0004020202020204" pitchFamily="34" charset="0"/>
                <a:cs typeface="Arial" panose="020B0604020202020204" pitchFamily="34" charset="0"/>
              </a:rPr>
              <a:t>2. Shuffling and Sorting Phase</a:t>
            </a:r>
            <a:r>
              <a:rPr lang="en-US" sz="1400" kern="100" dirty="0">
                <a:effectLst/>
                <a:latin typeface="Aptos" panose="020B0004020202020204" pitchFamily="34" charset="0"/>
                <a:ea typeface="Aptos" panose="020B0004020202020204" pitchFamily="34" charset="0"/>
                <a:cs typeface="Arial" panose="020B0604020202020204" pitchFamily="34" charset="0"/>
              </a:rPr>
              <a:t>:</a:t>
            </a:r>
          </a:p>
          <a:p>
            <a:pPr marL="401638"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400" kern="100" dirty="0">
                <a:latin typeface="Aptos" panose="020B0004020202020204" pitchFamily="34" charset="0"/>
                <a:cs typeface="Times New Roman" panose="02020603050405020304" pitchFamily="18" charset="0"/>
              </a:rPr>
              <a:t>The MapReduce framework automatically handles the intermediate step of shuffling and sorting the key-value pairs.</a:t>
            </a:r>
          </a:p>
          <a:p>
            <a:pPr marL="401638"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400" kern="100" dirty="0">
                <a:latin typeface="Aptos" panose="020B0004020202020204" pitchFamily="34" charset="0"/>
                <a:cs typeface="Times New Roman" panose="02020603050405020304" pitchFamily="18" charset="0"/>
              </a:rPr>
              <a:t>During this phase, all key-value pairs with the same key (movie ID) are grouped together and prepared for the reducing phase.</a:t>
            </a:r>
          </a:p>
        </p:txBody>
      </p:sp>
    </p:spTree>
    <p:extLst>
      <p:ext uri="{BB962C8B-B14F-4D97-AF65-F5344CB8AC3E}">
        <p14:creationId xmlns:p14="http://schemas.microsoft.com/office/powerpoint/2010/main" val="1863145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16C46-EB66-CE07-3732-0590F8CCE78A}"/>
              </a:ext>
            </a:extLst>
          </p:cNvPr>
          <p:cNvSpPr>
            <a:spLocks noGrp="1"/>
          </p:cNvSpPr>
          <p:nvPr>
            <p:ph type="title"/>
          </p:nvPr>
        </p:nvSpPr>
        <p:spPr/>
        <p:txBody>
          <a:bodyPr/>
          <a:lstStyle/>
          <a:p>
            <a:r>
              <a:rPr lang="en-US"/>
              <a:t>Introduction to the MapReduce Ratings Breakdown Function</a:t>
            </a:r>
          </a:p>
        </p:txBody>
      </p:sp>
      <p:sp>
        <p:nvSpPr>
          <p:cNvPr id="3" name="Content Placeholder 2">
            <a:extLst>
              <a:ext uri="{FF2B5EF4-FFF2-40B4-BE49-F238E27FC236}">
                <a16:creationId xmlns:a16="http://schemas.microsoft.com/office/drawing/2014/main" id="{F80D23BA-7B2A-8587-E482-A2507A349362}"/>
              </a:ext>
            </a:extLst>
          </p:cNvPr>
          <p:cNvSpPr>
            <a:spLocks noGrp="1"/>
          </p:cNvSpPr>
          <p:nvPr>
            <p:ph idx="1"/>
          </p:nvPr>
        </p:nvSpPr>
        <p:spPr/>
        <p:txBody>
          <a:bodyPr>
            <a:normAutofit/>
          </a:bodyPr>
          <a:lstStyle/>
          <a:p>
            <a:pPr marL="0" marR="0" lvl="0" indent="0">
              <a:lnSpc>
                <a:spcPct val="107000"/>
              </a:lnSpc>
              <a:spcBef>
                <a:spcPts val="0"/>
              </a:spcBef>
              <a:spcAft>
                <a:spcPts val="800"/>
              </a:spcAft>
              <a:buNone/>
              <a:tabLst>
                <a:tab pos="457200" algn="l"/>
              </a:tabLst>
            </a:pPr>
            <a:r>
              <a:rPr lang="en-US" sz="1800" b="1" kern="100" dirty="0">
                <a:effectLst/>
                <a:latin typeface="Aptos" panose="020B0004020202020204" pitchFamily="34" charset="0"/>
                <a:ea typeface="Aptos" panose="020B0004020202020204" pitchFamily="34" charset="0"/>
                <a:cs typeface="Arial" panose="020B0604020202020204" pitchFamily="34" charset="0"/>
              </a:rPr>
              <a:t>3. Reducing Phase</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401638"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400" kern="100" dirty="0">
                <a:latin typeface="Aptos" panose="020B0004020202020204" pitchFamily="34" charset="0"/>
                <a:cs typeface="Times New Roman" panose="02020603050405020304" pitchFamily="18" charset="0"/>
              </a:rPr>
              <a:t>The reducer function processes each group of key-value pairs.</a:t>
            </a:r>
          </a:p>
          <a:p>
            <a:pPr marL="401638"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400" kern="100" dirty="0">
                <a:latin typeface="Aptos" panose="020B0004020202020204" pitchFamily="34" charset="0"/>
                <a:cs typeface="Times New Roman" panose="02020603050405020304" pitchFamily="18" charset="0"/>
              </a:rPr>
              <a:t>For each movie ID, it sums the values to count the total number of ratings.</a:t>
            </a:r>
          </a:p>
          <a:p>
            <a:pPr marL="401638"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400" kern="100" dirty="0">
                <a:latin typeface="Aptos" panose="020B0004020202020204" pitchFamily="34" charset="0"/>
                <a:cs typeface="Times New Roman" panose="02020603050405020304" pitchFamily="18" charset="0"/>
              </a:rPr>
              <a:t>The reducer then emits a key-value pair (</a:t>
            </a:r>
            <a:r>
              <a:rPr lang="en-US" sz="1400" kern="100" dirty="0" err="1">
                <a:latin typeface="Aptos" panose="020B0004020202020204" pitchFamily="34" charset="0"/>
                <a:cs typeface="Times New Roman" panose="02020603050405020304" pitchFamily="18" charset="0"/>
              </a:rPr>
              <a:t>movieID</a:t>
            </a:r>
            <a:r>
              <a:rPr lang="en-US" sz="1400" kern="100" dirty="0">
                <a:latin typeface="Aptos" panose="020B0004020202020204" pitchFamily="34" charset="0"/>
                <a:cs typeface="Times New Roman" panose="02020603050405020304" pitchFamily="18" charset="0"/>
              </a:rPr>
              <a:t>, </a:t>
            </a:r>
            <a:r>
              <a:rPr lang="en-US" sz="1400" kern="100" dirty="0" err="1">
                <a:latin typeface="Aptos" panose="020B0004020202020204" pitchFamily="34" charset="0"/>
                <a:cs typeface="Times New Roman" panose="02020603050405020304" pitchFamily="18" charset="0"/>
              </a:rPr>
              <a:t>total_count</a:t>
            </a:r>
            <a:r>
              <a:rPr lang="en-US" sz="1400" kern="100" dirty="0">
                <a:latin typeface="Aptos" panose="020B0004020202020204" pitchFamily="34" charset="0"/>
                <a:cs typeface="Times New Roman" panose="02020603050405020304" pitchFamily="18" charset="0"/>
              </a:rPr>
              <a:t>), representing the total number of ratings for that movie.</a:t>
            </a:r>
          </a:p>
          <a:p>
            <a:pPr marL="0" marR="0" indent="0">
              <a:lnSpc>
                <a:spcPct val="107000"/>
              </a:lnSpc>
              <a:spcBef>
                <a:spcPts val="0"/>
              </a:spcBef>
              <a:spcAft>
                <a:spcPts val="800"/>
              </a:spcAft>
              <a:buNone/>
            </a:pPr>
            <a:r>
              <a:rPr lang="en-US" sz="1800" b="1" kern="100" dirty="0">
                <a:effectLst/>
                <a:latin typeface="Aptos" panose="020B0004020202020204" pitchFamily="34" charset="0"/>
                <a:ea typeface="Aptos" panose="020B0004020202020204" pitchFamily="34" charset="0"/>
                <a:cs typeface="Arial" panose="020B0604020202020204" pitchFamily="34" charset="0"/>
              </a:rPr>
              <a:t>Benefits</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401638"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400" kern="100" dirty="0">
                <a:latin typeface="Aptos" panose="020B0004020202020204" pitchFamily="34" charset="0"/>
                <a:cs typeface="Times New Roman" panose="02020603050405020304" pitchFamily="18" charset="0"/>
              </a:rPr>
              <a:t>Scalability: The MapReduce paradigm allows processing of very large datasets by distributing the work across a cluster of machines.</a:t>
            </a:r>
          </a:p>
          <a:p>
            <a:pPr marL="401638"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400" kern="100" dirty="0">
                <a:latin typeface="Aptos" panose="020B0004020202020204" pitchFamily="34" charset="0"/>
                <a:cs typeface="Times New Roman" panose="02020603050405020304" pitchFamily="18" charset="0"/>
              </a:rPr>
              <a:t>Efficiency: The </a:t>
            </a:r>
            <a:r>
              <a:rPr lang="en-US" sz="1400" kern="100" dirty="0" err="1">
                <a:latin typeface="Aptos" panose="020B0004020202020204" pitchFamily="34" charset="0"/>
                <a:cs typeface="Times New Roman" panose="02020603050405020304" pitchFamily="18" charset="0"/>
              </a:rPr>
              <a:t>mrjob</a:t>
            </a:r>
            <a:r>
              <a:rPr lang="en-US" sz="1400" kern="100" dirty="0">
                <a:latin typeface="Aptos" panose="020B0004020202020204" pitchFamily="34" charset="0"/>
                <a:cs typeface="Times New Roman" panose="02020603050405020304" pitchFamily="18" charset="0"/>
              </a:rPr>
              <a:t> library abstracts much of the complexity involved in handling large-scale data processing, making it easier to write and manage MapReduce jobs.</a:t>
            </a:r>
          </a:p>
          <a:p>
            <a:pPr marL="401638"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400" kern="100" dirty="0">
                <a:latin typeface="Aptos" panose="020B0004020202020204" pitchFamily="34" charset="0"/>
                <a:cs typeface="Times New Roman" panose="02020603050405020304" pitchFamily="18" charset="0"/>
              </a:rPr>
              <a:t>Insightful Analysis: By counting movie ratings, we can gain valuable insights into viewer preferences and movie popularity, which can inform business decisions and enhance user experiences.</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endParaRPr lang="en-US" sz="1800" dirty="0"/>
          </a:p>
        </p:txBody>
      </p:sp>
    </p:spTree>
    <p:extLst>
      <p:ext uri="{BB962C8B-B14F-4D97-AF65-F5344CB8AC3E}">
        <p14:creationId xmlns:p14="http://schemas.microsoft.com/office/powerpoint/2010/main" val="4236442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315CB-52E2-9518-043F-FD189100CDA4}"/>
              </a:ext>
            </a:extLst>
          </p:cNvPr>
          <p:cNvSpPr>
            <a:spLocks noGrp="1"/>
          </p:cNvSpPr>
          <p:nvPr>
            <p:ph type="title"/>
          </p:nvPr>
        </p:nvSpPr>
        <p:spPr/>
        <p:txBody>
          <a:bodyPr/>
          <a:lstStyle/>
          <a:p>
            <a:r>
              <a:rPr lang="en-US" dirty="0"/>
              <a:t>Map Reduce Movie Count Example</a:t>
            </a:r>
          </a:p>
        </p:txBody>
      </p:sp>
      <p:pic>
        <p:nvPicPr>
          <p:cNvPr id="7" name="Content Placeholder 6">
            <a:extLst>
              <a:ext uri="{FF2B5EF4-FFF2-40B4-BE49-F238E27FC236}">
                <a16:creationId xmlns:a16="http://schemas.microsoft.com/office/drawing/2014/main" id="{04A6ACE6-9458-BA75-3B50-D8C8A3FA1319}"/>
              </a:ext>
            </a:extLst>
          </p:cNvPr>
          <p:cNvPicPr>
            <a:picLocks noGrp="1" noChangeAspect="1"/>
          </p:cNvPicPr>
          <p:nvPr>
            <p:ph idx="1"/>
          </p:nvPr>
        </p:nvPicPr>
        <p:blipFill>
          <a:blip r:embed="rId2"/>
          <a:stretch>
            <a:fillRect/>
          </a:stretch>
        </p:blipFill>
        <p:spPr>
          <a:xfrm>
            <a:off x="2641600" y="1706826"/>
            <a:ext cx="6908800" cy="4990573"/>
          </a:xfrm>
        </p:spPr>
      </p:pic>
    </p:spTree>
    <p:extLst>
      <p:ext uri="{BB962C8B-B14F-4D97-AF65-F5344CB8AC3E}">
        <p14:creationId xmlns:p14="http://schemas.microsoft.com/office/powerpoint/2010/main" val="2438438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5C6B9-B95F-6406-B766-14037F2BEFE3}"/>
              </a:ext>
            </a:extLst>
          </p:cNvPr>
          <p:cNvSpPr>
            <a:spLocks noGrp="1"/>
          </p:cNvSpPr>
          <p:nvPr>
            <p:ph type="title"/>
          </p:nvPr>
        </p:nvSpPr>
        <p:spPr/>
        <p:txBody>
          <a:bodyPr/>
          <a:lstStyle/>
          <a:p>
            <a:r>
              <a:rPr lang="en-US" dirty="0"/>
              <a:t>Code Explanation</a:t>
            </a:r>
          </a:p>
        </p:txBody>
      </p:sp>
      <p:pic>
        <p:nvPicPr>
          <p:cNvPr id="5" name="Content Placeholder 4">
            <a:extLst>
              <a:ext uri="{FF2B5EF4-FFF2-40B4-BE49-F238E27FC236}">
                <a16:creationId xmlns:a16="http://schemas.microsoft.com/office/drawing/2014/main" id="{842B697C-A1E5-AC01-D881-AD80FF061C27}"/>
              </a:ext>
            </a:extLst>
          </p:cNvPr>
          <p:cNvPicPr>
            <a:picLocks noGrp="1" noChangeAspect="1"/>
          </p:cNvPicPr>
          <p:nvPr>
            <p:ph idx="1"/>
          </p:nvPr>
        </p:nvPicPr>
        <p:blipFill>
          <a:blip r:embed="rId2"/>
          <a:stretch>
            <a:fillRect/>
          </a:stretch>
        </p:blipFill>
        <p:spPr>
          <a:xfrm>
            <a:off x="2611291" y="1706563"/>
            <a:ext cx="6969417" cy="4991100"/>
          </a:xfrm>
        </p:spPr>
      </p:pic>
    </p:spTree>
    <p:extLst>
      <p:ext uri="{BB962C8B-B14F-4D97-AF65-F5344CB8AC3E}">
        <p14:creationId xmlns:p14="http://schemas.microsoft.com/office/powerpoint/2010/main" val="4291435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5C6B9-B95F-6406-B766-14037F2BEFE3}"/>
              </a:ext>
            </a:extLst>
          </p:cNvPr>
          <p:cNvSpPr>
            <a:spLocks noGrp="1"/>
          </p:cNvSpPr>
          <p:nvPr>
            <p:ph type="title"/>
          </p:nvPr>
        </p:nvSpPr>
        <p:spPr/>
        <p:txBody>
          <a:bodyPr/>
          <a:lstStyle/>
          <a:p>
            <a:r>
              <a:rPr lang="en-US" dirty="0"/>
              <a:t>Code Explanation</a:t>
            </a:r>
          </a:p>
        </p:txBody>
      </p:sp>
      <p:pic>
        <p:nvPicPr>
          <p:cNvPr id="9" name="Content Placeholder 8">
            <a:extLst>
              <a:ext uri="{FF2B5EF4-FFF2-40B4-BE49-F238E27FC236}">
                <a16:creationId xmlns:a16="http://schemas.microsoft.com/office/drawing/2014/main" id="{862FE00E-D70F-0839-BBE7-C4CBD8EB5EE3}"/>
              </a:ext>
            </a:extLst>
          </p:cNvPr>
          <p:cNvPicPr>
            <a:picLocks noGrp="1" noChangeAspect="1"/>
          </p:cNvPicPr>
          <p:nvPr>
            <p:ph idx="1"/>
          </p:nvPr>
        </p:nvPicPr>
        <p:blipFill>
          <a:blip r:embed="rId2"/>
          <a:stretch>
            <a:fillRect/>
          </a:stretch>
        </p:blipFill>
        <p:spPr>
          <a:xfrm>
            <a:off x="3138311" y="1706563"/>
            <a:ext cx="5915377" cy="4991100"/>
          </a:xfrm>
        </p:spPr>
      </p:pic>
    </p:spTree>
    <p:extLst>
      <p:ext uri="{BB962C8B-B14F-4D97-AF65-F5344CB8AC3E}">
        <p14:creationId xmlns:p14="http://schemas.microsoft.com/office/powerpoint/2010/main" val="992957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5C6B9-B95F-6406-B766-14037F2BEFE3}"/>
              </a:ext>
            </a:extLst>
          </p:cNvPr>
          <p:cNvSpPr>
            <a:spLocks noGrp="1"/>
          </p:cNvSpPr>
          <p:nvPr>
            <p:ph type="title"/>
          </p:nvPr>
        </p:nvSpPr>
        <p:spPr/>
        <p:txBody>
          <a:bodyPr/>
          <a:lstStyle/>
          <a:p>
            <a:r>
              <a:rPr lang="en-US" dirty="0"/>
              <a:t>Code Explanation</a:t>
            </a:r>
          </a:p>
        </p:txBody>
      </p:sp>
      <p:pic>
        <p:nvPicPr>
          <p:cNvPr id="7" name="Content Placeholder 6">
            <a:extLst>
              <a:ext uri="{FF2B5EF4-FFF2-40B4-BE49-F238E27FC236}">
                <a16:creationId xmlns:a16="http://schemas.microsoft.com/office/drawing/2014/main" id="{09B1A250-D78B-66CA-7CC7-4563493C0E8F}"/>
              </a:ext>
            </a:extLst>
          </p:cNvPr>
          <p:cNvPicPr>
            <a:picLocks noGrp="1" noChangeAspect="1"/>
          </p:cNvPicPr>
          <p:nvPr>
            <p:ph idx="1"/>
          </p:nvPr>
        </p:nvPicPr>
        <p:blipFill>
          <a:blip r:embed="rId2"/>
          <a:stretch>
            <a:fillRect/>
          </a:stretch>
        </p:blipFill>
        <p:spPr>
          <a:xfrm>
            <a:off x="3025839" y="1706563"/>
            <a:ext cx="6140322" cy="4991100"/>
          </a:xfrm>
        </p:spPr>
      </p:pic>
    </p:spTree>
    <p:extLst>
      <p:ext uri="{BB962C8B-B14F-4D97-AF65-F5344CB8AC3E}">
        <p14:creationId xmlns:p14="http://schemas.microsoft.com/office/powerpoint/2010/main" val="370104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B0870B4-F393-3F0C-92F7-37E0EBE8575B}"/>
              </a:ext>
            </a:extLst>
          </p:cNvPr>
          <p:cNvSpPr>
            <a:spLocks noGrp="1"/>
          </p:cNvSpPr>
          <p:nvPr>
            <p:ph type="title"/>
          </p:nvPr>
        </p:nvSpPr>
        <p:spPr/>
        <p:txBody>
          <a:bodyPr/>
          <a:lstStyle/>
          <a:p>
            <a:r>
              <a:rPr lang="en-US" dirty="0"/>
              <a:t>Execution Flow in Brief</a:t>
            </a:r>
          </a:p>
        </p:txBody>
      </p:sp>
      <p:sp>
        <p:nvSpPr>
          <p:cNvPr id="7" name="Content Placeholder 6">
            <a:extLst>
              <a:ext uri="{FF2B5EF4-FFF2-40B4-BE49-F238E27FC236}">
                <a16:creationId xmlns:a16="http://schemas.microsoft.com/office/drawing/2014/main" id="{1070342B-03CF-6D93-7EBB-4524BEEAF1E4}"/>
              </a:ext>
            </a:extLst>
          </p:cNvPr>
          <p:cNvSpPr>
            <a:spLocks noGrp="1"/>
          </p:cNvSpPr>
          <p:nvPr>
            <p:ph idx="1"/>
          </p:nvPr>
        </p:nvSpPr>
        <p:spPr/>
        <p:txBody>
          <a:bodyPr>
            <a:normAutofit/>
          </a:bodyPr>
          <a:lstStyle/>
          <a:p>
            <a:pPr marL="0" indent="0">
              <a:buNone/>
            </a:pPr>
            <a:r>
              <a:rPr lang="en-US" dirty="0">
                <a:solidFill>
                  <a:srgbClr val="FF0000"/>
                </a:solidFill>
              </a:rPr>
              <a:t>1. Initialization</a:t>
            </a:r>
            <a:r>
              <a:rPr lang="en-US" dirty="0"/>
              <a:t>: when we run the script with </a:t>
            </a:r>
            <a:r>
              <a:rPr lang="en-US" i="1" dirty="0">
                <a:solidFill>
                  <a:srgbClr val="0070C0"/>
                </a:solidFill>
              </a:rPr>
              <a:t>python RatingsBreakdown.py </a:t>
            </a:r>
            <a:r>
              <a:rPr lang="en-US" i="1" dirty="0" err="1">
                <a:solidFill>
                  <a:srgbClr val="0070C0"/>
                </a:solidFill>
              </a:rPr>
              <a:t>u.data</a:t>
            </a:r>
            <a:r>
              <a:rPr lang="en-US" dirty="0"/>
              <a:t>, </a:t>
            </a:r>
            <a:r>
              <a:rPr lang="en-US" dirty="0" err="1"/>
              <a:t>mrjob</a:t>
            </a:r>
            <a:r>
              <a:rPr lang="en-US" dirty="0"/>
              <a:t> initializes the job and prepares to process the input file.</a:t>
            </a:r>
          </a:p>
          <a:p>
            <a:pPr marL="0" indent="0">
              <a:buNone/>
            </a:pPr>
            <a:r>
              <a:rPr lang="en-US" sz="2100" dirty="0">
                <a:solidFill>
                  <a:srgbClr val="FF0000"/>
                </a:solidFill>
              </a:rPr>
              <a:t>2. Input Handling</a:t>
            </a:r>
            <a:r>
              <a:rPr lang="en-US" sz="2100" dirty="0"/>
              <a:t>: </a:t>
            </a:r>
            <a:r>
              <a:rPr lang="en-US" sz="2100" dirty="0" err="1"/>
              <a:t>m</a:t>
            </a:r>
            <a:r>
              <a:rPr lang="en-US" dirty="0" err="1"/>
              <a:t>rjob</a:t>
            </a:r>
            <a:r>
              <a:rPr lang="en-US" dirty="0"/>
              <a:t> reads the </a:t>
            </a:r>
            <a:r>
              <a:rPr lang="en-US" dirty="0" err="1"/>
              <a:t>u.data</a:t>
            </a:r>
            <a:r>
              <a:rPr lang="en-US" dirty="0"/>
              <a:t> file in chunks. Each chunk consists of multiple lines of the file.</a:t>
            </a:r>
          </a:p>
          <a:p>
            <a:pPr marL="0" indent="0">
              <a:buNone/>
            </a:pPr>
            <a:r>
              <a:rPr lang="en-US" dirty="0">
                <a:solidFill>
                  <a:srgbClr val="FF0000"/>
                </a:solidFill>
              </a:rPr>
              <a:t>3. Mapper Execution</a:t>
            </a:r>
            <a:r>
              <a:rPr lang="en-US" dirty="0"/>
              <a:t>: for each chunk, </a:t>
            </a:r>
            <a:r>
              <a:rPr lang="en-US" dirty="0" err="1"/>
              <a:t>mrjob</a:t>
            </a:r>
            <a:r>
              <a:rPr lang="en-US" dirty="0"/>
              <a:t> processes each line within the chunk, invoking the </a:t>
            </a:r>
            <a:r>
              <a:rPr lang="en-US" dirty="0" err="1"/>
              <a:t>mapper_get_ratings</a:t>
            </a:r>
            <a:r>
              <a:rPr lang="en-US" dirty="0"/>
              <a:t> method for each line. The mapper emits key-value pairs (</a:t>
            </a:r>
            <a:r>
              <a:rPr lang="en-US" dirty="0" err="1"/>
              <a:t>movieID</a:t>
            </a:r>
            <a:r>
              <a:rPr lang="en-US" dirty="0"/>
              <a:t>, 1).</a:t>
            </a:r>
          </a:p>
          <a:p>
            <a:pPr marL="0" indent="0">
              <a:buNone/>
            </a:pPr>
            <a:r>
              <a:rPr lang="en-US" dirty="0">
                <a:solidFill>
                  <a:srgbClr val="FF0000"/>
                </a:solidFill>
              </a:rPr>
              <a:t>4. Shuffling and Sorting</a:t>
            </a:r>
            <a:r>
              <a:rPr lang="en-US" dirty="0"/>
              <a:t>: the intermediate key-value pairs are collected and sorted by </a:t>
            </a:r>
            <a:r>
              <a:rPr lang="en-US" dirty="0" err="1"/>
              <a:t>mrjob</a:t>
            </a:r>
            <a:r>
              <a:rPr lang="en-US" dirty="0"/>
              <a:t>. This sorting is essential for grouping values by key before they are sent to the reducer.</a:t>
            </a:r>
          </a:p>
          <a:p>
            <a:pPr marL="0" indent="0">
              <a:buNone/>
            </a:pPr>
            <a:r>
              <a:rPr lang="en-US" dirty="0">
                <a:solidFill>
                  <a:srgbClr val="FF0000"/>
                </a:solidFill>
              </a:rPr>
              <a:t>5. Reducer Execution</a:t>
            </a:r>
            <a:r>
              <a:rPr lang="en-US" dirty="0"/>
              <a:t>: the sorted key-value pairs are fed into the </a:t>
            </a:r>
            <a:r>
              <a:rPr lang="en-US" dirty="0" err="1"/>
              <a:t>reducer_count_ratings</a:t>
            </a:r>
            <a:r>
              <a:rPr lang="en-US" dirty="0"/>
              <a:t> method. The reducer aggregates the values for each key and emits the final count of ratings for each movie.</a:t>
            </a:r>
          </a:p>
          <a:p>
            <a:pPr marL="0" indent="0">
              <a:buNone/>
            </a:pPr>
            <a:r>
              <a:rPr lang="en-US" dirty="0">
                <a:solidFill>
                  <a:srgbClr val="FF0000"/>
                </a:solidFill>
              </a:rPr>
              <a:t>6. Output</a:t>
            </a:r>
            <a:r>
              <a:rPr lang="en-US" dirty="0"/>
              <a:t>: the final output is written to standard output or a specified output file.</a:t>
            </a:r>
          </a:p>
        </p:txBody>
      </p:sp>
    </p:spTree>
    <p:extLst>
      <p:ext uri="{BB962C8B-B14F-4D97-AF65-F5344CB8AC3E}">
        <p14:creationId xmlns:p14="http://schemas.microsoft.com/office/powerpoint/2010/main" val="1222818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E1BE8-4029-3933-B7BB-CD2E56475A5B}"/>
              </a:ext>
            </a:extLst>
          </p:cNvPr>
          <p:cNvSpPr>
            <a:spLocks noGrp="1"/>
          </p:cNvSpPr>
          <p:nvPr>
            <p:ph type="title"/>
          </p:nvPr>
        </p:nvSpPr>
        <p:spPr/>
        <p:txBody>
          <a:bodyPr>
            <a:normAutofit/>
          </a:bodyPr>
          <a:lstStyle/>
          <a:p>
            <a:r>
              <a:rPr lang="en-US" dirty="0"/>
              <a:t>Distributed Processing in MapReduce</a:t>
            </a:r>
          </a:p>
        </p:txBody>
      </p:sp>
      <p:sp>
        <p:nvSpPr>
          <p:cNvPr id="3" name="Content Placeholder 2">
            <a:extLst>
              <a:ext uri="{FF2B5EF4-FFF2-40B4-BE49-F238E27FC236}">
                <a16:creationId xmlns:a16="http://schemas.microsoft.com/office/drawing/2014/main" id="{9D7B76C6-6701-691E-B71A-765C84CACE63}"/>
              </a:ext>
            </a:extLst>
          </p:cNvPr>
          <p:cNvSpPr>
            <a:spLocks noGrp="1"/>
          </p:cNvSpPr>
          <p:nvPr>
            <p:ph idx="1"/>
          </p:nvPr>
        </p:nvSpPr>
        <p:spPr/>
        <p:txBody>
          <a:bodyPr/>
          <a:lstStyle/>
          <a:p>
            <a:pPr marL="342900" marR="0" lvl="0" indent="-342900">
              <a:lnSpc>
                <a:spcPct val="107000"/>
              </a:lnSpc>
              <a:spcBef>
                <a:spcPts val="0"/>
              </a:spcBef>
              <a:spcAft>
                <a:spcPts val="800"/>
              </a:spcAft>
              <a:buFont typeface="+mj-lt"/>
              <a:buAutoNum type="arabicPeriod"/>
              <a:tabLst>
                <a:tab pos="4572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Mapping</a:t>
            </a:r>
            <a:r>
              <a:rPr lang="en-US" sz="1100" kern="100" dirty="0">
                <a:effectLst/>
                <a:latin typeface="Aptos" panose="020B0004020202020204" pitchFamily="34" charset="0"/>
                <a:ea typeface="Aptos" panose="020B0004020202020204" pitchFamily="34" charset="0"/>
                <a:cs typeface="Arial" panose="020B0604020202020204" pitchFamily="34" charset="0"/>
              </a:rPr>
              <a:t>:</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Mapper Nodes</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Multiple nodes in the cluster are designated as mapper nodes. Each mapper node processes a portion of the input data, typically a split or chunk of the entire dataset.</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Execution</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The </a:t>
            </a:r>
            <a:r>
              <a:rPr lang="en-US" sz="1100" kern="100" dirty="0" err="1">
                <a:effectLst/>
                <a:latin typeface="Aptos" panose="020B0004020202020204" pitchFamily="34" charset="0"/>
                <a:ea typeface="Aptos" panose="020B0004020202020204" pitchFamily="34" charset="0"/>
                <a:cs typeface="Times New Roman" panose="02020603050405020304" pitchFamily="18" charset="0"/>
              </a:rPr>
              <a:t>mapper_get_ratings</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function is executed on each line of the input split assigned to a mapper node. The mapper produces intermediate key-value pairs (</a:t>
            </a:r>
            <a:r>
              <a:rPr lang="en-US" sz="1100" kern="100" dirty="0" err="1">
                <a:effectLst/>
                <a:latin typeface="Aptos" panose="020B0004020202020204" pitchFamily="34" charset="0"/>
                <a:ea typeface="Aptos" panose="020B0004020202020204" pitchFamily="34" charset="0"/>
                <a:cs typeface="Times New Roman" panose="02020603050405020304" pitchFamily="18" charset="0"/>
              </a:rPr>
              <a:t>movieID</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1 in this case).</a:t>
            </a:r>
          </a:p>
          <a:p>
            <a:pPr marL="342900" marR="0" lvl="0" indent="-342900">
              <a:lnSpc>
                <a:spcPct val="107000"/>
              </a:lnSpc>
              <a:spcBef>
                <a:spcPts val="0"/>
              </a:spcBef>
              <a:spcAft>
                <a:spcPts val="800"/>
              </a:spcAft>
              <a:buFont typeface="+mj-lt"/>
              <a:buAutoNum type="arabicPeriod"/>
              <a:tabLst>
                <a:tab pos="4572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Shuffling and Sorting</a:t>
            </a:r>
            <a:r>
              <a:rPr lang="en-US" sz="1100" kern="100" dirty="0">
                <a:effectLst/>
                <a:latin typeface="Aptos" panose="020B0004020202020204" pitchFamily="34" charset="0"/>
                <a:ea typeface="Aptos" panose="020B0004020202020204" pitchFamily="34" charset="0"/>
                <a:cs typeface="Arial" panose="020B0604020202020204" pitchFamily="34" charset="0"/>
              </a:rPr>
              <a:t>:</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Intermediate Storage</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After the mapper phase, the intermediate key-value pairs are stored temporarily on local disks of the mapper nodes.</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Shuffle Phase</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The framework (e.g., Hadoop) automatically handles the shuffle phase, which involves transferring intermediate key-value pairs from mapper nodes to reducer nodes. During this phase, data is sorted and grouped by key. All values associated with a particular key are brought together on the same reducer node.</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Sorting</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This phase ensures that the input to each reducer is sorted by key, which is necessary for the reducer to process the data correctly.</a:t>
            </a:r>
          </a:p>
          <a:p>
            <a:pPr marL="342900" marR="0" lvl="0" indent="-342900">
              <a:lnSpc>
                <a:spcPct val="107000"/>
              </a:lnSpc>
              <a:spcBef>
                <a:spcPts val="0"/>
              </a:spcBef>
              <a:spcAft>
                <a:spcPts val="800"/>
              </a:spcAft>
              <a:buFont typeface="+mj-lt"/>
              <a:buAutoNum type="arabicPeriod"/>
              <a:tabLst>
                <a:tab pos="4572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Reducing</a:t>
            </a:r>
            <a:r>
              <a:rPr lang="en-US" sz="1100" kern="100" dirty="0">
                <a:effectLst/>
                <a:latin typeface="Aptos" panose="020B0004020202020204" pitchFamily="34" charset="0"/>
                <a:ea typeface="Aptos" panose="020B0004020202020204" pitchFamily="34" charset="0"/>
                <a:cs typeface="Arial" panose="020B0604020202020204" pitchFamily="34" charset="0"/>
              </a:rPr>
              <a:t>:</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Reducer Nodes</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Different nodes in the cluster are designated as reducer nodes. Each reducer node processes a subset of the keys and their associated values.</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Execution</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The </a:t>
            </a:r>
            <a:r>
              <a:rPr lang="en-US" sz="1100" kern="100" dirty="0" err="1">
                <a:effectLst/>
                <a:latin typeface="Aptos" panose="020B0004020202020204" pitchFamily="34" charset="0"/>
                <a:ea typeface="Aptos" panose="020B0004020202020204" pitchFamily="34" charset="0"/>
                <a:cs typeface="Times New Roman" panose="02020603050405020304" pitchFamily="18" charset="0"/>
              </a:rPr>
              <a:t>reducer_count_ratings</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function is executed on the grouped key-value pairs. For each key (</a:t>
            </a:r>
            <a:r>
              <a:rPr lang="en-US" sz="1100" kern="100" dirty="0" err="1">
                <a:effectLst/>
                <a:latin typeface="Aptos" panose="020B0004020202020204" pitchFamily="34" charset="0"/>
                <a:ea typeface="Aptos" panose="020B0004020202020204" pitchFamily="34" charset="0"/>
                <a:cs typeface="Times New Roman" panose="02020603050405020304" pitchFamily="18" charset="0"/>
              </a:rPr>
              <a:t>movieID</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the reducer aggregates the values (counts the number of ratings) and produces the final output key-value pairs (</a:t>
            </a:r>
            <a:r>
              <a:rPr lang="en-US" sz="1100" kern="100" dirty="0" err="1">
                <a:effectLst/>
                <a:latin typeface="Aptos" panose="020B0004020202020204" pitchFamily="34" charset="0"/>
                <a:ea typeface="Aptos" panose="020B0004020202020204" pitchFamily="34" charset="0"/>
                <a:cs typeface="Times New Roman" panose="02020603050405020304" pitchFamily="18" charset="0"/>
              </a:rPr>
              <a:t>movieID</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total count).</a:t>
            </a:r>
          </a:p>
          <a:p>
            <a:pPr marL="342900" marR="0" lvl="0" indent="-342900">
              <a:lnSpc>
                <a:spcPct val="107000"/>
              </a:lnSpc>
              <a:spcBef>
                <a:spcPts val="0"/>
              </a:spcBef>
              <a:spcAft>
                <a:spcPts val="800"/>
              </a:spcAft>
              <a:buFont typeface="+mj-lt"/>
              <a:buAutoNum type="arabicPeriod"/>
              <a:tabLst>
                <a:tab pos="4572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Output</a:t>
            </a:r>
            <a:r>
              <a:rPr lang="en-US" sz="1100" kern="100" dirty="0">
                <a:effectLst/>
                <a:latin typeface="Aptos" panose="020B0004020202020204" pitchFamily="34" charset="0"/>
                <a:ea typeface="Aptos" panose="020B0004020202020204" pitchFamily="34" charset="0"/>
                <a:cs typeface="Arial" panose="020B0604020202020204" pitchFamily="34" charset="0"/>
              </a:rPr>
              <a:t>:</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The final output from each reducer node is written to the distributed file system (e.g., HDFS in Hadoop) or another specified output location.</a:t>
            </a:r>
            <a:r>
              <a:rPr lang="en-US" sz="1100" kern="100" dirty="0">
                <a:effectLst/>
                <a:latin typeface="Aptos" panose="020B0004020202020204" pitchFamily="34" charset="0"/>
                <a:ea typeface="Aptos" panose="020B0004020202020204" pitchFamily="34" charset="0"/>
                <a:cs typeface="Arial" panose="020B0604020202020204" pitchFamily="34" charset="0"/>
              </a:rPr>
              <a:t> </a:t>
            </a:r>
          </a:p>
          <a:p>
            <a:endParaRPr lang="en-US" dirty="0"/>
          </a:p>
        </p:txBody>
      </p:sp>
    </p:spTree>
    <p:extLst>
      <p:ext uri="{BB962C8B-B14F-4D97-AF65-F5344CB8AC3E}">
        <p14:creationId xmlns:p14="http://schemas.microsoft.com/office/powerpoint/2010/main" val="828445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E1BE8-4029-3933-B7BB-CD2E56475A5B}"/>
              </a:ext>
            </a:extLst>
          </p:cNvPr>
          <p:cNvSpPr>
            <a:spLocks noGrp="1"/>
          </p:cNvSpPr>
          <p:nvPr>
            <p:ph type="title"/>
          </p:nvPr>
        </p:nvSpPr>
        <p:spPr/>
        <p:txBody>
          <a:bodyPr>
            <a:normAutofit/>
          </a:bodyPr>
          <a:lstStyle/>
          <a:p>
            <a:r>
              <a:rPr lang="en-US" dirty="0"/>
              <a:t>Example Execution Flow</a:t>
            </a:r>
          </a:p>
        </p:txBody>
      </p:sp>
      <p:sp>
        <p:nvSpPr>
          <p:cNvPr id="3" name="Content Placeholder 2">
            <a:extLst>
              <a:ext uri="{FF2B5EF4-FFF2-40B4-BE49-F238E27FC236}">
                <a16:creationId xmlns:a16="http://schemas.microsoft.com/office/drawing/2014/main" id="{9D7B76C6-6701-691E-B71A-765C84CACE63}"/>
              </a:ext>
            </a:extLst>
          </p:cNvPr>
          <p:cNvSpPr>
            <a:spLocks noGrp="1"/>
          </p:cNvSpPr>
          <p:nvPr>
            <p:ph idx="1"/>
          </p:nvPr>
        </p:nvSpPr>
        <p:spPr/>
        <p:txBody>
          <a:bodyPr>
            <a:normAutofit fontScale="92500" lnSpcReduction="10000"/>
          </a:bodyPr>
          <a:lstStyle/>
          <a:p>
            <a:pPr marL="342900" marR="0" lvl="0" indent="-342900">
              <a:lnSpc>
                <a:spcPct val="107000"/>
              </a:lnSpc>
              <a:spcBef>
                <a:spcPts val="0"/>
              </a:spcBef>
              <a:spcAft>
                <a:spcPts val="800"/>
              </a:spcAft>
              <a:buFont typeface="+mj-lt"/>
              <a:buAutoNum type="arabicPeriod"/>
              <a:tabLst>
                <a:tab pos="4572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Input Splitting:</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The input file (</a:t>
            </a:r>
            <a:r>
              <a:rPr lang="en-US" sz="1100" b="1" kern="100" dirty="0" err="1">
                <a:effectLst/>
                <a:latin typeface="Aptos" panose="020B0004020202020204" pitchFamily="34" charset="0"/>
                <a:ea typeface="Aptos" panose="020B0004020202020204" pitchFamily="34" charset="0"/>
                <a:cs typeface="Times New Roman" panose="02020603050405020304" pitchFamily="18" charset="0"/>
              </a:rPr>
              <a:t>u.data</a:t>
            </a:r>
            <a:r>
              <a:rPr lang="en-US" sz="1100" b="1" kern="100" dirty="0">
                <a:effectLst/>
                <a:latin typeface="Aptos" panose="020B0004020202020204" pitchFamily="34" charset="0"/>
                <a:ea typeface="Aptos" panose="020B0004020202020204" pitchFamily="34" charset="0"/>
                <a:cs typeface="Times New Roman" panose="02020603050405020304" pitchFamily="18" charset="0"/>
              </a:rPr>
              <a:t>) is split into several chunks. Each chunk is processed by a different mapper node.</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Mapping Phase: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Mapper Node 1 processes split 1:</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Reads lines, applies </a:t>
            </a:r>
            <a:r>
              <a:rPr lang="en-US" sz="1100" b="1" kern="100" dirty="0" err="1">
                <a:effectLst/>
                <a:latin typeface="Aptos" panose="020B0004020202020204" pitchFamily="34" charset="0"/>
                <a:ea typeface="Aptos" panose="020B0004020202020204" pitchFamily="34" charset="0"/>
                <a:cs typeface="Arial" panose="020B0604020202020204" pitchFamily="34" charset="0"/>
              </a:rPr>
              <a:t>mapper_get_ratings</a:t>
            </a:r>
            <a:r>
              <a:rPr lang="en-US" sz="1100" b="1" kern="100" dirty="0">
                <a:effectLst/>
                <a:latin typeface="Aptos" panose="020B0004020202020204" pitchFamily="34" charset="0"/>
                <a:ea typeface="Aptos" panose="020B0004020202020204" pitchFamily="34" charset="0"/>
                <a:cs typeface="Arial" panose="020B0604020202020204" pitchFamily="34" charset="0"/>
              </a:rPr>
              <a:t>, and produces intermediate key-value pairs.</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Mapper Node 2 processes split 2:</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Reads lines, applies </a:t>
            </a:r>
            <a:r>
              <a:rPr lang="en-US" sz="1100" b="1" kern="100" dirty="0" err="1">
                <a:effectLst/>
                <a:latin typeface="Aptos" panose="020B0004020202020204" pitchFamily="34" charset="0"/>
                <a:ea typeface="Aptos" panose="020B0004020202020204" pitchFamily="34" charset="0"/>
                <a:cs typeface="Arial" panose="020B0604020202020204" pitchFamily="34" charset="0"/>
              </a:rPr>
              <a:t>mapper_get_ratings</a:t>
            </a:r>
            <a:r>
              <a:rPr lang="en-US" sz="1100" b="1" kern="100" dirty="0">
                <a:effectLst/>
                <a:latin typeface="Aptos" panose="020B0004020202020204" pitchFamily="34" charset="0"/>
                <a:ea typeface="Aptos" panose="020B0004020202020204" pitchFamily="34" charset="0"/>
                <a:cs typeface="Arial" panose="020B0604020202020204" pitchFamily="34" charset="0"/>
              </a:rPr>
              <a:t>, and produces intermediate key-value pairs.</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This continues for all splits.</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Shuffling and Sorting:</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Intermediate key-value pairs are shuffled such that all pairs with the same key (</a:t>
            </a:r>
            <a:r>
              <a:rPr lang="en-US" sz="1100" b="1" kern="100" dirty="0" err="1">
                <a:effectLst/>
                <a:latin typeface="Aptos" panose="020B0004020202020204" pitchFamily="34" charset="0"/>
                <a:ea typeface="Aptos" panose="020B0004020202020204" pitchFamily="34" charset="0"/>
                <a:cs typeface="Times New Roman" panose="02020603050405020304" pitchFamily="18" charset="0"/>
              </a:rPr>
              <a:t>movieID</a:t>
            </a:r>
            <a:r>
              <a:rPr lang="en-US" sz="1100" b="1" kern="100" dirty="0">
                <a:effectLst/>
                <a:latin typeface="Aptos" panose="020B0004020202020204" pitchFamily="34" charset="0"/>
                <a:ea typeface="Aptos" panose="020B0004020202020204" pitchFamily="34" charset="0"/>
                <a:cs typeface="Times New Roman" panose="02020603050405020304" pitchFamily="18" charset="0"/>
              </a:rPr>
              <a:t>) are sent to the same reducer node.</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Data is sorted by key during this phase.</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Reducing Phase: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Reducer Node 1 processes keys (</a:t>
            </a:r>
            <a:r>
              <a:rPr lang="en-US" sz="1100" b="1" kern="100" dirty="0" err="1">
                <a:effectLst/>
                <a:latin typeface="Aptos" panose="020B0004020202020204" pitchFamily="34" charset="0"/>
                <a:ea typeface="Aptos" panose="020B0004020202020204" pitchFamily="34" charset="0"/>
                <a:cs typeface="Times New Roman" panose="02020603050405020304" pitchFamily="18" charset="0"/>
              </a:rPr>
              <a:t>movieIDs</a:t>
            </a:r>
            <a:r>
              <a:rPr lang="en-US" sz="1100" b="1" kern="100" dirty="0">
                <a:effectLst/>
                <a:latin typeface="Aptos" panose="020B0004020202020204" pitchFamily="34" charset="0"/>
                <a:ea typeface="Aptos" panose="020B0004020202020204" pitchFamily="34" charset="0"/>
                <a:cs typeface="Times New Roman" panose="02020603050405020304" pitchFamily="18" charset="0"/>
              </a:rPr>
              <a:t>) assigned to it:</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Applies </a:t>
            </a:r>
            <a:r>
              <a:rPr lang="en-US" sz="1100" b="1" kern="100" dirty="0" err="1">
                <a:effectLst/>
                <a:latin typeface="Aptos" panose="020B0004020202020204" pitchFamily="34" charset="0"/>
                <a:ea typeface="Aptos" panose="020B0004020202020204" pitchFamily="34" charset="0"/>
                <a:cs typeface="Arial" panose="020B0604020202020204" pitchFamily="34" charset="0"/>
              </a:rPr>
              <a:t>reducer_count_ratings</a:t>
            </a:r>
            <a:r>
              <a:rPr lang="en-US" sz="1100" b="1" kern="100" dirty="0">
                <a:effectLst/>
                <a:latin typeface="Aptos" panose="020B0004020202020204" pitchFamily="34" charset="0"/>
                <a:ea typeface="Aptos" panose="020B0004020202020204" pitchFamily="34" charset="0"/>
                <a:cs typeface="Arial" panose="020B0604020202020204" pitchFamily="34" charset="0"/>
              </a:rPr>
              <a:t> to aggregate values and produce final output.</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Reducer Node 2 processes other keys assigned to it:</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1143000" marR="0" lvl="2" indent="-228600">
              <a:lnSpc>
                <a:spcPct val="107000"/>
              </a:lnSpc>
              <a:spcBef>
                <a:spcPts val="0"/>
              </a:spcBef>
              <a:spcAft>
                <a:spcPts val="800"/>
              </a:spcAft>
              <a:buSzPts val="1000"/>
              <a:buFont typeface="Wingdings" panose="05000000000000000000" pitchFamily="2" charset="2"/>
              <a:buChar char=""/>
              <a:tabLst>
                <a:tab pos="13716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Applies </a:t>
            </a:r>
            <a:r>
              <a:rPr lang="en-US" sz="1100" b="1" kern="100" dirty="0" err="1">
                <a:effectLst/>
                <a:latin typeface="Aptos" panose="020B0004020202020204" pitchFamily="34" charset="0"/>
                <a:ea typeface="Aptos" panose="020B0004020202020204" pitchFamily="34" charset="0"/>
                <a:cs typeface="Arial" panose="020B0604020202020204" pitchFamily="34" charset="0"/>
              </a:rPr>
              <a:t>reducer_count_ratings</a:t>
            </a:r>
            <a:r>
              <a:rPr lang="en-US" sz="1100" b="1" kern="100" dirty="0">
                <a:effectLst/>
                <a:latin typeface="Aptos" panose="020B0004020202020204" pitchFamily="34" charset="0"/>
                <a:ea typeface="Aptos" panose="020B0004020202020204" pitchFamily="34" charset="0"/>
                <a:cs typeface="Arial" panose="020B0604020202020204" pitchFamily="34" charset="0"/>
              </a:rPr>
              <a:t> to aggregate values and produce final output.</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This continues for all keys.</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Final Output:</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b="1" kern="100" dirty="0">
                <a:effectLst/>
                <a:latin typeface="Aptos" panose="020B0004020202020204" pitchFamily="34" charset="0"/>
                <a:ea typeface="Aptos" panose="020B0004020202020204" pitchFamily="34" charset="0"/>
                <a:cs typeface="Times New Roman" panose="02020603050405020304" pitchFamily="18" charset="0"/>
              </a:rPr>
              <a:t>The output from each reducer node is combined to form the final result, typically stored in a distributed file system.</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4026352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E1BE8-4029-3933-B7BB-CD2E56475A5B}"/>
              </a:ext>
            </a:extLst>
          </p:cNvPr>
          <p:cNvSpPr>
            <a:spLocks noGrp="1"/>
          </p:cNvSpPr>
          <p:nvPr>
            <p:ph type="title"/>
          </p:nvPr>
        </p:nvSpPr>
        <p:spPr/>
        <p:txBody>
          <a:bodyPr>
            <a:normAutofit/>
          </a:bodyPr>
          <a:lstStyle/>
          <a:p>
            <a:r>
              <a:rPr lang="en-US" dirty="0"/>
              <a:t>Execution in a Cluster</a:t>
            </a:r>
          </a:p>
        </p:txBody>
      </p:sp>
      <p:sp>
        <p:nvSpPr>
          <p:cNvPr id="3" name="Content Placeholder 2">
            <a:extLst>
              <a:ext uri="{FF2B5EF4-FFF2-40B4-BE49-F238E27FC236}">
                <a16:creationId xmlns:a16="http://schemas.microsoft.com/office/drawing/2014/main" id="{9D7B76C6-6701-691E-B71A-765C84CACE63}"/>
              </a:ext>
            </a:extLst>
          </p:cNvPr>
          <p:cNvSpPr>
            <a:spLocks noGrp="1"/>
          </p:cNvSpPr>
          <p:nvPr>
            <p:ph idx="1"/>
          </p:nvPr>
        </p:nvSpPr>
        <p:spPr/>
        <p:txBody>
          <a:bodyPr>
            <a:normAutofit lnSpcReduction="10000"/>
          </a:bodyPr>
          <a:lstStyle/>
          <a:p>
            <a:pPr marL="342900" marR="0" lvl="0" indent="-342900">
              <a:lnSpc>
                <a:spcPct val="107000"/>
              </a:lnSpc>
              <a:spcBef>
                <a:spcPts val="0"/>
              </a:spcBef>
              <a:spcAft>
                <a:spcPts val="800"/>
              </a:spcAft>
              <a:buFont typeface="+mj-lt"/>
              <a:buAutoNum type="arabicPeriod"/>
              <a:tabLst>
                <a:tab pos="4572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Cluster Setup:</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The cluster consists of multiple nodes. Some nodes are designated as mapper nodes, while others are designated as reducer nodes.</a:t>
            </a:r>
          </a:p>
          <a:p>
            <a:pPr marL="342900" marR="0" lvl="0" indent="-342900">
              <a:lnSpc>
                <a:spcPct val="107000"/>
              </a:lnSpc>
              <a:spcBef>
                <a:spcPts val="0"/>
              </a:spcBef>
              <a:spcAft>
                <a:spcPts val="800"/>
              </a:spcAft>
              <a:buFont typeface="+mj-lt"/>
              <a:buAutoNum type="arabicPeriod"/>
              <a:tabLst>
                <a:tab pos="4572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Data Distribution:</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The input data is split and distributed across the mapper nodes.</a:t>
            </a:r>
          </a:p>
          <a:p>
            <a:pPr marL="342900" marR="0" lvl="0" indent="-342900">
              <a:lnSpc>
                <a:spcPct val="107000"/>
              </a:lnSpc>
              <a:spcBef>
                <a:spcPts val="0"/>
              </a:spcBef>
              <a:spcAft>
                <a:spcPts val="800"/>
              </a:spcAft>
              <a:buFont typeface="+mj-lt"/>
              <a:buAutoNum type="arabicPeriod"/>
              <a:tabLst>
                <a:tab pos="4572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Map Task:</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Each mapper node runs the </a:t>
            </a:r>
            <a:r>
              <a:rPr lang="en-US" sz="1100" kern="100" dirty="0" err="1">
                <a:effectLst/>
                <a:latin typeface="Aptos" panose="020B0004020202020204" pitchFamily="34" charset="0"/>
                <a:ea typeface="Aptos" panose="020B0004020202020204" pitchFamily="34" charset="0"/>
                <a:cs typeface="Times New Roman" panose="02020603050405020304" pitchFamily="18" charset="0"/>
              </a:rPr>
              <a:t>mapper_get_ratings</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function on its assigned data split.</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Intermediate key-value pairs are generated and stored locally.</a:t>
            </a:r>
          </a:p>
          <a:p>
            <a:pPr marL="342900" marR="0" lvl="0" indent="-342900">
              <a:lnSpc>
                <a:spcPct val="107000"/>
              </a:lnSpc>
              <a:spcBef>
                <a:spcPts val="0"/>
              </a:spcBef>
              <a:spcAft>
                <a:spcPts val="800"/>
              </a:spcAft>
              <a:buFont typeface="+mj-lt"/>
              <a:buAutoNum type="arabicPeriod"/>
              <a:tabLst>
                <a:tab pos="4572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Shuffle and Sort:</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The framework handles the transfer of intermediate key-value pairs from mappers to reducers.</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Data is sorted and grouped by key during this phase.</a:t>
            </a:r>
          </a:p>
          <a:p>
            <a:pPr marL="342900" marR="0" lvl="0" indent="-342900">
              <a:lnSpc>
                <a:spcPct val="107000"/>
              </a:lnSpc>
              <a:spcBef>
                <a:spcPts val="0"/>
              </a:spcBef>
              <a:spcAft>
                <a:spcPts val="800"/>
              </a:spcAft>
              <a:buFont typeface="+mj-lt"/>
              <a:buAutoNum type="arabicPeriod"/>
              <a:tabLst>
                <a:tab pos="4572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Reduce Task:</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Each reducer node runs the </a:t>
            </a:r>
            <a:r>
              <a:rPr lang="en-US" sz="1100" kern="100" dirty="0" err="1">
                <a:effectLst/>
                <a:latin typeface="Aptos" panose="020B0004020202020204" pitchFamily="34" charset="0"/>
                <a:ea typeface="Aptos" panose="020B0004020202020204" pitchFamily="34" charset="0"/>
                <a:cs typeface="Times New Roman" panose="02020603050405020304" pitchFamily="18" charset="0"/>
              </a:rPr>
              <a:t>reducer_count_ratings</a:t>
            </a:r>
            <a:r>
              <a:rPr lang="en-US" sz="1100" kern="100" dirty="0">
                <a:effectLst/>
                <a:latin typeface="Aptos" panose="020B0004020202020204" pitchFamily="34" charset="0"/>
                <a:ea typeface="Aptos" panose="020B0004020202020204" pitchFamily="34" charset="0"/>
                <a:cs typeface="Times New Roman" panose="02020603050405020304" pitchFamily="18" charset="0"/>
              </a:rPr>
              <a:t> function on its assigned keys and values.</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Final output key-value pairs are generated.</a:t>
            </a:r>
          </a:p>
          <a:p>
            <a:pPr marL="342900" marR="0" lvl="0" indent="-342900">
              <a:lnSpc>
                <a:spcPct val="107000"/>
              </a:lnSpc>
              <a:spcBef>
                <a:spcPts val="0"/>
              </a:spcBef>
              <a:spcAft>
                <a:spcPts val="800"/>
              </a:spcAft>
              <a:buFont typeface="+mj-lt"/>
              <a:buAutoNum type="arabicPeriod"/>
              <a:tabLst>
                <a:tab pos="457200" algn="l"/>
              </a:tabLst>
            </a:pPr>
            <a:r>
              <a:rPr lang="en-US" sz="1100" b="1" kern="100" dirty="0">
                <a:effectLst/>
                <a:latin typeface="Aptos" panose="020B0004020202020204" pitchFamily="34" charset="0"/>
                <a:ea typeface="Aptos" panose="020B0004020202020204" pitchFamily="34" charset="0"/>
                <a:cs typeface="Arial" panose="020B0604020202020204" pitchFamily="34" charset="0"/>
              </a:rPr>
              <a:t>Output Storage:</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The final output is stored in the distributed file system or another specified location.</a:t>
            </a:r>
          </a:p>
          <a:p>
            <a:pPr marL="0" marR="0">
              <a:lnSpc>
                <a:spcPct val="107000"/>
              </a:lnSpc>
              <a:spcBef>
                <a:spcPts val="0"/>
              </a:spcBef>
              <a:spcAft>
                <a:spcPts val="800"/>
              </a:spcAft>
            </a:pPr>
            <a:r>
              <a:rPr lang="en-US" sz="1100" b="1" kern="100" dirty="0">
                <a:effectLst/>
                <a:latin typeface="Aptos" panose="020B0004020202020204" pitchFamily="34" charset="0"/>
                <a:ea typeface="Aptos" panose="020B0004020202020204" pitchFamily="34" charset="0"/>
                <a:cs typeface="Arial" panose="020B0604020202020204" pitchFamily="34" charset="0"/>
              </a:rPr>
              <a:t>Conclusion</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p>
            <a:pPr marL="0" marR="0">
              <a:lnSpc>
                <a:spcPct val="107000"/>
              </a:lnSpc>
              <a:spcBef>
                <a:spcPts val="0"/>
              </a:spcBef>
              <a:spcAft>
                <a:spcPts val="800"/>
              </a:spcAft>
            </a:pPr>
            <a:r>
              <a:rPr lang="en-US" sz="1100" kern="100" dirty="0">
                <a:effectLst/>
                <a:latin typeface="Aptos" panose="020B0004020202020204" pitchFamily="34" charset="0"/>
                <a:ea typeface="Aptos" panose="020B0004020202020204" pitchFamily="34" charset="0"/>
                <a:cs typeface="Arial" panose="020B0604020202020204" pitchFamily="34" charset="0"/>
              </a:rPr>
              <a:t>The MapReduce framework, facilitated by libraries like </a:t>
            </a:r>
            <a:r>
              <a:rPr lang="en-US" sz="1100" kern="100" dirty="0" err="1">
                <a:effectLst/>
                <a:latin typeface="Aptos" panose="020B0004020202020204" pitchFamily="34" charset="0"/>
                <a:ea typeface="Aptos" panose="020B0004020202020204" pitchFamily="34" charset="0"/>
                <a:cs typeface="Arial" panose="020B0604020202020204" pitchFamily="34" charset="0"/>
              </a:rPr>
              <a:t>mrjob</a:t>
            </a:r>
            <a:r>
              <a:rPr lang="en-US" sz="1100" kern="100" dirty="0">
                <a:effectLst/>
                <a:latin typeface="Aptos" panose="020B0004020202020204" pitchFamily="34" charset="0"/>
                <a:ea typeface="Aptos" panose="020B0004020202020204" pitchFamily="34" charset="0"/>
                <a:cs typeface="Arial" panose="020B0604020202020204" pitchFamily="34" charset="0"/>
              </a:rPr>
              <a:t>, abstracts the complexities of distributed processing, allowing you to focus on writing the mapper and reducer functions. The framework handles data distribution, task scheduling, and fault tolerance, ensuring efficient processing of large datasets across a cluster of nodes. </a:t>
            </a:r>
          </a:p>
          <a:p>
            <a:endParaRPr lang="en-US" dirty="0"/>
          </a:p>
        </p:txBody>
      </p:sp>
    </p:spTree>
    <p:extLst>
      <p:ext uri="{BB962C8B-B14F-4D97-AF65-F5344CB8AC3E}">
        <p14:creationId xmlns:p14="http://schemas.microsoft.com/office/powerpoint/2010/main" val="1491550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428D5-8851-252A-4CFB-17181887EFBB}"/>
              </a:ext>
            </a:extLst>
          </p:cNvPr>
          <p:cNvSpPr>
            <a:spLocks noGrp="1"/>
          </p:cNvSpPr>
          <p:nvPr>
            <p:ph type="title"/>
          </p:nvPr>
        </p:nvSpPr>
        <p:spPr/>
        <p:txBody>
          <a:bodyPr/>
          <a:lstStyle/>
          <a:p>
            <a:r>
              <a:rPr lang="en-US" dirty="0"/>
              <a:t>Sort Movies by Rating</a:t>
            </a:r>
          </a:p>
        </p:txBody>
      </p:sp>
      <p:pic>
        <p:nvPicPr>
          <p:cNvPr id="9" name="Content Placeholder 8">
            <a:extLst>
              <a:ext uri="{FF2B5EF4-FFF2-40B4-BE49-F238E27FC236}">
                <a16:creationId xmlns:a16="http://schemas.microsoft.com/office/drawing/2014/main" id="{5F526E5C-8100-E721-C87D-FF7D4D3450C4}"/>
              </a:ext>
            </a:extLst>
          </p:cNvPr>
          <p:cNvPicPr>
            <a:picLocks noGrp="1" noChangeAspect="1"/>
          </p:cNvPicPr>
          <p:nvPr>
            <p:ph idx="1"/>
          </p:nvPr>
        </p:nvPicPr>
        <p:blipFill>
          <a:blip r:embed="rId2"/>
          <a:stretch>
            <a:fillRect/>
          </a:stretch>
        </p:blipFill>
        <p:spPr>
          <a:xfrm>
            <a:off x="5157698" y="1687108"/>
            <a:ext cx="5624996" cy="4991100"/>
          </a:xfrm>
        </p:spPr>
      </p:pic>
      <p:sp>
        <p:nvSpPr>
          <p:cNvPr id="11" name="TextBox 10">
            <a:extLst>
              <a:ext uri="{FF2B5EF4-FFF2-40B4-BE49-F238E27FC236}">
                <a16:creationId xmlns:a16="http://schemas.microsoft.com/office/drawing/2014/main" id="{5D3021A2-5E3C-7267-0268-E570B316D67D}"/>
              </a:ext>
            </a:extLst>
          </p:cNvPr>
          <p:cNvSpPr txBox="1"/>
          <p:nvPr/>
        </p:nvSpPr>
        <p:spPr>
          <a:xfrm>
            <a:off x="838200" y="1687108"/>
            <a:ext cx="3915383" cy="3057247"/>
          </a:xfrm>
          <a:prstGeom prst="rect">
            <a:avLst/>
          </a:prstGeom>
          <a:noFill/>
        </p:spPr>
        <p:txBody>
          <a:bodyPr wrap="square">
            <a:spAutoFit/>
          </a:bodyPr>
          <a:lstStyle/>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The steps method defines a sequence of steps the MapReduce job will perform. Here, there are two steps:</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first step consists of a mapper (</a:t>
            </a:r>
            <a:r>
              <a:rPr lang="en-US" sz="1800" kern="100" dirty="0" err="1">
                <a:effectLst/>
                <a:latin typeface="Aptos" panose="020B0004020202020204" pitchFamily="34" charset="0"/>
                <a:ea typeface="Aptos" panose="020B0004020202020204" pitchFamily="34" charset="0"/>
                <a:cs typeface="Arial" panose="020B0604020202020204" pitchFamily="34" charset="0"/>
              </a:rPr>
              <a:t>mapper_get_ratings</a:t>
            </a:r>
            <a:r>
              <a:rPr lang="en-US" sz="1800" kern="100" dirty="0">
                <a:effectLst/>
                <a:latin typeface="Aptos" panose="020B0004020202020204" pitchFamily="34" charset="0"/>
                <a:ea typeface="Aptos" panose="020B0004020202020204" pitchFamily="34" charset="0"/>
                <a:cs typeface="Arial" panose="020B0604020202020204" pitchFamily="34" charset="0"/>
              </a:rPr>
              <a:t>) and a reducer (</a:t>
            </a:r>
            <a:r>
              <a:rPr lang="en-US" sz="1800" kern="100" dirty="0" err="1">
                <a:effectLst/>
                <a:latin typeface="Aptos" panose="020B0004020202020204" pitchFamily="34" charset="0"/>
                <a:ea typeface="Aptos" panose="020B0004020202020204" pitchFamily="34" charset="0"/>
                <a:cs typeface="Arial" panose="020B0604020202020204" pitchFamily="34" charset="0"/>
              </a:rPr>
              <a:t>reducer_count_ratings</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The second step consists of only a reducer (</a:t>
            </a:r>
            <a:r>
              <a:rPr lang="en-US" sz="1800" kern="100" dirty="0" err="1">
                <a:effectLst/>
                <a:latin typeface="Aptos" panose="020B0004020202020204" pitchFamily="34" charset="0"/>
                <a:ea typeface="Aptos" panose="020B0004020202020204" pitchFamily="34" charset="0"/>
                <a:cs typeface="Arial" panose="020B0604020202020204" pitchFamily="34" charset="0"/>
              </a:rPr>
              <a:t>reducer_sorted_output</a:t>
            </a:r>
            <a:r>
              <a:rPr lang="en-US" sz="1800" kern="100" dirty="0">
                <a:effectLst/>
                <a:latin typeface="Aptos" panose="020B0004020202020204" pitchFamily="34" charset="0"/>
                <a:ea typeface="Aptos" panose="020B0004020202020204" pitchFamily="34" charset="0"/>
                <a:cs typeface="Arial" panose="020B0604020202020204" pitchFamily="34" charset="0"/>
              </a:rPr>
              <a:t>).</a:t>
            </a:r>
          </a:p>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 </a:t>
            </a:r>
          </a:p>
        </p:txBody>
      </p:sp>
    </p:spTree>
    <p:extLst>
      <p:ext uri="{BB962C8B-B14F-4D97-AF65-F5344CB8AC3E}">
        <p14:creationId xmlns:p14="http://schemas.microsoft.com/office/powerpoint/2010/main" val="1620866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67741-334F-260F-D579-955574B459EF}"/>
              </a:ext>
            </a:extLst>
          </p:cNvPr>
          <p:cNvSpPr>
            <a:spLocks noGrp="1"/>
          </p:cNvSpPr>
          <p:nvPr>
            <p:ph type="title"/>
          </p:nvPr>
        </p:nvSpPr>
        <p:spPr/>
        <p:txBody>
          <a:bodyPr/>
          <a:lstStyle/>
          <a:p>
            <a:r>
              <a:rPr lang="en-US" dirty="0"/>
              <a:t>Sort Movies by Rating</a:t>
            </a:r>
          </a:p>
        </p:txBody>
      </p:sp>
      <p:pic>
        <p:nvPicPr>
          <p:cNvPr id="5" name="Content Placeholder 4">
            <a:extLst>
              <a:ext uri="{FF2B5EF4-FFF2-40B4-BE49-F238E27FC236}">
                <a16:creationId xmlns:a16="http://schemas.microsoft.com/office/drawing/2014/main" id="{F898D5E5-EE02-EABC-4C10-47E6703D921D}"/>
              </a:ext>
            </a:extLst>
          </p:cNvPr>
          <p:cNvPicPr>
            <a:picLocks noGrp="1" noChangeAspect="1"/>
          </p:cNvPicPr>
          <p:nvPr>
            <p:ph idx="1"/>
          </p:nvPr>
        </p:nvPicPr>
        <p:blipFill>
          <a:blip r:embed="rId2"/>
          <a:stretch>
            <a:fillRect/>
          </a:stretch>
        </p:blipFill>
        <p:spPr>
          <a:xfrm>
            <a:off x="2612865" y="1706563"/>
            <a:ext cx="6966269" cy="4991100"/>
          </a:xfrm>
        </p:spPr>
      </p:pic>
    </p:spTree>
    <p:extLst>
      <p:ext uri="{BB962C8B-B14F-4D97-AF65-F5344CB8AC3E}">
        <p14:creationId xmlns:p14="http://schemas.microsoft.com/office/powerpoint/2010/main" val="3213823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B12FB-9FB5-1E85-152A-0D253B398EE5}"/>
              </a:ext>
            </a:extLst>
          </p:cNvPr>
          <p:cNvSpPr>
            <a:spLocks noGrp="1"/>
          </p:cNvSpPr>
          <p:nvPr>
            <p:ph type="title"/>
          </p:nvPr>
        </p:nvSpPr>
        <p:spPr/>
        <p:txBody>
          <a:bodyPr/>
          <a:lstStyle/>
          <a:p>
            <a:r>
              <a:rPr lang="en-US" dirty="0"/>
              <a:t>Sort Movies by Rating</a:t>
            </a:r>
          </a:p>
        </p:txBody>
      </p:sp>
      <p:pic>
        <p:nvPicPr>
          <p:cNvPr id="5" name="Content Placeholder 4">
            <a:extLst>
              <a:ext uri="{FF2B5EF4-FFF2-40B4-BE49-F238E27FC236}">
                <a16:creationId xmlns:a16="http://schemas.microsoft.com/office/drawing/2014/main" id="{C2937CB4-1789-1EDC-A17C-0D0C0BFD16B5}"/>
              </a:ext>
            </a:extLst>
          </p:cNvPr>
          <p:cNvPicPr>
            <a:picLocks noGrp="1" noChangeAspect="1"/>
          </p:cNvPicPr>
          <p:nvPr>
            <p:ph idx="1"/>
          </p:nvPr>
        </p:nvPicPr>
        <p:blipFill>
          <a:blip r:embed="rId2"/>
          <a:stretch>
            <a:fillRect/>
          </a:stretch>
        </p:blipFill>
        <p:spPr>
          <a:xfrm>
            <a:off x="3557470" y="1706563"/>
            <a:ext cx="5077060" cy="4991100"/>
          </a:xfrm>
        </p:spPr>
      </p:pic>
    </p:spTree>
    <p:extLst>
      <p:ext uri="{BB962C8B-B14F-4D97-AF65-F5344CB8AC3E}">
        <p14:creationId xmlns:p14="http://schemas.microsoft.com/office/powerpoint/2010/main" val="3628477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26CD5-77F0-ED2D-B3D9-7B44179821F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DBA8799-F291-D1D3-4115-8BFB6FA69E4F}"/>
              </a:ext>
            </a:extLst>
          </p:cNvPr>
          <p:cNvPicPr>
            <a:picLocks noGrp="1" noChangeAspect="1"/>
          </p:cNvPicPr>
          <p:nvPr>
            <p:ph idx="1"/>
          </p:nvPr>
        </p:nvPicPr>
        <p:blipFill>
          <a:blip r:embed="rId2"/>
          <a:stretch>
            <a:fillRect/>
          </a:stretch>
        </p:blipFill>
        <p:spPr>
          <a:xfrm>
            <a:off x="3658242" y="1706563"/>
            <a:ext cx="4875516" cy="4991100"/>
          </a:xfrm>
        </p:spPr>
      </p:pic>
    </p:spTree>
    <p:extLst>
      <p:ext uri="{BB962C8B-B14F-4D97-AF65-F5344CB8AC3E}">
        <p14:creationId xmlns:p14="http://schemas.microsoft.com/office/powerpoint/2010/main" val="11180823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6429</TotalTime>
  <Words>1363</Words>
  <Application>Microsoft Office PowerPoint</Application>
  <PresentationFormat>Widescreen</PresentationFormat>
  <Paragraphs>92</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Arial</vt:lpstr>
      <vt:lpstr>Calibri</vt:lpstr>
      <vt:lpstr>Calibri Light</vt:lpstr>
      <vt:lpstr>Courier New</vt:lpstr>
      <vt:lpstr>Symbol</vt:lpstr>
      <vt:lpstr>Wingdings</vt:lpstr>
      <vt:lpstr>Office Theme</vt:lpstr>
      <vt:lpstr>307401 Big Data and Data Warehouses</vt:lpstr>
      <vt:lpstr>Introduction to the MapReduce Ratings Breakdown Function</vt:lpstr>
      <vt:lpstr>Introduction to the MapReduce Ratings Breakdown Function</vt:lpstr>
      <vt:lpstr>Map Reduce Movie Count Example</vt:lpstr>
      <vt:lpstr>Code Explanation</vt:lpstr>
      <vt:lpstr>Code Explanation</vt:lpstr>
      <vt:lpstr>Code Explanation</vt:lpstr>
      <vt:lpstr>Execution Flow in Brief</vt:lpstr>
      <vt:lpstr>Distributed Processing in MapReduce</vt:lpstr>
      <vt:lpstr>Example Execution Flow</vt:lpstr>
      <vt:lpstr>Execution in a Cluster</vt:lpstr>
      <vt:lpstr>Sort Movies by Rating</vt:lpstr>
      <vt:lpstr>Sort Movies by Rating</vt:lpstr>
      <vt:lpstr>Sort Movies by Rating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Distribution Functions</dc:title>
  <dc:creator>Mohammed Fasha</dc:creator>
  <cp:lastModifiedBy>Mohammed Fasha</cp:lastModifiedBy>
  <cp:revision>826</cp:revision>
  <dcterms:created xsi:type="dcterms:W3CDTF">2023-03-26T11:17:23Z</dcterms:created>
  <dcterms:modified xsi:type="dcterms:W3CDTF">2024-07-24T21:40:26Z</dcterms:modified>
</cp:coreProperties>
</file>