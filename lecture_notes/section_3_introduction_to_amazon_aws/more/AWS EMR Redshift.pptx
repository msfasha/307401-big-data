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455" r:id="rId2"/>
    <p:sldId id="456" r:id="rId3"/>
    <p:sldId id="462" r:id="rId4"/>
    <p:sldId id="464" r:id="rId5"/>
    <p:sldId id="457" r:id="rId6"/>
    <p:sldId id="458" r:id="rId7"/>
    <p:sldId id="459" r:id="rId8"/>
    <p:sldId id="460" r:id="rId9"/>
    <p:sldId id="4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7337A"/>
    <a:srgbClr val="00642D"/>
    <a:srgbClr val="98A59E"/>
    <a:srgbClr val="0082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38" autoAdjust="0"/>
    <p:restoredTop sz="94660"/>
  </p:normalViewPr>
  <p:slideViewPr>
    <p:cSldViewPr snapToGrid="0">
      <p:cViewPr varScale="1">
        <p:scale>
          <a:sx n="111" d="100"/>
          <a:sy n="111" d="100"/>
        </p:scale>
        <p:origin x="55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60426694-254A-4755-993B-ACE7EC3F048F}"/>
    <pc:docChg chg="custSel addSld delSld modSld">
      <pc:chgData name="Mohammed Fasha" userId="cc64f42d-a1a6-4f08-b97b-0c37f877119f" providerId="ADAL" clId="{60426694-254A-4755-993B-ACE7EC3F048F}" dt="2024-07-26T13:06:00.699" v="18"/>
      <pc:docMkLst>
        <pc:docMk/>
      </pc:docMkLst>
      <pc:sldChg chg="delSp modSp mod">
        <pc:chgData name="Mohammed Fasha" userId="cc64f42d-a1a6-4f08-b97b-0c37f877119f" providerId="ADAL" clId="{60426694-254A-4755-993B-ACE7EC3F048F}" dt="2024-07-26T13:05:54.537" v="14" actId="478"/>
        <pc:sldMkLst>
          <pc:docMk/>
          <pc:sldMk cId="1489447582" sldId="455"/>
        </pc:sldMkLst>
        <pc:spChg chg="del">
          <ac:chgData name="Mohammed Fasha" userId="cc64f42d-a1a6-4f08-b97b-0c37f877119f" providerId="ADAL" clId="{60426694-254A-4755-993B-ACE7EC3F048F}" dt="2024-07-26T13:05:54.537" v="14" actId="478"/>
          <ac:spMkLst>
            <pc:docMk/>
            <pc:sldMk cId="1489447582" sldId="455"/>
            <ac:spMk id="7" creationId="{FD190324-E495-4100-4909-F24AF7004A83}"/>
          </ac:spMkLst>
        </pc:spChg>
        <pc:spChg chg="mod">
          <ac:chgData name="Mohammed Fasha" userId="cc64f42d-a1a6-4f08-b97b-0c37f877119f" providerId="ADAL" clId="{60426694-254A-4755-993B-ACE7EC3F048F}" dt="2024-07-26T13:05:41.610" v="5"/>
          <ac:spMkLst>
            <pc:docMk/>
            <pc:sldMk cId="1489447582" sldId="455"/>
            <ac:spMk id="8" creationId="{107CF054-390C-DCFC-C9A6-9E95C859A175}"/>
          </ac:spMkLst>
        </pc:spChg>
        <pc:spChg chg="mod">
          <ac:chgData name="Mohammed Fasha" userId="cc64f42d-a1a6-4f08-b97b-0c37f877119f" providerId="ADAL" clId="{60426694-254A-4755-993B-ACE7EC3F048F}" dt="2024-07-26T13:05:49.752" v="13" actId="20577"/>
          <ac:spMkLst>
            <pc:docMk/>
            <pc:sldMk cId="1489447582" sldId="455"/>
            <ac:spMk id="9" creationId="{F599965F-D781-62F6-30A4-33D89AC89080}"/>
          </ac:spMkLst>
        </pc:spChg>
      </pc:sldChg>
      <pc:sldChg chg="new">
        <pc:chgData name="Mohammed Fasha" userId="cc64f42d-a1a6-4f08-b97b-0c37f877119f" providerId="ADAL" clId="{60426694-254A-4755-993B-ACE7EC3F048F}" dt="2024-07-26T13:05:56.210" v="15" actId="680"/>
        <pc:sldMkLst>
          <pc:docMk/>
          <pc:sldMk cId="2531162353" sldId="456"/>
        </pc:sldMkLst>
      </pc:sldChg>
      <pc:sldChg chg="add">
        <pc:chgData name="Mohammed Fasha" userId="cc64f42d-a1a6-4f08-b97b-0c37f877119f" providerId="ADAL" clId="{60426694-254A-4755-993B-ACE7EC3F048F}" dt="2024-07-26T13:06:00.411" v="16"/>
        <pc:sldMkLst>
          <pc:docMk/>
          <pc:sldMk cId="3622568114" sldId="457"/>
        </pc:sldMkLst>
      </pc:sldChg>
      <pc:sldChg chg="add">
        <pc:chgData name="Mohammed Fasha" userId="cc64f42d-a1a6-4f08-b97b-0c37f877119f" providerId="ADAL" clId="{60426694-254A-4755-993B-ACE7EC3F048F}" dt="2024-07-26T13:06:00.567" v="17"/>
        <pc:sldMkLst>
          <pc:docMk/>
          <pc:sldMk cId="3052526126" sldId="458"/>
        </pc:sldMkLst>
      </pc:sldChg>
      <pc:sldChg chg="add">
        <pc:chgData name="Mohammed Fasha" userId="cc64f42d-a1a6-4f08-b97b-0c37f877119f" providerId="ADAL" clId="{60426694-254A-4755-993B-ACE7EC3F048F}" dt="2024-07-26T13:06:00.699" v="18"/>
        <pc:sldMkLst>
          <pc:docMk/>
          <pc:sldMk cId="643377777" sldId="459"/>
        </pc:sldMkLst>
      </pc:sldChg>
    </pc:docChg>
  </pc:docChgLst>
  <pc:docChgLst>
    <pc:chgData name="Mohammed Fasha" userId="cc64f42d-a1a6-4f08-b97b-0c37f877119f" providerId="ADAL" clId="{10036434-AE6E-4134-A4A2-1C78D440BE42}"/>
    <pc:docChg chg="undo custSel addSld delSld modSld sldOrd">
      <pc:chgData name="Mohammed Fasha" userId="cc64f42d-a1a6-4f08-b97b-0c37f877119f" providerId="ADAL" clId="{10036434-AE6E-4134-A4A2-1C78D440BE42}" dt="2024-07-30T07:34:29.608" v="138"/>
      <pc:docMkLst>
        <pc:docMk/>
      </pc:docMkLst>
      <pc:sldChg chg="modSp">
        <pc:chgData name="Mohammed Fasha" userId="cc64f42d-a1a6-4f08-b97b-0c37f877119f" providerId="ADAL" clId="{10036434-AE6E-4134-A4A2-1C78D440BE42}" dt="2024-07-30T07:23:12.291" v="38" actId="20577"/>
        <pc:sldMkLst>
          <pc:docMk/>
          <pc:sldMk cId="1489447582" sldId="455"/>
        </pc:sldMkLst>
        <pc:spChg chg="mod">
          <ac:chgData name="Mohammed Fasha" userId="cc64f42d-a1a6-4f08-b97b-0c37f877119f" providerId="ADAL" clId="{10036434-AE6E-4134-A4A2-1C78D440BE42}" dt="2024-07-30T07:23:12.291" v="38" actId="20577"/>
          <ac:spMkLst>
            <pc:docMk/>
            <pc:sldMk cId="1489447582" sldId="455"/>
            <ac:spMk id="9" creationId="{F599965F-D781-62F6-30A4-33D89AC89080}"/>
          </ac:spMkLst>
        </pc:spChg>
      </pc:sldChg>
      <pc:sldChg chg="addSp delSp modSp">
        <pc:chgData name="Mohammed Fasha" userId="cc64f42d-a1a6-4f08-b97b-0c37f877119f" providerId="ADAL" clId="{10036434-AE6E-4134-A4A2-1C78D440BE42}" dt="2024-07-30T07:32:46.624" v="124" actId="27636"/>
        <pc:sldMkLst>
          <pc:docMk/>
          <pc:sldMk cId="2531162353" sldId="456"/>
        </pc:sldMkLst>
        <pc:spChg chg="mod">
          <ac:chgData name="Mohammed Fasha" userId="cc64f42d-a1a6-4f08-b97b-0c37f877119f" providerId="ADAL" clId="{10036434-AE6E-4134-A4A2-1C78D440BE42}" dt="2024-07-30T07:23:04.305" v="29"/>
          <ac:spMkLst>
            <pc:docMk/>
            <pc:sldMk cId="2531162353" sldId="456"/>
            <ac:spMk id="2" creationId="{D1E615AF-86E5-F697-AAAC-0B381EC54073}"/>
          </ac:spMkLst>
        </pc:spChg>
        <pc:spChg chg="mod">
          <ac:chgData name="Mohammed Fasha" userId="cc64f42d-a1a6-4f08-b97b-0c37f877119f" providerId="ADAL" clId="{10036434-AE6E-4134-A4A2-1C78D440BE42}" dt="2024-07-30T07:32:46.624" v="124" actId="27636"/>
          <ac:spMkLst>
            <pc:docMk/>
            <pc:sldMk cId="2531162353" sldId="456"/>
            <ac:spMk id="3" creationId="{EA6A2339-14A1-09EE-FE07-F0F2DF511927}"/>
          </ac:spMkLst>
        </pc:spChg>
        <pc:spChg chg="add del">
          <ac:chgData name="Mohammed Fasha" userId="cc64f42d-a1a6-4f08-b97b-0c37f877119f" providerId="ADAL" clId="{10036434-AE6E-4134-A4A2-1C78D440BE42}" dt="2024-07-30T07:32:42.756" v="120"/>
          <ac:spMkLst>
            <pc:docMk/>
            <pc:sldMk cId="2531162353" sldId="456"/>
            <ac:spMk id="4" creationId="{81CBFF3F-0215-459A-84A2-F65728894168}"/>
          </ac:spMkLst>
        </pc:spChg>
      </pc:sldChg>
      <pc:sldChg chg="modSp">
        <pc:chgData name="Mohammed Fasha" userId="cc64f42d-a1a6-4f08-b97b-0c37f877119f" providerId="ADAL" clId="{10036434-AE6E-4134-A4A2-1C78D440BE42}" dt="2024-07-30T07:32:30.111" v="118"/>
        <pc:sldMkLst>
          <pc:docMk/>
          <pc:sldMk cId="3622568114" sldId="457"/>
        </pc:sldMkLst>
        <pc:spChg chg="mod">
          <ac:chgData name="Mohammed Fasha" userId="cc64f42d-a1a6-4f08-b97b-0c37f877119f" providerId="ADAL" clId="{10036434-AE6E-4134-A4A2-1C78D440BE42}" dt="2024-07-30T07:24:47.440" v="59"/>
          <ac:spMkLst>
            <pc:docMk/>
            <pc:sldMk cId="3622568114" sldId="457"/>
            <ac:spMk id="2" creationId="{D1E615AF-86E5-F697-AAAC-0B381EC54073}"/>
          </ac:spMkLst>
        </pc:spChg>
        <pc:spChg chg="mod">
          <ac:chgData name="Mohammed Fasha" userId="cc64f42d-a1a6-4f08-b97b-0c37f877119f" providerId="ADAL" clId="{10036434-AE6E-4134-A4A2-1C78D440BE42}" dt="2024-07-30T07:32:30.111" v="118"/>
          <ac:spMkLst>
            <pc:docMk/>
            <pc:sldMk cId="3622568114" sldId="457"/>
            <ac:spMk id="3" creationId="{EA6A2339-14A1-09EE-FE07-F0F2DF511927}"/>
          </ac:spMkLst>
        </pc:spChg>
      </pc:sldChg>
      <pc:sldChg chg="modSp">
        <pc:chgData name="Mohammed Fasha" userId="cc64f42d-a1a6-4f08-b97b-0c37f877119f" providerId="ADAL" clId="{10036434-AE6E-4134-A4A2-1C78D440BE42}" dt="2024-07-30T07:26:21.593" v="113" actId="20577"/>
        <pc:sldMkLst>
          <pc:docMk/>
          <pc:sldMk cId="3052526126" sldId="458"/>
        </pc:sldMkLst>
        <pc:spChg chg="mod">
          <ac:chgData name="Mohammed Fasha" userId="cc64f42d-a1a6-4f08-b97b-0c37f877119f" providerId="ADAL" clId="{10036434-AE6E-4134-A4A2-1C78D440BE42}" dt="2024-07-30T07:26:21.593" v="113" actId="20577"/>
          <ac:spMkLst>
            <pc:docMk/>
            <pc:sldMk cId="3052526126" sldId="458"/>
            <ac:spMk id="2" creationId="{D1E615AF-86E5-F697-AAAC-0B381EC54073}"/>
          </ac:spMkLst>
        </pc:spChg>
        <pc:spChg chg="mod">
          <ac:chgData name="Mohammed Fasha" userId="cc64f42d-a1a6-4f08-b97b-0c37f877119f" providerId="ADAL" clId="{10036434-AE6E-4134-A4A2-1C78D440BE42}" dt="2024-07-30T07:25:43.910" v="62" actId="27636"/>
          <ac:spMkLst>
            <pc:docMk/>
            <pc:sldMk cId="3052526126" sldId="458"/>
            <ac:spMk id="3" creationId="{EA6A2339-14A1-09EE-FE07-F0F2DF511927}"/>
          </ac:spMkLst>
        </pc:spChg>
      </pc:sldChg>
      <pc:sldChg chg="modSp">
        <pc:chgData name="Mohammed Fasha" userId="cc64f42d-a1a6-4f08-b97b-0c37f877119f" providerId="ADAL" clId="{10036434-AE6E-4134-A4A2-1C78D440BE42}" dt="2024-07-30T07:26:28.150" v="114"/>
        <pc:sldMkLst>
          <pc:docMk/>
          <pc:sldMk cId="643377777" sldId="459"/>
        </pc:sldMkLst>
        <pc:spChg chg="mod">
          <ac:chgData name="Mohammed Fasha" userId="cc64f42d-a1a6-4f08-b97b-0c37f877119f" providerId="ADAL" clId="{10036434-AE6E-4134-A4A2-1C78D440BE42}" dt="2024-07-30T07:26:28.150" v="114"/>
          <ac:spMkLst>
            <pc:docMk/>
            <pc:sldMk cId="643377777" sldId="459"/>
            <ac:spMk id="2" creationId="{D1E615AF-86E5-F697-AAAC-0B381EC54073}"/>
          </ac:spMkLst>
        </pc:spChg>
        <pc:spChg chg="mod">
          <ac:chgData name="Mohammed Fasha" userId="cc64f42d-a1a6-4f08-b97b-0c37f877119f" providerId="ADAL" clId="{10036434-AE6E-4134-A4A2-1C78D440BE42}" dt="2024-07-30T07:26:12.733" v="98" actId="27636"/>
          <ac:spMkLst>
            <pc:docMk/>
            <pc:sldMk cId="643377777" sldId="459"/>
            <ac:spMk id="3" creationId="{EA6A2339-14A1-09EE-FE07-F0F2DF511927}"/>
          </ac:spMkLst>
        </pc:spChg>
      </pc:sldChg>
      <pc:sldChg chg="modSp add">
        <pc:chgData name="Mohammed Fasha" userId="cc64f42d-a1a6-4f08-b97b-0c37f877119f" providerId="ADAL" clId="{10036434-AE6E-4134-A4A2-1C78D440BE42}" dt="2024-07-30T07:26:40.066" v="117" actId="27636"/>
        <pc:sldMkLst>
          <pc:docMk/>
          <pc:sldMk cId="2821225104" sldId="460"/>
        </pc:sldMkLst>
        <pc:spChg chg="mod">
          <ac:chgData name="Mohammed Fasha" userId="cc64f42d-a1a6-4f08-b97b-0c37f877119f" providerId="ADAL" clId="{10036434-AE6E-4134-A4A2-1C78D440BE42}" dt="2024-07-30T07:26:30.209" v="115"/>
          <ac:spMkLst>
            <pc:docMk/>
            <pc:sldMk cId="2821225104" sldId="460"/>
            <ac:spMk id="2" creationId="{D1E615AF-86E5-F697-AAAC-0B381EC54073}"/>
          </ac:spMkLst>
        </pc:spChg>
        <pc:spChg chg="mod">
          <ac:chgData name="Mohammed Fasha" userId="cc64f42d-a1a6-4f08-b97b-0c37f877119f" providerId="ADAL" clId="{10036434-AE6E-4134-A4A2-1C78D440BE42}" dt="2024-07-30T07:26:40.066" v="117" actId="27636"/>
          <ac:spMkLst>
            <pc:docMk/>
            <pc:sldMk cId="2821225104" sldId="460"/>
            <ac:spMk id="3" creationId="{EA6A2339-14A1-09EE-FE07-F0F2DF511927}"/>
          </ac:spMkLst>
        </pc:spChg>
      </pc:sldChg>
      <pc:sldChg chg="add del">
        <pc:chgData name="Mohammed Fasha" userId="cc64f42d-a1a6-4f08-b97b-0c37f877119f" providerId="ADAL" clId="{10036434-AE6E-4134-A4A2-1C78D440BE42}" dt="2024-07-30T07:32:55.007" v="125" actId="2696"/>
        <pc:sldMkLst>
          <pc:docMk/>
          <pc:sldMk cId="1594868421" sldId="461"/>
        </pc:sldMkLst>
      </pc:sldChg>
      <pc:sldChg chg="modSp add ord">
        <pc:chgData name="Mohammed Fasha" userId="cc64f42d-a1a6-4f08-b97b-0c37f877119f" providerId="ADAL" clId="{10036434-AE6E-4134-A4A2-1C78D440BE42}" dt="2024-07-30T07:34:27.428" v="137"/>
        <pc:sldMkLst>
          <pc:docMk/>
          <pc:sldMk cId="3198990967" sldId="462"/>
        </pc:sldMkLst>
        <pc:spChg chg="mod">
          <ac:chgData name="Mohammed Fasha" userId="cc64f42d-a1a6-4f08-b97b-0c37f877119f" providerId="ADAL" clId="{10036434-AE6E-4134-A4A2-1C78D440BE42}" dt="2024-07-30T07:34:27.428" v="137"/>
          <ac:spMkLst>
            <pc:docMk/>
            <pc:sldMk cId="3198990967" sldId="462"/>
            <ac:spMk id="2" creationId="{D1E615AF-86E5-F697-AAAC-0B381EC54073}"/>
          </ac:spMkLst>
        </pc:spChg>
        <pc:spChg chg="mod">
          <ac:chgData name="Mohammed Fasha" userId="cc64f42d-a1a6-4f08-b97b-0c37f877119f" providerId="ADAL" clId="{10036434-AE6E-4134-A4A2-1C78D440BE42}" dt="2024-07-30T07:33:50.257" v="132" actId="27636"/>
          <ac:spMkLst>
            <pc:docMk/>
            <pc:sldMk cId="3198990967" sldId="462"/>
            <ac:spMk id="3" creationId="{EA6A2339-14A1-09EE-FE07-F0F2DF511927}"/>
          </ac:spMkLst>
        </pc:spChg>
      </pc:sldChg>
      <pc:sldChg chg="add">
        <pc:chgData name="Mohammed Fasha" userId="cc64f42d-a1a6-4f08-b97b-0c37f877119f" providerId="ADAL" clId="{10036434-AE6E-4134-A4A2-1C78D440BE42}" dt="2024-07-30T07:26:02.159" v="96"/>
        <pc:sldMkLst>
          <pc:docMk/>
          <pc:sldMk cId="2855850096" sldId="463"/>
        </pc:sldMkLst>
      </pc:sldChg>
      <pc:sldChg chg="modSp add ord">
        <pc:chgData name="Mohammed Fasha" userId="cc64f42d-a1a6-4f08-b97b-0c37f877119f" providerId="ADAL" clId="{10036434-AE6E-4134-A4A2-1C78D440BE42}" dt="2024-07-30T07:34:29.608" v="138"/>
        <pc:sldMkLst>
          <pc:docMk/>
          <pc:sldMk cId="1984364707" sldId="464"/>
        </pc:sldMkLst>
        <pc:spChg chg="mod">
          <ac:chgData name="Mohammed Fasha" userId="cc64f42d-a1a6-4f08-b97b-0c37f877119f" providerId="ADAL" clId="{10036434-AE6E-4134-A4A2-1C78D440BE42}" dt="2024-07-30T07:34:29.608" v="138"/>
          <ac:spMkLst>
            <pc:docMk/>
            <pc:sldMk cId="1984364707" sldId="464"/>
            <ac:spMk id="2" creationId="{D1E615AF-86E5-F697-AAAC-0B381EC54073}"/>
          </ac:spMkLst>
        </pc:spChg>
        <pc:spChg chg="mod">
          <ac:chgData name="Mohammed Fasha" userId="cc64f42d-a1a6-4f08-b97b-0c37f877119f" providerId="ADAL" clId="{10036434-AE6E-4134-A4A2-1C78D440BE42}" dt="2024-07-30T07:34:04.086" v="135" actId="27636"/>
          <ac:spMkLst>
            <pc:docMk/>
            <pc:sldMk cId="1984364707" sldId="464"/>
            <ac:spMk id="3" creationId="{EA6A2339-14A1-09EE-FE07-F0F2DF511927}"/>
          </ac:spMkLst>
        </pc:spChg>
      </pc:sldChg>
    </pc:docChg>
  </pc:docChgLst>
  <pc:docChgLst>
    <pc:chgData name="Mohammed Fasha" userId="cc64f42d-a1a6-4f08-b97b-0c37f877119f" providerId="ADAL" clId="{14B0E2DE-AE65-4238-BB07-651FBF282810}"/>
    <pc:docChg chg="undo custSel addSld delSld modSld">
      <pc:chgData name="Mohammed Fasha" userId="cc64f42d-a1a6-4f08-b97b-0c37f877119f" providerId="ADAL" clId="{14B0E2DE-AE65-4238-BB07-651FBF282810}" dt="2024-07-21T17:26:21.203" v="60" actId="6549"/>
      <pc:docMkLst>
        <pc:docMk/>
      </pc:docMkLst>
    </pc:docChg>
  </pc:docChgLst>
  <pc:docChgLst>
    <pc:chgData name="Mohammed Fasha" userId="cc64f42d-a1a6-4f08-b97b-0c37f877119f" providerId="ADAL" clId="{BDE98590-4A1E-4E73-B11E-EFF0D9E423BA}"/>
    <pc:docChg chg="custSel addSld modSld">
      <pc:chgData name="Mohammed Fasha" userId="cc64f42d-a1a6-4f08-b97b-0c37f877119f" providerId="ADAL" clId="{BDE98590-4A1E-4E73-B11E-EFF0D9E423BA}" dt="2024-06-06T11:26:37.549" v="341" actId="20577"/>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A03A4-B9F1-404C-8A74-B1AFD6480953}" type="datetimeFigureOut">
              <a:rPr lang="en-US" smtClean="0"/>
              <a:t>7/30/2024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3C3971-340B-41A2-ABD3-FB1A577E480B}" type="slidenum">
              <a:rPr lang="en-US" smtClean="0"/>
              <a:t>‹#›</a:t>
            </a:fld>
            <a:endParaRPr lang="en-US"/>
          </a:p>
        </p:txBody>
      </p:sp>
    </p:spTree>
    <p:extLst>
      <p:ext uri="{BB962C8B-B14F-4D97-AF65-F5344CB8AC3E}">
        <p14:creationId xmlns:p14="http://schemas.microsoft.com/office/powerpoint/2010/main" val="1056051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9B88D-A571-8D68-DA1D-4734ED37AE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433490-0BE8-AA6E-9BD9-B3AE42C098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2B6175-CE1C-2163-F07B-89B1D44CD718}"/>
              </a:ext>
            </a:extLst>
          </p:cNvPr>
          <p:cNvSpPr>
            <a:spLocks noGrp="1"/>
          </p:cNvSpPr>
          <p:nvPr>
            <p:ph type="dt" sz="half" idx="10"/>
          </p:nvPr>
        </p:nvSpPr>
        <p:spPr/>
        <p:txBody>
          <a:bodyPr/>
          <a:lstStyle/>
          <a:p>
            <a:fld id="{0DB78E95-DE77-44D3-BDB9-E242948FB112}" type="datetimeFigureOut">
              <a:rPr lang="en-US" smtClean="0"/>
              <a:t>7/30/2024</a:t>
            </a:fld>
            <a:endParaRPr lang="en-US"/>
          </a:p>
        </p:txBody>
      </p:sp>
      <p:sp>
        <p:nvSpPr>
          <p:cNvPr id="5" name="Footer Placeholder 4">
            <a:extLst>
              <a:ext uri="{FF2B5EF4-FFF2-40B4-BE49-F238E27FC236}">
                <a16:creationId xmlns:a16="http://schemas.microsoft.com/office/drawing/2014/main" id="{19231D7E-9560-9E2E-E325-EA9FF2B4F1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F25B4A-CC9F-DFD4-9C8C-EC0E3A6CB83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063788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1AE11-FE2F-E8C7-76F8-4648B97755B7}"/>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93FDCCF6-2612-A73C-C264-680D14569853}"/>
              </a:ext>
            </a:extLst>
          </p:cNvPr>
          <p:cNvSpPr>
            <a:spLocks noGrp="1"/>
          </p:cNvSpPr>
          <p:nvPr>
            <p:ph idx="1"/>
          </p:nvPr>
        </p:nvSpPr>
        <p:spPr>
          <a:xfrm>
            <a:off x="838200" y="1706007"/>
            <a:ext cx="10515600" cy="4991039"/>
          </a:xfrm>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7353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3632C-6DEE-7253-7D28-277A733B9623}"/>
              </a:ext>
            </a:extLst>
          </p:cNvPr>
          <p:cNvSpPr>
            <a:spLocks noGrp="1"/>
          </p:cNvSpPr>
          <p:nvPr>
            <p:ph type="title"/>
          </p:nvPr>
        </p:nvSpPr>
        <p:spPr>
          <a:xfrm>
            <a:off x="831850" y="3429001"/>
            <a:ext cx="10515600" cy="141056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46F207-EFC1-8D09-1A43-C1BC66F4BCE3}"/>
              </a:ext>
            </a:extLst>
          </p:cNvPr>
          <p:cNvSpPr>
            <a:spLocks noGrp="1"/>
          </p:cNvSpPr>
          <p:nvPr>
            <p:ph type="body" idx="1"/>
          </p:nvPr>
        </p:nvSpPr>
        <p:spPr>
          <a:xfrm>
            <a:off x="831850" y="4956175"/>
            <a:ext cx="10515600" cy="11334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7066E6-0CE4-B283-4609-6B87CF61ED08}"/>
              </a:ext>
            </a:extLst>
          </p:cNvPr>
          <p:cNvSpPr>
            <a:spLocks noGrp="1"/>
          </p:cNvSpPr>
          <p:nvPr>
            <p:ph type="dt" sz="half" idx="10"/>
          </p:nvPr>
        </p:nvSpPr>
        <p:spPr/>
        <p:txBody>
          <a:bodyPr/>
          <a:lstStyle/>
          <a:p>
            <a:fld id="{0DB78E95-DE77-44D3-BDB9-E242948FB112}" type="datetimeFigureOut">
              <a:rPr lang="en-US" smtClean="0"/>
              <a:t>7/30/2024</a:t>
            </a:fld>
            <a:endParaRPr lang="en-US"/>
          </a:p>
        </p:txBody>
      </p:sp>
      <p:sp>
        <p:nvSpPr>
          <p:cNvPr id="5" name="Footer Placeholder 4">
            <a:extLst>
              <a:ext uri="{FF2B5EF4-FFF2-40B4-BE49-F238E27FC236}">
                <a16:creationId xmlns:a16="http://schemas.microsoft.com/office/drawing/2014/main" id="{3788F228-7BFB-DECA-1E8A-FE22303A6A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17116-D906-F8F1-9544-2F31FF8B39CA}"/>
              </a:ext>
            </a:extLst>
          </p:cNvPr>
          <p:cNvSpPr>
            <a:spLocks noGrp="1"/>
          </p:cNvSpPr>
          <p:nvPr>
            <p:ph type="sldNum" sz="quarter" idx="12"/>
          </p:nvPr>
        </p:nvSpPr>
        <p:spPr/>
        <p:txBody>
          <a:body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31FD8420-94D8-A22A-437F-9C232747176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59A4E6A3-979F-577C-6B28-090C8441D5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ECF73805-8742-DDA0-8BA4-18F7B6B60B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3394545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D320A-5856-7025-B675-5175C87BA4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A02420-256F-86BB-2069-DC7FC15985C7}"/>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74A8B5D-BE76-5309-6B35-5BB623D549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C55F1A-4711-E07F-4060-9DFA24B5F84D}"/>
              </a:ext>
            </a:extLst>
          </p:cNvPr>
          <p:cNvSpPr>
            <a:spLocks noGrp="1"/>
          </p:cNvSpPr>
          <p:nvPr>
            <p:ph type="dt" sz="half" idx="10"/>
          </p:nvPr>
        </p:nvSpPr>
        <p:spPr/>
        <p:txBody>
          <a:bodyPr/>
          <a:lstStyle/>
          <a:p>
            <a:fld id="{0DB78E95-DE77-44D3-BDB9-E242948FB112}" type="datetimeFigureOut">
              <a:rPr lang="en-US" smtClean="0"/>
              <a:t>7/30/2024</a:t>
            </a:fld>
            <a:endParaRPr lang="en-US"/>
          </a:p>
        </p:txBody>
      </p:sp>
      <p:sp>
        <p:nvSpPr>
          <p:cNvPr id="6" name="Footer Placeholder 5">
            <a:extLst>
              <a:ext uri="{FF2B5EF4-FFF2-40B4-BE49-F238E27FC236}">
                <a16:creationId xmlns:a16="http://schemas.microsoft.com/office/drawing/2014/main" id="{B84BDB2D-A305-9686-67A1-5E6D04DD8A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5DA501-D721-9762-F1D7-F2633610BCBD}"/>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5189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67AB-B0CB-34AE-FB11-E6E73297D5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7F1467F-4D04-1AE5-F976-549357D164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1D808E-728B-7E91-40BC-CEDF06A29F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AC8E04-B37B-1721-DBCE-7A749BD7AC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85EBE9-C42B-6432-1518-88FD8B1A9E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0A973D-A9C2-1CA6-05F5-A7C82D4020FD}"/>
              </a:ext>
            </a:extLst>
          </p:cNvPr>
          <p:cNvSpPr>
            <a:spLocks noGrp="1"/>
          </p:cNvSpPr>
          <p:nvPr>
            <p:ph type="dt" sz="half" idx="10"/>
          </p:nvPr>
        </p:nvSpPr>
        <p:spPr/>
        <p:txBody>
          <a:bodyPr/>
          <a:lstStyle/>
          <a:p>
            <a:fld id="{0DB78E95-DE77-44D3-BDB9-E242948FB112}" type="datetimeFigureOut">
              <a:rPr lang="en-US" smtClean="0"/>
              <a:t>7/30/2024</a:t>
            </a:fld>
            <a:endParaRPr lang="en-US"/>
          </a:p>
        </p:txBody>
      </p:sp>
      <p:sp>
        <p:nvSpPr>
          <p:cNvPr id="8" name="Footer Placeholder 7">
            <a:extLst>
              <a:ext uri="{FF2B5EF4-FFF2-40B4-BE49-F238E27FC236}">
                <a16:creationId xmlns:a16="http://schemas.microsoft.com/office/drawing/2014/main" id="{91B61A04-2021-047C-B370-D0B428F9B28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1AC7FB-EE3D-80A6-4C1A-80E359A3FC8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4229382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3EC8-462D-17BF-D668-48071F09B27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1285AC-0A2F-4AE5-D1B6-5C319BFFE485}"/>
              </a:ext>
            </a:extLst>
          </p:cNvPr>
          <p:cNvSpPr>
            <a:spLocks noGrp="1"/>
          </p:cNvSpPr>
          <p:nvPr>
            <p:ph type="dt" sz="half" idx="10"/>
          </p:nvPr>
        </p:nvSpPr>
        <p:spPr/>
        <p:txBody>
          <a:bodyPr/>
          <a:lstStyle/>
          <a:p>
            <a:fld id="{0DB78E95-DE77-44D3-BDB9-E242948FB112}" type="datetimeFigureOut">
              <a:rPr lang="en-US" smtClean="0"/>
              <a:t>7/30/2024</a:t>
            </a:fld>
            <a:endParaRPr lang="en-US"/>
          </a:p>
        </p:txBody>
      </p:sp>
      <p:sp>
        <p:nvSpPr>
          <p:cNvPr id="4" name="Footer Placeholder 3">
            <a:extLst>
              <a:ext uri="{FF2B5EF4-FFF2-40B4-BE49-F238E27FC236}">
                <a16:creationId xmlns:a16="http://schemas.microsoft.com/office/drawing/2014/main" id="{B81CD249-9162-ABF9-19A3-977BDD9DA2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E01C95-124F-0B3B-A8D9-B9C970F197B5}"/>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3712662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829541-D653-384C-D771-DD8F69A080C6}"/>
              </a:ext>
            </a:extLst>
          </p:cNvPr>
          <p:cNvSpPr>
            <a:spLocks noGrp="1"/>
          </p:cNvSpPr>
          <p:nvPr>
            <p:ph type="dt" sz="half" idx="10"/>
          </p:nvPr>
        </p:nvSpPr>
        <p:spPr/>
        <p:txBody>
          <a:bodyPr/>
          <a:lstStyle/>
          <a:p>
            <a:fld id="{0DB78E95-DE77-44D3-BDB9-E242948FB112}" type="datetimeFigureOut">
              <a:rPr lang="en-US" smtClean="0"/>
              <a:t>7/30/2024</a:t>
            </a:fld>
            <a:endParaRPr lang="en-US"/>
          </a:p>
        </p:txBody>
      </p:sp>
      <p:sp>
        <p:nvSpPr>
          <p:cNvPr id="3" name="Footer Placeholder 2">
            <a:extLst>
              <a:ext uri="{FF2B5EF4-FFF2-40B4-BE49-F238E27FC236}">
                <a16:creationId xmlns:a16="http://schemas.microsoft.com/office/drawing/2014/main" id="{1EC33C97-264B-3724-11ED-5BB6B8F25B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EE226B-01EA-120B-3387-6F48FDAFBC2E}"/>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188980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9331-9622-1254-250C-1A826F8675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A61744-6E94-694D-5ACD-A392EBB2B1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72829D-7E3F-4729-5630-2FC6FC3388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A95737-F397-134D-F032-CB1CF8533C32}"/>
              </a:ext>
            </a:extLst>
          </p:cNvPr>
          <p:cNvSpPr>
            <a:spLocks noGrp="1"/>
          </p:cNvSpPr>
          <p:nvPr>
            <p:ph type="dt" sz="half" idx="10"/>
          </p:nvPr>
        </p:nvSpPr>
        <p:spPr/>
        <p:txBody>
          <a:bodyPr/>
          <a:lstStyle/>
          <a:p>
            <a:fld id="{0DB78E95-DE77-44D3-BDB9-E242948FB112}" type="datetimeFigureOut">
              <a:rPr lang="en-US" smtClean="0"/>
              <a:t>7/30/2024</a:t>
            </a:fld>
            <a:endParaRPr lang="en-US"/>
          </a:p>
        </p:txBody>
      </p:sp>
      <p:sp>
        <p:nvSpPr>
          <p:cNvPr id="6" name="Footer Placeholder 5">
            <a:extLst>
              <a:ext uri="{FF2B5EF4-FFF2-40B4-BE49-F238E27FC236}">
                <a16:creationId xmlns:a16="http://schemas.microsoft.com/office/drawing/2014/main" id="{A9454794-C979-4A92-C271-06A8ACAB1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3CABCC-6A8A-037D-30F0-16F152A1C79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35548-3058-3FF3-095A-5746EA91DD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594BFE-AD4C-39A4-E6D7-3D67D9AF06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C17F4F-1D08-F5A7-0483-99EBD45B3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2418C9-6621-9F77-5D27-62F1D1DA50F1}"/>
              </a:ext>
            </a:extLst>
          </p:cNvPr>
          <p:cNvSpPr>
            <a:spLocks noGrp="1"/>
          </p:cNvSpPr>
          <p:nvPr>
            <p:ph type="dt" sz="half" idx="10"/>
          </p:nvPr>
        </p:nvSpPr>
        <p:spPr/>
        <p:txBody>
          <a:bodyPr/>
          <a:lstStyle/>
          <a:p>
            <a:fld id="{0DB78E95-DE77-44D3-BDB9-E242948FB112}" type="datetimeFigureOut">
              <a:rPr lang="en-US" smtClean="0"/>
              <a:t>7/30/2024</a:t>
            </a:fld>
            <a:endParaRPr lang="en-US"/>
          </a:p>
        </p:txBody>
      </p:sp>
      <p:sp>
        <p:nvSpPr>
          <p:cNvPr id="6" name="Footer Placeholder 5">
            <a:extLst>
              <a:ext uri="{FF2B5EF4-FFF2-40B4-BE49-F238E27FC236}">
                <a16:creationId xmlns:a16="http://schemas.microsoft.com/office/drawing/2014/main" id="{DB3E588C-5B83-3F14-34CB-FBF668EE8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9B9B1A-60F9-9274-969E-5776570FAE98}"/>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599060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89562-02BA-F69E-C391-546A16C2F4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AC2F76-E2E8-15A6-A3C8-6CB5142D8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76A671-E219-71C5-2625-4964456C4EE9}"/>
              </a:ext>
            </a:extLst>
          </p:cNvPr>
          <p:cNvSpPr>
            <a:spLocks noGrp="1"/>
          </p:cNvSpPr>
          <p:nvPr>
            <p:ph type="dt" sz="half" idx="10"/>
          </p:nvPr>
        </p:nvSpPr>
        <p:spPr/>
        <p:txBody>
          <a:bodyPr/>
          <a:lstStyle/>
          <a:p>
            <a:fld id="{0DB78E95-DE77-44D3-BDB9-E242948FB112}" type="datetimeFigureOut">
              <a:rPr lang="en-US" smtClean="0"/>
              <a:t>7/30/2024</a:t>
            </a:fld>
            <a:endParaRPr lang="en-US"/>
          </a:p>
        </p:txBody>
      </p:sp>
      <p:sp>
        <p:nvSpPr>
          <p:cNvPr id="5" name="Footer Placeholder 4">
            <a:extLst>
              <a:ext uri="{FF2B5EF4-FFF2-40B4-BE49-F238E27FC236}">
                <a16:creationId xmlns:a16="http://schemas.microsoft.com/office/drawing/2014/main" id="{3958E91A-8EA7-3C4C-E581-D2E7DE8014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236E2-4C17-03F4-B4DC-034FD967F570}"/>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1609014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7CBBF0-FFDE-1DC2-A2E8-4E454811897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26B3BF-C276-8333-A7E7-B8D443C6A9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EB368-D24B-9EA8-8A8F-0AB2C5F185F0}"/>
              </a:ext>
            </a:extLst>
          </p:cNvPr>
          <p:cNvSpPr>
            <a:spLocks noGrp="1"/>
          </p:cNvSpPr>
          <p:nvPr>
            <p:ph type="dt" sz="half" idx="10"/>
          </p:nvPr>
        </p:nvSpPr>
        <p:spPr/>
        <p:txBody>
          <a:bodyPr/>
          <a:lstStyle/>
          <a:p>
            <a:fld id="{0DB78E95-DE77-44D3-BDB9-E242948FB112}" type="datetimeFigureOut">
              <a:rPr lang="en-US" smtClean="0"/>
              <a:t>7/30/2024</a:t>
            </a:fld>
            <a:endParaRPr lang="en-US"/>
          </a:p>
        </p:txBody>
      </p:sp>
      <p:sp>
        <p:nvSpPr>
          <p:cNvPr id="5" name="Footer Placeholder 4">
            <a:extLst>
              <a:ext uri="{FF2B5EF4-FFF2-40B4-BE49-F238E27FC236}">
                <a16:creationId xmlns:a16="http://schemas.microsoft.com/office/drawing/2014/main" id="{62BD0D11-FA10-A88B-DAAF-BDC5D659D7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B60E9-3F05-AAE4-101F-3125133F2099}"/>
              </a:ext>
            </a:extLst>
          </p:cNvPr>
          <p:cNvSpPr>
            <a:spLocks noGrp="1"/>
          </p:cNvSpPr>
          <p:nvPr>
            <p:ph type="sldNum" sz="quarter" idx="12"/>
          </p:nvPr>
        </p:nvSpPr>
        <p:spPr/>
        <p:txBody>
          <a:bodyPr/>
          <a:lstStyle/>
          <a:p>
            <a:fld id="{E7339690-657A-47AB-B56D-24FB92E3B2DB}" type="slidenum">
              <a:rPr lang="en-US" smtClean="0"/>
              <a:t>‹#›</a:t>
            </a:fld>
            <a:endParaRPr lang="en-US"/>
          </a:p>
        </p:txBody>
      </p:sp>
    </p:spTree>
    <p:extLst>
      <p:ext uri="{BB962C8B-B14F-4D97-AF65-F5344CB8AC3E}">
        <p14:creationId xmlns:p14="http://schemas.microsoft.com/office/powerpoint/2010/main" val="2782803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2762C5-8E42-00DD-5440-4A44E725ED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4D4F47-A5A1-F247-D7EC-43901BD919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71E946-8B54-76FA-E3B0-E48F8BEE74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B78E95-DE77-44D3-BDB9-E242948FB112}" type="datetimeFigureOut">
              <a:rPr lang="en-US" smtClean="0"/>
              <a:t>7/30/2024</a:t>
            </a:fld>
            <a:endParaRPr lang="en-US"/>
          </a:p>
        </p:txBody>
      </p:sp>
      <p:sp>
        <p:nvSpPr>
          <p:cNvPr id="5" name="Footer Placeholder 4">
            <a:extLst>
              <a:ext uri="{FF2B5EF4-FFF2-40B4-BE49-F238E27FC236}">
                <a16:creationId xmlns:a16="http://schemas.microsoft.com/office/drawing/2014/main" id="{7FE851E2-F7B0-D02A-22FA-EC3877EEE5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B2B3EB4-6884-55A1-71B3-B7A4121171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39690-657A-47AB-B56D-24FB92E3B2DB}" type="slidenum">
              <a:rPr lang="en-US" smtClean="0"/>
              <a:t>‹#›</a:t>
            </a:fld>
            <a:endParaRPr lang="en-US"/>
          </a:p>
        </p:txBody>
      </p:sp>
      <p:pic>
        <p:nvPicPr>
          <p:cNvPr id="7" name="Picture 6">
            <a:extLst>
              <a:ext uri="{FF2B5EF4-FFF2-40B4-BE49-F238E27FC236}">
                <a16:creationId xmlns:a16="http://schemas.microsoft.com/office/drawing/2014/main" id="{C594C39A-D09F-3FB5-FC83-3461D4B26A9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8" name="Picture 7">
            <a:extLst>
              <a:ext uri="{FF2B5EF4-FFF2-40B4-BE49-F238E27FC236}">
                <a16:creationId xmlns:a16="http://schemas.microsoft.com/office/drawing/2014/main" id="{C509A92F-6EF2-B7BB-1C63-C6812B835CF8}"/>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88965" y="160954"/>
            <a:ext cx="2120835" cy="636570"/>
          </a:xfrm>
          <a:prstGeom prst="rect">
            <a:avLst/>
          </a:prstGeom>
        </p:spPr>
      </p:pic>
      <p:pic>
        <p:nvPicPr>
          <p:cNvPr id="9" name="Picture 8">
            <a:extLst>
              <a:ext uri="{FF2B5EF4-FFF2-40B4-BE49-F238E27FC236}">
                <a16:creationId xmlns:a16="http://schemas.microsoft.com/office/drawing/2014/main" id="{8541B7E3-0100-0D6B-212C-A14E821244AF}"/>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spTree>
    <p:extLst>
      <p:ext uri="{BB962C8B-B14F-4D97-AF65-F5344CB8AC3E}">
        <p14:creationId xmlns:p14="http://schemas.microsoft.com/office/powerpoint/2010/main" val="7428114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279230"/>
            <a:ext cx="914400" cy="1204912"/>
          </a:xfrm>
          <a:prstGeom prst="rect">
            <a:avLst/>
          </a:prstGeom>
        </p:spPr>
      </p:pic>
      <p:sp>
        <p:nvSpPr>
          <p:cNvPr id="8" name="Title 7">
            <a:extLst>
              <a:ext uri="{FF2B5EF4-FFF2-40B4-BE49-F238E27FC236}">
                <a16:creationId xmlns:a16="http://schemas.microsoft.com/office/drawing/2014/main" id="{107CF054-390C-DCFC-C9A6-9E95C859A175}"/>
              </a:ext>
            </a:extLst>
          </p:cNvPr>
          <p:cNvSpPr>
            <a:spLocks noGrp="1"/>
          </p:cNvSpPr>
          <p:nvPr>
            <p:ph type="ctrTitle"/>
          </p:nvPr>
        </p:nvSpPr>
        <p:spPr/>
        <p:txBody>
          <a:bodyPr>
            <a:noAutofit/>
          </a:bodyPr>
          <a:lstStyle/>
          <a:p>
            <a:r>
              <a:rPr lang="en-US" sz="3600" dirty="0"/>
              <a:t>307401</a:t>
            </a:r>
            <a:br>
              <a:rPr lang="en-US" sz="3600" dirty="0"/>
            </a:br>
            <a:r>
              <a:rPr lang="en-US" sz="3600" dirty="0"/>
              <a:t>Big Data and Data Warehouses</a:t>
            </a:r>
          </a:p>
        </p:txBody>
      </p:sp>
      <p:sp>
        <p:nvSpPr>
          <p:cNvPr id="9" name="Subtitle 8">
            <a:extLst>
              <a:ext uri="{FF2B5EF4-FFF2-40B4-BE49-F238E27FC236}">
                <a16:creationId xmlns:a16="http://schemas.microsoft.com/office/drawing/2014/main" id="{F599965F-D781-62F6-30A4-33D89AC89080}"/>
              </a:ext>
            </a:extLst>
          </p:cNvPr>
          <p:cNvSpPr>
            <a:spLocks noGrp="1"/>
          </p:cNvSpPr>
          <p:nvPr>
            <p:ph type="subTitle" idx="1"/>
          </p:nvPr>
        </p:nvSpPr>
        <p:spPr/>
        <p:txBody>
          <a:bodyPr/>
          <a:lstStyle/>
          <a:p>
            <a:r>
              <a:rPr lang="en-US" dirty="0"/>
              <a:t>Amazon Web Services (AWS) Elastic MapReduce (EMR)</a:t>
            </a:r>
          </a:p>
          <a:p>
            <a:r>
              <a:rPr lang="en-US"/>
              <a:t>AWS EMR</a:t>
            </a:r>
            <a:endParaRPr lang="en-US" dirty="0"/>
          </a:p>
        </p:txBody>
      </p:sp>
    </p:spTree>
    <p:extLst>
      <p:ext uri="{BB962C8B-B14F-4D97-AF65-F5344CB8AC3E}">
        <p14:creationId xmlns:p14="http://schemas.microsoft.com/office/powerpoint/2010/main" val="1489447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615AF-86E5-F697-AAAC-0B381EC54073}"/>
              </a:ext>
            </a:extLst>
          </p:cNvPr>
          <p:cNvSpPr>
            <a:spLocks noGrp="1"/>
          </p:cNvSpPr>
          <p:nvPr>
            <p:ph type="title"/>
          </p:nvPr>
        </p:nvSpPr>
        <p:spPr/>
        <p:txBody>
          <a:bodyPr/>
          <a:lstStyle/>
          <a:p>
            <a:r>
              <a:rPr lang="en-US" dirty="0"/>
              <a:t>Amazon Web Services (AWS) Elastic MapReduce (EMR)</a:t>
            </a:r>
          </a:p>
        </p:txBody>
      </p:sp>
      <p:sp>
        <p:nvSpPr>
          <p:cNvPr id="3" name="Content Placeholder 2">
            <a:extLst>
              <a:ext uri="{FF2B5EF4-FFF2-40B4-BE49-F238E27FC236}">
                <a16:creationId xmlns:a16="http://schemas.microsoft.com/office/drawing/2014/main" id="{EA6A2339-14A1-09EE-FE07-F0F2DF511927}"/>
              </a:ext>
            </a:extLst>
          </p:cNvPr>
          <p:cNvSpPr>
            <a:spLocks noGrp="1"/>
          </p:cNvSpPr>
          <p:nvPr>
            <p:ph idx="1"/>
          </p:nvPr>
        </p:nvSpPr>
        <p:spPr/>
        <p:txBody>
          <a:bodyPr>
            <a:normAutofit fontScale="55000" lnSpcReduction="20000"/>
          </a:bodyPr>
          <a:lstStyle/>
          <a:p>
            <a:r>
              <a:rPr lang="en-US" dirty="0"/>
              <a:t>Amazon Web Services (AWS) Elastic MapReduce (EMR) is a cloud-based big data platform that simplifies the processing and analysis of large data sets. EMR leverages open-source big data frameworks such as Apache Hadoop, Apache Spark, and Apache HBase, among others, to perform tasks such as data transformation, machine learning, and large-scale data analytics.</a:t>
            </a:r>
          </a:p>
          <a:p>
            <a:r>
              <a:rPr lang="en-US" dirty="0"/>
              <a:t>Here are some key features and benefits of AWS EMR:</a:t>
            </a:r>
          </a:p>
          <a:p>
            <a:r>
              <a:rPr lang="en-US" b="1" dirty="0"/>
              <a:t>Scalability</a:t>
            </a:r>
            <a:r>
              <a:rPr lang="en-US" dirty="0"/>
              <a:t>: EMR can scale up or down based on the workload. You can start with a small cluster and grow to thousands of nodes as needed.</a:t>
            </a:r>
          </a:p>
          <a:p>
            <a:r>
              <a:rPr lang="en-US" b="1" dirty="0"/>
              <a:t>Cost-Effective</a:t>
            </a:r>
            <a:r>
              <a:rPr lang="en-US" dirty="0"/>
              <a:t>: With EMR, you pay only for the resources you use. AWS also offers different pricing models, including on-demand, spot instances, and reserved instances, to help manage costs.</a:t>
            </a:r>
          </a:p>
          <a:p>
            <a:r>
              <a:rPr lang="en-US" b="1" dirty="0"/>
              <a:t>Flexibility</a:t>
            </a:r>
            <a:r>
              <a:rPr lang="en-US" dirty="0"/>
              <a:t>: EMR supports a variety of big data frameworks and can process data stored in multiple AWS services, such as Amazon S3, DynamoDB, and more.</a:t>
            </a:r>
          </a:p>
          <a:p>
            <a:r>
              <a:rPr lang="en-US" b="1" dirty="0"/>
              <a:t>Managed Service</a:t>
            </a:r>
            <a:r>
              <a:rPr lang="en-US" dirty="0"/>
              <a:t>: AWS handles the provisioning, configuration, and tuning of the clusters, which reduces the operational overhead for users.</a:t>
            </a:r>
          </a:p>
          <a:p>
            <a:r>
              <a:rPr lang="en-US" b="1" dirty="0"/>
              <a:t>Integration</a:t>
            </a:r>
            <a:r>
              <a:rPr lang="en-US" dirty="0"/>
              <a:t>: EMR integrates well with other AWS services, such as S3 for data storage, IAM for access control, CloudWatch for monitoring, and more.</a:t>
            </a:r>
          </a:p>
          <a:p>
            <a:r>
              <a:rPr lang="en-US" b="1" dirty="0"/>
              <a:t>Security</a:t>
            </a:r>
            <a:r>
              <a:rPr lang="en-US" dirty="0"/>
              <a:t>: EMR provides security features like data encryption at rest and in transit, integration with AWS IAM for role-based access control, and VPC for network isolation.</a:t>
            </a:r>
          </a:p>
          <a:p>
            <a:r>
              <a:rPr lang="en-US" dirty="0"/>
              <a:t>EMR is suitable for a wide range of applications, including:</a:t>
            </a:r>
          </a:p>
          <a:p>
            <a:r>
              <a:rPr lang="en-US" dirty="0"/>
              <a:t>Batch processing</a:t>
            </a:r>
          </a:p>
          <a:p>
            <a:r>
              <a:rPr lang="en-US" dirty="0"/>
              <a:t>Data warehousing</a:t>
            </a:r>
          </a:p>
          <a:p>
            <a:r>
              <a:rPr lang="en-US" dirty="0"/>
              <a:t>Log analysis</a:t>
            </a:r>
          </a:p>
          <a:p>
            <a:r>
              <a:rPr lang="en-US" dirty="0"/>
              <a:t>Web indexing</a:t>
            </a:r>
          </a:p>
          <a:p>
            <a:r>
              <a:rPr lang="en-US" dirty="0"/>
              <a:t>Machine learning</a:t>
            </a:r>
          </a:p>
          <a:p>
            <a:r>
              <a:rPr lang="en-US" dirty="0"/>
              <a:t>For a big data course focused on the Hadoop ecosystem, AWS EMR can be a practical platform to demonstrate real-world applications and provide hands-on experience with various big data tools and technologies.</a:t>
            </a:r>
          </a:p>
        </p:txBody>
      </p:sp>
    </p:spTree>
    <p:extLst>
      <p:ext uri="{BB962C8B-B14F-4D97-AF65-F5344CB8AC3E}">
        <p14:creationId xmlns:p14="http://schemas.microsoft.com/office/powerpoint/2010/main" val="25311623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615AF-86E5-F697-AAAC-0B381EC54073}"/>
              </a:ext>
            </a:extLst>
          </p:cNvPr>
          <p:cNvSpPr>
            <a:spLocks noGrp="1"/>
          </p:cNvSpPr>
          <p:nvPr>
            <p:ph type="title"/>
          </p:nvPr>
        </p:nvSpPr>
        <p:spPr/>
        <p:txBody>
          <a:bodyPr/>
          <a:lstStyle/>
          <a:p>
            <a:r>
              <a:rPr lang="en-US" dirty="0"/>
              <a:t>Amazon Redshift</a:t>
            </a:r>
          </a:p>
        </p:txBody>
      </p:sp>
      <p:sp>
        <p:nvSpPr>
          <p:cNvPr id="3" name="Content Placeholder 2">
            <a:extLst>
              <a:ext uri="{FF2B5EF4-FFF2-40B4-BE49-F238E27FC236}">
                <a16:creationId xmlns:a16="http://schemas.microsoft.com/office/drawing/2014/main" id="{EA6A2339-14A1-09EE-FE07-F0F2DF511927}"/>
              </a:ext>
            </a:extLst>
          </p:cNvPr>
          <p:cNvSpPr>
            <a:spLocks noGrp="1"/>
          </p:cNvSpPr>
          <p:nvPr>
            <p:ph idx="1"/>
          </p:nvPr>
        </p:nvSpPr>
        <p:spPr/>
        <p:txBody>
          <a:bodyPr>
            <a:normAutofit fontScale="55000" lnSpcReduction="20000"/>
          </a:bodyPr>
          <a:lstStyle/>
          <a:p>
            <a:r>
              <a:rPr lang="en-US" dirty="0"/>
              <a:t>Amazon Redshift is a fully managed data warehouse service offered by Amazon Web Services (AWS). It is designed for large-scale data storage and fast query performance, making it suitable for data analytics and business intelligence workloads. Here are some key features and benefits of Amazon Redshift:</a:t>
            </a:r>
          </a:p>
          <a:p>
            <a:r>
              <a:rPr lang="en-US" b="1" dirty="0"/>
              <a:t>Key Features and Benefits:</a:t>
            </a:r>
          </a:p>
          <a:p>
            <a:r>
              <a:rPr lang="en-US" b="1" dirty="0"/>
              <a:t>High Performance</a:t>
            </a:r>
            <a:r>
              <a:rPr lang="en-US" dirty="0"/>
              <a:t>:</a:t>
            </a:r>
          </a:p>
          <a:p>
            <a:pPr lvl="1"/>
            <a:r>
              <a:rPr lang="en-US" dirty="0"/>
              <a:t>Redshift uses columnar storage and data compression to reduce the amount of data read from disk, improving query performance.</a:t>
            </a:r>
          </a:p>
          <a:p>
            <a:pPr lvl="1"/>
            <a:r>
              <a:rPr lang="en-US" dirty="0"/>
              <a:t>Massively parallel processing (MPP) architecture allows Redshift to distribute and parallelize queries across multiple nodes.</a:t>
            </a:r>
          </a:p>
          <a:p>
            <a:r>
              <a:rPr lang="en-US" b="1" dirty="0"/>
              <a:t>Scalability</a:t>
            </a:r>
            <a:r>
              <a:rPr lang="en-US" dirty="0"/>
              <a:t>:</a:t>
            </a:r>
          </a:p>
          <a:p>
            <a:pPr lvl="1"/>
            <a:r>
              <a:rPr lang="en-US" dirty="0"/>
              <a:t>Redshift allows you to start with a small cluster and scale up to petabytes of data.</a:t>
            </a:r>
          </a:p>
          <a:p>
            <a:pPr lvl="1"/>
            <a:r>
              <a:rPr lang="en-US" dirty="0"/>
              <a:t>You can easily resize your Redshift cluster by adding or removing nodes.</a:t>
            </a:r>
          </a:p>
          <a:p>
            <a:r>
              <a:rPr lang="en-US" b="1" dirty="0"/>
              <a:t>Cost-Effective</a:t>
            </a:r>
            <a:r>
              <a:rPr lang="en-US" dirty="0"/>
              <a:t>:</a:t>
            </a:r>
          </a:p>
          <a:p>
            <a:pPr lvl="1"/>
            <a:r>
              <a:rPr lang="en-US" dirty="0"/>
              <a:t>Pay only for the resources you use with on-demand pricing.</a:t>
            </a:r>
          </a:p>
          <a:p>
            <a:pPr lvl="1"/>
            <a:r>
              <a:rPr lang="en-US" dirty="0"/>
              <a:t>Reserved instance pricing and the ability to pause and resume clusters can further reduce costs.</a:t>
            </a:r>
          </a:p>
          <a:p>
            <a:r>
              <a:rPr lang="en-US" b="1" dirty="0"/>
              <a:t>Managed Service</a:t>
            </a:r>
            <a:r>
              <a:rPr lang="en-US" dirty="0"/>
              <a:t>:</a:t>
            </a:r>
          </a:p>
          <a:p>
            <a:pPr lvl="1"/>
            <a:r>
              <a:rPr lang="en-US" dirty="0"/>
              <a:t>AWS manages the setup, operation, and scaling of Redshift, including backups, patching, and monitoring.</a:t>
            </a:r>
          </a:p>
          <a:p>
            <a:pPr lvl="1"/>
            <a:r>
              <a:rPr lang="en-US" dirty="0"/>
              <a:t>Automatic backups and snapshots provide data protection and recovery.</a:t>
            </a:r>
          </a:p>
          <a:p>
            <a:r>
              <a:rPr lang="en-US" b="1" dirty="0"/>
              <a:t>Data Integration</a:t>
            </a:r>
            <a:r>
              <a:rPr lang="en-US" dirty="0"/>
              <a:t>:</a:t>
            </a:r>
          </a:p>
          <a:p>
            <a:pPr lvl="1"/>
            <a:r>
              <a:rPr lang="en-US" dirty="0"/>
              <a:t>Redshift integrates with various AWS services such as Amazon S3, Amazon RDS, Amazon DynamoDB, and AWS Glue for data ingestion and ETL processes.</a:t>
            </a:r>
          </a:p>
          <a:p>
            <a:pPr lvl="1"/>
            <a:r>
              <a:rPr lang="en-US" dirty="0"/>
              <a:t>Supports integration with third-party ETL tools and BI platforms.</a:t>
            </a:r>
          </a:p>
          <a:p>
            <a:r>
              <a:rPr lang="en-US" b="1" dirty="0"/>
              <a:t>Advanced Analytics</a:t>
            </a:r>
            <a:r>
              <a:rPr lang="en-US" dirty="0"/>
              <a:t>:</a:t>
            </a:r>
          </a:p>
          <a:p>
            <a:pPr lvl="1"/>
            <a:r>
              <a:rPr lang="en-US" dirty="0"/>
              <a:t>Supports SQL-based querying and analytics.</a:t>
            </a:r>
          </a:p>
          <a:p>
            <a:pPr lvl="1"/>
            <a:r>
              <a:rPr lang="en-US" dirty="0"/>
              <a:t>Redshift Spectrum allows you to run queries on data stored in Amazon S3 without loading it into Redshift.</a:t>
            </a:r>
          </a:p>
          <a:p>
            <a:pPr lvl="1"/>
            <a:r>
              <a:rPr lang="en-US" dirty="0"/>
              <a:t>Machine learning integration with Amazon </a:t>
            </a:r>
            <a:r>
              <a:rPr lang="en-US" dirty="0" err="1"/>
              <a:t>SageMaker</a:t>
            </a:r>
            <a:r>
              <a:rPr lang="en-US" dirty="0"/>
              <a:t> for predictive analytics.</a:t>
            </a:r>
          </a:p>
          <a:p>
            <a:endParaRPr lang="en-US" dirty="0"/>
          </a:p>
        </p:txBody>
      </p:sp>
    </p:spTree>
    <p:extLst>
      <p:ext uri="{BB962C8B-B14F-4D97-AF65-F5344CB8AC3E}">
        <p14:creationId xmlns:p14="http://schemas.microsoft.com/office/powerpoint/2010/main" val="3198990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615AF-86E5-F697-AAAC-0B381EC54073}"/>
              </a:ext>
            </a:extLst>
          </p:cNvPr>
          <p:cNvSpPr>
            <a:spLocks noGrp="1"/>
          </p:cNvSpPr>
          <p:nvPr>
            <p:ph type="title"/>
          </p:nvPr>
        </p:nvSpPr>
        <p:spPr/>
        <p:txBody>
          <a:bodyPr/>
          <a:lstStyle/>
          <a:p>
            <a:r>
              <a:rPr lang="en-US" dirty="0"/>
              <a:t>Amazon Redshift</a:t>
            </a:r>
          </a:p>
        </p:txBody>
      </p:sp>
      <p:sp>
        <p:nvSpPr>
          <p:cNvPr id="3" name="Content Placeholder 2">
            <a:extLst>
              <a:ext uri="{FF2B5EF4-FFF2-40B4-BE49-F238E27FC236}">
                <a16:creationId xmlns:a16="http://schemas.microsoft.com/office/drawing/2014/main" id="{EA6A2339-14A1-09EE-FE07-F0F2DF511927}"/>
              </a:ext>
            </a:extLst>
          </p:cNvPr>
          <p:cNvSpPr>
            <a:spLocks noGrp="1"/>
          </p:cNvSpPr>
          <p:nvPr>
            <p:ph idx="1"/>
          </p:nvPr>
        </p:nvSpPr>
        <p:spPr/>
        <p:txBody>
          <a:bodyPr>
            <a:normAutofit fontScale="55000" lnSpcReduction="20000"/>
          </a:bodyPr>
          <a:lstStyle/>
          <a:p>
            <a:r>
              <a:rPr lang="en-US" b="1" dirty="0"/>
              <a:t>Security</a:t>
            </a:r>
            <a:r>
              <a:rPr lang="en-US" dirty="0"/>
              <a:t>:</a:t>
            </a:r>
          </a:p>
          <a:p>
            <a:pPr lvl="1"/>
            <a:r>
              <a:rPr lang="en-US" dirty="0"/>
              <a:t>Offers encryption of data at rest and in transit.</a:t>
            </a:r>
          </a:p>
          <a:p>
            <a:pPr lvl="1"/>
            <a:r>
              <a:rPr lang="en-US" dirty="0"/>
              <a:t>Integration with AWS Identity and Access Management (IAM) for fine-grained access control.</a:t>
            </a:r>
          </a:p>
          <a:p>
            <a:pPr lvl="1"/>
            <a:r>
              <a:rPr lang="en-US" dirty="0"/>
              <a:t>VPC support for network isolation.</a:t>
            </a:r>
          </a:p>
          <a:p>
            <a:r>
              <a:rPr lang="en-US" b="1" dirty="0"/>
              <a:t>Concurrency Scaling</a:t>
            </a:r>
            <a:r>
              <a:rPr lang="en-US" dirty="0"/>
              <a:t>:</a:t>
            </a:r>
          </a:p>
          <a:p>
            <a:pPr lvl="1"/>
            <a:r>
              <a:rPr lang="en-US" dirty="0"/>
              <a:t>Automatically adds capacity to handle bursts in query demand without affecting performance.</a:t>
            </a:r>
          </a:p>
          <a:p>
            <a:r>
              <a:rPr lang="en-US" b="1" dirty="0"/>
              <a:t>Use Cases:</a:t>
            </a:r>
          </a:p>
          <a:p>
            <a:r>
              <a:rPr lang="en-US" b="1" dirty="0"/>
              <a:t>Data Warehousing</a:t>
            </a:r>
            <a:r>
              <a:rPr lang="en-US" dirty="0"/>
              <a:t>:</a:t>
            </a:r>
          </a:p>
          <a:p>
            <a:pPr lvl="1"/>
            <a:r>
              <a:rPr lang="en-US" dirty="0"/>
              <a:t>Store and analyze large volumes of structured and semi-structured data.</a:t>
            </a:r>
          </a:p>
          <a:p>
            <a:pPr lvl="1"/>
            <a:r>
              <a:rPr lang="en-US" dirty="0"/>
              <a:t>Combine data from various sources for comprehensive analytics.</a:t>
            </a:r>
          </a:p>
          <a:p>
            <a:r>
              <a:rPr lang="en-US" b="1" dirty="0"/>
              <a:t>Business Intelligence</a:t>
            </a:r>
            <a:r>
              <a:rPr lang="en-US" dirty="0"/>
              <a:t>:</a:t>
            </a:r>
          </a:p>
          <a:p>
            <a:pPr lvl="1"/>
            <a:r>
              <a:rPr lang="en-US" dirty="0"/>
              <a:t>Use with BI tools like Tableau, Looker, and Amazon </a:t>
            </a:r>
            <a:r>
              <a:rPr lang="en-US" dirty="0" err="1"/>
              <a:t>QuickSight</a:t>
            </a:r>
            <a:r>
              <a:rPr lang="en-US" dirty="0"/>
              <a:t> to create dashboards and visualizations.</a:t>
            </a:r>
          </a:p>
          <a:p>
            <a:pPr lvl="1"/>
            <a:r>
              <a:rPr lang="en-US" dirty="0"/>
              <a:t>Perform complex queries and generate reports.</a:t>
            </a:r>
          </a:p>
          <a:p>
            <a:r>
              <a:rPr lang="en-US" b="1" dirty="0"/>
              <a:t>Log and Event Data Analysis</a:t>
            </a:r>
            <a:r>
              <a:rPr lang="en-US" dirty="0"/>
              <a:t>:</a:t>
            </a:r>
          </a:p>
          <a:p>
            <a:pPr lvl="1"/>
            <a:r>
              <a:rPr lang="en-US" dirty="0"/>
              <a:t>Analyze log data, clickstream data, and event data to gain insights into user behavior and system performance.</a:t>
            </a:r>
          </a:p>
          <a:p>
            <a:r>
              <a:rPr lang="en-US" b="1" dirty="0"/>
              <a:t>Comparison with Other Services:</a:t>
            </a:r>
          </a:p>
          <a:p>
            <a:r>
              <a:rPr lang="en-US" b="1" dirty="0"/>
              <a:t>Azure Synapse Analytics</a:t>
            </a:r>
            <a:r>
              <a:rPr lang="en-US" dirty="0"/>
              <a:t>: Similar to Redshift, it combines big data and data warehousing capabilities, with deep integration into the Azure ecosystem.</a:t>
            </a:r>
          </a:p>
          <a:p>
            <a:r>
              <a:rPr lang="en-US" b="1" dirty="0"/>
              <a:t>Google </a:t>
            </a:r>
            <a:r>
              <a:rPr lang="en-US" b="1" dirty="0" err="1"/>
              <a:t>BigQuery</a:t>
            </a:r>
            <a:r>
              <a:rPr lang="en-US" dirty="0"/>
              <a:t>: A serverless, highly scalable data warehouse in Google Cloud, known for its fast query performance and ease of use.</a:t>
            </a:r>
          </a:p>
          <a:p>
            <a:r>
              <a:rPr lang="en-US" b="1" dirty="0"/>
              <a:t>Snowflake</a:t>
            </a:r>
            <a:r>
              <a:rPr lang="en-US" dirty="0"/>
              <a:t>: An independent cloud data platform that runs on AWS, Azure, and Google Cloud, offering similar features with a focus on separation of storage and compute.</a:t>
            </a:r>
          </a:p>
          <a:p>
            <a:r>
              <a:rPr lang="en-US" dirty="0"/>
              <a:t>For a big data course, Amazon Redshift can be an excellent platform to demonstrate data warehousing concepts, data integration, and analytics using SQL and BI tools.</a:t>
            </a:r>
          </a:p>
          <a:p>
            <a:endParaRPr lang="en-US" dirty="0"/>
          </a:p>
        </p:txBody>
      </p:sp>
    </p:spTree>
    <p:extLst>
      <p:ext uri="{BB962C8B-B14F-4D97-AF65-F5344CB8AC3E}">
        <p14:creationId xmlns:p14="http://schemas.microsoft.com/office/powerpoint/2010/main" val="1984364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615AF-86E5-F697-AAAC-0B381EC54073}"/>
              </a:ext>
            </a:extLst>
          </p:cNvPr>
          <p:cNvSpPr>
            <a:spLocks noGrp="1"/>
          </p:cNvSpPr>
          <p:nvPr>
            <p:ph type="title"/>
          </p:nvPr>
        </p:nvSpPr>
        <p:spPr/>
        <p:txBody>
          <a:bodyPr/>
          <a:lstStyle/>
          <a:p>
            <a:r>
              <a:rPr lang="en-US" dirty="0"/>
              <a:t>Google Cloud </a:t>
            </a:r>
            <a:r>
              <a:rPr lang="en-US" dirty="0" err="1"/>
              <a:t>Dataproc</a:t>
            </a:r>
            <a:endParaRPr lang="en-US" dirty="0"/>
          </a:p>
        </p:txBody>
      </p:sp>
      <p:sp>
        <p:nvSpPr>
          <p:cNvPr id="3" name="Content Placeholder 2">
            <a:extLst>
              <a:ext uri="{FF2B5EF4-FFF2-40B4-BE49-F238E27FC236}">
                <a16:creationId xmlns:a16="http://schemas.microsoft.com/office/drawing/2014/main" id="{EA6A2339-14A1-09EE-FE07-F0F2DF511927}"/>
              </a:ext>
            </a:extLst>
          </p:cNvPr>
          <p:cNvSpPr>
            <a:spLocks noGrp="1"/>
          </p:cNvSpPr>
          <p:nvPr>
            <p:ph idx="1"/>
          </p:nvPr>
        </p:nvSpPr>
        <p:spPr/>
        <p:txBody>
          <a:bodyPr>
            <a:normAutofit fontScale="62500" lnSpcReduction="20000"/>
          </a:bodyPr>
          <a:lstStyle/>
          <a:p>
            <a:r>
              <a:rPr lang="en-US" dirty="0"/>
              <a:t>Google Cloud </a:t>
            </a:r>
            <a:r>
              <a:rPr lang="en-US" dirty="0" err="1"/>
              <a:t>Dataproc</a:t>
            </a:r>
            <a:r>
              <a:rPr lang="en-US" dirty="0"/>
              <a:t> is a fully managed and fast service for running Apache Spark and Apache Hadoop clusters. It simplifies big data processing by automating cluster creation, configuration, and management. Here are some key features and benefits of Google Cloud </a:t>
            </a:r>
            <a:r>
              <a:rPr lang="en-US" dirty="0" err="1"/>
              <a:t>Dataproc</a:t>
            </a:r>
            <a:r>
              <a:rPr lang="en-US" dirty="0"/>
              <a:t>:</a:t>
            </a:r>
          </a:p>
          <a:p>
            <a:r>
              <a:rPr lang="en-US" b="1" dirty="0"/>
              <a:t>Ease of Use</a:t>
            </a:r>
            <a:r>
              <a:rPr lang="en-US" dirty="0"/>
              <a:t>: </a:t>
            </a:r>
            <a:r>
              <a:rPr lang="en-US" dirty="0" err="1"/>
              <a:t>Dataproc</a:t>
            </a:r>
            <a:r>
              <a:rPr lang="en-US" dirty="0"/>
              <a:t> can quickly create clusters in 90 seconds or less. It integrates seamlessly with Google Cloud services, making it easy to ingest, process, and analyze data.</a:t>
            </a:r>
          </a:p>
          <a:p>
            <a:r>
              <a:rPr lang="en-US" b="1" dirty="0"/>
              <a:t>Scalability</a:t>
            </a:r>
            <a:r>
              <a:rPr lang="en-US" dirty="0"/>
              <a:t>: You can easily scale your clusters up or down based on your workload. </a:t>
            </a:r>
            <a:r>
              <a:rPr lang="en-US" dirty="0" err="1"/>
              <a:t>Dataproc</a:t>
            </a:r>
            <a:r>
              <a:rPr lang="en-US" dirty="0"/>
              <a:t> supports both horizontal and vertical scaling.</a:t>
            </a:r>
          </a:p>
          <a:p>
            <a:r>
              <a:rPr lang="en-US" b="1" dirty="0"/>
              <a:t>Cost-Effective</a:t>
            </a:r>
            <a:r>
              <a:rPr lang="en-US" dirty="0"/>
              <a:t>: You pay only for what you use, with per-second billing. You can also use preemptible VMs to reduce costs for transient workloads.</a:t>
            </a:r>
          </a:p>
          <a:p>
            <a:r>
              <a:rPr lang="en-US" b="1" dirty="0"/>
              <a:t>Flexibility</a:t>
            </a:r>
            <a:r>
              <a:rPr lang="en-US" dirty="0"/>
              <a:t>: </a:t>
            </a:r>
            <a:r>
              <a:rPr lang="en-US" dirty="0" err="1"/>
              <a:t>Dataproc</a:t>
            </a:r>
            <a:r>
              <a:rPr lang="en-US" dirty="0"/>
              <a:t> supports a variety of open-source tools and frameworks, including Apache Spark, Apache Hadoop, Apache Hive, and Apache Pig.</a:t>
            </a:r>
          </a:p>
          <a:p>
            <a:r>
              <a:rPr lang="en-US" b="1" dirty="0"/>
              <a:t>Integration</a:t>
            </a:r>
            <a:r>
              <a:rPr lang="en-US" dirty="0"/>
              <a:t>: </a:t>
            </a:r>
            <a:r>
              <a:rPr lang="en-US" dirty="0" err="1"/>
              <a:t>Dataproc</a:t>
            </a:r>
            <a:r>
              <a:rPr lang="en-US" dirty="0"/>
              <a:t> integrates with other Google Cloud services such as </a:t>
            </a:r>
            <a:r>
              <a:rPr lang="en-US" dirty="0" err="1"/>
              <a:t>BigQuery</a:t>
            </a:r>
            <a:r>
              <a:rPr lang="en-US" dirty="0"/>
              <a:t>, Cloud Storage, Cloud Bigtable, and Cloud Pub/Sub, providing a cohesive environment for big data processing and analytics.</a:t>
            </a:r>
          </a:p>
          <a:p>
            <a:r>
              <a:rPr lang="en-US" b="1" dirty="0"/>
              <a:t>Managed Service</a:t>
            </a:r>
            <a:r>
              <a:rPr lang="en-US" dirty="0"/>
              <a:t>: Google handles the provisioning, management, and tuning of the clusters, reducing operational overhead.</a:t>
            </a:r>
          </a:p>
          <a:p>
            <a:r>
              <a:rPr lang="en-US" b="1" dirty="0"/>
              <a:t>Security</a:t>
            </a:r>
            <a:r>
              <a:rPr lang="en-US" dirty="0"/>
              <a:t>: </a:t>
            </a:r>
            <a:r>
              <a:rPr lang="en-US" dirty="0" err="1"/>
              <a:t>Dataproc</a:t>
            </a:r>
            <a:r>
              <a:rPr lang="en-US" dirty="0"/>
              <a:t> offers robust security features, including encryption of data at rest and in transit, IAM integration for access control, and VPC for network isolation.</a:t>
            </a:r>
          </a:p>
          <a:p>
            <a:r>
              <a:rPr lang="en-US" b="1" dirty="0"/>
              <a:t>Customization</a:t>
            </a:r>
            <a:r>
              <a:rPr lang="en-US" dirty="0"/>
              <a:t>: You can customize your clusters with initialization actions, allowing you to install additional software or configure settings as needed.</a:t>
            </a:r>
          </a:p>
          <a:p>
            <a:r>
              <a:rPr lang="en-US" b="1" dirty="0"/>
              <a:t>Notebooks Integration</a:t>
            </a:r>
            <a:r>
              <a:rPr lang="en-US" dirty="0"/>
              <a:t>: </a:t>
            </a:r>
            <a:r>
              <a:rPr lang="en-US" dirty="0" err="1"/>
              <a:t>Dataproc</a:t>
            </a:r>
            <a:r>
              <a:rPr lang="en-US" dirty="0"/>
              <a:t> integrates with </a:t>
            </a:r>
            <a:r>
              <a:rPr lang="en-US" dirty="0" err="1"/>
              <a:t>Jupyter</a:t>
            </a:r>
            <a:r>
              <a:rPr lang="en-US" dirty="0"/>
              <a:t> and other notebooks, making it easier to perform interactive data analysis and visualization.</a:t>
            </a:r>
          </a:p>
          <a:p>
            <a:r>
              <a:rPr lang="en-US" dirty="0"/>
              <a:t>For a big data course, Google Cloud </a:t>
            </a:r>
            <a:r>
              <a:rPr lang="en-US" dirty="0" err="1"/>
              <a:t>Dataproc</a:t>
            </a:r>
            <a:r>
              <a:rPr lang="en-US" dirty="0"/>
              <a:t> can provide a practical and scalable platform to demonstrate various big data tools and techniques. It can help students gain hands-on experience with the Hadoop ecosystem and related technologies.</a:t>
            </a:r>
          </a:p>
        </p:txBody>
      </p:sp>
    </p:spTree>
    <p:extLst>
      <p:ext uri="{BB962C8B-B14F-4D97-AF65-F5344CB8AC3E}">
        <p14:creationId xmlns:p14="http://schemas.microsoft.com/office/powerpoint/2010/main" val="36225681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615AF-86E5-F697-AAAC-0B381EC54073}"/>
              </a:ext>
            </a:extLst>
          </p:cNvPr>
          <p:cNvSpPr>
            <a:spLocks noGrp="1"/>
          </p:cNvSpPr>
          <p:nvPr>
            <p:ph type="title"/>
          </p:nvPr>
        </p:nvSpPr>
        <p:spPr/>
        <p:txBody>
          <a:bodyPr/>
          <a:lstStyle/>
          <a:p>
            <a:r>
              <a:rPr lang="en-US" dirty="0"/>
              <a:t>Microsoft Big Data Cloud Services</a:t>
            </a:r>
          </a:p>
        </p:txBody>
      </p:sp>
      <p:sp>
        <p:nvSpPr>
          <p:cNvPr id="3" name="Content Placeholder 2">
            <a:extLst>
              <a:ext uri="{FF2B5EF4-FFF2-40B4-BE49-F238E27FC236}">
                <a16:creationId xmlns:a16="http://schemas.microsoft.com/office/drawing/2014/main" id="{EA6A2339-14A1-09EE-FE07-F0F2DF511927}"/>
              </a:ext>
            </a:extLst>
          </p:cNvPr>
          <p:cNvSpPr>
            <a:spLocks noGrp="1"/>
          </p:cNvSpPr>
          <p:nvPr>
            <p:ph idx="1"/>
          </p:nvPr>
        </p:nvSpPr>
        <p:spPr/>
        <p:txBody>
          <a:bodyPr>
            <a:normAutofit fontScale="92500" lnSpcReduction="20000"/>
          </a:bodyPr>
          <a:lstStyle/>
          <a:p>
            <a:r>
              <a:rPr lang="en-US" b="1" dirty="0"/>
              <a:t>Azure HDInsight</a:t>
            </a:r>
          </a:p>
          <a:p>
            <a:r>
              <a:rPr lang="en-US" dirty="0"/>
              <a:t>Azure HDInsight is a fully managed cloud service that makes it easy to process massive amounts of data using popular open-source frameworks such as Apache Hadoop, Apache Spark, Apache Hive, Apache Kafka, Apache HBase, and more.</a:t>
            </a:r>
          </a:p>
          <a:p>
            <a:r>
              <a:rPr lang="en-US" b="1" dirty="0"/>
              <a:t>Key Features:</a:t>
            </a:r>
            <a:endParaRPr lang="en-US" dirty="0"/>
          </a:p>
          <a:p>
            <a:r>
              <a:rPr lang="en-US" b="1" dirty="0"/>
              <a:t>Scalability</a:t>
            </a:r>
            <a:r>
              <a:rPr lang="en-US" dirty="0"/>
              <a:t>: Easily scale clusters up or down based on your workload requirements.</a:t>
            </a:r>
          </a:p>
          <a:p>
            <a:r>
              <a:rPr lang="en-US" b="1" dirty="0"/>
              <a:t>Cost-Effective</a:t>
            </a:r>
            <a:r>
              <a:rPr lang="en-US" dirty="0"/>
              <a:t>: Flexible pricing with pay-as-you-go and reserved pricing options.</a:t>
            </a:r>
          </a:p>
          <a:p>
            <a:r>
              <a:rPr lang="en-US" b="1" dirty="0"/>
              <a:t>Managed Service</a:t>
            </a:r>
            <a:r>
              <a:rPr lang="en-US" dirty="0"/>
              <a:t>: Azure handles the provisioning, configuration, and maintenance of the clusters.</a:t>
            </a:r>
          </a:p>
          <a:p>
            <a:r>
              <a:rPr lang="en-US" b="1" dirty="0"/>
              <a:t>Integration</a:t>
            </a:r>
            <a:r>
              <a:rPr lang="en-US" dirty="0"/>
              <a:t>: Integrates with other Azure services like Azure Storage, Azure Data Lake Storage, Azure SQL Data Warehouse, and Azure Cosmos DB.</a:t>
            </a:r>
          </a:p>
          <a:p>
            <a:r>
              <a:rPr lang="en-US" b="1" dirty="0"/>
              <a:t>Security</a:t>
            </a:r>
            <a:r>
              <a:rPr lang="en-US" dirty="0"/>
              <a:t>: Offers enterprise-grade security with Azure Active Directory integration, role-based access control (RBAC), and encryption of data at rest and in transit.</a:t>
            </a:r>
          </a:p>
          <a:p>
            <a:r>
              <a:rPr lang="en-US" b="1" dirty="0"/>
              <a:t>Customization</a:t>
            </a:r>
            <a:r>
              <a:rPr lang="en-US" dirty="0"/>
              <a:t>: Supports customization through script actions to install additional software or configure settings.</a:t>
            </a:r>
          </a:p>
          <a:p>
            <a:endParaRPr lang="en-US" dirty="0"/>
          </a:p>
        </p:txBody>
      </p:sp>
    </p:spTree>
    <p:extLst>
      <p:ext uri="{BB962C8B-B14F-4D97-AF65-F5344CB8AC3E}">
        <p14:creationId xmlns:p14="http://schemas.microsoft.com/office/powerpoint/2010/main" val="3052526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615AF-86E5-F697-AAAC-0B381EC54073}"/>
              </a:ext>
            </a:extLst>
          </p:cNvPr>
          <p:cNvSpPr>
            <a:spLocks noGrp="1"/>
          </p:cNvSpPr>
          <p:nvPr>
            <p:ph type="title"/>
          </p:nvPr>
        </p:nvSpPr>
        <p:spPr/>
        <p:txBody>
          <a:bodyPr/>
          <a:lstStyle/>
          <a:p>
            <a:r>
              <a:rPr lang="en-US" dirty="0"/>
              <a:t>Microsoft Big Data Cloud Services</a:t>
            </a:r>
          </a:p>
        </p:txBody>
      </p:sp>
      <p:sp>
        <p:nvSpPr>
          <p:cNvPr id="3" name="Content Placeholder 2">
            <a:extLst>
              <a:ext uri="{FF2B5EF4-FFF2-40B4-BE49-F238E27FC236}">
                <a16:creationId xmlns:a16="http://schemas.microsoft.com/office/drawing/2014/main" id="{EA6A2339-14A1-09EE-FE07-F0F2DF511927}"/>
              </a:ext>
            </a:extLst>
          </p:cNvPr>
          <p:cNvSpPr>
            <a:spLocks noGrp="1"/>
          </p:cNvSpPr>
          <p:nvPr>
            <p:ph idx="1"/>
          </p:nvPr>
        </p:nvSpPr>
        <p:spPr/>
        <p:txBody>
          <a:bodyPr>
            <a:normAutofit fontScale="92500" lnSpcReduction="20000"/>
          </a:bodyPr>
          <a:lstStyle/>
          <a:p>
            <a:r>
              <a:rPr lang="en-US" b="1" dirty="0"/>
              <a:t>Azure Databricks</a:t>
            </a:r>
          </a:p>
          <a:p>
            <a:r>
              <a:rPr lang="en-US" dirty="0"/>
              <a:t>Azure Databricks is a fast, easy, and collaborative Apache Spark-based analytics platform optimized for Azure. It provides an interactive workspace for data engineers, data scientists, and business analysts.</a:t>
            </a:r>
          </a:p>
          <a:p>
            <a:r>
              <a:rPr lang="en-US" b="1" dirty="0"/>
              <a:t>Key Features:</a:t>
            </a:r>
            <a:endParaRPr lang="en-US" dirty="0"/>
          </a:p>
          <a:p>
            <a:r>
              <a:rPr lang="en-US" b="1" dirty="0"/>
              <a:t>Collaborative Workspace</a:t>
            </a:r>
            <a:r>
              <a:rPr lang="en-US" dirty="0"/>
              <a:t>: Allows teams to collaborate in a unified workspace with shared notebooks and interactive dashboards.</a:t>
            </a:r>
          </a:p>
          <a:p>
            <a:r>
              <a:rPr lang="en-US" b="1" dirty="0"/>
              <a:t>Optimized Apache Spark</a:t>
            </a:r>
            <a:r>
              <a:rPr lang="en-US" dirty="0"/>
              <a:t>: Provides optimized runtime for Apache Spark with performance enhancements.</a:t>
            </a:r>
          </a:p>
          <a:p>
            <a:r>
              <a:rPr lang="en-US" b="1" dirty="0"/>
              <a:t>Integration</a:t>
            </a:r>
            <a:r>
              <a:rPr lang="en-US" dirty="0"/>
              <a:t>: Seamlessly integrates with Azure services like Azure SQL Data Warehouse, Azure Cosmos DB, Azure Data Lake Storage, and Power BI.</a:t>
            </a:r>
          </a:p>
          <a:p>
            <a:r>
              <a:rPr lang="en-US" b="1" dirty="0"/>
              <a:t>Scalability</a:t>
            </a:r>
            <a:r>
              <a:rPr lang="en-US" dirty="0"/>
              <a:t>: Automatically scales clusters up or down based on workload.</a:t>
            </a:r>
          </a:p>
          <a:p>
            <a:r>
              <a:rPr lang="en-US" b="1" dirty="0"/>
              <a:t>Security</a:t>
            </a:r>
            <a:r>
              <a:rPr lang="en-US" dirty="0"/>
              <a:t>: Enterprise-grade security features including Azure Active Directory integration, role-based access control, and compliance certifications.</a:t>
            </a:r>
          </a:p>
          <a:p>
            <a:r>
              <a:rPr lang="en-US" b="1" dirty="0"/>
              <a:t>Machine Learning</a:t>
            </a:r>
            <a:r>
              <a:rPr lang="en-US" dirty="0"/>
              <a:t>: Supports advanced analytics and machine learning with built-in libraries and integration with Azure Machine Learning.</a:t>
            </a:r>
          </a:p>
          <a:p>
            <a:endParaRPr lang="en-US" dirty="0"/>
          </a:p>
        </p:txBody>
      </p:sp>
    </p:spTree>
    <p:extLst>
      <p:ext uri="{BB962C8B-B14F-4D97-AF65-F5344CB8AC3E}">
        <p14:creationId xmlns:p14="http://schemas.microsoft.com/office/powerpoint/2010/main" val="643377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615AF-86E5-F697-AAAC-0B381EC54073}"/>
              </a:ext>
            </a:extLst>
          </p:cNvPr>
          <p:cNvSpPr>
            <a:spLocks noGrp="1"/>
          </p:cNvSpPr>
          <p:nvPr>
            <p:ph type="title"/>
          </p:nvPr>
        </p:nvSpPr>
        <p:spPr/>
        <p:txBody>
          <a:bodyPr/>
          <a:lstStyle/>
          <a:p>
            <a:r>
              <a:rPr lang="en-US" dirty="0"/>
              <a:t>Microsoft Big Data Cloud Services</a:t>
            </a:r>
          </a:p>
        </p:txBody>
      </p:sp>
      <p:sp>
        <p:nvSpPr>
          <p:cNvPr id="3" name="Content Placeholder 2">
            <a:extLst>
              <a:ext uri="{FF2B5EF4-FFF2-40B4-BE49-F238E27FC236}">
                <a16:creationId xmlns:a16="http://schemas.microsoft.com/office/drawing/2014/main" id="{EA6A2339-14A1-09EE-FE07-F0F2DF511927}"/>
              </a:ext>
            </a:extLst>
          </p:cNvPr>
          <p:cNvSpPr>
            <a:spLocks noGrp="1"/>
          </p:cNvSpPr>
          <p:nvPr>
            <p:ph idx="1"/>
          </p:nvPr>
        </p:nvSpPr>
        <p:spPr/>
        <p:txBody>
          <a:bodyPr>
            <a:normAutofit fontScale="92500" lnSpcReduction="20000"/>
          </a:bodyPr>
          <a:lstStyle/>
          <a:p>
            <a:r>
              <a:rPr lang="en-US" b="1" dirty="0"/>
              <a:t>Azure Synapse Analytics</a:t>
            </a:r>
          </a:p>
          <a:p>
            <a:r>
              <a:rPr lang="en-US" dirty="0"/>
              <a:t>Azure Synapse Analytics (formerly SQL Data Warehouse) is an analytics service that combines big data and data warehousing. It allows you to query data on your terms, using either serverless on-demand or provisioned resources at scale.</a:t>
            </a:r>
          </a:p>
          <a:p>
            <a:r>
              <a:rPr lang="en-US" b="1" dirty="0"/>
              <a:t>Key Features:</a:t>
            </a:r>
            <a:endParaRPr lang="en-US" dirty="0"/>
          </a:p>
          <a:p>
            <a:r>
              <a:rPr lang="en-US" b="1" dirty="0"/>
              <a:t>Unified Analytics</a:t>
            </a:r>
            <a:r>
              <a:rPr lang="en-US" dirty="0"/>
              <a:t>: Combines big data and data warehousing into a single service.</a:t>
            </a:r>
          </a:p>
          <a:p>
            <a:r>
              <a:rPr lang="en-US" b="1" dirty="0"/>
              <a:t>Integration</a:t>
            </a:r>
            <a:r>
              <a:rPr lang="en-US" dirty="0"/>
              <a:t>: Integrates with Azure Data Lake Storage, Power BI, and Azure Machine Learning.</a:t>
            </a:r>
          </a:p>
          <a:p>
            <a:r>
              <a:rPr lang="en-US" b="1" dirty="0"/>
              <a:t>Security</a:t>
            </a:r>
            <a:r>
              <a:rPr lang="en-US" dirty="0"/>
              <a:t>: Provides advanced security features including encryption, threat detection, and access control.</a:t>
            </a:r>
          </a:p>
          <a:p>
            <a:r>
              <a:rPr lang="en-US" b="1" dirty="0"/>
              <a:t>Scalability</a:t>
            </a:r>
            <a:r>
              <a:rPr lang="en-US" dirty="0"/>
              <a:t>: Scales on-demand to handle large workloads.</a:t>
            </a:r>
          </a:p>
          <a:p>
            <a:r>
              <a:rPr lang="en-US" b="1" dirty="0"/>
              <a:t>Data Integration</a:t>
            </a:r>
            <a:r>
              <a:rPr lang="en-US" dirty="0"/>
              <a:t>: Includes built-in data integration capabilities with Azure Data Factory.</a:t>
            </a:r>
          </a:p>
          <a:p>
            <a:r>
              <a:rPr lang="en-US" dirty="0"/>
              <a:t>These services from Microsoft Azure provide a comprehensive suite of tools for big data processing, analytics, and machine learning, making them suitable for various use cases in a big data course.</a:t>
            </a:r>
          </a:p>
          <a:p>
            <a:endParaRPr lang="en-US" dirty="0"/>
          </a:p>
        </p:txBody>
      </p:sp>
    </p:spTree>
    <p:extLst>
      <p:ext uri="{BB962C8B-B14F-4D97-AF65-F5344CB8AC3E}">
        <p14:creationId xmlns:p14="http://schemas.microsoft.com/office/powerpoint/2010/main" val="2821225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615AF-86E5-F697-AAAC-0B381EC5407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A6A2339-14A1-09EE-FE07-F0F2DF51192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558500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5781</TotalTime>
  <Words>1655</Words>
  <Application>Microsoft Office PowerPoint</Application>
  <PresentationFormat>Widescreen</PresentationFormat>
  <Paragraphs>104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307401 Big Data and Data Warehouses</vt:lpstr>
      <vt:lpstr>Amazon Web Services (AWS) Elastic MapReduce (EMR)</vt:lpstr>
      <vt:lpstr>Amazon Redshift</vt:lpstr>
      <vt:lpstr>Amazon Redshift</vt:lpstr>
      <vt:lpstr>Google Cloud Dataproc</vt:lpstr>
      <vt:lpstr>Microsoft Big Data Cloud Services</vt:lpstr>
      <vt:lpstr>Microsoft Big Data Cloud Services</vt:lpstr>
      <vt:lpstr>Microsoft Big Data Cloud Services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Probability Distribution Functions</dc:title>
  <dc:creator>Mohammed Fasha</dc:creator>
  <cp:lastModifiedBy>Mohammed Fasha</cp:lastModifiedBy>
  <cp:revision>826</cp:revision>
  <dcterms:created xsi:type="dcterms:W3CDTF">2023-03-26T11:17:23Z</dcterms:created>
  <dcterms:modified xsi:type="dcterms:W3CDTF">2024-07-30T07:34:37Z</dcterms:modified>
</cp:coreProperties>
</file>