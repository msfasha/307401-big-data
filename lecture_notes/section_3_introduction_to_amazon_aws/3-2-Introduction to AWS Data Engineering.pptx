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6"/>
  </p:notesMasterIdLst>
  <p:sldIdLst>
    <p:sldId id="483" r:id="rId2"/>
    <p:sldId id="525" r:id="rId3"/>
    <p:sldId id="484" r:id="rId4"/>
    <p:sldId id="485" r:id="rId5"/>
    <p:sldId id="486" r:id="rId6"/>
    <p:sldId id="487" r:id="rId7"/>
    <p:sldId id="488" r:id="rId8"/>
    <p:sldId id="489" r:id="rId9"/>
    <p:sldId id="490" r:id="rId10"/>
    <p:sldId id="491" r:id="rId11"/>
    <p:sldId id="492" r:id="rId12"/>
    <p:sldId id="493" r:id="rId13"/>
    <p:sldId id="526" r:id="rId14"/>
    <p:sldId id="494" r:id="rId15"/>
    <p:sldId id="495" r:id="rId16"/>
    <p:sldId id="496" r:id="rId17"/>
    <p:sldId id="497" r:id="rId18"/>
    <p:sldId id="498" r:id="rId19"/>
    <p:sldId id="499" r:id="rId20"/>
    <p:sldId id="500" r:id="rId21"/>
    <p:sldId id="501" r:id="rId22"/>
    <p:sldId id="502" r:id="rId23"/>
    <p:sldId id="503" r:id="rId24"/>
    <p:sldId id="527" r:id="rId25"/>
    <p:sldId id="504" r:id="rId26"/>
    <p:sldId id="505" r:id="rId27"/>
    <p:sldId id="506" r:id="rId28"/>
    <p:sldId id="507" r:id="rId29"/>
    <p:sldId id="508" r:id="rId30"/>
    <p:sldId id="509" r:id="rId31"/>
    <p:sldId id="510" r:id="rId32"/>
    <p:sldId id="511" r:id="rId33"/>
    <p:sldId id="512" r:id="rId34"/>
    <p:sldId id="513" r:id="rId35"/>
    <p:sldId id="528" r:id="rId36"/>
    <p:sldId id="514" r:id="rId37"/>
    <p:sldId id="515" r:id="rId38"/>
    <p:sldId id="516" r:id="rId39"/>
    <p:sldId id="517" r:id="rId40"/>
    <p:sldId id="518" r:id="rId41"/>
    <p:sldId id="519" r:id="rId42"/>
    <p:sldId id="520" r:id="rId43"/>
    <p:sldId id="521" r:id="rId44"/>
    <p:sldId id="522" r:id="rId45"/>
    <p:sldId id="529" r:id="rId46"/>
    <p:sldId id="523" r:id="rId47"/>
    <p:sldId id="524" r:id="rId48"/>
    <p:sldId id="530" r:id="rId49"/>
    <p:sldId id="531" r:id="rId50"/>
    <p:sldId id="532" r:id="rId51"/>
    <p:sldId id="533" r:id="rId52"/>
    <p:sldId id="534" r:id="rId53"/>
    <p:sldId id="535" r:id="rId54"/>
    <p:sldId id="536" r:id="rId5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uthor" initials="A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823B"/>
    <a:srgbClr val="67337A"/>
    <a:srgbClr val="00642D"/>
    <a:srgbClr val="98A59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411567F-3985-45FD-B7D3-CBACEEBB75BA}" v="64" dt="2025-04-20T19:45:46.414"/>
    <p1510:client id="{8DFC6787-4569-4AEF-BB23-FDF85FEE05FB}" v="270" dt="2025-04-20T17:11:41.58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27F97BB-C833-4FB7-BDE5-3F7075034690}" styleName="Themed Style 2 - Accent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06799F8-075E-4A3A-A7F6-7FBC6576F1A4}" styleName="Themed Style 2 - Accent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18603FDC-E32A-4AB5-989C-0864C3EAD2B8}" styleName="Themed Style 2 - Accent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338" autoAdjust="0"/>
    <p:restoredTop sz="94660"/>
  </p:normalViewPr>
  <p:slideViewPr>
    <p:cSldViewPr snapToGrid="0">
      <p:cViewPr varScale="1">
        <p:scale>
          <a:sx n="155" d="100"/>
          <a:sy n="155" d="100"/>
        </p:scale>
        <p:origin x="516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commentAuthors" Target="commentAuthor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ohammed Fasha" userId="cc64f42d-a1a6-4f08-b97b-0c37f877119f" providerId="ADAL" clId="{2411567F-3985-45FD-B7D3-CBACEEBB75BA}"/>
    <pc:docChg chg="undo custSel addSld delSld modSld">
      <pc:chgData name="Mohammed Fasha" userId="cc64f42d-a1a6-4f08-b97b-0c37f877119f" providerId="ADAL" clId="{2411567F-3985-45FD-B7D3-CBACEEBB75BA}" dt="2025-04-20T19:47:02.345" v="446" actId="47"/>
      <pc:docMkLst>
        <pc:docMk/>
      </pc:docMkLst>
      <pc:sldChg chg="add del">
        <pc:chgData name="Mohammed Fasha" userId="cc64f42d-a1a6-4f08-b97b-0c37f877119f" providerId="ADAL" clId="{2411567F-3985-45FD-B7D3-CBACEEBB75BA}" dt="2025-04-20T19:30:30.973" v="2" actId="47"/>
        <pc:sldMkLst>
          <pc:docMk/>
          <pc:sldMk cId="678552476" sldId="331"/>
        </pc:sldMkLst>
      </pc:sldChg>
      <pc:sldChg chg="add del">
        <pc:chgData name="Mohammed Fasha" userId="cc64f42d-a1a6-4f08-b97b-0c37f877119f" providerId="ADAL" clId="{2411567F-3985-45FD-B7D3-CBACEEBB75BA}" dt="2025-04-20T19:30:30.973" v="2" actId="47"/>
        <pc:sldMkLst>
          <pc:docMk/>
          <pc:sldMk cId="961461304" sldId="470"/>
        </pc:sldMkLst>
      </pc:sldChg>
      <pc:sldChg chg="modSp add del mod">
        <pc:chgData name="Mohammed Fasha" userId="cc64f42d-a1a6-4f08-b97b-0c37f877119f" providerId="ADAL" clId="{2411567F-3985-45FD-B7D3-CBACEEBB75BA}" dt="2025-04-20T19:30:47.636" v="30" actId="6549"/>
        <pc:sldMkLst>
          <pc:docMk/>
          <pc:sldMk cId="2297456757" sldId="483"/>
        </pc:sldMkLst>
        <pc:spChg chg="mod">
          <ac:chgData name="Mohammed Fasha" userId="cc64f42d-a1a6-4f08-b97b-0c37f877119f" providerId="ADAL" clId="{2411567F-3985-45FD-B7D3-CBACEEBB75BA}" dt="2025-04-20T19:30:47.636" v="30" actId="6549"/>
          <ac:spMkLst>
            <pc:docMk/>
            <pc:sldMk cId="2297456757" sldId="483"/>
            <ac:spMk id="5" creationId="{89403830-E271-DAA0-8838-E295A84A8B5B}"/>
          </ac:spMkLst>
        </pc:spChg>
      </pc:sldChg>
      <pc:sldChg chg="add del">
        <pc:chgData name="Mohammed Fasha" userId="cc64f42d-a1a6-4f08-b97b-0c37f877119f" providerId="ADAL" clId="{2411567F-3985-45FD-B7D3-CBACEEBB75BA}" dt="2025-04-20T19:30:30.973" v="2" actId="47"/>
        <pc:sldMkLst>
          <pc:docMk/>
          <pc:sldMk cId="1157739513" sldId="484"/>
        </pc:sldMkLst>
      </pc:sldChg>
      <pc:sldChg chg="modSp new mod">
        <pc:chgData name="Mohammed Fasha" userId="cc64f42d-a1a6-4f08-b97b-0c37f877119f" providerId="ADAL" clId="{2411567F-3985-45FD-B7D3-CBACEEBB75BA}" dt="2025-04-20T19:32:40.063" v="86"/>
        <pc:sldMkLst>
          <pc:docMk/>
          <pc:sldMk cId="3095191240" sldId="484"/>
        </pc:sldMkLst>
        <pc:spChg chg="mod">
          <ac:chgData name="Mohammed Fasha" userId="cc64f42d-a1a6-4f08-b97b-0c37f877119f" providerId="ADAL" clId="{2411567F-3985-45FD-B7D3-CBACEEBB75BA}" dt="2025-04-20T19:32:40.063" v="86"/>
          <ac:spMkLst>
            <pc:docMk/>
            <pc:sldMk cId="3095191240" sldId="484"/>
            <ac:spMk id="2" creationId="{79F41056-3CCF-726C-9331-F91DE2941576}"/>
          </ac:spMkLst>
        </pc:spChg>
        <pc:spChg chg="mod">
          <ac:chgData name="Mohammed Fasha" userId="cc64f42d-a1a6-4f08-b97b-0c37f877119f" providerId="ADAL" clId="{2411567F-3985-45FD-B7D3-CBACEEBB75BA}" dt="2025-04-20T19:32:32.321" v="85"/>
          <ac:spMkLst>
            <pc:docMk/>
            <pc:sldMk cId="3095191240" sldId="484"/>
            <ac:spMk id="3" creationId="{72049CBB-D1A2-1818-AE17-B2EAAB6FA189}"/>
          </ac:spMkLst>
        </pc:spChg>
      </pc:sldChg>
      <pc:sldChg chg="add del">
        <pc:chgData name="Mohammed Fasha" userId="cc64f42d-a1a6-4f08-b97b-0c37f877119f" providerId="ADAL" clId="{2411567F-3985-45FD-B7D3-CBACEEBB75BA}" dt="2025-04-20T19:30:30.973" v="2" actId="47"/>
        <pc:sldMkLst>
          <pc:docMk/>
          <pc:sldMk cId="1041433416" sldId="485"/>
        </pc:sldMkLst>
      </pc:sldChg>
      <pc:sldChg chg="modSp add mod">
        <pc:chgData name="Mohammed Fasha" userId="cc64f42d-a1a6-4f08-b97b-0c37f877119f" providerId="ADAL" clId="{2411567F-3985-45FD-B7D3-CBACEEBB75BA}" dt="2025-04-20T19:32:54.181" v="95" actId="113"/>
        <pc:sldMkLst>
          <pc:docMk/>
          <pc:sldMk cId="2291173066" sldId="485"/>
        </pc:sldMkLst>
        <pc:spChg chg="mod">
          <ac:chgData name="Mohammed Fasha" userId="cc64f42d-a1a6-4f08-b97b-0c37f877119f" providerId="ADAL" clId="{2411567F-3985-45FD-B7D3-CBACEEBB75BA}" dt="2025-04-20T19:32:54.181" v="95" actId="113"/>
          <ac:spMkLst>
            <pc:docMk/>
            <pc:sldMk cId="2291173066" sldId="485"/>
            <ac:spMk id="2" creationId="{20460CD4-C9D4-7D81-592B-82AE9017297D}"/>
          </ac:spMkLst>
        </pc:spChg>
        <pc:spChg chg="mod">
          <ac:chgData name="Mohammed Fasha" userId="cc64f42d-a1a6-4f08-b97b-0c37f877119f" providerId="ADAL" clId="{2411567F-3985-45FD-B7D3-CBACEEBB75BA}" dt="2025-04-20T19:32:50.497" v="90" actId="27636"/>
          <ac:spMkLst>
            <pc:docMk/>
            <pc:sldMk cId="2291173066" sldId="485"/>
            <ac:spMk id="3" creationId="{0F678EF9-E764-A624-249B-012102585840}"/>
          </ac:spMkLst>
        </pc:spChg>
      </pc:sldChg>
      <pc:sldChg chg="modSp add mod">
        <pc:chgData name="Mohammed Fasha" userId="cc64f42d-a1a6-4f08-b97b-0c37f877119f" providerId="ADAL" clId="{2411567F-3985-45FD-B7D3-CBACEEBB75BA}" dt="2025-04-20T19:33:07.914" v="102" actId="113"/>
        <pc:sldMkLst>
          <pc:docMk/>
          <pc:sldMk cId="659999424" sldId="486"/>
        </pc:sldMkLst>
        <pc:spChg chg="mod">
          <ac:chgData name="Mohammed Fasha" userId="cc64f42d-a1a6-4f08-b97b-0c37f877119f" providerId="ADAL" clId="{2411567F-3985-45FD-B7D3-CBACEEBB75BA}" dt="2025-04-20T19:33:07.914" v="102" actId="113"/>
          <ac:spMkLst>
            <pc:docMk/>
            <pc:sldMk cId="659999424" sldId="486"/>
            <ac:spMk id="2" creationId="{381DA89E-8F6E-164D-E8EE-A45616CF6FE7}"/>
          </ac:spMkLst>
        </pc:spChg>
        <pc:spChg chg="mod">
          <ac:chgData name="Mohammed Fasha" userId="cc64f42d-a1a6-4f08-b97b-0c37f877119f" providerId="ADAL" clId="{2411567F-3985-45FD-B7D3-CBACEEBB75BA}" dt="2025-04-20T19:33:04.232" v="97" actId="21"/>
          <ac:spMkLst>
            <pc:docMk/>
            <pc:sldMk cId="659999424" sldId="486"/>
            <ac:spMk id="3" creationId="{9452B6AF-0CC1-F2E4-6AD4-B0D6024CD4BD}"/>
          </ac:spMkLst>
        </pc:spChg>
      </pc:sldChg>
      <pc:sldChg chg="add del">
        <pc:chgData name="Mohammed Fasha" userId="cc64f42d-a1a6-4f08-b97b-0c37f877119f" providerId="ADAL" clId="{2411567F-3985-45FD-B7D3-CBACEEBB75BA}" dt="2025-04-20T19:30:30.973" v="2" actId="47"/>
        <pc:sldMkLst>
          <pc:docMk/>
          <pc:sldMk cId="3032146913" sldId="486"/>
        </pc:sldMkLst>
      </pc:sldChg>
      <pc:sldChg chg="addSp delSp modSp add mod">
        <pc:chgData name="Mohammed Fasha" userId="cc64f42d-a1a6-4f08-b97b-0c37f877119f" providerId="ADAL" clId="{2411567F-3985-45FD-B7D3-CBACEEBB75BA}" dt="2025-04-20T19:34:12.881" v="114"/>
        <pc:sldMkLst>
          <pc:docMk/>
          <pc:sldMk cId="1338099508" sldId="487"/>
        </pc:sldMkLst>
        <pc:spChg chg="add del mod">
          <ac:chgData name="Mohammed Fasha" userId="cc64f42d-a1a6-4f08-b97b-0c37f877119f" providerId="ADAL" clId="{2411567F-3985-45FD-B7D3-CBACEEBB75BA}" dt="2025-04-20T19:33:29.283" v="105"/>
          <ac:spMkLst>
            <pc:docMk/>
            <pc:sldMk cId="1338099508" sldId="487"/>
            <ac:spMk id="2" creationId="{2EA98531-D82A-4787-B364-9F4E9573AAD5}"/>
          </ac:spMkLst>
        </pc:spChg>
        <pc:spChg chg="del">
          <ac:chgData name="Mohammed Fasha" userId="cc64f42d-a1a6-4f08-b97b-0c37f877119f" providerId="ADAL" clId="{2411567F-3985-45FD-B7D3-CBACEEBB75BA}" dt="2025-04-20T19:33:35.059" v="106"/>
          <ac:spMkLst>
            <pc:docMk/>
            <pc:sldMk cId="1338099508" sldId="487"/>
            <ac:spMk id="3" creationId="{8D8B9052-E8AF-4465-7C5E-A7B7803F52E7}"/>
          </ac:spMkLst>
        </pc:spChg>
        <pc:spChg chg="add mod">
          <ac:chgData name="Mohammed Fasha" userId="cc64f42d-a1a6-4f08-b97b-0c37f877119f" providerId="ADAL" clId="{2411567F-3985-45FD-B7D3-CBACEEBB75BA}" dt="2025-04-20T19:33:24.319" v="104"/>
          <ac:spMkLst>
            <pc:docMk/>
            <pc:sldMk cId="1338099508" sldId="487"/>
            <ac:spMk id="4" creationId="{DFE27561-520E-0CCC-3ED3-0FC85368F990}"/>
          </ac:spMkLst>
        </pc:spChg>
        <pc:graphicFrameChg chg="add mod modGraphic">
          <ac:chgData name="Mohammed Fasha" userId="cc64f42d-a1a6-4f08-b97b-0c37f877119f" providerId="ADAL" clId="{2411567F-3985-45FD-B7D3-CBACEEBB75BA}" dt="2025-04-20T19:34:08.842" v="112" actId="207"/>
          <ac:graphicFrameMkLst>
            <pc:docMk/>
            <pc:sldMk cId="1338099508" sldId="487"/>
            <ac:graphicFrameMk id="5" creationId="{BA33975F-AFC3-C6A6-C4D3-8E90C74CCECB}"/>
          </ac:graphicFrameMkLst>
        </pc:graphicFrameChg>
        <pc:graphicFrameChg chg="add mod">
          <ac:chgData name="Mohammed Fasha" userId="cc64f42d-a1a6-4f08-b97b-0c37f877119f" providerId="ADAL" clId="{2411567F-3985-45FD-B7D3-CBACEEBB75BA}" dt="2025-04-20T19:34:12.881" v="114"/>
          <ac:graphicFrameMkLst>
            <pc:docMk/>
            <pc:sldMk cId="1338099508" sldId="487"/>
            <ac:graphicFrameMk id="6" creationId="{E2680301-0411-B38C-5E7E-DF11939CC043}"/>
          </ac:graphicFrameMkLst>
        </pc:graphicFrameChg>
      </pc:sldChg>
      <pc:sldChg chg="add del">
        <pc:chgData name="Mohammed Fasha" userId="cc64f42d-a1a6-4f08-b97b-0c37f877119f" providerId="ADAL" clId="{2411567F-3985-45FD-B7D3-CBACEEBB75BA}" dt="2025-04-20T19:30:30.973" v="2" actId="47"/>
        <pc:sldMkLst>
          <pc:docMk/>
          <pc:sldMk cId="3938091334" sldId="487"/>
        </pc:sldMkLst>
      </pc:sldChg>
      <pc:sldChg chg="modSp add mod">
        <pc:chgData name="Mohammed Fasha" userId="cc64f42d-a1a6-4f08-b97b-0c37f877119f" providerId="ADAL" clId="{2411567F-3985-45FD-B7D3-CBACEEBB75BA}" dt="2025-04-20T19:34:23.441" v="121" actId="113"/>
        <pc:sldMkLst>
          <pc:docMk/>
          <pc:sldMk cId="2070932789" sldId="488"/>
        </pc:sldMkLst>
        <pc:spChg chg="mod">
          <ac:chgData name="Mohammed Fasha" userId="cc64f42d-a1a6-4f08-b97b-0c37f877119f" providerId="ADAL" clId="{2411567F-3985-45FD-B7D3-CBACEEBB75BA}" dt="2025-04-20T19:34:23.441" v="121" actId="113"/>
          <ac:spMkLst>
            <pc:docMk/>
            <pc:sldMk cId="2070932789" sldId="488"/>
            <ac:spMk id="2" creationId="{C953E392-75F2-5612-F4EE-5F4BB316B5FF}"/>
          </ac:spMkLst>
        </pc:spChg>
        <pc:spChg chg="mod">
          <ac:chgData name="Mohammed Fasha" userId="cc64f42d-a1a6-4f08-b97b-0c37f877119f" providerId="ADAL" clId="{2411567F-3985-45FD-B7D3-CBACEEBB75BA}" dt="2025-04-20T19:34:19.891" v="116" actId="21"/>
          <ac:spMkLst>
            <pc:docMk/>
            <pc:sldMk cId="2070932789" sldId="488"/>
            <ac:spMk id="3" creationId="{F6809E26-CE1C-1D45-4BE3-DED2F60E1DA6}"/>
          </ac:spMkLst>
        </pc:spChg>
      </pc:sldChg>
      <pc:sldChg chg="add del">
        <pc:chgData name="Mohammed Fasha" userId="cc64f42d-a1a6-4f08-b97b-0c37f877119f" providerId="ADAL" clId="{2411567F-3985-45FD-B7D3-CBACEEBB75BA}" dt="2025-04-20T19:30:30.973" v="2" actId="47"/>
        <pc:sldMkLst>
          <pc:docMk/>
          <pc:sldMk cId="2278481155" sldId="488"/>
        </pc:sldMkLst>
      </pc:sldChg>
      <pc:sldChg chg="add del">
        <pc:chgData name="Mohammed Fasha" userId="cc64f42d-a1a6-4f08-b97b-0c37f877119f" providerId="ADAL" clId="{2411567F-3985-45FD-B7D3-CBACEEBB75BA}" dt="2025-04-20T19:30:30.973" v="2" actId="47"/>
        <pc:sldMkLst>
          <pc:docMk/>
          <pc:sldMk cId="1156889741" sldId="489"/>
        </pc:sldMkLst>
      </pc:sldChg>
      <pc:sldChg chg="modSp add mod">
        <pc:chgData name="Mohammed Fasha" userId="cc64f42d-a1a6-4f08-b97b-0c37f877119f" providerId="ADAL" clId="{2411567F-3985-45FD-B7D3-CBACEEBB75BA}" dt="2025-04-20T19:34:37.946" v="128" actId="113"/>
        <pc:sldMkLst>
          <pc:docMk/>
          <pc:sldMk cId="1997852019" sldId="489"/>
        </pc:sldMkLst>
        <pc:spChg chg="mod">
          <ac:chgData name="Mohammed Fasha" userId="cc64f42d-a1a6-4f08-b97b-0c37f877119f" providerId="ADAL" clId="{2411567F-3985-45FD-B7D3-CBACEEBB75BA}" dt="2025-04-20T19:34:37.946" v="128" actId="113"/>
          <ac:spMkLst>
            <pc:docMk/>
            <pc:sldMk cId="1997852019" sldId="489"/>
            <ac:spMk id="2" creationId="{53089B40-D5AD-03DA-0672-F995FC07932A}"/>
          </ac:spMkLst>
        </pc:spChg>
        <pc:spChg chg="mod">
          <ac:chgData name="Mohammed Fasha" userId="cc64f42d-a1a6-4f08-b97b-0c37f877119f" providerId="ADAL" clId="{2411567F-3985-45FD-B7D3-CBACEEBB75BA}" dt="2025-04-20T19:34:34.542" v="123" actId="21"/>
          <ac:spMkLst>
            <pc:docMk/>
            <pc:sldMk cId="1997852019" sldId="489"/>
            <ac:spMk id="3" creationId="{A199211E-2B07-8ACA-B364-C04594F6E31B}"/>
          </ac:spMkLst>
        </pc:spChg>
      </pc:sldChg>
      <pc:sldChg chg="add del">
        <pc:chgData name="Mohammed Fasha" userId="cc64f42d-a1a6-4f08-b97b-0c37f877119f" providerId="ADAL" clId="{2411567F-3985-45FD-B7D3-CBACEEBB75BA}" dt="2025-04-20T19:30:30.973" v="2" actId="47"/>
        <pc:sldMkLst>
          <pc:docMk/>
          <pc:sldMk cId="1757417059" sldId="490"/>
        </pc:sldMkLst>
      </pc:sldChg>
      <pc:sldChg chg="modSp add mod">
        <pc:chgData name="Mohammed Fasha" userId="cc64f42d-a1a6-4f08-b97b-0c37f877119f" providerId="ADAL" clId="{2411567F-3985-45FD-B7D3-CBACEEBB75BA}" dt="2025-04-20T19:34:51.088" v="135" actId="113"/>
        <pc:sldMkLst>
          <pc:docMk/>
          <pc:sldMk cId="2993562741" sldId="490"/>
        </pc:sldMkLst>
        <pc:spChg chg="mod">
          <ac:chgData name="Mohammed Fasha" userId="cc64f42d-a1a6-4f08-b97b-0c37f877119f" providerId="ADAL" clId="{2411567F-3985-45FD-B7D3-CBACEEBB75BA}" dt="2025-04-20T19:34:51.088" v="135" actId="113"/>
          <ac:spMkLst>
            <pc:docMk/>
            <pc:sldMk cId="2993562741" sldId="490"/>
            <ac:spMk id="2" creationId="{5BFA1556-6A50-A8B7-966D-7B71FDDA5544}"/>
          </ac:spMkLst>
        </pc:spChg>
        <pc:spChg chg="mod">
          <ac:chgData name="Mohammed Fasha" userId="cc64f42d-a1a6-4f08-b97b-0c37f877119f" providerId="ADAL" clId="{2411567F-3985-45FD-B7D3-CBACEEBB75BA}" dt="2025-04-20T19:34:47.360" v="130" actId="21"/>
          <ac:spMkLst>
            <pc:docMk/>
            <pc:sldMk cId="2993562741" sldId="490"/>
            <ac:spMk id="3" creationId="{F15E9C68-557E-5436-63E6-9AA3787D6864}"/>
          </ac:spMkLst>
        </pc:spChg>
      </pc:sldChg>
      <pc:sldChg chg="addSp modSp add mod">
        <pc:chgData name="Mohammed Fasha" userId="cc64f42d-a1a6-4f08-b97b-0c37f877119f" providerId="ADAL" clId="{2411567F-3985-45FD-B7D3-CBACEEBB75BA}" dt="2025-04-20T19:35:22.997" v="144" actId="207"/>
        <pc:sldMkLst>
          <pc:docMk/>
          <pc:sldMk cId="403864655" sldId="491"/>
        </pc:sldMkLst>
        <pc:spChg chg="mod">
          <ac:chgData name="Mohammed Fasha" userId="cc64f42d-a1a6-4f08-b97b-0c37f877119f" providerId="ADAL" clId="{2411567F-3985-45FD-B7D3-CBACEEBB75BA}" dt="2025-04-20T19:34:56.531" v="136"/>
          <ac:spMkLst>
            <pc:docMk/>
            <pc:sldMk cId="403864655" sldId="491"/>
            <ac:spMk id="2" creationId="{771498BB-D673-73AF-5265-07A86C1EB975}"/>
          </ac:spMkLst>
        </pc:spChg>
        <pc:spChg chg="mod">
          <ac:chgData name="Mohammed Fasha" userId="cc64f42d-a1a6-4f08-b97b-0c37f877119f" providerId="ADAL" clId="{2411567F-3985-45FD-B7D3-CBACEEBB75BA}" dt="2025-04-20T19:35:06.954" v="139" actId="12"/>
          <ac:spMkLst>
            <pc:docMk/>
            <pc:sldMk cId="403864655" sldId="491"/>
            <ac:spMk id="3" creationId="{C6CD9B5C-72CB-E5FC-801B-48A23EB45CDD}"/>
          </ac:spMkLst>
        </pc:spChg>
        <pc:graphicFrameChg chg="add mod modGraphic">
          <ac:chgData name="Mohammed Fasha" userId="cc64f42d-a1a6-4f08-b97b-0c37f877119f" providerId="ADAL" clId="{2411567F-3985-45FD-B7D3-CBACEEBB75BA}" dt="2025-04-20T19:35:22.997" v="144" actId="207"/>
          <ac:graphicFrameMkLst>
            <pc:docMk/>
            <pc:sldMk cId="403864655" sldId="491"/>
            <ac:graphicFrameMk id="4" creationId="{7D6A2CBB-0546-70D0-7668-1B3DD0C72C42}"/>
          </ac:graphicFrameMkLst>
        </pc:graphicFrameChg>
      </pc:sldChg>
      <pc:sldChg chg="add del">
        <pc:chgData name="Mohammed Fasha" userId="cc64f42d-a1a6-4f08-b97b-0c37f877119f" providerId="ADAL" clId="{2411567F-3985-45FD-B7D3-CBACEEBB75BA}" dt="2025-04-20T19:30:30.973" v="2" actId="47"/>
        <pc:sldMkLst>
          <pc:docMk/>
          <pc:sldMk cId="2994235587" sldId="491"/>
        </pc:sldMkLst>
      </pc:sldChg>
      <pc:sldChg chg="add del">
        <pc:chgData name="Mohammed Fasha" userId="cc64f42d-a1a6-4f08-b97b-0c37f877119f" providerId="ADAL" clId="{2411567F-3985-45FD-B7D3-CBACEEBB75BA}" dt="2025-04-20T19:30:30.973" v="2" actId="47"/>
        <pc:sldMkLst>
          <pc:docMk/>
          <pc:sldMk cId="346894193" sldId="492"/>
        </pc:sldMkLst>
      </pc:sldChg>
      <pc:sldChg chg="modSp add mod">
        <pc:chgData name="Mohammed Fasha" userId="cc64f42d-a1a6-4f08-b97b-0c37f877119f" providerId="ADAL" clId="{2411567F-3985-45FD-B7D3-CBACEEBB75BA}" dt="2025-04-20T19:35:35.010" v="146"/>
        <pc:sldMkLst>
          <pc:docMk/>
          <pc:sldMk cId="1009916886" sldId="492"/>
        </pc:sldMkLst>
        <pc:spChg chg="mod">
          <ac:chgData name="Mohammed Fasha" userId="cc64f42d-a1a6-4f08-b97b-0c37f877119f" providerId="ADAL" clId="{2411567F-3985-45FD-B7D3-CBACEEBB75BA}" dt="2025-04-20T19:35:30.217" v="145"/>
          <ac:spMkLst>
            <pc:docMk/>
            <pc:sldMk cId="1009916886" sldId="492"/>
            <ac:spMk id="2" creationId="{12AACBB4-F8FA-40A2-E250-9E99DCA8B700}"/>
          </ac:spMkLst>
        </pc:spChg>
        <pc:spChg chg="mod">
          <ac:chgData name="Mohammed Fasha" userId="cc64f42d-a1a6-4f08-b97b-0c37f877119f" providerId="ADAL" clId="{2411567F-3985-45FD-B7D3-CBACEEBB75BA}" dt="2025-04-20T19:35:35.010" v="146"/>
          <ac:spMkLst>
            <pc:docMk/>
            <pc:sldMk cId="1009916886" sldId="492"/>
            <ac:spMk id="3" creationId="{FA1D95ED-3A52-8312-DB42-32D7D7460ADE}"/>
          </ac:spMkLst>
        </pc:spChg>
      </pc:sldChg>
      <pc:sldChg chg="add del">
        <pc:chgData name="Mohammed Fasha" userId="cc64f42d-a1a6-4f08-b97b-0c37f877119f" providerId="ADAL" clId="{2411567F-3985-45FD-B7D3-CBACEEBB75BA}" dt="2025-04-20T19:30:30.973" v="2" actId="47"/>
        <pc:sldMkLst>
          <pc:docMk/>
          <pc:sldMk cId="2492520158" sldId="493"/>
        </pc:sldMkLst>
      </pc:sldChg>
      <pc:sldChg chg="modSp add mod">
        <pc:chgData name="Mohammed Fasha" userId="cc64f42d-a1a6-4f08-b97b-0c37f877119f" providerId="ADAL" clId="{2411567F-3985-45FD-B7D3-CBACEEBB75BA}" dt="2025-04-20T19:35:45.860" v="148"/>
        <pc:sldMkLst>
          <pc:docMk/>
          <pc:sldMk cId="2905072372" sldId="493"/>
        </pc:sldMkLst>
        <pc:spChg chg="mod">
          <ac:chgData name="Mohammed Fasha" userId="cc64f42d-a1a6-4f08-b97b-0c37f877119f" providerId="ADAL" clId="{2411567F-3985-45FD-B7D3-CBACEEBB75BA}" dt="2025-04-20T19:35:40.934" v="147"/>
          <ac:spMkLst>
            <pc:docMk/>
            <pc:sldMk cId="2905072372" sldId="493"/>
            <ac:spMk id="2" creationId="{89C179C6-7A36-7A66-DFDF-6E71926F7CB8}"/>
          </ac:spMkLst>
        </pc:spChg>
        <pc:spChg chg="mod">
          <ac:chgData name="Mohammed Fasha" userId="cc64f42d-a1a6-4f08-b97b-0c37f877119f" providerId="ADAL" clId="{2411567F-3985-45FD-B7D3-CBACEEBB75BA}" dt="2025-04-20T19:35:45.860" v="148"/>
          <ac:spMkLst>
            <pc:docMk/>
            <pc:sldMk cId="2905072372" sldId="493"/>
            <ac:spMk id="3" creationId="{7275390B-F6FD-07E9-80A1-5AEA88C56822}"/>
          </ac:spMkLst>
        </pc:spChg>
      </pc:sldChg>
      <pc:sldChg chg="modSp add mod">
        <pc:chgData name="Mohammed Fasha" userId="cc64f42d-a1a6-4f08-b97b-0c37f877119f" providerId="ADAL" clId="{2411567F-3985-45FD-B7D3-CBACEEBB75BA}" dt="2025-04-20T19:36:27.093" v="155"/>
        <pc:sldMkLst>
          <pc:docMk/>
          <pc:sldMk cId="113112822" sldId="494"/>
        </pc:sldMkLst>
        <pc:spChg chg="mod">
          <ac:chgData name="Mohammed Fasha" userId="cc64f42d-a1a6-4f08-b97b-0c37f877119f" providerId="ADAL" clId="{2411567F-3985-45FD-B7D3-CBACEEBB75BA}" dt="2025-04-20T19:36:27.093" v="155"/>
          <ac:spMkLst>
            <pc:docMk/>
            <pc:sldMk cId="113112822" sldId="494"/>
            <ac:spMk id="2" creationId="{C6263238-F3D6-19CC-FF6F-AE744639F72E}"/>
          </ac:spMkLst>
        </pc:spChg>
        <pc:spChg chg="mod">
          <ac:chgData name="Mohammed Fasha" userId="cc64f42d-a1a6-4f08-b97b-0c37f877119f" providerId="ADAL" clId="{2411567F-3985-45FD-B7D3-CBACEEBB75BA}" dt="2025-04-20T19:36:20.149" v="154"/>
          <ac:spMkLst>
            <pc:docMk/>
            <pc:sldMk cId="113112822" sldId="494"/>
            <ac:spMk id="3" creationId="{AC6F4B7C-5CEB-7662-7DB9-BCA30A1B9027}"/>
          </ac:spMkLst>
        </pc:spChg>
      </pc:sldChg>
      <pc:sldChg chg="add del">
        <pc:chgData name="Mohammed Fasha" userId="cc64f42d-a1a6-4f08-b97b-0c37f877119f" providerId="ADAL" clId="{2411567F-3985-45FD-B7D3-CBACEEBB75BA}" dt="2025-04-20T19:30:30.973" v="2" actId="47"/>
        <pc:sldMkLst>
          <pc:docMk/>
          <pc:sldMk cId="274101089" sldId="494"/>
        </pc:sldMkLst>
      </pc:sldChg>
      <pc:sldChg chg="modSp add mod">
        <pc:chgData name="Mohammed Fasha" userId="cc64f42d-a1a6-4f08-b97b-0c37f877119f" providerId="ADAL" clId="{2411567F-3985-45FD-B7D3-CBACEEBB75BA}" dt="2025-04-20T19:36:38.937" v="158" actId="27636"/>
        <pc:sldMkLst>
          <pc:docMk/>
          <pc:sldMk cId="1043757718" sldId="495"/>
        </pc:sldMkLst>
        <pc:spChg chg="mod">
          <ac:chgData name="Mohammed Fasha" userId="cc64f42d-a1a6-4f08-b97b-0c37f877119f" providerId="ADAL" clId="{2411567F-3985-45FD-B7D3-CBACEEBB75BA}" dt="2025-04-20T19:36:33.534" v="156"/>
          <ac:spMkLst>
            <pc:docMk/>
            <pc:sldMk cId="1043757718" sldId="495"/>
            <ac:spMk id="2" creationId="{3846BF23-C77A-C8CC-25B0-BAD20BC3B0A3}"/>
          </ac:spMkLst>
        </pc:spChg>
        <pc:spChg chg="mod">
          <ac:chgData name="Mohammed Fasha" userId="cc64f42d-a1a6-4f08-b97b-0c37f877119f" providerId="ADAL" clId="{2411567F-3985-45FD-B7D3-CBACEEBB75BA}" dt="2025-04-20T19:36:38.937" v="158" actId="27636"/>
          <ac:spMkLst>
            <pc:docMk/>
            <pc:sldMk cId="1043757718" sldId="495"/>
            <ac:spMk id="3" creationId="{0BA1BCF8-0011-BD9F-46DD-40AEB9A36796}"/>
          </ac:spMkLst>
        </pc:spChg>
      </pc:sldChg>
      <pc:sldChg chg="add del">
        <pc:chgData name="Mohammed Fasha" userId="cc64f42d-a1a6-4f08-b97b-0c37f877119f" providerId="ADAL" clId="{2411567F-3985-45FD-B7D3-CBACEEBB75BA}" dt="2025-04-20T19:30:30.973" v="2" actId="47"/>
        <pc:sldMkLst>
          <pc:docMk/>
          <pc:sldMk cId="4061804934" sldId="495"/>
        </pc:sldMkLst>
      </pc:sldChg>
      <pc:sldChg chg="addSp delSp modSp add mod">
        <pc:chgData name="Mohammed Fasha" userId="cc64f42d-a1a6-4f08-b97b-0c37f877119f" providerId="ADAL" clId="{2411567F-3985-45FD-B7D3-CBACEEBB75BA}" dt="2025-04-20T19:37:00.720" v="167" actId="21"/>
        <pc:sldMkLst>
          <pc:docMk/>
          <pc:sldMk cId="3632187406" sldId="496"/>
        </pc:sldMkLst>
        <pc:spChg chg="mod">
          <ac:chgData name="Mohammed Fasha" userId="cc64f42d-a1a6-4f08-b97b-0c37f877119f" providerId="ADAL" clId="{2411567F-3985-45FD-B7D3-CBACEEBB75BA}" dt="2025-04-20T19:36:47.583" v="161" actId="20577"/>
          <ac:spMkLst>
            <pc:docMk/>
            <pc:sldMk cId="3632187406" sldId="496"/>
            <ac:spMk id="2" creationId="{9BC7A372-5DF8-4A43-F835-9E625B0BBA43}"/>
          </ac:spMkLst>
        </pc:spChg>
        <pc:spChg chg="add del mod">
          <ac:chgData name="Mohammed Fasha" userId="cc64f42d-a1a6-4f08-b97b-0c37f877119f" providerId="ADAL" clId="{2411567F-3985-45FD-B7D3-CBACEEBB75BA}" dt="2025-04-20T19:37:00.720" v="167" actId="21"/>
          <ac:spMkLst>
            <pc:docMk/>
            <pc:sldMk cId="3632187406" sldId="496"/>
            <ac:spMk id="3" creationId="{7F82813C-AC3A-98E7-23A1-882384E2F7D9}"/>
          </ac:spMkLst>
        </pc:spChg>
        <pc:spChg chg="add mod">
          <ac:chgData name="Mohammed Fasha" userId="cc64f42d-a1a6-4f08-b97b-0c37f877119f" providerId="ADAL" clId="{2411567F-3985-45FD-B7D3-CBACEEBB75BA}" dt="2025-04-20T19:36:52.454" v="163"/>
          <ac:spMkLst>
            <pc:docMk/>
            <pc:sldMk cId="3632187406" sldId="496"/>
            <ac:spMk id="4" creationId="{4EC76864-1586-3215-214A-E4A575476699}"/>
          </ac:spMkLst>
        </pc:spChg>
        <pc:spChg chg="add mod">
          <ac:chgData name="Mohammed Fasha" userId="cc64f42d-a1a6-4f08-b97b-0c37f877119f" providerId="ADAL" clId="{2411567F-3985-45FD-B7D3-CBACEEBB75BA}" dt="2025-04-20T19:36:54.275" v="165"/>
          <ac:spMkLst>
            <pc:docMk/>
            <pc:sldMk cId="3632187406" sldId="496"/>
            <ac:spMk id="5" creationId="{F9CFE7CC-EB93-C88C-A204-EAE64C3FCF36}"/>
          </ac:spMkLst>
        </pc:spChg>
      </pc:sldChg>
      <pc:sldChg chg="modSp add mod">
        <pc:chgData name="Mohammed Fasha" userId="cc64f42d-a1a6-4f08-b97b-0c37f877119f" providerId="ADAL" clId="{2411567F-3985-45FD-B7D3-CBACEEBB75BA}" dt="2025-04-20T19:37:12.877" v="174" actId="113"/>
        <pc:sldMkLst>
          <pc:docMk/>
          <pc:sldMk cId="1955568160" sldId="497"/>
        </pc:sldMkLst>
        <pc:spChg chg="mod">
          <ac:chgData name="Mohammed Fasha" userId="cc64f42d-a1a6-4f08-b97b-0c37f877119f" providerId="ADAL" clId="{2411567F-3985-45FD-B7D3-CBACEEBB75BA}" dt="2025-04-20T19:37:12.877" v="174" actId="113"/>
          <ac:spMkLst>
            <pc:docMk/>
            <pc:sldMk cId="1955568160" sldId="497"/>
            <ac:spMk id="2" creationId="{F262C27C-A4E3-DF5A-2C0A-F409DE80B03E}"/>
          </ac:spMkLst>
        </pc:spChg>
        <pc:spChg chg="mod">
          <ac:chgData name="Mohammed Fasha" userId="cc64f42d-a1a6-4f08-b97b-0c37f877119f" providerId="ADAL" clId="{2411567F-3985-45FD-B7D3-CBACEEBB75BA}" dt="2025-04-20T19:37:09.328" v="169" actId="21"/>
          <ac:spMkLst>
            <pc:docMk/>
            <pc:sldMk cId="1955568160" sldId="497"/>
            <ac:spMk id="3" creationId="{08C68F4A-3750-3B29-BC87-EB539F390639}"/>
          </ac:spMkLst>
        </pc:spChg>
      </pc:sldChg>
      <pc:sldChg chg="add del">
        <pc:chgData name="Mohammed Fasha" userId="cc64f42d-a1a6-4f08-b97b-0c37f877119f" providerId="ADAL" clId="{2411567F-3985-45FD-B7D3-CBACEEBB75BA}" dt="2025-04-20T19:30:30.973" v="2" actId="47"/>
        <pc:sldMkLst>
          <pc:docMk/>
          <pc:sldMk cId="3785505166" sldId="497"/>
        </pc:sldMkLst>
      </pc:sldChg>
      <pc:sldChg chg="modSp add mod">
        <pc:chgData name="Mohammed Fasha" userId="cc64f42d-a1a6-4f08-b97b-0c37f877119f" providerId="ADAL" clId="{2411567F-3985-45FD-B7D3-CBACEEBB75BA}" dt="2025-04-20T19:37:24.253" v="181" actId="113"/>
        <pc:sldMkLst>
          <pc:docMk/>
          <pc:sldMk cId="2557989503" sldId="498"/>
        </pc:sldMkLst>
        <pc:spChg chg="mod">
          <ac:chgData name="Mohammed Fasha" userId="cc64f42d-a1a6-4f08-b97b-0c37f877119f" providerId="ADAL" clId="{2411567F-3985-45FD-B7D3-CBACEEBB75BA}" dt="2025-04-20T19:37:24.253" v="181" actId="113"/>
          <ac:spMkLst>
            <pc:docMk/>
            <pc:sldMk cId="2557989503" sldId="498"/>
            <ac:spMk id="2" creationId="{30A464DD-6BF2-A5E3-4DD8-510940621026}"/>
          </ac:spMkLst>
        </pc:spChg>
        <pc:spChg chg="mod">
          <ac:chgData name="Mohammed Fasha" userId="cc64f42d-a1a6-4f08-b97b-0c37f877119f" providerId="ADAL" clId="{2411567F-3985-45FD-B7D3-CBACEEBB75BA}" dt="2025-04-20T19:37:20.982" v="176" actId="21"/>
          <ac:spMkLst>
            <pc:docMk/>
            <pc:sldMk cId="2557989503" sldId="498"/>
            <ac:spMk id="3" creationId="{B43160A9-C438-3E46-C63E-4E56F4495785}"/>
          </ac:spMkLst>
        </pc:spChg>
      </pc:sldChg>
      <pc:sldChg chg="add del">
        <pc:chgData name="Mohammed Fasha" userId="cc64f42d-a1a6-4f08-b97b-0c37f877119f" providerId="ADAL" clId="{2411567F-3985-45FD-B7D3-CBACEEBB75BA}" dt="2025-04-20T19:30:30.973" v="2" actId="47"/>
        <pc:sldMkLst>
          <pc:docMk/>
          <pc:sldMk cId="3900601116" sldId="498"/>
        </pc:sldMkLst>
      </pc:sldChg>
      <pc:sldChg chg="modSp add mod">
        <pc:chgData name="Mohammed Fasha" userId="cc64f42d-a1a6-4f08-b97b-0c37f877119f" providerId="ADAL" clId="{2411567F-3985-45FD-B7D3-CBACEEBB75BA}" dt="2025-04-20T19:37:34.740" v="188" actId="113"/>
        <pc:sldMkLst>
          <pc:docMk/>
          <pc:sldMk cId="1671422244" sldId="499"/>
        </pc:sldMkLst>
        <pc:spChg chg="mod">
          <ac:chgData name="Mohammed Fasha" userId="cc64f42d-a1a6-4f08-b97b-0c37f877119f" providerId="ADAL" clId="{2411567F-3985-45FD-B7D3-CBACEEBB75BA}" dt="2025-04-20T19:37:34.740" v="188" actId="113"/>
          <ac:spMkLst>
            <pc:docMk/>
            <pc:sldMk cId="1671422244" sldId="499"/>
            <ac:spMk id="2" creationId="{6E4D3EBB-961B-BA69-9080-790C5A91B0D3}"/>
          </ac:spMkLst>
        </pc:spChg>
        <pc:spChg chg="mod">
          <ac:chgData name="Mohammed Fasha" userId="cc64f42d-a1a6-4f08-b97b-0c37f877119f" providerId="ADAL" clId="{2411567F-3985-45FD-B7D3-CBACEEBB75BA}" dt="2025-04-20T19:37:30.989" v="183" actId="21"/>
          <ac:spMkLst>
            <pc:docMk/>
            <pc:sldMk cId="1671422244" sldId="499"/>
            <ac:spMk id="3" creationId="{5AF1B748-EFFF-0EF8-5459-CE29294EEE7C}"/>
          </ac:spMkLst>
        </pc:spChg>
      </pc:sldChg>
      <pc:sldChg chg="add del">
        <pc:chgData name="Mohammed Fasha" userId="cc64f42d-a1a6-4f08-b97b-0c37f877119f" providerId="ADAL" clId="{2411567F-3985-45FD-B7D3-CBACEEBB75BA}" dt="2025-04-20T19:30:30.973" v="2" actId="47"/>
        <pc:sldMkLst>
          <pc:docMk/>
          <pc:sldMk cId="2467848175" sldId="499"/>
        </pc:sldMkLst>
      </pc:sldChg>
      <pc:sldChg chg="addSp delSp modSp add mod">
        <pc:chgData name="Mohammed Fasha" userId="cc64f42d-a1a6-4f08-b97b-0c37f877119f" providerId="ADAL" clId="{2411567F-3985-45FD-B7D3-CBACEEBB75BA}" dt="2025-04-20T19:38:00.951" v="195" actId="207"/>
        <pc:sldMkLst>
          <pc:docMk/>
          <pc:sldMk cId="3130337840" sldId="500"/>
        </pc:sldMkLst>
        <pc:spChg chg="mod">
          <ac:chgData name="Mohammed Fasha" userId="cc64f42d-a1a6-4f08-b97b-0c37f877119f" providerId="ADAL" clId="{2411567F-3985-45FD-B7D3-CBACEEBB75BA}" dt="2025-04-20T19:37:40.302" v="189"/>
          <ac:spMkLst>
            <pc:docMk/>
            <pc:sldMk cId="3130337840" sldId="500"/>
            <ac:spMk id="2" creationId="{783C829C-88BE-0F00-51A2-308418E6E71F}"/>
          </ac:spMkLst>
        </pc:spChg>
        <pc:spChg chg="del">
          <ac:chgData name="Mohammed Fasha" userId="cc64f42d-a1a6-4f08-b97b-0c37f877119f" providerId="ADAL" clId="{2411567F-3985-45FD-B7D3-CBACEEBB75BA}" dt="2025-04-20T19:37:47.707" v="190"/>
          <ac:spMkLst>
            <pc:docMk/>
            <pc:sldMk cId="3130337840" sldId="500"/>
            <ac:spMk id="3" creationId="{B4EFE31D-2BB2-A7A9-FC6D-A668EF4F3CE5}"/>
          </ac:spMkLst>
        </pc:spChg>
        <pc:graphicFrameChg chg="add mod modGraphic">
          <ac:chgData name="Mohammed Fasha" userId="cc64f42d-a1a6-4f08-b97b-0c37f877119f" providerId="ADAL" clId="{2411567F-3985-45FD-B7D3-CBACEEBB75BA}" dt="2025-04-20T19:38:00.951" v="195" actId="207"/>
          <ac:graphicFrameMkLst>
            <pc:docMk/>
            <pc:sldMk cId="3130337840" sldId="500"/>
            <ac:graphicFrameMk id="4" creationId="{7935372F-0C1D-EE12-4CFF-C1CE5C5E0769}"/>
          </ac:graphicFrameMkLst>
        </pc:graphicFrameChg>
      </pc:sldChg>
      <pc:sldChg chg="add del">
        <pc:chgData name="Mohammed Fasha" userId="cc64f42d-a1a6-4f08-b97b-0c37f877119f" providerId="ADAL" clId="{2411567F-3985-45FD-B7D3-CBACEEBB75BA}" dt="2025-04-20T19:30:30.973" v="2" actId="47"/>
        <pc:sldMkLst>
          <pc:docMk/>
          <pc:sldMk cId="3327834872" sldId="500"/>
        </pc:sldMkLst>
      </pc:sldChg>
      <pc:sldChg chg="modSp add mod">
        <pc:chgData name="Mohammed Fasha" userId="cc64f42d-a1a6-4f08-b97b-0c37f877119f" providerId="ADAL" clId="{2411567F-3985-45FD-B7D3-CBACEEBB75BA}" dt="2025-04-20T19:38:13.308" v="202" actId="113"/>
        <pc:sldMkLst>
          <pc:docMk/>
          <pc:sldMk cId="291046217" sldId="501"/>
        </pc:sldMkLst>
        <pc:spChg chg="mod">
          <ac:chgData name="Mohammed Fasha" userId="cc64f42d-a1a6-4f08-b97b-0c37f877119f" providerId="ADAL" clId="{2411567F-3985-45FD-B7D3-CBACEEBB75BA}" dt="2025-04-20T19:38:13.308" v="202" actId="113"/>
          <ac:spMkLst>
            <pc:docMk/>
            <pc:sldMk cId="291046217" sldId="501"/>
            <ac:spMk id="2" creationId="{63809C68-B75A-B064-732F-6393AB232A41}"/>
          </ac:spMkLst>
        </pc:spChg>
        <pc:spChg chg="mod">
          <ac:chgData name="Mohammed Fasha" userId="cc64f42d-a1a6-4f08-b97b-0c37f877119f" providerId="ADAL" clId="{2411567F-3985-45FD-B7D3-CBACEEBB75BA}" dt="2025-04-20T19:38:09.917" v="197" actId="21"/>
          <ac:spMkLst>
            <pc:docMk/>
            <pc:sldMk cId="291046217" sldId="501"/>
            <ac:spMk id="3" creationId="{E55B8019-46D5-A8DC-D2C3-D7A02282E5CA}"/>
          </ac:spMkLst>
        </pc:spChg>
      </pc:sldChg>
      <pc:sldChg chg="add del">
        <pc:chgData name="Mohammed Fasha" userId="cc64f42d-a1a6-4f08-b97b-0c37f877119f" providerId="ADAL" clId="{2411567F-3985-45FD-B7D3-CBACEEBB75BA}" dt="2025-04-20T19:30:30.973" v="2" actId="47"/>
        <pc:sldMkLst>
          <pc:docMk/>
          <pc:sldMk cId="1095751481" sldId="501"/>
        </pc:sldMkLst>
      </pc:sldChg>
      <pc:sldChg chg="modSp add mod">
        <pc:chgData name="Mohammed Fasha" userId="cc64f42d-a1a6-4f08-b97b-0c37f877119f" providerId="ADAL" clId="{2411567F-3985-45FD-B7D3-CBACEEBB75BA}" dt="2025-04-20T19:38:26.256" v="209" actId="113"/>
        <pc:sldMkLst>
          <pc:docMk/>
          <pc:sldMk cId="230738594" sldId="502"/>
        </pc:sldMkLst>
        <pc:spChg chg="mod">
          <ac:chgData name="Mohammed Fasha" userId="cc64f42d-a1a6-4f08-b97b-0c37f877119f" providerId="ADAL" clId="{2411567F-3985-45FD-B7D3-CBACEEBB75BA}" dt="2025-04-20T19:38:26.256" v="209" actId="113"/>
          <ac:spMkLst>
            <pc:docMk/>
            <pc:sldMk cId="230738594" sldId="502"/>
            <ac:spMk id="2" creationId="{A8E7B0CC-9EA3-2089-260A-8AA680969E61}"/>
          </ac:spMkLst>
        </pc:spChg>
        <pc:spChg chg="mod">
          <ac:chgData name="Mohammed Fasha" userId="cc64f42d-a1a6-4f08-b97b-0c37f877119f" providerId="ADAL" clId="{2411567F-3985-45FD-B7D3-CBACEEBB75BA}" dt="2025-04-20T19:38:22.706" v="204" actId="21"/>
          <ac:spMkLst>
            <pc:docMk/>
            <pc:sldMk cId="230738594" sldId="502"/>
            <ac:spMk id="3" creationId="{D4E8A736-63FA-4968-09E9-B91E06081D58}"/>
          </ac:spMkLst>
        </pc:spChg>
      </pc:sldChg>
      <pc:sldChg chg="add del">
        <pc:chgData name="Mohammed Fasha" userId="cc64f42d-a1a6-4f08-b97b-0c37f877119f" providerId="ADAL" clId="{2411567F-3985-45FD-B7D3-CBACEEBB75BA}" dt="2025-04-20T19:30:30.973" v="2" actId="47"/>
        <pc:sldMkLst>
          <pc:docMk/>
          <pc:sldMk cId="1571885319" sldId="502"/>
        </pc:sldMkLst>
      </pc:sldChg>
      <pc:sldChg chg="modSp add mod">
        <pc:chgData name="Mohammed Fasha" userId="cc64f42d-a1a6-4f08-b97b-0c37f877119f" providerId="ADAL" clId="{2411567F-3985-45FD-B7D3-CBACEEBB75BA}" dt="2025-04-20T19:38:38.747" v="216" actId="113"/>
        <pc:sldMkLst>
          <pc:docMk/>
          <pc:sldMk cId="2094350260" sldId="503"/>
        </pc:sldMkLst>
        <pc:spChg chg="mod">
          <ac:chgData name="Mohammed Fasha" userId="cc64f42d-a1a6-4f08-b97b-0c37f877119f" providerId="ADAL" clId="{2411567F-3985-45FD-B7D3-CBACEEBB75BA}" dt="2025-04-20T19:38:38.747" v="216" actId="113"/>
          <ac:spMkLst>
            <pc:docMk/>
            <pc:sldMk cId="2094350260" sldId="503"/>
            <ac:spMk id="2" creationId="{93672513-A7D3-8A7B-35B8-19354FBC723B}"/>
          </ac:spMkLst>
        </pc:spChg>
        <pc:spChg chg="mod">
          <ac:chgData name="Mohammed Fasha" userId="cc64f42d-a1a6-4f08-b97b-0c37f877119f" providerId="ADAL" clId="{2411567F-3985-45FD-B7D3-CBACEEBB75BA}" dt="2025-04-20T19:38:35.169" v="211" actId="21"/>
          <ac:spMkLst>
            <pc:docMk/>
            <pc:sldMk cId="2094350260" sldId="503"/>
            <ac:spMk id="3" creationId="{ABBFDA7F-9483-2571-A7BE-CB1F316E0B68}"/>
          </ac:spMkLst>
        </pc:spChg>
      </pc:sldChg>
      <pc:sldChg chg="modSp add mod">
        <pc:chgData name="Mohammed Fasha" userId="cc64f42d-a1a6-4f08-b97b-0c37f877119f" providerId="ADAL" clId="{2411567F-3985-45FD-B7D3-CBACEEBB75BA}" dt="2025-04-20T19:39:06.080" v="228" actId="113"/>
        <pc:sldMkLst>
          <pc:docMk/>
          <pc:sldMk cId="345557149" sldId="504"/>
        </pc:sldMkLst>
        <pc:spChg chg="mod">
          <ac:chgData name="Mohammed Fasha" userId="cc64f42d-a1a6-4f08-b97b-0c37f877119f" providerId="ADAL" clId="{2411567F-3985-45FD-B7D3-CBACEEBB75BA}" dt="2025-04-20T19:39:06.080" v="228" actId="113"/>
          <ac:spMkLst>
            <pc:docMk/>
            <pc:sldMk cId="345557149" sldId="504"/>
            <ac:spMk id="2" creationId="{C3336A66-F998-2E06-BDCD-367DBA1AEF80}"/>
          </ac:spMkLst>
        </pc:spChg>
        <pc:spChg chg="mod">
          <ac:chgData name="Mohammed Fasha" userId="cc64f42d-a1a6-4f08-b97b-0c37f877119f" providerId="ADAL" clId="{2411567F-3985-45FD-B7D3-CBACEEBB75BA}" dt="2025-04-20T19:39:02.884" v="223" actId="21"/>
          <ac:spMkLst>
            <pc:docMk/>
            <pc:sldMk cId="345557149" sldId="504"/>
            <ac:spMk id="3" creationId="{8F08CEFF-C16E-A4B0-DA1F-B909B18BEEAB}"/>
          </ac:spMkLst>
        </pc:spChg>
      </pc:sldChg>
      <pc:sldChg chg="add del">
        <pc:chgData name="Mohammed Fasha" userId="cc64f42d-a1a6-4f08-b97b-0c37f877119f" providerId="ADAL" clId="{2411567F-3985-45FD-B7D3-CBACEEBB75BA}" dt="2025-04-20T19:30:30.973" v="2" actId="47"/>
        <pc:sldMkLst>
          <pc:docMk/>
          <pc:sldMk cId="952400947" sldId="504"/>
        </pc:sldMkLst>
      </pc:sldChg>
      <pc:sldChg chg="modSp add mod">
        <pc:chgData name="Mohammed Fasha" userId="cc64f42d-a1a6-4f08-b97b-0c37f877119f" providerId="ADAL" clId="{2411567F-3985-45FD-B7D3-CBACEEBB75BA}" dt="2025-04-20T19:39:17.121" v="237" actId="113"/>
        <pc:sldMkLst>
          <pc:docMk/>
          <pc:sldMk cId="390948629" sldId="505"/>
        </pc:sldMkLst>
        <pc:spChg chg="mod">
          <ac:chgData name="Mohammed Fasha" userId="cc64f42d-a1a6-4f08-b97b-0c37f877119f" providerId="ADAL" clId="{2411567F-3985-45FD-B7D3-CBACEEBB75BA}" dt="2025-04-20T19:39:17.121" v="237" actId="113"/>
          <ac:spMkLst>
            <pc:docMk/>
            <pc:sldMk cId="390948629" sldId="505"/>
            <ac:spMk id="2" creationId="{97195E22-8B15-11C2-981E-133F3774E787}"/>
          </ac:spMkLst>
        </pc:spChg>
        <pc:spChg chg="mod">
          <ac:chgData name="Mohammed Fasha" userId="cc64f42d-a1a6-4f08-b97b-0c37f877119f" providerId="ADAL" clId="{2411567F-3985-45FD-B7D3-CBACEEBB75BA}" dt="2025-04-20T19:39:13.874" v="232" actId="27636"/>
          <ac:spMkLst>
            <pc:docMk/>
            <pc:sldMk cId="390948629" sldId="505"/>
            <ac:spMk id="3" creationId="{83E704A8-2091-9BA1-DBA0-A22FBF06E1CD}"/>
          </ac:spMkLst>
        </pc:spChg>
      </pc:sldChg>
      <pc:sldChg chg="modSp add mod">
        <pc:chgData name="Mohammed Fasha" userId="cc64f42d-a1a6-4f08-b97b-0c37f877119f" providerId="ADAL" clId="{2411567F-3985-45FD-B7D3-CBACEEBB75BA}" dt="2025-04-20T19:39:28.484" v="244" actId="113"/>
        <pc:sldMkLst>
          <pc:docMk/>
          <pc:sldMk cId="3789034041" sldId="506"/>
        </pc:sldMkLst>
        <pc:spChg chg="mod">
          <ac:chgData name="Mohammed Fasha" userId="cc64f42d-a1a6-4f08-b97b-0c37f877119f" providerId="ADAL" clId="{2411567F-3985-45FD-B7D3-CBACEEBB75BA}" dt="2025-04-20T19:39:28.484" v="244" actId="113"/>
          <ac:spMkLst>
            <pc:docMk/>
            <pc:sldMk cId="3789034041" sldId="506"/>
            <ac:spMk id="2" creationId="{330DAB52-1AD0-419E-342C-9E530CC175C0}"/>
          </ac:spMkLst>
        </pc:spChg>
        <pc:spChg chg="mod">
          <ac:chgData name="Mohammed Fasha" userId="cc64f42d-a1a6-4f08-b97b-0c37f877119f" providerId="ADAL" clId="{2411567F-3985-45FD-B7D3-CBACEEBB75BA}" dt="2025-04-20T19:39:25.168" v="239" actId="21"/>
          <ac:spMkLst>
            <pc:docMk/>
            <pc:sldMk cId="3789034041" sldId="506"/>
            <ac:spMk id="3" creationId="{122E8FA5-4A07-42FC-C825-FED4335E740E}"/>
          </ac:spMkLst>
        </pc:spChg>
      </pc:sldChg>
      <pc:sldChg chg="addSp delSp modSp add mod">
        <pc:chgData name="Mohammed Fasha" userId="cc64f42d-a1a6-4f08-b97b-0c37f877119f" providerId="ADAL" clId="{2411567F-3985-45FD-B7D3-CBACEEBB75BA}" dt="2025-04-20T19:39:40.828" v="253" actId="113"/>
        <pc:sldMkLst>
          <pc:docMk/>
          <pc:sldMk cId="1342257487" sldId="507"/>
        </pc:sldMkLst>
        <pc:spChg chg="mod">
          <ac:chgData name="Mohammed Fasha" userId="cc64f42d-a1a6-4f08-b97b-0c37f877119f" providerId="ADAL" clId="{2411567F-3985-45FD-B7D3-CBACEEBB75BA}" dt="2025-04-20T19:39:40.828" v="253" actId="113"/>
          <ac:spMkLst>
            <pc:docMk/>
            <pc:sldMk cId="1342257487" sldId="507"/>
            <ac:spMk id="2" creationId="{55B55A3A-1A55-32E6-C6B3-3B421667ABEC}"/>
          </ac:spMkLst>
        </pc:spChg>
        <pc:spChg chg="mod">
          <ac:chgData name="Mohammed Fasha" userId="cc64f42d-a1a6-4f08-b97b-0c37f877119f" providerId="ADAL" clId="{2411567F-3985-45FD-B7D3-CBACEEBB75BA}" dt="2025-04-20T19:39:37.071" v="248" actId="21"/>
          <ac:spMkLst>
            <pc:docMk/>
            <pc:sldMk cId="1342257487" sldId="507"/>
            <ac:spMk id="3" creationId="{F9767636-8189-7662-6F7C-1B4E4CD53189}"/>
          </ac:spMkLst>
        </pc:spChg>
        <pc:spChg chg="add del">
          <ac:chgData name="Mohammed Fasha" userId="cc64f42d-a1a6-4f08-b97b-0c37f877119f" providerId="ADAL" clId="{2411567F-3985-45FD-B7D3-CBACEEBB75BA}" dt="2025-04-20T19:39:35.226" v="246" actId="22"/>
          <ac:spMkLst>
            <pc:docMk/>
            <pc:sldMk cId="1342257487" sldId="507"/>
            <ac:spMk id="5" creationId="{951A0AE8-DE4A-D6D3-6F83-474348B61A0A}"/>
          </ac:spMkLst>
        </pc:spChg>
      </pc:sldChg>
      <pc:sldChg chg="modSp add mod">
        <pc:chgData name="Mohammed Fasha" userId="cc64f42d-a1a6-4f08-b97b-0c37f877119f" providerId="ADAL" clId="{2411567F-3985-45FD-B7D3-CBACEEBB75BA}" dt="2025-04-20T19:39:53.524" v="260" actId="113"/>
        <pc:sldMkLst>
          <pc:docMk/>
          <pc:sldMk cId="128339916" sldId="508"/>
        </pc:sldMkLst>
        <pc:spChg chg="mod">
          <ac:chgData name="Mohammed Fasha" userId="cc64f42d-a1a6-4f08-b97b-0c37f877119f" providerId="ADAL" clId="{2411567F-3985-45FD-B7D3-CBACEEBB75BA}" dt="2025-04-20T19:39:53.524" v="260" actId="113"/>
          <ac:spMkLst>
            <pc:docMk/>
            <pc:sldMk cId="128339916" sldId="508"/>
            <ac:spMk id="2" creationId="{11609D8F-E577-4BB7-95B1-7BCE7291B179}"/>
          </ac:spMkLst>
        </pc:spChg>
        <pc:spChg chg="mod">
          <ac:chgData name="Mohammed Fasha" userId="cc64f42d-a1a6-4f08-b97b-0c37f877119f" providerId="ADAL" clId="{2411567F-3985-45FD-B7D3-CBACEEBB75BA}" dt="2025-04-20T19:39:50.113" v="255" actId="21"/>
          <ac:spMkLst>
            <pc:docMk/>
            <pc:sldMk cId="128339916" sldId="508"/>
            <ac:spMk id="3" creationId="{87AF9928-8F9D-DBE6-013A-18E93CD35067}"/>
          </ac:spMkLst>
        </pc:spChg>
      </pc:sldChg>
      <pc:sldChg chg="add del">
        <pc:chgData name="Mohammed Fasha" userId="cc64f42d-a1a6-4f08-b97b-0c37f877119f" providerId="ADAL" clId="{2411567F-3985-45FD-B7D3-CBACEEBB75BA}" dt="2025-04-20T19:30:30.973" v="2" actId="47"/>
        <pc:sldMkLst>
          <pc:docMk/>
          <pc:sldMk cId="141115565" sldId="509"/>
        </pc:sldMkLst>
      </pc:sldChg>
      <pc:sldChg chg="modSp add mod">
        <pc:chgData name="Mohammed Fasha" userId="cc64f42d-a1a6-4f08-b97b-0c37f877119f" providerId="ADAL" clId="{2411567F-3985-45FD-B7D3-CBACEEBB75BA}" dt="2025-04-20T19:40:05.030" v="267" actId="113"/>
        <pc:sldMkLst>
          <pc:docMk/>
          <pc:sldMk cId="1219751810" sldId="509"/>
        </pc:sldMkLst>
        <pc:spChg chg="mod">
          <ac:chgData name="Mohammed Fasha" userId="cc64f42d-a1a6-4f08-b97b-0c37f877119f" providerId="ADAL" clId="{2411567F-3985-45FD-B7D3-CBACEEBB75BA}" dt="2025-04-20T19:40:05.030" v="267" actId="113"/>
          <ac:spMkLst>
            <pc:docMk/>
            <pc:sldMk cId="1219751810" sldId="509"/>
            <ac:spMk id="2" creationId="{7632EE2A-1C01-7290-A136-8B5D19CB31C1}"/>
          </ac:spMkLst>
        </pc:spChg>
        <pc:spChg chg="mod">
          <ac:chgData name="Mohammed Fasha" userId="cc64f42d-a1a6-4f08-b97b-0c37f877119f" providerId="ADAL" clId="{2411567F-3985-45FD-B7D3-CBACEEBB75BA}" dt="2025-04-20T19:40:01.146" v="262" actId="21"/>
          <ac:spMkLst>
            <pc:docMk/>
            <pc:sldMk cId="1219751810" sldId="509"/>
            <ac:spMk id="3" creationId="{4F15233F-0035-4294-5F31-9A33FF0E98E0}"/>
          </ac:spMkLst>
        </pc:spChg>
      </pc:sldChg>
      <pc:sldChg chg="modSp add mod">
        <pc:chgData name="Mohammed Fasha" userId="cc64f42d-a1a6-4f08-b97b-0c37f877119f" providerId="ADAL" clId="{2411567F-3985-45FD-B7D3-CBACEEBB75BA}" dt="2025-04-20T19:40:15.397" v="276" actId="113"/>
        <pc:sldMkLst>
          <pc:docMk/>
          <pc:sldMk cId="394693278" sldId="510"/>
        </pc:sldMkLst>
        <pc:spChg chg="mod">
          <ac:chgData name="Mohammed Fasha" userId="cc64f42d-a1a6-4f08-b97b-0c37f877119f" providerId="ADAL" clId="{2411567F-3985-45FD-B7D3-CBACEEBB75BA}" dt="2025-04-20T19:40:15.397" v="276" actId="113"/>
          <ac:spMkLst>
            <pc:docMk/>
            <pc:sldMk cId="394693278" sldId="510"/>
            <ac:spMk id="2" creationId="{8056D089-2B89-4FF1-5142-10F8657EB603}"/>
          </ac:spMkLst>
        </pc:spChg>
        <pc:spChg chg="mod">
          <ac:chgData name="Mohammed Fasha" userId="cc64f42d-a1a6-4f08-b97b-0c37f877119f" providerId="ADAL" clId="{2411567F-3985-45FD-B7D3-CBACEEBB75BA}" dt="2025-04-20T19:40:12.117" v="271" actId="27636"/>
          <ac:spMkLst>
            <pc:docMk/>
            <pc:sldMk cId="394693278" sldId="510"/>
            <ac:spMk id="3" creationId="{A23F8F36-C80D-0F77-B36A-E9D702BCEB8B}"/>
          </ac:spMkLst>
        </pc:spChg>
      </pc:sldChg>
      <pc:sldChg chg="add del">
        <pc:chgData name="Mohammed Fasha" userId="cc64f42d-a1a6-4f08-b97b-0c37f877119f" providerId="ADAL" clId="{2411567F-3985-45FD-B7D3-CBACEEBB75BA}" dt="2025-04-20T19:30:30.973" v="2" actId="47"/>
        <pc:sldMkLst>
          <pc:docMk/>
          <pc:sldMk cId="4047405113" sldId="510"/>
        </pc:sldMkLst>
      </pc:sldChg>
      <pc:sldChg chg="modSp add mod">
        <pc:chgData name="Mohammed Fasha" userId="cc64f42d-a1a6-4f08-b97b-0c37f877119f" providerId="ADAL" clId="{2411567F-3985-45FD-B7D3-CBACEEBB75BA}" dt="2025-04-20T19:40:30.652" v="283" actId="113"/>
        <pc:sldMkLst>
          <pc:docMk/>
          <pc:sldMk cId="2377485495" sldId="511"/>
        </pc:sldMkLst>
        <pc:spChg chg="mod">
          <ac:chgData name="Mohammed Fasha" userId="cc64f42d-a1a6-4f08-b97b-0c37f877119f" providerId="ADAL" clId="{2411567F-3985-45FD-B7D3-CBACEEBB75BA}" dt="2025-04-20T19:40:30.652" v="283" actId="113"/>
          <ac:spMkLst>
            <pc:docMk/>
            <pc:sldMk cId="2377485495" sldId="511"/>
            <ac:spMk id="2" creationId="{C4FF9BD2-20E3-1E9B-4042-B2ED2466D129}"/>
          </ac:spMkLst>
        </pc:spChg>
        <pc:spChg chg="mod">
          <ac:chgData name="Mohammed Fasha" userId="cc64f42d-a1a6-4f08-b97b-0c37f877119f" providerId="ADAL" clId="{2411567F-3985-45FD-B7D3-CBACEEBB75BA}" dt="2025-04-20T19:40:26.363" v="278" actId="21"/>
          <ac:spMkLst>
            <pc:docMk/>
            <pc:sldMk cId="2377485495" sldId="511"/>
            <ac:spMk id="3" creationId="{9330B23A-C3F2-1625-3E32-2ADB4A65DF6C}"/>
          </ac:spMkLst>
        </pc:spChg>
      </pc:sldChg>
      <pc:sldChg chg="add del">
        <pc:chgData name="Mohammed Fasha" userId="cc64f42d-a1a6-4f08-b97b-0c37f877119f" providerId="ADAL" clId="{2411567F-3985-45FD-B7D3-CBACEEBB75BA}" dt="2025-04-20T19:30:30.973" v="2" actId="47"/>
        <pc:sldMkLst>
          <pc:docMk/>
          <pc:sldMk cId="2629241566" sldId="511"/>
        </pc:sldMkLst>
      </pc:sldChg>
      <pc:sldChg chg="modSp add mod">
        <pc:chgData name="Mohammed Fasha" userId="cc64f42d-a1a6-4f08-b97b-0c37f877119f" providerId="ADAL" clId="{2411567F-3985-45FD-B7D3-CBACEEBB75BA}" dt="2025-04-20T19:40:45.467" v="290" actId="113"/>
        <pc:sldMkLst>
          <pc:docMk/>
          <pc:sldMk cId="811897159" sldId="512"/>
        </pc:sldMkLst>
        <pc:spChg chg="mod">
          <ac:chgData name="Mohammed Fasha" userId="cc64f42d-a1a6-4f08-b97b-0c37f877119f" providerId="ADAL" clId="{2411567F-3985-45FD-B7D3-CBACEEBB75BA}" dt="2025-04-20T19:40:45.467" v="290" actId="113"/>
          <ac:spMkLst>
            <pc:docMk/>
            <pc:sldMk cId="811897159" sldId="512"/>
            <ac:spMk id="2" creationId="{BA8B8462-D9AA-0653-8850-DB482DF80FC7}"/>
          </ac:spMkLst>
        </pc:spChg>
        <pc:spChg chg="mod">
          <ac:chgData name="Mohammed Fasha" userId="cc64f42d-a1a6-4f08-b97b-0c37f877119f" providerId="ADAL" clId="{2411567F-3985-45FD-B7D3-CBACEEBB75BA}" dt="2025-04-20T19:40:42.138" v="285" actId="21"/>
          <ac:spMkLst>
            <pc:docMk/>
            <pc:sldMk cId="811897159" sldId="512"/>
            <ac:spMk id="3" creationId="{9B228356-0E0C-9EBE-77EF-5423D91C54FE}"/>
          </ac:spMkLst>
        </pc:spChg>
      </pc:sldChg>
      <pc:sldChg chg="add del">
        <pc:chgData name="Mohammed Fasha" userId="cc64f42d-a1a6-4f08-b97b-0c37f877119f" providerId="ADAL" clId="{2411567F-3985-45FD-B7D3-CBACEEBB75BA}" dt="2025-04-20T19:30:30.973" v="2" actId="47"/>
        <pc:sldMkLst>
          <pc:docMk/>
          <pc:sldMk cId="4081930743" sldId="512"/>
        </pc:sldMkLst>
      </pc:sldChg>
      <pc:sldChg chg="modSp add mod">
        <pc:chgData name="Mohammed Fasha" userId="cc64f42d-a1a6-4f08-b97b-0c37f877119f" providerId="ADAL" clId="{2411567F-3985-45FD-B7D3-CBACEEBB75BA}" dt="2025-04-20T19:41:03.542" v="297" actId="113"/>
        <pc:sldMkLst>
          <pc:docMk/>
          <pc:sldMk cId="1900480923" sldId="513"/>
        </pc:sldMkLst>
        <pc:spChg chg="mod">
          <ac:chgData name="Mohammed Fasha" userId="cc64f42d-a1a6-4f08-b97b-0c37f877119f" providerId="ADAL" clId="{2411567F-3985-45FD-B7D3-CBACEEBB75BA}" dt="2025-04-20T19:41:03.542" v="297" actId="113"/>
          <ac:spMkLst>
            <pc:docMk/>
            <pc:sldMk cId="1900480923" sldId="513"/>
            <ac:spMk id="2" creationId="{AC2204B2-8A4F-D675-D383-799E196E737C}"/>
          </ac:spMkLst>
        </pc:spChg>
        <pc:spChg chg="mod">
          <ac:chgData name="Mohammed Fasha" userId="cc64f42d-a1a6-4f08-b97b-0c37f877119f" providerId="ADAL" clId="{2411567F-3985-45FD-B7D3-CBACEEBB75BA}" dt="2025-04-20T19:40:59.916" v="292" actId="21"/>
          <ac:spMkLst>
            <pc:docMk/>
            <pc:sldMk cId="1900480923" sldId="513"/>
            <ac:spMk id="3" creationId="{3662BAAF-51FF-451F-DD6F-BE653BB2492E}"/>
          </ac:spMkLst>
        </pc:spChg>
      </pc:sldChg>
      <pc:sldChg chg="add del">
        <pc:chgData name="Mohammed Fasha" userId="cc64f42d-a1a6-4f08-b97b-0c37f877119f" providerId="ADAL" clId="{2411567F-3985-45FD-B7D3-CBACEEBB75BA}" dt="2025-04-20T19:30:30.973" v="2" actId="47"/>
        <pc:sldMkLst>
          <pc:docMk/>
          <pc:sldMk cId="3132154303" sldId="513"/>
        </pc:sldMkLst>
      </pc:sldChg>
      <pc:sldChg chg="add del">
        <pc:chgData name="Mohammed Fasha" userId="cc64f42d-a1a6-4f08-b97b-0c37f877119f" providerId="ADAL" clId="{2411567F-3985-45FD-B7D3-CBACEEBB75BA}" dt="2025-04-20T19:30:30.973" v="2" actId="47"/>
        <pc:sldMkLst>
          <pc:docMk/>
          <pc:sldMk cId="1406483951" sldId="514"/>
        </pc:sldMkLst>
      </pc:sldChg>
      <pc:sldChg chg="modSp add mod">
        <pc:chgData name="Mohammed Fasha" userId="cc64f42d-a1a6-4f08-b97b-0c37f877119f" providerId="ADAL" clId="{2411567F-3985-45FD-B7D3-CBACEEBB75BA}" dt="2025-04-20T19:41:32.744" v="309" actId="113"/>
        <pc:sldMkLst>
          <pc:docMk/>
          <pc:sldMk cId="4249048296" sldId="514"/>
        </pc:sldMkLst>
        <pc:spChg chg="mod">
          <ac:chgData name="Mohammed Fasha" userId="cc64f42d-a1a6-4f08-b97b-0c37f877119f" providerId="ADAL" clId="{2411567F-3985-45FD-B7D3-CBACEEBB75BA}" dt="2025-04-20T19:41:32.744" v="309" actId="113"/>
          <ac:spMkLst>
            <pc:docMk/>
            <pc:sldMk cId="4249048296" sldId="514"/>
            <ac:spMk id="2" creationId="{52E632D6-131C-22AF-6585-6DEAA41246B2}"/>
          </ac:spMkLst>
        </pc:spChg>
        <pc:spChg chg="mod">
          <ac:chgData name="Mohammed Fasha" userId="cc64f42d-a1a6-4f08-b97b-0c37f877119f" providerId="ADAL" clId="{2411567F-3985-45FD-B7D3-CBACEEBB75BA}" dt="2025-04-20T19:41:29.185" v="304" actId="21"/>
          <ac:spMkLst>
            <pc:docMk/>
            <pc:sldMk cId="4249048296" sldId="514"/>
            <ac:spMk id="3" creationId="{4EBB235B-3B36-355A-91AE-5E9990924CD3}"/>
          </ac:spMkLst>
        </pc:spChg>
      </pc:sldChg>
      <pc:sldChg chg="modSp add mod">
        <pc:chgData name="Mohammed Fasha" userId="cc64f42d-a1a6-4f08-b97b-0c37f877119f" providerId="ADAL" clId="{2411567F-3985-45FD-B7D3-CBACEEBB75BA}" dt="2025-04-20T19:41:43.280" v="318" actId="113"/>
        <pc:sldMkLst>
          <pc:docMk/>
          <pc:sldMk cId="68927344" sldId="515"/>
        </pc:sldMkLst>
        <pc:spChg chg="mod">
          <ac:chgData name="Mohammed Fasha" userId="cc64f42d-a1a6-4f08-b97b-0c37f877119f" providerId="ADAL" clId="{2411567F-3985-45FD-B7D3-CBACEEBB75BA}" dt="2025-04-20T19:41:43.280" v="318" actId="113"/>
          <ac:spMkLst>
            <pc:docMk/>
            <pc:sldMk cId="68927344" sldId="515"/>
            <ac:spMk id="2" creationId="{4EC5D917-6C15-3C88-26DB-4136BA8E8B24}"/>
          </ac:spMkLst>
        </pc:spChg>
        <pc:spChg chg="mod">
          <ac:chgData name="Mohammed Fasha" userId="cc64f42d-a1a6-4f08-b97b-0c37f877119f" providerId="ADAL" clId="{2411567F-3985-45FD-B7D3-CBACEEBB75BA}" dt="2025-04-20T19:41:40.033" v="313" actId="27636"/>
          <ac:spMkLst>
            <pc:docMk/>
            <pc:sldMk cId="68927344" sldId="515"/>
            <ac:spMk id="3" creationId="{CCB80DA7-B450-0581-8F9E-1A8F08554870}"/>
          </ac:spMkLst>
        </pc:spChg>
      </pc:sldChg>
      <pc:sldChg chg="add del">
        <pc:chgData name="Mohammed Fasha" userId="cc64f42d-a1a6-4f08-b97b-0c37f877119f" providerId="ADAL" clId="{2411567F-3985-45FD-B7D3-CBACEEBB75BA}" dt="2025-04-20T19:30:30.973" v="2" actId="47"/>
        <pc:sldMkLst>
          <pc:docMk/>
          <pc:sldMk cId="3647485116" sldId="515"/>
        </pc:sldMkLst>
      </pc:sldChg>
      <pc:sldChg chg="add del">
        <pc:chgData name="Mohammed Fasha" userId="cc64f42d-a1a6-4f08-b97b-0c37f877119f" providerId="ADAL" clId="{2411567F-3985-45FD-B7D3-CBACEEBB75BA}" dt="2025-04-20T19:30:30.973" v="2" actId="47"/>
        <pc:sldMkLst>
          <pc:docMk/>
          <pc:sldMk cId="2689584689" sldId="516"/>
        </pc:sldMkLst>
      </pc:sldChg>
      <pc:sldChg chg="addSp delSp modSp add mod">
        <pc:chgData name="Mohammed Fasha" userId="cc64f42d-a1a6-4f08-b97b-0c37f877119f" providerId="ADAL" clId="{2411567F-3985-45FD-B7D3-CBACEEBB75BA}" dt="2025-04-20T19:42:06.562" v="324" actId="207"/>
        <pc:sldMkLst>
          <pc:docMk/>
          <pc:sldMk cId="4095132677" sldId="516"/>
        </pc:sldMkLst>
        <pc:spChg chg="mod">
          <ac:chgData name="Mohammed Fasha" userId="cc64f42d-a1a6-4f08-b97b-0c37f877119f" providerId="ADAL" clId="{2411567F-3985-45FD-B7D3-CBACEEBB75BA}" dt="2025-04-20T19:41:49.431" v="319"/>
          <ac:spMkLst>
            <pc:docMk/>
            <pc:sldMk cId="4095132677" sldId="516"/>
            <ac:spMk id="2" creationId="{5B45EB2B-3A39-D5F3-D927-BE41858882BB}"/>
          </ac:spMkLst>
        </pc:spChg>
        <pc:spChg chg="del">
          <ac:chgData name="Mohammed Fasha" userId="cc64f42d-a1a6-4f08-b97b-0c37f877119f" providerId="ADAL" clId="{2411567F-3985-45FD-B7D3-CBACEEBB75BA}" dt="2025-04-20T19:41:54.074" v="320"/>
          <ac:spMkLst>
            <pc:docMk/>
            <pc:sldMk cId="4095132677" sldId="516"/>
            <ac:spMk id="3" creationId="{6EB9E266-E765-B877-33D9-48C1DB1A2AD1}"/>
          </ac:spMkLst>
        </pc:spChg>
        <pc:graphicFrameChg chg="add mod modGraphic">
          <ac:chgData name="Mohammed Fasha" userId="cc64f42d-a1a6-4f08-b97b-0c37f877119f" providerId="ADAL" clId="{2411567F-3985-45FD-B7D3-CBACEEBB75BA}" dt="2025-04-20T19:42:06.562" v="324" actId="207"/>
          <ac:graphicFrameMkLst>
            <pc:docMk/>
            <pc:sldMk cId="4095132677" sldId="516"/>
            <ac:graphicFrameMk id="4" creationId="{403268BA-354B-4F56-032D-9CE08DAE613D}"/>
          </ac:graphicFrameMkLst>
        </pc:graphicFrameChg>
      </pc:sldChg>
      <pc:sldChg chg="addSp delSp modSp add mod">
        <pc:chgData name="Mohammed Fasha" userId="cc64f42d-a1a6-4f08-b97b-0c37f877119f" providerId="ADAL" clId="{2411567F-3985-45FD-B7D3-CBACEEBB75BA}" dt="2025-04-20T19:42:35.521" v="331" actId="207"/>
        <pc:sldMkLst>
          <pc:docMk/>
          <pc:sldMk cId="1759421747" sldId="517"/>
        </pc:sldMkLst>
        <pc:spChg chg="mod">
          <ac:chgData name="Mohammed Fasha" userId="cc64f42d-a1a6-4f08-b97b-0c37f877119f" providerId="ADAL" clId="{2411567F-3985-45FD-B7D3-CBACEEBB75BA}" dt="2025-04-20T19:42:16.557" v="325"/>
          <ac:spMkLst>
            <pc:docMk/>
            <pc:sldMk cId="1759421747" sldId="517"/>
            <ac:spMk id="2" creationId="{536E6936-6DDC-57B4-D089-0FF24EF598F6}"/>
          </ac:spMkLst>
        </pc:spChg>
        <pc:spChg chg="del">
          <ac:chgData name="Mohammed Fasha" userId="cc64f42d-a1a6-4f08-b97b-0c37f877119f" providerId="ADAL" clId="{2411567F-3985-45FD-B7D3-CBACEEBB75BA}" dt="2025-04-20T19:42:20.720" v="326"/>
          <ac:spMkLst>
            <pc:docMk/>
            <pc:sldMk cId="1759421747" sldId="517"/>
            <ac:spMk id="3" creationId="{5FCF2DB1-EE89-BA39-E749-044F22CCDE80}"/>
          </ac:spMkLst>
        </pc:spChg>
        <pc:graphicFrameChg chg="add mod modGraphic">
          <ac:chgData name="Mohammed Fasha" userId="cc64f42d-a1a6-4f08-b97b-0c37f877119f" providerId="ADAL" clId="{2411567F-3985-45FD-B7D3-CBACEEBB75BA}" dt="2025-04-20T19:42:35.521" v="331" actId="207"/>
          <ac:graphicFrameMkLst>
            <pc:docMk/>
            <pc:sldMk cId="1759421747" sldId="517"/>
            <ac:graphicFrameMk id="4" creationId="{D7473AE8-CBB8-B262-AB9B-10A5F5277ADA}"/>
          </ac:graphicFrameMkLst>
        </pc:graphicFrameChg>
      </pc:sldChg>
      <pc:sldChg chg="add del">
        <pc:chgData name="Mohammed Fasha" userId="cc64f42d-a1a6-4f08-b97b-0c37f877119f" providerId="ADAL" clId="{2411567F-3985-45FD-B7D3-CBACEEBB75BA}" dt="2025-04-20T19:30:30.973" v="2" actId="47"/>
        <pc:sldMkLst>
          <pc:docMk/>
          <pc:sldMk cId="1882562879" sldId="517"/>
        </pc:sldMkLst>
      </pc:sldChg>
      <pc:sldChg chg="addSp delSp modSp add mod">
        <pc:chgData name="Mohammed Fasha" userId="cc64f42d-a1a6-4f08-b97b-0c37f877119f" providerId="ADAL" clId="{2411567F-3985-45FD-B7D3-CBACEEBB75BA}" dt="2025-04-20T19:43:01.042" v="338" actId="207"/>
        <pc:sldMkLst>
          <pc:docMk/>
          <pc:sldMk cId="256442872" sldId="518"/>
        </pc:sldMkLst>
        <pc:spChg chg="mod">
          <ac:chgData name="Mohammed Fasha" userId="cc64f42d-a1a6-4f08-b97b-0c37f877119f" providerId="ADAL" clId="{2411567F-3985-45FD-B7D3-CBACEEBB75BA}" dt="2025-04-20T19:42:42.144" v="332"/>
          <ac:spMkLst>
            <pc:docMk/>
            <pc:sldMk cId="256442872" sldId="518"/>
            <ac:spMk id="2" creationId="{1D1A164B-BA8B-1A6C-7DF9-D11384E516B0}"/>
          </ac:spMkLst>
        </pc:spChg>
        <pc:spChg chg="del">
          <ac:chgData name="Mohammed Fasha" userId="cc64f42d-a1a6-4f08-b97b-0c37f877119f" providerId="ADAL" clId="{2411567F-3985-45FD-B7D3-CBACEEBB75BA}" dt="2025-04-20T19:42:47.125" v="333"/>
          <ac:spMkLst>
            <pc:docMk/>
            <pc:sldMk cId="256442872" sldId="518"/>
            <ac:spMk id="3" creationId="{B9CB896F-49D3-38C3-8D70-B33EC3380479}"/>
          </ac:spMkLst>
        </pc:spChg>
        <pc:graphicFrameChg chg="add mod modGraphic">
          <ac:chgData name="Mohammed Fasha" userId="cc64f42d-a1a6-4f08-b97b-0c37f877119f" providerId="ADAL" clId="{2411567F-3985-45FD-B7D3-CBACEEBB75BA}" dt="2025-04-20T19:43:01.042" v="338" actId="207"/>
          <ac:graphicFrameMkLst>
            <pc:docMk/>
            <pc:sldMk cId="256442872" sldId="518"/>
            <ac:graphicFrameMk id="4" creationId="{76220F68-8FAC-E752-D22F-6ADF1C9AA2F6}"/>
          </ac:graphicFrameMkLst>
        </pc:graphicFrameChg>
      </pc:sldChg>
      <pc:sldChg chg="add del">
        <pc:chgData name="Mohammed Fasha" userId="cc64f42d-a1a6-4f08-b97b-0c37f877119f" providerId="ADAL" clId="{2411567F-3985-45FD-B7D3-CBACEEBB75BA}" dt="2025-04-20T19:30:30.973" v="2" actId="47"/>
        <pc:sldMkLst>
          <pc:docMk/>
          <pc:sldMk cId="767635333" sldId="518"/>
        </pc:sldMkLst>
      </pc:sldChg>
      <pc:sldChg chg="modSp add mod">
        <pc:chgData name="Mohammed Fasha" userId="cc64f42d-a1a6-4f08-b97b-0c37f877119f" providerId="ADAL" clId="{2411567F-3985-45FD-B7D3-CBACEEBB75BA}" dt="2025-04-20T19:43:18.780" v="347" actId="113"/>
        <pc:sldMkLst>
          <pc:docMk/>
          <pc:sldMk cId="1709980919" sldId="519"/>
        </pc:sldMkLst>
        <pc:spChg chg="mod">
          <ac:chgData name="Mohammed Fasha" userId="cc64f42d-a1a6-4f08-b97b-0c37f877119f" providerId="ADAL" clId="{2411567F-3985-45FD-B7D3-CBACEEBB75BA}" dt="2025-04-20T19:43:18.780" v="347" actId="113"/>
          <ac:spMkLst>
            <pc:docMk/>
            <pc:sldMk cId="1709980919" sldId="519"/>
            <ac:spMk id="2" creationId="{A3314B55-4482-C9B1-F6A9-F92AF3ABC42C}"/>
          </ac:spMkLst>
        </pc:spChg>
        <pc:spChg chg="mod">
          <ac:chgData name="Mohammed Fasha" userId="cc64f42d-a1a6-4f08-b97b-0c37f877119f" providerId="ADAL" clId="{2411567F-3985-45FD-B7D3-CBACEEBB75BA}" dt="2025-04-20T19:43:10.909" v="340" actId="21"/>
          <ac:spMkLst>
            <pc:docMk/>
            <pc:sldMk cId="1709980919" sldId="519"/>
            <ac:spMk id="3" creationId="{B6ADC10D-F620-1E7A-5683-5961E651C8C5}"/>
          </ac:spMkLst>
        </pc:spChg>
      </pc:sldChg>
      <pc:sldChg chg="add del">
        <pc:chgData name="Mohammed Fasha" userId="cc64f42d-a1a6-4f08-b97b-0c37f877119f" providerId="ADAL" clId="{2411567F-3985-45FD-B7D3-CBACEEBB75BA}" dt="2025-04-20T19:30:30.973" v="2" actId="47"/>
        <pc:sldMkLst>
          <pc:docMk/>
          <pc:sldMk cId="2862893919" sldId="519"/>
        </pc:sldMkLst>
      </pc:sldChg>
      <pc:sldChg chg="modSp add mod">
        <pc:chgData name="Mohammed Fasha" userId="cc64f42d-a1a6-4f08-b97b-0c37f877119f" providerId="ADAL" clId="{2411567F-3985-45FD-B7D3-CBACEEBB75BA}" dt="2025-04-20T19:43:29.810" v="354" actId="113"/>
        <pc:sldMkLst>
          <pc:docMk/>
          <pc:sldMk cId="747295024" sldId="520"/>
        </pc:sldMkLst>
        <pc:spChg chg="mod">
          <ac:chgData name="Mohammed Fasha" userId="cc64f42d-a1a6-4f08-b97b-0c37f877119f" providerId="ADAL" clId="{2411567F-3985-45FD-B7D3-CBACEEBB75BA}" dt="2025-04-20T19:43:29.810" v="354" actId="113"/>
          <ac:spMkLst>
            <pc:docMk/>
            <pc:sldMk cId="747295024" sldId="520"/>
            <ac:spMk id="2" creationId="{E57236A9-0D0A-569C-3DCB-7106B9B18BFF}"/>
          </ac:spMkLst>
        </pc:spChg>
        <pc:spChg chg="mod">
          <ac:chgData name="Mohammed Fasha" userId="cc64f42d-a1a6-4f08-b97b-0c37f877119f" providerId="ADAL" clId="{2411567F-3985-45FD-B7D3-CBACEEBB75BA}" dt="2025-04-20T19:43:26.620" v="349" actId="21"/>
          <ac:spMkLst>
            <pc:docMk/>
            <pc:sldMk cId="747295024" sldId="520"/>
            <ac:spMk id="3" creationId="{AA687D92-7AEE-8170-63C2-954FB244B5C9}"/>
          </ac:spMkLst>
        </pc:spChg>
      </pc:sldChg>
      <pc:sldChg chg="add del">
        <pc:chgData name="Mohammed Fasha" userId="cc64f42d-a1a6-4f08-b97b-0c37f877119f" providerId="ADAL" clId="{2411567F-3985-45FD-B7D3-CBACEEBB75BA}" dt="2025-04-20T19:30:30.973" v="2" actId="47"/>
        <pc:sldMkLst>
          <pc:docMk/>
          <pc:sldMk cId="2300469145" sldId="520"/>
        </pc:sldMkLst>
      </pc:sldChg>
      <pc:sldChg chg="modSp add mod">
        <pc:chgData name="Mohammed Fasha" userId="cc64f42d-a1a6-4f08-b97b-0c37f877119f" providerId="ADAL" clId="{2411567F-3985-45FD-B7D3-CBACEEBB75BA}" dt="2025-04-20T19:43:40.549" v="361" actId="113"/>
        <pc:sldMkLst>
          <pc:docMk/>
          <pc:sldMk cId="1550363585" sldId="521"/>
        </pc:sldMkLst>
        <pc:spChg chg="mod">
          <ac:chgData name="Mohammed Fasha" userId="cc64f42d-a1a6-4f08-b97b-0c37f877119f" providerId="ADAL" clId="{2411567F-3985-45FD-B7D3-CBACEEBB75BA}" dt="2025-04-20T19:43:40.549" v="361" actId="113"/>
          <ac:spMkLst>
            <pc:docMk/>
            <pc:sldMk cId="1550363585" sldId="521"/>
            <ac:spMk id="2" creationId="{74543DD0-758E-8FFA-1D4E-1D70C0534E1D}"/>
          </ac:spMkLst>
        </pc:spChg>
        <pc:spChg chg="mod">
          <ac:chgData name="Mohammed Fasha" userId="cc64f42d-a1a6-4f08-b97b-0c37f877119f" providerId="ADAL" clId="{2411567F-3985-45FD-B7D3-CBACEEBB75BA}" dt="2025-04-20T19:43:37.188" v="356" actId="21"/>
          <ac:spMkLst>
            <pc:docMk/>
            <pc:sldMk cId="1550363585" sldId="521"/>
            <ac:spMk id="3" creationId="{EBE6711B-65A9-4AD4-3CDF-71A6203C46DC}"/>
          </ac:spMkLst>
        </pc:spChg>
      </pc:sldChg>
      <pc:sldChg chg="add del">
        <pc:chgData name="Mohammed Fasha" userId="cc64f42d-a1a6-4f08-b97b-0c37f877119f" providerId="ADAL" clId="{2411567F-3985-45FD-B7D3-CBACEEBB75BA}" dt="2025-04-20T19:30:30.973" v="2" actId="47"/>
        <pc:sldMkLst>
          <pc:docMk/>
          <pc:sldMk cId="3034463171" sldId="521"/>
        </pc:sldMkLst>
      </pc:sldChg>
      <pc:sldChg chg="modSp add mod">
        <pc:chgData name="Mohammed Fasha" userId="cc64f42d-a1a6-4f08-b97b-0c37f877119f" providerId="ADAL" clId="{2411567F-3985-45FD-B7D3-CBACEEBB75BA}" dt="2025-04-20T19:43:55.001" v="368" actId="113"/>
        <pc:sldMkLst>
          <pc:docMk/>
          <pc:sldMk cId="1054359035" sldId="522"/>
        </pc:sldMkLst>
        <pc:spChg chg="mod">
          <ac:chgData name="Mohammed Fasha" userId="cc64f42d-a1a6-4f08-b97b-0c37f877119f" providerId="ADAL" clId="{2411567F-3985-45FD-B7D3-CBACEEBB75BA}" dt="2025-04-20T19:43:55.001" v="368" actId="113"/>
          <ac:spMkLst>
            <pc:docMk/>
            <pc:sldMk cId="1054359035" sldId="522"/>
            <ac:spMk id="2" creationId="{8F79A4DE-107A-D635-9B98-3D1E35BBD22E}"/>
          </ac:spMkLst>
        </pc:spChg>
        <pc:spChg chg="mod">
          <ac:chgData name="Mohammed Fasha" userId="cc64f42d-a1a6-4f08-b97b-0c37f877119f" providerId="ADAL" clId="{2411567F-3985-45FD-B7D3-CBACEEBB75BA}" dt="2025-04-20T19:43:51.816" v="363" actId="21"/>
          <ac:spMkLst>
            <pc:docMk/>
            <pc:sldMk cId="1054359035" sldId="522"/>
            <ac:spMk id="3" creationId="{BA8C48D0-339D-853C-A80D-F1C896F78944}"/>
          </ac:spMkLst>
        </pc:spChg>
      </pc:sldChg>
      <pc:sldChg chg="add del">
        <pc:chgData name="Mohammed Fasha" userId="cc64f42d-a1a6-4f08-b97b-0c37f877119f" providerId="ADAL" clId="{2411567F-3985-45FD-B7D3-CBACEEBB75BA}" dt="2025-04-20T19:30:30.973" v="2" actId="47"/>
        <pc:sldMkLst>
          <pc:docMk/>
          <pc:sldMk cId="2784107051" sldId="522"/>
        </pc:sldMkLst>
      </pc:sldChg>
      <pc:sldChg chg="add del">
        <pc:chgData name="Mohammed Fasha" userId="cc64f42d-a1a6-4f08-b97b-0c37f877119f" providerId="ADAL" clId="{2411567F-3985-45FD-B7D3-CBACEEBB75BA}" dt="2025-04-20T19:30:30.973" v="2" actId="47"/>
        <pc:sldMkLst>
          <pc:docMk/>
          <pc:sldMk cId="2884749228" sldId="523"/>
        </pc:sldMkLst>
      </pc:sldChg>
      <pc:sldChg chg="modSp add mod">
        <pc:chgData name="Mohammed Fasha" userId="cc64f42d-a1a6-4f08-b97b-0c37f877119f" providerId="ADAL" clId="{2411567F-3985-45FD-B7D3-CBACEEBB75BA}" dt="2025-04-20T19:44:41.222" v="380" actId="113"/>
        <pc:sldMkLst>
          <pc:docMk/>
          <pc:sldMk cId="3368455129" sldId="523"/>
        </pc:sldMkLst>
        <pc:spChg chg="mod">
          <ac:chgData name="Mohammed Fasha" userId="cc64f42d-a1a6-4f08-b97b-0c37f877119f" providerId="ADAL" clId="{2411567F-3985-45FD-B7D3-CBACEEBB75BA}" dt="2025-04-20T19:44:41.222" v="380" actId="113"/>
          <ac:spMkLst>
            <pc:docMk/>
            <pc:sldMk cId="3368455129" sldId="523"/>
            <ac:spMk id="2" creationId="{7D13C77D-563B-B40A-FA0F-A24613682E37}"/>
          </ac:spMkLst>
        </pc:spChg>
        <pc:spChg chg="mod">
          <ac:chgData name="Mohammed Fasha" userId="cc64f42d-a1a6-4f08-b97b-0c37f877119f" providerId="ADAL" clId="{2411567F-3985-45FD-B7D3-CBACEEBB75BA}" dt="2025-04-20T19:44:38.165" v="375" actId="21"/>
          <ac:spMkLst>
            <pc:docMk/>
            <pc:sldMk cId="3368455129" sldId="523"/>
            <ac:spMk id="3" creationId="{083AE058-2A38-BDF2-E52E-58485BBA9113}"/>
          </ac:spMkLst>
        </pc:spChg>
      </pc:sldChg>
      <pc:sldChg chg="modSp add mod">
        <pc:chgData name="Mohammed Fasha" userId="cc64f42d-a1a6-4f08-b97b-0c37f877119f" providerId="ADAL" clId="{2411567F-3985-45FD-B7D3-CBACEEBB75BA}" dt="2025-04-20T19:44:54.436" v="387" actId="113"/>
        <pc:sldMkLst>
          <pc:docMk/>
          <pc:sldMk cId="978439977" sldId="524"/>
        </pc:sldMkLst>
        <pc:spChg chg="mod">
          <ac:chgData name="Mohammed Fasha" userId="cc64f42d-a1a6-4f08-b97b-0c37f877119f" providerId="ADAL" clId="{2411567F-3985-45FD-B7D3-CBACEEBB75BA}" dt="2025-04-20T19:44:54.436" v="387" actId="113"/>
          <ac:spMkLst>
            <pc:docMk/>
            <pc:sldMk cId="978439977" sldId="524"/>
            <ac:spMk id="2" creationId="{A283582A-6969-C451-E62D-BAAE9F09A641}"/>
          </ac:spMkLst>
        </pc:spChg>
        <pc:spChg chg="mod">
          <ac:chgData name="Mohammed Fasha" userId="cc64f42d-a1a6-4f08-b97b-0c37f877119f" providerId="ADAL" clId="{2411567F-3985-45FD-B7D3-CBACEEBB75BA}" dt="2025-04-20T19:44:51.125" v="382" actId="21"/>
          <ac:spMkLst>
            <pc:docMk/>
            <pc:sldMk cId="978439977" sldId="524"/>
            <ac:spMk id="3" creationId="{D7FE5CB3-5DE6-7E56-5B9E-82DB1DD2F3C8}"/>
          </ac:spMkLst>
        </pc:spChg>
      </pc:sldChg>
      <pc:sldChg chg="add del">
        <pc:chgData name="Mohammed Fasha" userId="cc64f42d-a1a6-4f08-b97b-0c37f877119f" providerId="ADAL" clId="{2411567F-3985-45FD-B7D3-CBACEEBB75BA}" dt="2025-04-20T19:30:30.973" v="2" actId="47"/>
        <pc:sldMkLst>
          <pc:docMk/>
          <pc:sldMk cId="4275001740" sldId="524"/>
        </pc:sldMkLst>
      </pc:sldChg>
      <pc:sldChg chg="add del">
        <pc:chgData name="Mohammed Fasha" userId="cc64f42d-a1a6-4f08-b97b-0c37f877119f" providerId="ADAL" clId="{2411567F-3985-45FD-B7D3-CBACEEBB75BA}" dt="2025-04-20T19:30:30.973" v="2" actId="47"/>
        <pc:sldMkLst>
          <pc:docMk/>
          <pc:sldMk cId="402301686" sldId="525"/>
        </pc:sldMkLst>
      </pc:sldChg>
      <pc:sldChg chg="addSp delSp modSp new mod modClrScheme chgLayout">
        <pc:chgData name="Mohammed Fasha" userId="cc64f42d-a1a6-4f08-b97b-0c37f877119f" providerId="ADAL" clId="{2411567F-3985-45FD-B7D3-CBACEEBB75BA}" dt="2025-04-20T19:32:23.844" v="84" actId="403"/>
        <pc:sldMkLst>
          <pc:docMk/>
          <pc:sldMk cId="1742003254" sldId="525"/>
        </pc:sldMkLst>
        <pc:spChg chg="del mod ord">
          <ac:chgData name="Mohammed Fasha" userId="cc64f42d-a1a6-4f08-b97b-0c37f877119f" providerId="ADAL" clId="{2411567F-3985-45FD-B7D3-CBACEEBB75BA}" dt="2025-04-20T19:32:05.911" v="73" actId="700"/>
          <ac:spMkLst>
            <pc:docMk/>
            <pc:sldMk cId="1742003254" sldId="525"/>
            <ac:spMk id="2" creationId="{4B49152E-485D-0E35-CC9C-8D8925DC6E40}"/>
          </ac:spMkLst>
        </pc:spChg>
        <pc:spChg chg="del mod ord">
          <ac:chgData name="Mohammed Fasha" userId="cc64f42d-a1a6-4f08-b97b-0c37f877119f" providerId="ADAL" clId="{2411567F-3985-45FD-B7D3-CBACEEBB75BA}" dt="2025-04-20T19:32:05.911" v="73" actId="700"/>
          <ac:spMkLst>
            <pc:docMk/>
            <pc:sldMk cId="1742003254" sldId="525"/>
            <ac:spMk id="3" creationId="{FDE64A0C-12F6-CB4B-4C66-552DAA7BCB09}"/>
          </ac:spMkLst>
        </pc:spChg>
        <pc:spChg chg="add mod ord">
          <ac:chgData name="Mohammed Fasha" userId="cc64f42d-a1a6-4f08-b97b-0c37f877119f" providerId="ADAL" clId="{2411567F-3985-45FD-B7D3-CBACEEBB75BA}" dt="2025-04-20T19:32:23.844" v="84" actId="403"/>
          <ac:spMkLst>
            <pc:docMk/>
            <pc:sldMk cId="1742003254" sldId="525"/>
            <ac:spMk id="4" creationId="{F15DAE2A-A21B-6A10-041E-C57E66546AE9}"/>
          </ac:spMkLst>
        </pc:spChg>
        <pc:spChg chg="add mod ord">
          <ac:chgData name="Mohammed Fasha" userId="cc64f42d-a1a6-4f08-b97b-0c37f877119f" providerId="ADAL" clId="{2411567F-3985-45FD-B7D3-CBACEEBB75BA}" dt="2025-04-20T19:32:05.911" v="73" actId="700"/>
          <ac:spMkLst>
            <pc:docMk/>
            <pc:sldMk cId="1742003254" sldId="525"/>
            <ac:spMk id="5" creationId="{289F26BB-0036-88DE-2065-CC18B917A9A3}"/>
          </ac:spMkLst>
        </pc:spChg>
      </pc:sldChg>
      <pc:sldChg chg="addSp delSp modSp new mod modClrScheme chgLayout">
        <pc:chgData name="Mohammed Fasha" userId="cc64f42d-a1a6-4f08-b97b-0c37f877119f" providerId="ADAL" clId="{2411567F-3985-45FD-B7D3-CBACEEBB75BA}" dt="2025-04-20T19:36:12.834" v="153" actId="404"/>
        <pc:sldMkLst>
          <pc:docMk/>
          <pc:sldMk cId="658470431" sldId="526"/>
        </pc:sldMkLst>
        <pc:spChg chg="del mod ord">
          <ac:chgData name="Mohammed Fasha" userId="cc64f42d-a1a6-4f08-b97b-0c37f877119f" providerId="ADAL" clId="{2411567F-3985-45FD-B7D3-CBACEEBB75BA}" dt="2025-04-20T19:36:04.651" v="150" actId="700"/>
          <ac:spMkLst>
            <pc:docMk/>
            <pc:sldMk cId="658470431" sldId="526"/>
            <ac:spMk id="2" creationId="{314370E7-ABC7-2D5D-E151-9FEAC75F7C18}"/>
          </ac:spMkLst>
        </pc:spChg>
        <pc:spChg chg="del mod ord">
          <ac:chgData name="Mohammed Fasha" userId="cc64f42d-a1a6-4f08-b97b-0c37f877119f" providerId="ADAL" clId="{2411567F-3985-45FD-B7D3-CBACEEBB75BA}" dt="2025-04-20T19:36:04.651" v="150" actId="700"/>
          <ac:spMkLst>
            <pc:docMk/>
            <pc:sldMk cId="658470431" sldId="526"/>
            <ac:spMk id="3" creationId="{D63BB59E-E855-4371-4902-6A1924922EB1}"/>
          </ac:spMkLst>
        </pc:spChg>
        <pc:spChg chg="add mod ord">
          <ac:chgData name="Mohammed Fasha" userId="cc64f42d-a1a6-4f08-b97b-0c37f877119f" providerId="ADAL" clId="{2411567F-3985-45FD-B7D3-CBACEEBB75BA}" dt="2025-04-20T19:36:12.834" v="153" actId="404"/>
          <ac:spMkLst>
            <pc:docMk/>
            <pc:sldMk cId="658470431" sldId="526"/>
            <ac:spMk id="4" creationId="{F4DF2DF9-F23E-D01B-3488-2220940C4DB8}"/>
          </ac:spMkLst>
        </pc:spChg>
        <pc:spChg chg="add mod ord">
          <ac:chgData name="Mohammed Fasha" userId="cc64f42d-a1a6-4f08-b97b-0c37f877119f" providerId="ADAL" clId="{2411567F-3985-45FD-B7D3-CBACEEBB75BA}" dt="2025-04-20T19:36:04.651" v="150" actId="700"/>
          <ac:spMkLst>
            <pc:docMk/>
            <pc:sldMk cId="658470431" sldId="526"/>
            <ac:spMk id="5" creationId="{73E09212-E8F6-4810-738E-D891FBFDC2C3}"/>
          </ac:spMkLst>
        </pc:spChg>
      </pc:sldChg>
      <pc:sldChg chg="add del">
        <pc:chgData name="Mohammed Fasha" userId="cc64f42d-a1a6-4f08-b97b-0c37f877119f" providerId="ADAL" clId="{2411567F-3985-45FD-B7D3-CBACEEBB75BA}" dt="2025-04-20T19:30:30.973" v="2" actId="47"/>
        <pc:sldMkLst>
          <pc:docMk/>
          <pc:sldMk cId="3836701463" sldId="526"/>
        </pc:sldMkLst>
      </pc:sldChg>
      <pc:sldChg chg="add del">
        <pc:chgData name="Mohammed Fasha" userId="cc64f42d-a1a6-4f08-b97b-0c37f877119f" providerId="ADAL" clId="{2411567F-3985-45FD-B7D3-CBACEEBB75BA}" dt="2025-04-20T19:30:30.973" v="2" actId="47"/>
        <pc:sldMkLst>
          <pc:docMk/>
          <pc:sldMk cId="2486995565" sldId="527"/>
        </pc:sldMkLst>
      </pc:sldChg>
      <pc:sldChg chg="addSp delSp modSp new mod modClrScheme chgLayout">
        <pc:chgData name="Mohammed Fasha" userId="cc64f42d-a1a6-4f08-b97b-0c37f877119f" providerId="ADAL" clId="{2411567F-3985-45FD-B7D3-CBACEEBB75BA}" dt="2025-04-20T19:38:54.228" v="221" actId="404"/>
        <pc:sldMkLst>
          <pc:docMk/>
          <pc:sldMk cId="3736522797" sldId="527"/>
        </pc:sldMkLst>
        <pc:spChg chg="del mod ord">
          <ac:chgData name="Mohammed Fasha" userId="cc64f42d-a1a6-4f08-b97b-0c37f877119f" providerId="ADAL" clId="{2411567F-3985-45FD-B7D3-CBACEEBB75BA}" dt="2025-04-20T19:38:49.186" v="218" actId="700"/>
          <ac:spMkLst>
            <pc:docMk/>
            <pc:sldMk cId="3736522797" sldId="527"/>
            <ac:spMk id="2" creationId="{EE1C1363-4D21-748E-7F76-84A73213F378}"/>
          </ac:spMkLst>
        </pc:spChg>
        <pc:spChg chg="del mod ord">
          <ac:chgData name="Mohammed Fasha" userId="cc64f42d-a1a6-4f08-b97b-0c37f877119f" providerId="ADAL" clId="{2411567F-3985-45FD-B7D3-CBACEEBB75BA}" dt="2025-04-20T19:38:49.186" v="218" actId="700"/>
          <ac:spMkLst>
            <pc:docMk/>
            <pc:sldMk cId="3736522797" sldId="527"/>
            <ac:spMk id="3" creationId="{B71E11A1-7AF9-4DC1-6B8E-D646A97A5CAC}"/>
          </ac:spMkLst>
        </pc:spChg>
        <pc:spChg chg="add mod ord">
          <ac:chgData name="Mohammed Fasha" userId="cc64f42d-a1a6-4f08-b97b-0c37f877119f" providerId="ADAL" clId="{2411567F-3985-45FD-B7D3-CBACEEBB75BA}" dt="2025-04-20T19:38:54.228" v="221" actId="404"/>
          <ac:spMkLst>
            <pc:docMk/>
            <pc:sldMk cId="3736522797" sldId="527"/>
            <ac:spMk id="4" creationId="{C24DFEFC-442B-4D10-E3C1-1614E2C4911C}"/>
          </ac:spMkLst>
        </pc:spChg>
        <pc:spChg chg="add mod ord">
          <ac:chgData name="Mohammed Fasha" userId="cc64f42d-a1a6-4f08-b97b-0c37f877119f" providerId="ADAL" clId="{2411567F-3985-45FD-B7D3-CBACEEBB75BA}" dt="2025-04-20T19:38:49.186" v="218" actId="700"/>
          <ac:spMkLst>
            <pc:docMk/>
            <pc:sldMk cId="3736522797" sldId="527"/>
            <ac:spMk id="5" creationId="{B3130CAD-8D6A-6933-F828-2A63CC4D224F}"/>
          </ac:spMkLst>
        </pc:spChg>
      </pc:sldChg>
      <pc:sldChg chg="add del">
        <pc:chgData name="Mohammed Fasha" userId="cc64f42d-a1a6-4f08-b97b-0c37f877119f" providerId="ADAL" clId="{2411567F-3985-45FD-B7D3-CBACEEBB75BA}" dt="2025-04-20T19:30:30.973" v="2" actId="47"/>
        <pc:sldMkLst>
          <pc:docMk/>
          <pc:sldMk cId="1649687093" sldId="528"/>
        </pc:sldMkLst>
      </pc:sldChg>
      <pc:sldChg chg="addSp delSp modSp new mod modClrScheme chgLayout">
        <pc:chgData name="Mohammed Fasha" userId="cc64f42d-a1a6-4f08-b97b-0c37f877119f" providerId="ADAL" clId="{2411567F-3985-45FD-B7D3-CBACEEBB75BA}" dt="2025-04-20T19:41:20.281" v="302" actId="404"/>
        <pc:sldMkLst>
          <pc:docMk/>
          <pc:sldMk cId="3866587945" sldId="528"/>
        </pc:sldMkLst>
        <pc:spChg chg="del mod ord">
          <ac:chgData name="Mohammed Fasha" userId="cc64f42d-a1a6-4f08-b97b-0c37f877119f" providerId="ADAL" clId="{2411567F-3985-45FD-B7D3-CBACEEBB75BA}" dt="2025-04-20T19:41:16.593" v="299" actId="700"/>
          <ac:spMkLst>
            <pc:docMk/>
            <pc:sldMk cId="3866587945" sldId="528"/>
            <ac:spMk id="2" creationId="{57E5F79D-B04F-A66F-9689-5BD5D7F68556}"/>
          </ac:spMkLst>
        </pc:spChg>
        <pc:spChg chg="del mod ord">
          <ac:chgData name="Mohammed Fasha" userId="cc64f42d-a1a6-4f08-b97b-0c37f877119f" providerId="ADAL" clId="{2411567F-3985-45FD-B7D3-CBACEEBB75BA}" dt="2025-04-20T19:41:16.593" v="299" actId="700"/>
          <ac:spMkLst>
            <pc:docMk/>
            <pc:sldMk cId="3866587945" sldId="528"/>
            <ac:spMk id="3" creationId="{44606851-7362-647B-BB6D-A11ECE2AF7BB}"/>
          </ac:spMkLst>
        </pc:spChg>
        <pc:spChg chg="add mod ord">
          <ac:chgData name="Mohammed Fasha" userId="cc64f42d-a1a6-4f08-b97b-0c37f877119f" providerId="ADAL" clId="{2411567F-3985-45FD-B7D3-CBACEEBB75BA}" dt="2025-04-20T19:41:20.281" v="302" actId="404"/>
          <ac:spMkLst>
            <pc:docMk/>
            <pc:sldMk cId="3866587945" sldId="528"/>
            <ac:spMk id="4" creationId="{D091DA19-5D52-C4A6-6EBE-AC936A921E50}"/>
          </ac:spMkLst>
        </pc:spChg>
        <pc:spChg chg="add mod ord">
          <ac:chgData name="Mohammed Fasha" userId="cc64f42d-a1a6-4f08-b97b-0c37f877119f" providerId="ADAL" clId="{2411567F-3985-45FD-B7D3-CBACEEBB75BA}" dt="2025-04-20T19:41:16.593" v="299" actId="700"/>
          <ac:spMkLst>
            <pc:docMk/>
            <pc:sldMk cId="3866587945" sldId="528"/>
            <ac:spMk id="5" creationId="{903EEF92-5C01-367D-8A40-6668275AB93A}"/>
          </ac:spMkLst>
        </pc:spChg>
      </pc:sldChg>
      <pc:sldChg chg="add del">
        <pc:chgData name="Mohammed Fasha" userId="cc64f42d-a1a6-4f08-b97b-0c37f877119f" providerId="ADAL" clId="{2411567F-3985-45FD-B7D3-CBACEEBB75BA}" dt="2025-04-20T19:30:30.973" v="2" actId="47"/>
        <pc:sldMkLst>
          <pc:docMk/>
          <pc:sldMk cId="1225925495" sldId="529"/>
        </pc:sldMkLst>
      </pc:sldChg>
      <pc:sldChg chg="addSp delSp modSp new mod modClrScheme chgLayout">
        <pc:chgData name="Mohammed Fasha" userId="cc64f42d-a1a6-4f08-b97b-0c37f877119f" providerId="ADAL" clId="{2411567F-3985-45FD-B7D3-CBACEEBB75BA}" dt="2025-04-20T19:44:28.292" v="373" actId="404"/>
        <pc:sldMkLst>
          <pc:docMk/>
          <pc:sldMk cId="3405490312" sldId="529"/>
        </pc:sldMkLst>
        <pc:spChg chg="del mod ord">
          <ac:chgData name="Mohammed Fasha" userId="cc64f42d-a1a6-4f08-b97b-0c37f877119f" providerId="ADAL" clId="{2411567F-3985-45FD-B7D3-CBACEEBB75BA}" dt="2025-04-20T19:44:24.830" v="370" actId="700"/>
          <ac:spMkLst>
            <pc:docMk/>
            <pc:sldMk cId="3405490312" sldId="529"/>
            <ac:spMk id="2" creationId="{CFDDEF51-6685-615E-3A29-9EDA6A61E63E}"/>
          </ac:spMkLst>
        </pc:spChg>
        <pc:spChg chg="del mod ord">
          <ac:chgData name="Mohammed Fasha" userId="cc64f42d-a1a6-4f08-b97b-0c37f877119f" providerId="ADAL" clId="{2411567F-3985-45FD-B7D3-CBACEEBB75BA}" dt="2025-04-20T19:44:24.830" v="370" actId="700"/>
          <ac:spMkLst>
            <pc:docMk/>
            <pc:sldMk cId="3405490312" sldId="529"/>
            <ac:spMk id="3" creationId="{385A8BD6-5D45-F672-DC27-3F7B6DDE1481}"/>
          </ac:spMkLst>
        </pc:spChg>
        <pc:spChg chg="add mod ord">
          <ac:chgData name="Mohammed Fasha" userId="cc64f42d-a1a6-4f08-b97b-0c37f877119f" providerId="ADAL" clId="{2411567F-3985-45FD-B7D3-CBACEEBB75BA}" dt="2025-04-20T19:44:28.292" v="373" actId="404"/>
          <ac:spMkLst>
            <pc:docMk/>
            <pc:sldMk cId="3405490312" sldId="529"/>
            <ac:spMk id="4" creationId="{206C9265-CEE7-252A-3C6B-480911750F44}"/>
          </ac:spMkLst>
        </pc:spChg>
        <pc:spChg chg="add mod ord">
          <ac:chgData name="Mohammed Fasha" userId="cc64f42d-a1a6-4f08-b97b-0c37f877119f" providerId="ADAL" clId="{2411567F-3985-45FD-B7D3-CBACEEBB75BA}" dt="2025-04-20T19:44:24.830" v="370" actId="700"/>
          <ac:spMkLst>
            <pc:docMk/>
            <pc:sldMk cId="3405490312" sldId="529"/>
            <ac:spMk id="5" creationId="{3BFBF26A-EC86-3947-28FD-F6FCB5DBB40A}"/>
          </ac:spMkLst>
        </pc:spChg>
      </pc:sldChg>
      <pc:sldChg chg="add del">
        <pc:chgData name="Mohammed Fasha" userId="cc64f42d-a1a6-4f08-b97b-0c37f877119f" providerId="ADAL" clId="{2411567F-3985-45FD-B7D3-CBACEEBB75BA}" dt="2025-04-20T19:30:30.973" v="2" actId="47"/>
        <pc:sldMkLst>
          <pc:docMk/>
          <pc:sldMk cId="193360162" sldId="530"/>
        </pc:sldMkLst>
      </pc:sldChg>
      <pc:sldChg chg="modSp new mod">
        <pc:chgData name="Mohammed Fasha" userId="cc64f42d-a1a6-4f08-b97b-0c37f877119f" providerId="ADAL" clId="{2411567F-3985-45FD-B7D3-CBACEEBB75BA}" dt="2025-04-20T19:45:14.206" v="406" actId="113"/>
        <pc:sldMkLst>
          <pc:docMk/>
          <pc:sldMk cId="2000670635" sldId="530"/>
        </pc:sldMkLst>
        <pc:spChg chg="mod">
          <ac:chgData name="Mohammed Fasha" userId="cc64f42d-a1a6-4f08-b97b-0c37f877119f" providerId="ADAL" clId="{2411567F-3985-45FD-B7D3-CBACEEBB75BA}" dt="2025-04-20T19:45:14.206" v="406" actId="113"/>
          <ac:spMkLst>
            <pc:docMk/>
            <pc:sldMk cId="2000670635" sldId="530"/>
            <ac:spMk id="2" creationId="{C4945504-0187-31AB-55BB-8F1728367CBA}"/>
          </ac:spMkLst>
        </pc:spChg>
        <pc:spChg chg="mod">
          <ac:chgData name="Mohammed Fasha" userId="cc64f42d-a1a6-4f08-b97b-0c37f877119f" providerId="ADAL" clId="{2411567F-3985-45FD-B7D3-CBACEEBB75BA}" dt="2025-04-20T19:45:10.496" v="401" actId="27636"/>
          <ac:spMkLst>
            <pc:docMk/>
            <pc:sldMk cId="2000670635" sldId="530"/>
            <ac:spMk id="3" creationId="{B44BF42D-EC6A-69D7-4769-0FA6C029B960}"/>
          </ac:spMkLst>
        </pc:spChg>
      </pc:sldChg>
      <pc:sldChg chg="add del">
        <pc:chgData name="Mohammed Fasha" userId="cc64f42d-a1a6-4f08-b97b-0c37f877119f" providerId="ADAL" clId="{2411567F-3985-45FD-B7D3-CBACEEBB75BA}" dt="2025-04-20T19:30:30.973" v="2" actId="47"/>
        <pc:sldMkLst>
          <pc:docMk/>
          <pc:sldMk cId="2241217429" sldId="531"/>
        </pc:sldMkLst>
      </pc:sldChg>
      <pc:sldChg chg="modSp add mod">
        <pc:chgData name="Mohammed Fasha" userId="cc64f42d-a1a6-4f08-b97b-0c37f877119f" providerId="ADAL" clId="{2411567F-3985-45FD-B7D3-CBACEEBB75BA}" dt="2025-04-20T19:45:25.884" v="413" actId="113"/>
        <pc:sldMkLst>
          <pc:docMk/>
          <pc:sldMk cId="2414963508" sldId="531"/>
        </pc:sldMkLst>
        <pc:spChg chg="mod">
          <ac:chgData name="Mohammed Fasha" userId="cc64f42d-a1a6-4f08-b97b-0c37f877119f" providerId="ADAL" clId="{2411567F-3985-45FD-B7D3-CBACEEBB75BA}" dt="2025-04-20T19:45:25.884" v="413" actId="113"/>
          <ac:spMkLst>
            <pc:docMk/>
            <pc:sldMk cId="2414963508" sldId="531"/>
            <ac:spMk id="2" creationId="{50011320-F4BC-478A-466E-DE82167A4CBC}"/>
          </ac:spMkLst>
        </pc:spChg>
        <pc:spChg chg="mod">
          <ac:chgData name="Mohammed Fasha" userId="cc64f42d-a1a6-4f08-b97b-0c37f877119f" providerId="ADAL" clId="{2411567F-3985-45FD-B7D3-CBACEEBB75BA}" dt="2025-04-20T19:45:21.632" v="408" actId="21"/>
          <ac:spMkLst>
            <pc:docMk/>
            <pc:sldMk cId="2414963508" sldId="531"/>
            <ac:spMk id="3" creationId="{1683A5C1-CCDA-0638-D557-DB317ACBB36D}"/>
          </ac:spMkLst>
        </pc:spChg>
      </pc:sldChg>
      <pc:sldChg chg="add del">
        <pc:chgData name="Mohammed Fasha" userId="cc64f42d-a1a6-4f08-b97b-0c37f877119f" providerId="ADAL" clId="{2411567F-3985-45FD-B7D3-CBACEEBB75BA}" dt="2025-04-20T19:30:30.973" v="2" actId="47"/>
        <pc:sldMkLst>
          <pc:docMk/>
          <pc:sldMk cId="153827184" sldId="532"/>
        </pc:sldMkLst>
      </pc:sldChg>
      <pc:sldChg chg="modSp add mod">
        <pc:chgData name="Mohammed Fasha" userId="cc64f42d-a1a6-4f08-b97b-0c37f877119f" providerId="ADAL" clId="{2411567F-3985-45FD-B7D3-CBACEEBB75BA}" dt="2025-04-20T19:45:36.248" v="420" actId="113"/>
        <pc:sldMkLst>
          <pc:docMk/>
          <pc:sldMk cId="2696719718" sldId="532"/>
        </pc:sldMkLst>
        <pc:spChg chg="mod">
          <ac:chgData name="Mohammed Fasha" userId="cc64f42d-a1a6-4f08-b97b-0c37f877119f" providerId="ADAL" clId="{2411567F-3985-45FD-B7D3-CBACEEBB75BA}" dt="2025-04-20T19:45:36.248" v="420" actId="113"/>
          <ac:spMkLst>
            <pc:docMk/>
            <pc:sldMk cId="2696719718" sldId="532"/>
            <ac:spMk id="2" creationId="{D3163206-9B7B-C560-1F37-B5C9281784C5}"/>
          </ac:spMkLst>
        </pc:spChg>
        <pc:spChg chg="mod">
          <ac:chgData name="Mohammed Fasha" userId="cc64f42d-a1a6-4f08-b97b-0c37f877119f" providerId="ADAL" clId="{2411567F-3985-45FD-B7D3-CBACEEBB75BA}" dt="2025-04-20T19:45:33.084" v="415" actId="21"/>
          <ac:spMkLst>
            <pc:docMk/>
            <pc:sldMk cId="2696719718" sldId="532"/>
            <ac:spMk id="3" creationId="{3F7154C0-A6BE-5E0E-802A-DDE10F5B67B7}"/>
          </ac:spMkLst>
        </pc:spChg>
      </pc:sldChg>
      <pc:sldChg chg="addSp delSp modSp add mod">
        <pc:chgData name="Mohammed Fasha" userId="cc64f42d-a1a6-4f08-b97b-0c37f877119f" providerId="ADAL" clId="{2411567F-3985-45FD-B7D3-CBACEEBB75BA}" dt="2025-04-20T19:45:59.873" v="427" actId="207"/>
        <pc:sldMkLst>
          <pc:docMk/>
          <pc:sldMk cId="1467010027" sldId="533"/>
        </pc:sldMkLst>
        <pc:spChg chg="mod">
          <ac:chgData name="Mohammed Fasha" userId="cc64f42d-a1a6-4f08-b97b-0c37f877119f" providerId="ADAL" clId="{2411567F-3985-45FD-B7D3-CBACEEBB75BA}" dt="2025-04-20T19:45:42.205" v="421"/>
          <ac:spMkLst>
            <pc:docMk/>
            <pc:sldMk cId="1467010027" sldId="533"/>
            <ac:spMk id="2" creationId="{10020F36-FCCE-711E-0E53-24BB0FCB3328}"/>
          </ac:spMkLst>
        </pc:spChg>
        <pc:spChg chg="del">
          <ac:chgData name="Mohammed Fasha" userId="cc64f42d-a1a6-4f08-b97b-0c37f877119f" providerId="ADAL" clId="{2411567F-3985-45FD-B7D3-CBACEEBB75BA}" dt="2025-04-20T19:45:46.414" v="422"/>
          <ac:spMkLst>
            <pc:docMk/>
            <pc:sldMk cId="1467010027" sldId="533"/>
            <ac:spMk id="3" creationId="{64FF9C3A-8C9C-DB3C-F615-2A37768C77A0}"/>
          </ac:spMkLst>
        </pc:spChg>
        <pc:graphicFrameChg chg="add mod modGraphic">
          <ac:chgData name="Mohammed Fasha" userId="cc64f42d-a1a6-4f08-b97b-0c37f877119f" providerId="ADAL" clId="{2411567F-3985-45FD-B7D3-CBACEEBB75BA}" dt="2025-04-20T19:45:59.873" v="427" actId="207"/>
          <ac:graphicFrameMkLst>
            <pc:docMk/>
            <pc:sldMk cId="1467010027" sldId="533"/>
            <ac:graphicFrameMk id="4" creationId="{5E8BEB50-80A0-7D14-50E2-3B775B7D3657}"/>
          </ac:graphicFrameMkLst>
        </pc:graphicFrameChg>
      </pc:sldChg>
      <pc:sldChg chg="add del">
        <pc:chgData name="Mohammed Fasha" userId="cc64f42d-a1a6-4f08-b97b-0c37f877119f" providerId="ADAL" clId="{2411567F-3985-45FD-B7D3-CBACEEBB75BA}" dt="2025-04-20T19:30:30.973" v="2" actId="47"/>
        <pc:sldMkLst>
          <pc:docMk/>
          <pc:sldMk cId="2207611031" sldId="533"/>
        </pc:sldMkLst>
      </pc:sldChg>
      <pc:sldChg chg="add del">
        <pc:chgData name="Mohammed Fasha" userId="cc64f42d-a1a6-4f08-b97b-0c37f877119f" providerId="ADAL" clId="{2411567F-3985-45FD-B7D3-CBACEEBB75BA}" dt="2025-04-20T19:30:30.973" v="2" actId="47"/>
        <pc:sldMkLst>
          <pc:docMk/>
          <pc:sldMk cId="1925859816" sldId="534"/>
        </pc:sldMkLst>
      </pc:sldChg>
      <pc:sldChg chg="addSp delSp modSp add mod">
        <pc:chgData name="Mohammed Fasha" userId="cc64f42d-a1a6-4f08-b97b-0c37f877119f" providerId="ADAL" clId="{2411567F-3985-45FD-B7D3-CBACEEBB75BA}" dt="2025-04-20T19:46:27.115" v="429" actId="22"/>
        <pc:sldMkLst>
          <pc:docMk/>
          <pc:sldMk cId="3469217301" sldId="534"/>
        </pc:sldMkLst>
        <pc:spChg chg="mod">
          <ac:chgData name="Mohammed Fasha" userId="cc64f42d-a1a6-4f08-b97b-0c37f877119f" providerId="ADAL" clId="{2411567F-3985-45FD-B7D3-CBACEEBB75BA}" dt="2025-04-20T19:46:11.145" v="428"/>
          <ac:spMkLst>
            <pc:docMk/>
            <pc:sldMk cId="3469217301" sldId="534"/>
            <ac:spMk id="2" creationId="{87649820-86E6-67A0-D14C-C6BF1D5F3492}"/>
          </ac:spMkLst>
        </pc:spChg>
        <pc:spChg chg="del">
          <ac:chgData name="Mohammed Fasha" userId="cc64f42d-a1a6-4f08-b97b-0c37f877119f" providerId="ADAL" clId="{2411567F-3985-45FD-B7D3-CBACEEBB75BA}" dt="2025-04-20T19:46:27.115" v="429" actId="22"/>
          <ac:spMkLst>
            <pc:docMk/>
            <pc:sldMk cId="3469217301" sldId="534"/>
            <ac:spMk id="3" creationId="{30712D79-8BD6-4AF3-42A3-32103D44D915}"/>
          </ac:spMkLst>
        </pc:spChg>
        <pc:picChg chg="add mod ord">
          <ac:chgData name="Mohammed Fasha" userId="cc64f42d-a1a6-4f08-b97b-0c37f877119f" providerId="ADAL" clId="{2411567F-3985-45FD-B7D3-CBACEEBB75BA}" dt="2025-04-20T19:46:27.115" v="429" actId="22"/>
          <ac:picMkLst>
            <pc:docMk/>
            <pc:sldMk cId="3469217301" sldId="534"/>
            <ac:picMk id="5" creationId="{C8AC2521-8172-F53F-CA69-13EBD8148B78}"/>
          </ac:picMkLst>
        </pc:picChg>
      </pc:sldChg>
      <pc:sldChg chg="modSp add mod">
        <pc:chgData name="Mohammed Fasha" userId="cc64f42d-a1a6-4f08-b97b-0c37f877119f" providerId="ADAL" clId="{2411567F-3985-45FD-B7D3-CBACEEBB75BA}" dt="2025-04-20T19:46:41.518" v="436" actId="113"/>
        <pc:sldMkLst>
          <pc:docMk/>
          <pc:sldMk cId="182050409" sldId="535"/>
        </pc:sldMkLst>
        <pc:spChg chg="mod">
          <ac:chgData name="Mohammed Fasha" userId="cc64f42d-a1a6-4f08-b97b-0c37f877119f" providerId="ADAL" clId="{2411567F-3985-45FD-B7D3-CBACEEBB75BA}" dt="2025-04-20T19:46:41.518" v="436" actId="113"/>
          <ac:spMkLst>
            <pc:docMk/>
            <pc:sldMk cId="182050409" sldId="535"/>
            <ac:spMk id="2" creationId="{28CA9743-B231-D96B-839C-111F97C9000D}"/>
          </ac:spMkLst>
        </pc:spChg>
        <pc:spChg chg="mod">
          <ac:chgData name="Mohammed Fasha" userId="cc64f42d-a1a6-4f08-b97b-0c37f877119f" providerId="ADAL" clId="{2411567F-3985-45FD-B7D3-CBACEEBB75BA}" dt="2025-04-20T19:46:37.840" v="431" actId="21"/>
          <ac:spMkLst>
            <pc:docMk/>
            <pc:sldMk cId="182050409" sldId="535"/>
            <ac:spMk id="3" creationId="{98CF089C-9CA2-6401-5EFB-771546845F85}"/>
          </ac:spMkLst>
        </pc:spChg>
      </pc:sldChg>
      <pc:sldChg chg="add del">
        <pc:chgData name="Mohammed Fasha" userId="cc64f42d-a1a6-4f08-b97b-0c37f877119f" providerId="ADAL" clId="{2411567F-3985-45FD-B7D3-CBACEEBB75BA}" dt="2025-04-20T19:30:30.973" v="2" actId="47"/>
        <pc:sldMkLst>
          <pc:docMk/>
          <pc:sldMk cId="691279895" sldId="535"/>
        </pc:sldMkLst>
      </pc:sldChg>
      <pc:sldChg chg="add del">
        <pc:chgData name="Mohammed Fasha" userId="cc64f42d-a1a6-4f08-b97b-0c37f877119f" providerId="ADAL" clId="{2411567F-3985-45FD-B7D3-CBACEEBB75BA}" dt="2025-04-20T19:30:30.973" v="2" actId="47"/>
        <pc:sldMkLst>
          <pc:docMk/>
          <pc:sldMk cId="974044099" sldId="536"/>
        </pc:sldMkLst>
      </pc:sldChg>
      <pc:sldChg chg="modSp add mod">
        <pc:chgData name="Mohammed Fasha" userId="cc64f42d-a1a6-4f08-b97b-0c37f877119f" providerId="ADAL" clId="{2411567F-3985-45FD-B7D3-CBACEEBB75BA}" dt="2025-04-20T19:46:53.215" v="443" actId="113"/>
        <pc:sldMkLst>
          <pc:docMk/>
          <pc:sldMk cId="3937355315" sldId="536"/>
        </pc:sldMkLst>
        <pc:spChg chg="mod">
          <ac:chgData name="Mohammed Fasha" userId="cc64f42d-a1a6-4f08-b97b-0c37f877119f" providerId="ADAL" clId="{2411567F-3985-45FD-B7D3-CBACEEBB75BA}" dt="2025-04-20T19:46:53.215" v="443" actId="113"/>
          <ac:spMkLst>
            <pc:docMk/>
            <pc:sldMk cId="3937355315" sldId="536"/>
            <ac:spMk id="2" creationId="{574AD889-3134-4145-8ABE-6B3A78301426}"/>
          </ac:spMkLst>
        </pc:spChg>
        <pc:spChg chg="mod">
          <ac:chgData name="Mohammed Fasha" userId="cc64f42d-a1a6-4f08-b97b-0c37f877119f" providerId="ADAL" clId="{2411567F-3985-45FD-B7D3-CBACEEBB75BA}" dt="2025-04-20T19:46:49.849" v="438" actId="21"/>
          <ac:spMkLst>
            <pc:docMk/>
            <pc:sldMk cId="3937355315" sldId="536"/>
            <ac:spMk id="3" creationId="{8E84AFE7-3528-047C-3F54-29CCF698D7CB}"/>
          </ac:spMkLst>
        </pc:spChg>
      </pc:sldChg>
      <pc:sldChg chg="add del">
        <pc:chgData name="Mohammed Fasha" userId="cc64f42d-a1a6-4f08-b97b-0c37f877119f" providerId="ADAL" clId="{2411567F-3985-45FD-B7D3-CBACEEBB75BA}" dt="2025-04-20T19:47:01.183" v="444" actId="47"/>
        <pc:sldMkLst>
          <pc:docMk/>
          <pc:sldMk cId="3360368736" sldId="537"/>
        </pc:sldMkLst>
      </pc:sldChg>
      <pc:sldChg chg="add del">
        <pc:chgData name="Mohammed Fasha" userId="cc64f42d-a1a6-4f08-b97b-0c37f877119f" providerId="ADAL" clId="{2411567F-3985-45FD-B7D3-CBACEEBB75BA}" dt="2025-04-20T19:30:30.973" v="2" actId="47"/>
        <pc:sldMkLst>
          <pc:docMk/>
          <pc:sldMk cId="3850774780" sldId="537"/>
        </pc:sldMkLst>
      </pc:sldChg>
      <pc:sldChg chg="add del">
        <pc:chgData name="Mohammed Fasha" userId="cc64f42d-a1a6-4f08-b97b-0c37f877119f" providerId="ADAL" clId="{2411567F-3985-45FD-B7D3-CBACEEBB75BA}" dt="2025-04-20T19:30:30.973" v="2" actId="47"/>
        <pc:sldMkLst>
          <pc:docMk/>
          <pc:sldMk cId="2084523023" sldId="538"/>
        </pc:sldMkLst>
      </pc:sldChg>
      <pc:sldChg chg="add del">
        <pc:chgData name="Mohammed Fasha" userId="cc64f42d-a1a6-4f08-b97b-0c37f877119f" providerId="ADAL" clId="{2411567F-3985-45FD-B7D3-CBACEEBB75BA}" dt="2025-04-20T19:47:01.759" v="445" actId="47"/>
        <pc:sldMkLst>
          <pc:docMk/>
          <pc:sldMk cId="2996772708" sldId="538"/>
        </pc:sldMkLst>
      </pc:sldChg>
      <pc:sldChg chg="add del">
        <pc:chgData name="Mohammed Fasha" userId="cc64f42d-a1a6-4f08-b97b-0c37f877119f" providerId="ADAL" clId="{2411567F-3985-45FD-B7D3-CBACEEBB75BA}" dt="2025-04-20T19:30:30.973" v="2" actId="47"/>
        <pc:sldMkLst>
          <pc:docMk/>
          <pc:sldMk cId="535607353" sldId="539"/>
        </pc:sldMkLst>
      </pc:sldChg>
      <pc:sldChg chg="add del">
        <pc:chgData name="Mohammed Fasha" userId="cc64f42d-a1a6-4f08-b97b-0c37f877119f" providerId="ADAL" clId="{2411567F-3985-45FD-B7D3-CBACEEBB75BA}" dt="2025-04-20T19:47:02.345" v="446" actId="47"/>
        <pc:sldMkLst>
          <pc:docMk/>
          <pc:sldMk cId="3878883472" sldId="539"/>
        </pc:sldMkLst>
      </pc:sldChg>
      <pc:sldChg chg="add del">
        <pc:chgData name="Mohammed Fasha" userId="cc64f42d-a1a6-4f08-b97b-0c37f877119f" providerId="ADAL" clId="{2411567F-3985-45FD-B7D3-CBACEEBB75BA}" dt="2025-04-20T19:30:30.973" v="2" actId="47"/>
        <pc:sldMkLst>
          <pc:docMk/>
          <pc:sldMk cId="1965007340" sldId="540"/>
        </pc:sldMkLst>
      </pc:sldChg>
      <pc:sldChg chg="add del">
        <pc:chgData name="Mohammed Fasha" userId="cc64f42d-a1a6-4f08-b97b-0c37f877119f" providerId="ADAL" clId="{2411567F-3985-45FD-B7D3-CBACEEBB75BA}" dt="2025-04-20T19:30:30.973" v="2" actId="47"/>
        <pc:sldMkLst>
          <pc:docMk/>
          <pc:sldMk cId="3049387189" sldId="541"/>
        </pc:sldMkLst>
      </pc:sldChg>
      <pc:sldChg chg="add del">
        <pc:chgData name="Mohammed Fasha" userId="cc64f42d-a1a6-4f08-b97b-0c37f877119f" providerId="ADAL" clId="{2411567F-3985-45FD-B7D3-CBACEEBB75BA}" dt="2025-04-20T19:30:30.973" v="2" actId="47"/>
        <pc:sldMkLst>
          <pc:docMk/>
          <pc:sldMk cId="1726072780" sldId="542"/>
        </pc:sldMkLst>
      </pc:sldChg>
      <pc:sldChg chg="add del">
        <pc:chgData name="Mohammed Fasha" userId="cc64f42d-a1a6-4f08-b97b-0c37f877119f" providerId="ADAL" clId="{2411567F-3985-45FD-B7D3-CBACEEBB75BA}" dt="2025-04-20T19:30:30.973" v="2" actId="47"/>
        <pc:sldMkLst>
          <pc:docMk/>
          <pc:sldMk cId="1046126438" sldId="543"/>
        </pc:sldMkLst>
      </pc:sldChg>
      <pc:sldChg chg="add del">
        <pc:chgData name="Mohammed Fasha" userId="cc64f42d-a1a6-4f08-b97b-0c37f877119f" providerId="ADAL" clId="{2411567F-3985-45FD-B7D3-CBACEEBB75BA}" dt="2025-04-20T19:30:30.973" v="2" actId="47"/>
        <pc:sldMkLst>
          <pc:docMk/>
          <pc:sldMk cId="2367421114" sldId="544"/>
        </pc:sldMkLst>
      </pc:sldChg>
      <pc:sldChg chg="add del">
        <pc:chgData name="Mohammed Fasha" userId="cc64f42d-a1a6-4f08-b97b-0c37f877119f" providerId="ADAL" clId="{2411567F-3985-45FD-B7D3-CBACEEBB75BA}" dt="2025-04-20T19:30:30.973" v="2" actId="47"/>
        <pc:sldMkLst>
          <pc:docMk/>
          <pc:sldMk cId="2873219672" sldId="545"/>
        </pc:sldMkLst>
      </pc:sldChg>
      <pc:sldChg chg="add del">
        <pc:chgData name="Mohammed Fasha" userId="cc64f42d-a1a6-4f08-b97b-0c37f877119f" providerId="ADAL" clId="{2411567F-3985-45FD-B7D3-CBACEEBB75BA}" dt="2025-04-20T19:30:30.973" v="2" actId="47"/>
        <pc:sldMkLst>
          <pc:docMk/>
          <pc:sldMk cId="3251816614" sldId="546"/>
        </pc:sldMkLst>
      </pc:sldChg>
      <pc:sldChg chg="add del">
        <pc:chgData name="Mohammed Fasha" userId="cc64f42d-a1a6-4f08-b97b-0c37f877119f" providerId="ADAL" clId="{2411567F-3985-45FD-B7D3-CBACEEBB75BA}" dt="2025-04-20T19:30:30.973" v="2" actId="47"/>
        <pc:sldMkLst>
          <pc:docMk/>
          <pc:sldMk cId="911742515" sldId="547"/>
        </pc:sldMkLst>
      </pc:sldChg>
      <pc:sldChg chg="add del">
        <pc:chgData name="Mohammed Fasha" userId="cc64f42d-a1a6-4f08-b97b-0c37f877119f" providerId="ADAL" clId="{2411567F-3985-45FD-B7D3-CBACEEBB75BA}" dt="2025-04-20T19:30:30.973" v="2" actId="47"/>
        <pc:sldMkLst>
          <pc:docMk/>
          <pc:sldMk cId="4271525347" sldId="548"/>
        </pc:sldMkLst>
      </pc:sldChg>
      <pc:sldChg chg="add del">
        <pc:chgData name="Mohammed Fasha" userId="cc64f42d-a1a6-4f08-b97b-0c37f877119f" providerId="ADAL" clId="{2411567F-3985-45FD-B7D3-CBACEEBB75BA}" dt="2025-04-20T19:30:30.973" v="2" actId="47"/>
        <pc:sldMkLst>
          <pc:docMk/>
          <pc:sldMk cId="3792898422" sldId="549"/>
        </pc:sldMkLst>
      </pc:sldChg>
      <pc:sldChg chg="add del">
        <pc:chgData name="Mohammed Fasha" userId="cc64f42d-a1a6-4f08-b97b-0c37f877119f" providerId="ADAL" clId="{2411567F-3985-45FD-B7D3-CBACEEBB75BA}" dt="2025-04-20T19:30:30.973" v="2" actId="47"/>
        <pc:sldMkLst>
          <pc:docMk/>
          <pc:sldMk cId="1904661062" sldId="550"/>
        </pc:sldMkLst>
      </pc:sldChg>
      <pc:sldChg chg="add del">
        <pc:chgData name="Mohammed Fasha" userId="cc64f42d-a1a6-4f08-b97b-0c37f877119f" providerId="ADAL" clId="{2411567F-3985-45FD-B7D3-CBACEEBB75BA}" dt="2025-04-20T19:30:30.973" v="2" actId="47"/>
        <pc:sldMkLst>
          <pc:docMk/>
          <pc:sldMk cId="1778249791" sldId="551"/>
        </pc:sldMkLst>
      </pc:sldChg>
      <pc:sldChg chg="add del">
        <pc:chgData name="Mohammed Fasha" userId="cc64f42d-a1a6-4f08-b97b-0c37f877119f" providerId="ADAL" clId="{2411567F-3985-45FD-B7D3-CBACEEBB75BA}" dt="2025-04-20T19:30:30.973" v="2" actId="47"/>
        <pc:sldMkLst>
          <pc:docMk/>
          <pc:sldMk cId="3613121118" sldId="552"/>
        </pc:sldMkLst>
      </pc:sldChg>
      <pc:sldChg chg="add del">
        <pc:chgData name="Mohammed Fasha" userId="cc64f42d-a1a6-4f08-b97b-0c37f877119f" providerId="ADAL" clId="{2411567F-3985-45FD-B7D3-CBACEEBB75BA}" dt="2025-04-20T19:30:30.973" v="2" actId="47"/>
        <pc:sldMkLst>
          <pc:docMk/>
          <pc:sldMk cId="1591255543" sldId="553"/>
        </pc:sldMkLst>
      </pc:sldChg>
      <pc:sldChg chg="add del">
        <pc:chgData name="Mohammed Fasha" userId="cc64f42d-a1a6-4f08-b97b-0c37f877119f" providerId="ADAL" clId="{2411567F-3985-45FD-B7D3-CBACEEBB75BA}" dt="2025-04-20T19:30:30.973" v="2" actId="47"/>
        <pc:sldMkLst>
          <pc:docMk/>
          <pc:sldMk cId="1163823271" sldId="554"/>
        </pc:sldMkLst>
      </pc:sldChg>
      <pc:sldChg chg="add del">
        <pc:chgData name="Mohammed Fasha" userId="cc64f42d-a1a6-4f08-b97b-0c37f877119f" providerId="ADAL" clId="{2411567F-3985-45FD-B7D3-CBACEEBB75BA}" dt="2025-04-20T19:30:30.973" v="2" actId="47"/>
        <pc:sldMkLst>
          <pc:docMk/>
          <pc:sldMk cId="2123342641" sldId="555"/>
        </pc:sldMkLst>
      </pc:sldChg>
      <pc:sldChg chg="add del">
        <pc:chgData name="Mohammed Fasha" userId="cc64f42d-a1a6-4f08-b97b-0c37f877119f" providerId="ADAL" clId="{2411567F-3985-45FD-B7D3-CBACEEBB75BA}" dt="2025-04-20T19:30:30.973" v="2" actId="47"/>
        <pc:sldMkLst>
          <pc:docMk/>
          <pc:sldMk cId="369462326" sldId="556"/>
        </pc:sldMkLst>
      </pc:sldChg>
      <pc:sldChg chg="add del">
        <pc:chgData name="Mohammed Fasha" userId="cc64f42d-a1a6-4f08-b97b-0c37f877119f" providerId="ADAL" clId="{2411567F-3985-45FD-B7D3-CBACEEBB75BA}" dt="2025-04-20T19:30:30.973" v="2" actId="47"/>
        <pc:sldMkLst>
          <pc:docMk/>
          <pc:sldMk cId="1059666236" sldId="557"/>
        </pc:sldMkLst>
      </pc:sldChg>
      <pc:sldChg chg="add del">
        <pc:chgData name="Mohammed Fasha" userId="cc64f42d-a1a6-4f08-b97b-0c37f877119f" providerId="ADAL" clId="{2411567F-3985-45FD-B7D3-CBACEEBB75BA}" dt="2025-04-20T19:30:30.973" v="2" actId="47"/>
        <pc:sldMkLst>
          <pc:docMk/>
          <pc:sldMk cId="880183050" sldId="558"/>
        </pc:sldMkLst>
      </pc:sldChg>
      <pc:sldChg chg="add del">
        <pc:chgData name="Mohammed Fasha" userId="cc64f42d-a1a6-4f08-b97b-0c37f877119f" providerId="ADAL" clId="{2411567F-3985-45FD-B7D3-CBACEEBB75BA}" dt="2025-04-20T19:30:30.973" v="2" actId="47"/>
        <pc:sldMkLst>
          <pc:docMk/>
          <pc:sldMk cId="3113957299" sldId="559"/>
        </pc:sldMkLst>
      </pc:sldChg>
      <pc:sldChg chg="add del">
        <pc:chgData name="Mohammed Fasha" userId="cc64f42d-a1a6-4f08-b97b-0c37f877119f" providerId="ADAL" clId="{2411567F-3985-45FD-B7D3-CBACEEBB75BA}" dt="2025-04-20T19:30:30.973" v="2" actId="47"/>
        <pc:sldMkLst>
          <pc:docMk/>
          <pc:sldMk cId="1318437956" sldId="560"/>
        </pc:sldMkLst>
      </pc:sldChg>
      <pc:sldChg chg="add del">
        <pc:chgData name="Mohammed Fasha" userId="cc64f42d-a1a6-4f08-b97b-0c37f877119f" providerId="ADAL" clId="{2411567F-3985-45FD-B7D3-CBACEEBB75BA}" dt="2025-04-20T19:30:30.973" v="2" actId="47"/>
        <pc:sldMkLst>
          <pc:docMk/>
          <pc:sldMk cId="3428783325" sldId="561"/>
        </pc:sldMkLst>
      </pc:sldChg>
      <pc:sldChg chg="add del">
        <pc:chgData name="Mohammed Fasha" userId="cc64f42d-a1a6-4f08-b97b-0c37f877119f" providerId="ADAL" clId="{2411567F-3985-45FD-B7D3-CBACEEBB75BA}" dt="2025-04-20T19:30:30.973" v="2" actId="47"/>
        <pc:sldMkLst>
          <pc:docMk/>
          <pc:sldMk cId="2026840369" sldId="562"/>
        </pc:sldMkLst>
      </pc:sldChg>
      <pc:sldChg chg="add del">
        <pc:chgData name="Mohammed Fasha" userId="cc64f42d-a1a6-4f08-b97b-0c37f877119f" providerId="ADAL" clId="{2411567F-3985-45FD-B7D3-CBACEEBB75BA}" dt="2025-04-20T19:30:30.973" v="2" actId="47"/>
        <pc:sldMkLst>
          <pc:docMk/>
          <pc:sldMk cId="111678867" sldId="563"/>
        </pc:sldMkLst>
      </pc:sldChg>
      <pc:sldChg chg="add del">
        <pc:chgData name="Mohammed Fasha" userId="cc64f42d-a1a6-4f08-b97b-0c37f877119f" providerId="ADAL" clId="{2411567F-3985-45FD-B7D3-CBACEEBB75BA}" dt="2025-04-20T19:30:30.973" v="2" actId="47"/>
        <pc:sldMkLst>
          <pc:docMk/>
          <pc:sldMk cId="1207130840" sldId="564"/>
        </pc:sldMkLst>
      </pc:sldChg>
      <pc:sldChg chg="add del">
        <pc:chgData name="Mohammed Fasha" userId="cc64f42d-a1a6-4f08-b97b-0c37f877119f" providerId="ADAL" clId="{2411567F-3985-45FD-B7D3-CBACEEBB75BA}" dt="2025-04-20T19:30:30.973" v="2" actId="47"/>
        <pc:sldMkLst>
          <pc:docMk/>
          <pc:sldMk cId="458402484" sldId="565"/>
        </pc:sldMkLst>
      </pc:sldChg>
      <pc:sldChg chg="add del">
        <pc:chgData name="Mohammed Fasha" userId="cc64f42d-a1a6-4f08-b97b-0c37f877119f" providerId="ADAL" clId="{2411567F-3985-45FD-B7D3-CBACEEBB75BA}" dt="2025-04-20T19:30:30.973" v="2" actId="47"/>
        <pc:sldMkLst>
          <pc:docMk/>
          <pc:sldMk cId="2278083572" sldId="566"/>
        </pc:sldMkLst>
      </pc:sldChg>
      <pc:sldChg chg="add del">
        <pc:chgData name="Mohammed Fasha" userId="cc64f42d-a1a6-4f08-b97b-0c37f877119f" providerId="ADAL" clId="{2411567F-3985-45FD-B7D3-CBACEEBB75BA}" dt="2025-04-20T19:30:30.973" v="2" actId="47"/>
        <pc:sldMkLst>
          <pc:docMk/>
          <pc:sldMk cId="1014027306" sldId="567"/>
        </pc:sldMkLst>
      </pc:sldChg>
      <pc:sldChg chg="add del">
        <pc:chgData name="Mohammed Fasha" userId="cc64f42d-a1a6-4f08-b97b-0c37f877119f" providerId="ADAL" clId="{2411567F-3985-45FD-B7D3-CBACEEBB75BA}" dt="2025-04-20T19:30:30.973" v="2" actId="47"/>
        <pc:sldMkLst>
          <pc:docMk/>
          <pc:sldMk cId="488425355" sldId="568"/>
        </pc:sldMkLst>
      </pc:sldChg>
      <pc:sldChg chg="add del">
        <pc:chgData name="Mohammed Fasha" userId="cc64f42d-a1a6-4f08-b97b-0c37f877119f" providerId="ADAL" clId="{2411567F-3985-45FD-B7D3-CBACEEBB75BA}" dt="2025-04-20T19:30:30.973" v="2" actId="47"/>
        <pc:sldMkLst>
          <pc:docMk/>
          <pc:sldMk cId="2124297065" sldId="569"/>
        </pc:sldMkLst>
      </pc:sldChg>
      <pc:sldChg chg="add del">
        <pc:chgData name="Mohammed Fasha" userId="cc64f42d-a1a6-4f08-b97b-0c37f877119f" providerId="ADAL" clId="{2411567F-3985-45FD-B7D3-CBACEEBB75BA}" dt="2025-04-20T19:30:30.973" v="2" actId="47"/>
        <pc:sldMkLst>
          <pc:docMk/>
          <pc:sldMk cId="344335387" sldId="570"/>
        </pc:sldMkLst>
      </pc:sldChg>
      <pc:sldChg chg="add del">
        <pc:chgData name="Mohammed Fasha" userId="cc64f42d-a1a6-4f08-b97b-0c37f877119f" providerId="ADAL" clId="{2411567F-3985-45FD-B7D3-CBACEEBB75BA}" dt="2025-04-20T19:30:30.973" v="2" actId="47"/>
        <pc:sldMkLst>
          <pc:docMk/>
          <pc:sldMk cId="1008267675" sldId="571"/>
        </pc:sldMkLst>
      </pc:sldChg>
      <pc:sldChg chg="add del">
        <pc:chgData name="Mohammed Fasha" userId="cc64f42d-a1a6-4f08-b97b-0c37f877119f" providerId="ADAL" clId="{2411567F-3985-45FD-B7D3-CBACEEBB75BA}" dt="2025-04-20T19:30:30.973" v="2" actId="47"/>
        <pc:sldMkLst>
          <pc:docMk/>
          <pc:sldMk cId="2977344403" sldId="572"/>
        </pc:sldMkLst>
      </pc:sldChg>
      <pc:sldChg chg="add del">
        <pc:chgData name="Mohammed Fasha" userId="cc64f42d-a1a6-4f08-b97b-0c37f877119f" providerId="ADAL" clId="{2411567F-3985-45FD-B7D3-CBACEEBB75BA}" dt="2025-04-20T19:30:30.973" v="2" actId="47"/>
        <pc:sldMkLst>
          <pc:docMk/>
          <pc:sldMk cId="1023332048" sldId="573"/>
        </pc:sldMkLst>
      </pc:sldChg>
      <pc:sldChg chg="add del">
        <pc:chgData name="Mohammed Fasha" userId="cc64f42d-a1a6-4f08-b97b-0c37f877119f" providerId="ADAL" clId="{2411567F-3985-45FD-B7D3-CBACEEBB75BA}" dt="2025-04-20T19:30:30.973" v="2" actId="47"/>
        <pc:sldMkLst>
          <pc:docMk/>
          <pc:sldMk cId="2948433726" sldId="574"/>
        </pc:sldMkLst>
      </pc:sldChg>
      <pc:sldChg chg="add del">
        <pc:chgData name="Mohammed Fasha" userId="cc64f42d-a1a6-4f08-b97b-0c37f877119f" providerId="ADAL" clId="{2411567F-3985-45FD-B7D3-CBACEEBB75BA}" dt="2025-04-20T19:30:30.973" v="2" actId="47"/>
        <pc:sldMkLst>
          <pc:docMk/>
          <pc:sldMk cId="1176656988" sldId="575"/>
        </pc:sldMkLst>
      </pc:sldChg>
      <pc:sldChg chg="add del">
        <pc:chgData name="Mohammed Fasha" userId="cc64f42d-a1a6-4f08-b97b-0c37f877119f" providerId="ADAL" clId="{2411567F-3985-45FD-B7D3-CBACEEBB75BA}" dt="2025-04-20T19:30:30.973" v="2" actId="47"/>
        <pc:sldMkLst>
          <pc:docMk/>
          <pc:sldMk cId="1672592268" sldId="576"/>
        </pc:sldMkLst>
      </pc:sldChg>
      <pc:sldChg chg="add del">
        <pc:chgData name="Mohammed Fasha" userId="cc64f42d-a1a6-4f08-b97b-0c37f877119f" providerId="ADAL" clId="{2411567F-3985-45FD-B7D3-CBACEEBB75BA}" dt="2025-04-20T19:30:30.973" v="2" actId="47"/>
        <pc:sldMkLst>
          <pc:docMk/>
          <pc:sldMk cId="3540067521" sldId="577"/>
        </pc:sldMkLst>
      </pc:sldChg>
      <pc:sldChg chg="add del">
        <pc:chgData name="Mohammed Fasha" userId="cc64f42d-a1a6-4f08-b97b-0c37f877119f" providerId="ADAL" clId="{2411567F-3985-45FD-B7D3-CBACEEBB75BA}" dt="2025-04-20T19:30:30.973" v="2" actId="47"/>
        <pc:sldMkLst>
          <pc:docMk/>
          <pc:sldMk cId="1268903903" sldId="578"/>
        </pc:sldMkLst>
      </pc:sldChg>
      <pc:sldChg chg="add del">
        <pc:chgData name="Mohammed Fasha" userId="cc64f42d-a1a6-4f08-b97b-0c37f877119f" providerId="ADAL" clId="{2411567F-3985-45FD-B7D3-CBACEEBB75BA}" dt="2025-04-20T19:30:30.973" v="2" actId="47"/>
        <pc:sldMkLst>
          <pc:docMk/>
          <pc:sldMk cId="1025754460" sldId="579"/>
        </pc:sldMkLst>
      </pc:sldChg>
      <pc:sldChg chg="add del">
        <pc:chgData name="Mohammed Fasha" userId="cc64f42d-a1a6-4f08-b97b-0c37f877119f" providerId="ADAL" clId="{2411567F-3985-45FD-B7D3-CBACEEBB75BA}" dt="2025-04-20T19:30:30.973" v="2" actId="47"/>
        <pc:sldMkLst>
          <pc:docMk/>
          <pc:sldMk cId="3611954685" sldId="580"/>
        </pc:sldMkLst>
      </pc:sldChg>
      <pc:sldChg chg="add del">
        <pc:chgData name="Mohammed Fasha" userId="cc64f42d-a1a6-4f08-b97b-0c37f877119f" providerId="ADAL" clId="{2411567F-3985-45FD-B7D3-CBACEEBB75BA}" dt="2025-04-20T19:30:30.973" v="2" actId="47"/>
        <pc:sldMkLst>
          <pc:docMk/>
          <pc:sldMk cId="3913947880" sldId="581"/>
        </pc:sldMkLst>
      </pc:sldChg>
      <pc:sldChg chg="add del">
        <pc:chgData name="Mohammed Fasha" userId="cc64f42d-a1a6-4f08-b97b-0c37f877119f" providerId="ADAL" clId="{2411567F-3985-45FD-B7D3-CBACEEBB75BA}" dt="2025-04-20T19:30:30.973" v="2" actId="47"/>
        <pc:sldMkLst>
          <pc:docMk/>
          <pc:sldMk cId="1910666289" sldId="582"/>
        </pc:sldMkLst>
      </pc:sldChg>
      <pc:sldChg chg="add del">
        <pc:chgData name="Mohammed Fasha" userId="cc64f42d-a1a6-4f08-b97b-0c37f877119f" providerId="ADAL" clId="{2411567F-3985-45FD-B7D3-CBACEEBB75BA}" dt="2025-04-20T19:30:30.973" v="2" actId="47"/>
        <pc:sldMkLst>
          <pc:docMk/>
          <pc:sldMk cId="2077761126" sldId="583"/>
        </pc:sldMkLst>
      </pc:sldChg>
      <pc:sldChg chg="add del">
        <pc:chgData name="Mohammed Fasha" userId="cc64f42d-a1a6-4f08-b97b-0c37f877119f" providerId="ADAL" clId="{2411567F-3985-45FD-B7D3-CBACEEBB75BA}" dt="2025-04-20T19:30:30.973" v="2" actId="47"/>
        <pc:sldMkLst>
          <pc:docMk/>
          <pc:sldMk cId="322781112" sldId="584"/>
        </pc:sldMkLst>
      </pc:sldChg>
      <pc:sldChg chg="add del">
        <pc:chgData name="Mohammed Fasha" userId="cc64f42d-a1a6-4f08-b97b-0c37f877119f" providerId="ADAL" clId="{2411567F-3985-45FD-B7D3-CBACEEBB75BA}" dt="2025-04-20T19:30:30.973" v="2" actId="47"/>
        <pc:sldMkLst>
          <pc:docMk/>
          <pc:sldMk cId="3067591480" sldId="585"/>
        </pc:sldMkLst>
      </pc:sldChg>
      <pc:sldChg chg="add del">
        <pc:chgData name="Mohammed Fasha" userId="cc64f42d-a1a6-4f08-b97b-0c37f877119f" providerId="ADAL" clId="{2411567F-3985-45FD-B7D3-CBACEEBB75BA}" dt="2025-04-20T19:30:30.973" v="2" actId="47"/>
        <pc:sldMkLst>
          <pc:docMk/>
          <pc:sldMk cId="1822846115" sldId="586"/>
        </pc:sldMkLst>
      </pc:sldChg>
      <pc:sldChg chg="add del">
        <pc:chgData name="Mohammed Fasha" userId="cc64f42d-a1a6-4f08-b97b-0c37f877119f" providerId="ADAL" clId="{2411567F-3985-45FD-B7D3-CBACEEBB75BA}" dt="2025-04-20T19:30:30.973" v="2" actId="47"/>
        <pc:sldMkLst>
          <pc:docMk/>
          <pc:sldMk cId="1196054167" sldId="587"/>
        </pc:sldMkLst>
      </pc:sldChg>
      <pc:sldChg chg="add del">
        <pc:chgData name="Mohammed Fasha" userId="cc64f42d-a1a6-4f08-b97b-0c37f877119f" providerId="ADAL" clId="{2411567F-3985-45FD-B7D3-CBACEEBB75BA}" dt="2025-04-20T19:30:30.973" v="2" actId="47"/>
        <pc:sldMkLst>
          <pc:docMk/>
          <pc:sldMk cId="313857250" sldId="588"/>
        </pc:sldMkLst>
      </pc:sldChg>
      <pc:sldChg chg="add del">
        <pc:chgData name="Mohammed Fasha" userId="cc64f42d-a1a6-4f08-b97b-0c37f877119f" providerId="ADAL" clId="{2411567F-3985-45FD-B7D3-CBACEEBB75BA}" dt="2025-04-20T19:30:30.973" v="2" actId="47"/>
        <pc:sldMkLst>
          <pc:docMk/>
          <pc:sldMk cId="3248123203" sldId="589"/>
        </pc:sldMkLst>
      </pc:sldChg>
      <pc:sldChg chg="add del">
        <pc:chgData name="Mohammed Fasha" userId="cc64f42d-a1a6-4f08-b97b-0c37f877119f" providerId="ADAL" clId="{2411567F-3985-45FD-B7D3-CBACEEBB75BA}" dt="2025-04-20T19:30:30.973" v="2" actId="47"/>
        <pc:sldMkLst>
          <pc:docMk/>
          <pc:sldMk cId="2710591063" sldId="590"/>
        </pc:sldMkLst>
      </pc:sldChg>
      <pc:sldChg chg="add del">
        <pc:chgData name="Mohammed Fasha" userId="cc64f42d-a1a6-4f08-b97b-0c37f877119f" providerId="ADAL" clId="{2411567F-3985-45FD-B7D3-CBACEEBB75BA}" dt="2025-04-20T19:30:30.973" v="2" actId="47"/>
        <pc:sldMkLst>
          <pc:docMk/>
          <pc:sldMk cId="2099531688" sldId="591"/>
        </pc:sldMkLst>
      </pc:sldChg>
      <pc:sldChg chg="add del">
        <pc:chgData name="Mohammed Fasha" userId="cc64f42d-a1a6-4f08-b97b-0c37f877119f" providerId="ADAL" clId="{2411567F-3985-45FD-B7D3-CBACEEBB75BA}" dt="2025-04-20T19:30:30.973" v="2" actId="47"/>
        <pc:sldMkLst>
          <pc:docMk/>
          <pc:sldMk cId="679815193" sldId="592"/>
        </pc:sldMkLst>
      </pc:sldChg>
      <pc:sldChg chg="add del">
        <pc:chgData name="Mohammed Fasha" userId="cc64f42d-a1a6-4f08-b97b-0c37f877119f" providerId="ADAL" clId="{2411567F-3985-45FD-B7D3-CBACEEBB75BA}" dt="2025-04-20T19:30:30.973" v="2" actId="47"/>
        <pc:sldMkLst>
          <pc:docMk/>
          <pc:sldMk cId="3936032628" sldId="593"/>
        </pc:sldMkLst>
      </pc:sldChg>
      <pc:sldChg chg="add del">
        <pc:chgData name="Mohammed Fasha" userId="cc64f42d-a1a6-4f08-b97b-0c37f877119f" providerId="ADAL" clId="{2411567F-3985-45FD-B7D3-CBACEEBB75BA}" dt="2025-04-20T19:30:30.973" v="2" actId="47"/>
        <pc:sldMkLst>
          <pc:docMk/>
          <pc:sldMk cId="4127777656" sldId="594"/>
        </pc:sldMkLst>
      </pc:sldChg>
      <pc:sldChg chg="add del">
        <pc:chgData name="Mohammed Fasha" userId="cc64f42d-a1a6-4f08-b97b-0c37f877119f" providerId="ADAL" clId="{2411567F-3985-45FD-B7D3-CBACEEBB75BA}" dt="2025-04-20T19:30:30.973" v="2" actId="47"/>
        <pc:sldMkLst>
          <pc:docMk/>
          <pc:sldMk cId="3806487707" sldId="595"/>
        </pc:sldMkLst>
      </pc:sldChg>
      <pc:sldMasterChg chg="addSldLayout delSldLayout">
        <pc:chgData name="Mohammed Fasha" userId="cc64f42d-a1a6-4f08-b97b-0c37f877119f" providerId="ADAL" clId="{2411567F-3985-45FD-B7D3-CBACEEBB75BA}" dt="2025-04-20T19:30:30.973" v="2" actId="47"/>
        <pc:sldMasterMkLst>
          <pc:docMk/>
          <pc:sldMasterMk cId="742811419" sldId="2147483648"/>
        </pc:sldMasterMkLst>
        <pc:sldLayoutChg chg="add del">
          <pc:chgData name="Mohammed Fasha" userId="cc64f42d-a1a6-4f08-b97b-0c37f877119f" providerId="ADAL" clId="{2411567F-3985-45FD-B7D3-CBACEEBB75BA}" dt="2025-04-20T19:30:30.973" v="2" actId="47"/>
          <pc:sldLayoutMkLst>
            <pc:docMk/>
            <pc:sldMasterMk cId="742811419" sldId="2147483648"/>
            <pc:sldLayoutMk cId="1326091370" sldId="2147483660"/>
          </pc:sldLayoutMkLst>
        </pc:sldLayoutChg>
      </pc:sldMasterChg>
    </pc:docChg>
  </pc:docChgLst>
  <pc:docChgLst>
    <pc:chgData name="Mohammed Fasha" userId="cc64f42d-a1a6-4f08-b97b-0c37f877119f" providerId="ADAL" clId="{5980B3BB-4EB6-4E37-92BF-3A2A8F4B2C7A}"/>
    <pc:docChg chg="custSel modSld">
      <pc:chgData name="Mohammed Fasha" userId="cc64f42d-a1a6-4f08-b97b-0c37f877119f" providerId="ADAL" clId="{5980B3BB-4EB6-4E37-92BF-3A2A8F4B2C7A}" dt="2024-10-15T02:28:13.535" v="0" actId="478"/>
      <pc:docMkLst>
        <pc:docMk/>
      </pc:docMkLst>
      <pc:sldChg chg="delSp mod">
        <pc:chgData name="Mohammed Fasha" userId="cc64f42d-a1a6-4f08-b97b-0c37f877119f" providerId="ADAL" clId="{5980B3BB-4EB6-4E37-92BF-3A2A8F4B2C7A}" dt="2024-10-15T02:28:13.535" v="0" actId="478"/>
        <pc:sldMkLst>
          <pc:docMk/>
          <pc:sldMk cId="2297456757" sldId="483"/>
        </pc:sldMkLst>
      </pc:sldChg>
    </pc:docChg>
  </pc:docChgLst>
  <pc:docChgLst>
    <pc:chgData name="Mohammed Fasha" userId="cc64f42d-a1a6-4f08-b97b-0c37f877119f" providerId="ADAL" clId="{19B6BCF0-69C5-47B4-98CC-B0941D29A039}"/>
    <pc:docChg chg="undo redo custSel addSld delSld modSld sldOrd modMainMaster">
      <pc:chgData name="Mohammed Fasha" userId="cc64f42d-a1a6-4f08-b97b-0c37f877119f" providerId="ADAL" clId="{19B6BCF0-69C5-47B4-98CC-B0941D29A039}" dt="2025-04-09T04:34:39.336" v="631" actId="1076"/>
      <pc:docMkLst>
        <pc:docMk/>
      </pc:docMkLst>
      <pc:sldChg chg="modSp mod">
        <pc:chgData name="Mohammed Fasha" userId="cc64f42d-a1a6-4f08-b97b-0c37f877119f" providerId="ADAL" clId="{19B6BCF0-69C5-47B4-98CC-B0941D29A039}" dt="2025-04-09T04:33:31.242" v="608" actId="27636"/>
        <pc:sldMkLst>
          <pc:docMk/>
          <pc:sldMk cId="3241718055" sldId="344"/>
        </pc:sldMkLst>
      </pc:sldChg>
      <pc:sldChg chg="modSp mod">
        <pc:chgData name="Mohammed Fasha" userId="cc64f42d-a1a6-4f08-b97b-0c37f877119f" providerId="ADAL" clId="{19B6BCF0-69C5-47B4-98CC-B0941D29A039}" dt="2025-04-09T04:26:33.067" v="527" actId="404"/>
        <pc:sldMkLst>
          <pc:docMk/>
          <pc:sldMk cId="1852804652" sldId="396"/>
        </pc:sldMkLst>
      </pc:sldChg>
      <pc:sldChg chg="modSp mod">
        <pc:chgData name="Mohammed Fasha" userId="cc64f42d-a1a6-4f08-b97b-0c37f877119f" providerId="ADAL" clId="{19B6BCF0-69C5-47B4-98CC-B0941D29A039}" dt="2025-04-09T04:26:33.067" v="527" actId="404"/>
        <pc:sldMkLst>
          <pc:docMk/>
          <pc:sldMk cId="2127906749" sldId="427"/>
        </pc:sldMkLst>
      </pc:sldChg>
      <pc:sldChg chg="modSp mod">
        <pc:chgData name="Mohammed Fasha" userId="cc64f42d-a1a6-4f08-b97b-0c37f877119f" providerId="ADAL" clId="{19B6BCF0-69C5-47B4-98CC-B0941D29A039}" dt="2025-04-09T04:26:33.067" v="527" actId="404"/>
        <pc:sldMkLst>
          <pc:docMk/>
          <pc:sldMk cId="3339445507" sldId="430"/>
        </pc:sldMkLst>
      </pc:sldChg>
      <pc:sldChg chg="addSp delSp modSp mod">
        <pc:chgData name="Mohammed Fasha" userId="cc64f42d-a1a6-4f08-b97b-0c37f877119f" providerId="ADAL" clId="{19B6BCF0-69C5-47B4-98CC-B0941D29A039}" dt="2025-04-09T04:16:36.518" v="433" actId="1076"/>
        <pc:sldMkLst>
          <pc:docMk/>
          <pc:sldMk cId="1210803598" sldId="478"/>
        </pc:sldMkLst>
      </pc:sldChg>
      <pc:sldChg chg="modSp mod">
        <pc:chgData name="Mohammed Fasha" userId="cc64f42d-a1a6-4f08-b97b-0c37f877119f" providerId="ADAL" clId="{19B6BCF0-69C5-47B4-98CC-B0941D29A039}" dt="2025-04-07T04:00:51.916" v="22" actId="207"/>
        <pc:sldMkLst>
          <pc:docMk/>
          <pc:sldMk cId="1772982877" sldId="590"/>
        </pc:sldMkLst>
      </pc:sldChg>
      <pc:sldChg chg="modSp mod chgLayout">
        <pc:chgData name="Mohammed Fasha" userId="cc64f42d-a1a6-4f08-b97b-0c37f877119f" providerId="ADAL" clId="{19B6BCF0-69C5-47B4-98CC-B0941D29A039}" dt="2025-04-09T04:26:31.177" v="523" actId="700"/>
        <pc:sldMkLst>
          <pc:docMk/>
          <pc:sldMk cId="4204510001" sldId="592"/>
        </pc:sldMkLst>
      </pc:sldChg>
      <pc:sldChg chg="modSp mod chgLayout">
        <pc:chgData name="Mohammed Fasha" userId="cc64f42d-a1a6-4f08-b97b-0c37f877119f" providerId="ADAL" clId="{19B6BCF0-69C5-47B4-98CC-B0941D29A039}" dt="2025-04-09T04:24:52.300" v="492" actId="700"/>
        <pc:sldMkLst>
          <pc:docMk/>
          <pc:sldMk cId="1503045661" sldId="593"/>
        </pc:sldMkLst>
      </pc:sldChg>
      <pc:sldChg chg="addSp delSp modSp mod">
        <pc:chgData name="Mohammed Fasha" userId="cc64f42d-a1a6-4f08-b97b-0c37f877119f" providerId="ADAL" clId="{19B6BCF0-69C5-47B4-98CC-B0941D29A039}" dt="2025-04-09T04:14:48.624" v="428" actId="1076"/>
        <pc:sldMkLst>
          <pc:docMk/>
          <pc:sldMk cId="3474268344" sldId="596"/>
        </pc:sldMkLst>
      </pc:sldChg>
      <pc:sldChg chg="modSp mod">
        <pc:chgData name="Mohammed Fasha" userId="cc64f42d-a1a6-4f08-b97b-0c37f877119f" providerId="ADAL" clId="{19B6BCF0-69C5-47B4-98CC-B0941D29A039}" dt="2025-04-09T04:26:33.067" v="527" actId="404"/>
        <pc:sldMkLst>
          <pc:docMk/>
          <pc:sldMk cId="627652750" sldId="615"/>
        </pc:sldMkLst>
      </pc:sldChg>
      <pc:sldChg chg="modSp mod">
        <pc:chgData name="Mohammed Fasha" userId="cc64f42d-a1a6-4f08-b97b-0c37f877119f" providerId="ADAL" clId="{19B6BCF0-69C5-47B4-98CC-B0941D29A039}" dt="2025-04-09T04:26:33.067" v="527" actId="404"/>
        <pc:sldMkLst>
          <pc:docMk/>
          <pc:sldMk cId="839834530" sldId="621"/>
        </pc:sldMkLst>
      </pc:sldChg>
      <pc:sldChg chg="modSp mod">
        <pc:chgData name="Mohammed Fasha" userId="cc64f42d-a1a6-4f08-b97b-0c37f877119f" providerId="ADAL" clId="{19B6BCF0-69C5-47B4-98CC-B0941D29A039}" dt="2025-04-09T04:26:32.504" v="525" actId="404"/>
        <pc:sldMkLst>
          <pc:docMk/>
          <pc:sldMk cId="662689605" sldId="649"/>
        </pc:sldMkLst>
      </pc:sldChg>
      <pc:sldChg chg="modSp mod">
        <pc:chgData name="Mohammed Fasha" userId="cc64f42d-a1a6-4f08-b97b-0c37f877119f" providerId="ADAL" clId="{19B6BCF0-69C5-47B4-98CC-B0941D29A039}" dt="2025-04-09T04:26:33.067" v="527" actId="404"/>
        <pc:sldMkLst>
          <pc:docMk/>
          <pc:sldMk cId="3942060319" sldId="650"/>
        </pc:sldMkLst>
      </pc:sldChg>
      <pc:sldChg chg="modSp mod">
        <pc:chgData name="Mohammed Fasha" userId="cc64f42d-a1a6-4f08-b97b-0c37f877119f" providerId="ADAL" clId="{19B6BCF0-69C5-47B4-98CC-B0941D29A039}" dt="2025-04-09T04:26:33.067" v="527" actId="404"/>
        <pc:sldMkLst>
          <pc:docMk/>
          <pc:sldMk cId="916802035" sldId="651"/>
        </pc:sldMkLst>
      </pc:sldChg>
      <pc:sldChg chg="modSp mod">
        <pc:chgData name="Mohammed Fasha" userId="cc64f42d-a1a6-4f08-b97b-0c37f877119f" providerId="ADAL" clId="{19B6BCF0-69C5-47B4-98CC-B0941D29A039}" dt="2025-04-09T04:26:33.067" v="527" actId="404"/>
        <pc:sldMkLst>
          <pc:docMk/>
          <pc:sldMk cId="2892622100" sldId="655"/>
        </pc:sldMkLst>
      </pc:sldChg>
      <pc:sldChg chg="modSp mod">
        <pc:chgData name="Mohammed Fasha" userId="cc64f42d-a1a6-4f08-b97b-0c37f877119f" providerId="ADAL" clId="{19B6BCF0-69C5-47B4-98CC-B0941D29A039}" dt="2025-04-09T04:26:33.067" v="527" actId="404"/>
        <pc:sldMkLst>
          <pc:docMk/>
          <pc:sldMk cId="2680231355" sldId="669"/>
        </pc:sldMkLst>
      </pc:sldChg>
      <pc:sldChg chg="modSp mod">
        <pc:chgData name="Mohammed Fasha" userId="cc64f42d-a1a6-4f08-b97b-0c37f877119f" providerId="ADAL" clId="{19B6BCF0-69C5-47B4-98CC-B0941D29A039}" dt="2025-04-09T04:26:33.067" v="527" actId="404"/>
        <pc:sldMkLst>
          <pc:docMk/>
          <pc:sldMk cId="1620993364" sldId="672"/>
        </pc:sldMkLst>
      </pc:sldChg>
      <pc:sldChg chg="modSp mod">
        <pc:chgData name="Mohammed Fasha" userId="cc64f42d-a1a6-4f08-b97b-0c37f877119f" providerId="ADAL" clId="{19B6BCF0-69C5-47B4-98CC-B0941D29A039}" dt="2025-04-09T04:26:33.067" v="527" actId="404"/>
        <pc:sldMkLst>
          <pc:docMk/>
          <pc:sldMk cId="32004852" sldId="708"/>
        </pc:sldMkLst>
      </pc:sldChg>
      <pc:sldChg chg="modSp mod">
        <pc:chgData name="Mohammed Fasha" userId="cc64f42d-a1a6-4f08-b97b-0c37f877119f" providerId="ADAL" clId="{19B6BCF0-69C5-47B4-98CC-B0941D29A039}" dt="2025-04-09T04:26:33.067" v="527" actId="404"/>
        <pc:sldMkLst>
          <pc:docMk/>
          <pc:sldMk cId="1096386322" sldId="715"/>
        </pc:sldMkLst>
      </pc:sldChg>
      <pc:sldChg chg="modSp mod">
        <pc:chgData name="Mohammed Fasha" userId="cc64f42d-a1a6-4f08-b97b-0c37f877119f" providerId="ADAL" clId="{19B6BCF0-69C5-47B4-98CC-B0941D29A039}" dt="2025-04-09T04:26:33.067" v="527" actId="404"/>
        <pc:sldMkLst>
          <pc:docMk/>
          <pc:sldMk cId="1784058309" sldId="716"/>
        </pc:sldMkLst>
      </pc:sldChg>
      <pc:sldChg chg="modSp mod">
        <pc:chgData name="Mohammed Fasha" userId="cc64f42d-a1a6-4f08-b97b-0c37f877119f" providerId="ADAL" clId="{19B6BCF0-69C5-47B4-98CC-B0941D29A039}" dt="2025-04-09T04:26:33.067" v="527" actId="404"/>
        <pc:sldMkLst>
          <pc:docMk/>
          <pc:sldMk cId="3139017106" sldId="717"/>
        </pc:sldMkLst>
      </pc:sldChg>
      <pc:sldChg chg="modSp mod">
        <pc:chgData name="Mohammed Fasha" userId="cc64f42d-a1a6-4f08-b97b-0c37f877119f" providerId="ADAL" clId="{19B6BCF0-69C5-47B4-98CC-B0941D29A039}" dt="2025-04-09T04:26:33.067" v="527" actId="404"/>
        <pc:sldMkLst>
          <pc:docMk/>
          <pc:sldMk cId="3043812923" sldId="718"/>
        </pc:sldMkLst>
      </pc:sldChg>
      <pc:sldChg chg="addSp delSp modSp new add del mod">
        <pc:chgData name="Mohammed Fasha" userId="cc64f42d-a1a6-4f08-b97b-0c37f877119f" providerId="ADAL" clId="{19B6BCF0-69C5-47B4-98CC-B0941D29A039}" dt="2025-04-09T04:34:39.336" v="631" actId="1076"/>
        <pc:sldMkLst>
          <pc:docMk/>
          <pc:sldMk cId="555545871" sldId="719"/>
        </pc:sldMkLst>
      </pc:sldChg>
      <pc:sldChg chg="addSp delSp modSp new del mod">
        <pc:chgData name="Mohammed Fasha" userId="cc64f42d-a1a6-4f08-b97b-0c37f877119f" providerId="ADAL" clId="{19B6BCF0-69C5-47B4-98CC-B0941D29A039}" dt="2025-04-07T04:08:55.256" v="104" actId="2696"/>
        <pc:sldMkLst>
          <pc:docMk/>
          <pc:sldMk cId="2947275043" sldId="720"/>
        </pc:sldMkLst>
      </pc:sldChg>
      <pc:sldChg chg="addSp delSp modSp add del mod ord">
        <pc:chgData name="Mohammed Fasha" userId="cc64f42d-a1a6-4f08-b97b-0c37f877119f" providerId="ADAL" clId="{19B6BCF0-69C5-47B4-98CC-B0941D29A039}" dt="2025-04-09T04:32:45.968" v="563" actId="2696"/>
        <pc:sldMkLst>
          <pc:docMk/>
          <pc:sldMk cId="3150113204" sldId="720"/>
        </pc:sldMkLst>
      </pc:sldChg>
      <pc:sldChg chg="modSp add mod">
        <pc:chgData name="Mohammed Fasha" userId="cc64f42d-a1a6-4f08-b97b-0c37f877119f" providerId="ADAL" clId="{19B6BCF0-69C5-47B4-98CC-B0941D29A039}" dt="2025-04-09T04:33:34.769" v="611" actId="27636"/>
        <pc:sldMkLst>
          <pc:docMk/>
          <pc:sldMk cId="3150550060" sldId="720"/>
        </pc:sldMkLst>
      </pc:sldChg>
      <pc:sldChg chg="add">
        <pc:chgData name="Mohammed Fasha" userId="cc64f42d-a1a6-4f08-b97b-0c37f877119f" providerId="ADAL" clId="{19B6BCF0-69C5-47B4-98CC-B0941D29A039}" dt="2025-04-09T04:33:17.533" v="605"/>
        <pc:sldMkLst>
          <pc:docMk/>
          <pc:sldMk cId="1915229598" sldId="721"/>
        </pc:sldMkLst>
      </pc:sldChg>
      <pc:sldChg chg="addSp delSp modSp new del mod">
        <pc:chgData name="Mohammed Fasha" userId="cc64f42d-a1a6-4f08-b97b-0c37f877119f" providerId="ADAL" clId="{19B6BCF0-69C5-47B4-98CC-B0941D29A039}" dt="2025-04-09T04:32:45.968" v="563" actId="2696"/>
        <pc:sldMkLst>
          <pc:docMk/>
          <pc:sldMk cId="4183243958" sldId="721"/>
        </pc:sldMkLst>
      </pc:sldChg>
      <pc:sldChg chg="modSp new del mod">
        <pc:chgData name="Mohammed Fasha" userId="cc64f42d-a1a6-4f08-b97b-0c37f877119f" providerId="ADAL" clId="{19B6BCF0-69C5-47B4-98CC-B0941D29A039}" dt="2025-04-07T04:12:17.364" v="158" actId="680"/>
        <pc:sldMkLst>
          <pc:docMk/>
          <pc:sldMk cId="3245137052" sldId="722"/>
        </pc:sldMkLst>
      </pc:sldChg>
      <pc:sldChg chg="modSp new mod">
        <pc:chgData name="Mohammed Fasha" userId="cc64f42d-a1a6-4f08-b97b-0c37f877119f" providerId="ADAL" clId="{19B6BCF0-69C5-47B4-98CC-B0941D29A039}" dt="2025-04-07T04:19:02.971" v="311" actId="404"/>
        <pc:sldMkLst>
          <pc:docMk/>
          <pc:sldMk cId="3417524918" sldId="722"/>
        </pc:sldMkLst>
      </pc:sldChg>
      <pc:sldChg chg="modSp new del mod">
        <pc:chgData name="Mohammed Fasha" userId="cc64f42d-a1a6-4f08-b97b-0c37f877119f" providerId="ADAL" clId="{19B6BCF0-69C5-47B4-98CC-B0941D29A039}" dt="2025-04-09T04:00:40.794" v="375" actId="47"/>
        <pc:sldMkLst>
          <pc:docMk/>
          <pc:sldMk cId="180109985" sldId="723"/>
        </pc:sldMkLst>
      </pc:sldChg>
      <pc:sldChg chg="addSp delSp modSp new mod modClrScheme chgLayout">
        <pc:chgData name="Mohammed Fasha" userId="cc64f42d-a1a6-4f08-b97b-0c37f877119f" providerId="ADAL" clId="{19B6BCF0-69C5-47B4-98CC-B0941D29A039}" dt="2025-04-09T04:33:02.362" v="604" actId="20577"/>
        <pc:sldMkLst>
          <pc:docMk/>
          <pc:sldMk cId="218477773" sldId="723"/>
        </pc:sldMkLst>
      </pc:sldChg>
      <pc:sldChg chg="addSp delSp modSp new del mod">
        <pc:chgData name="Mohammed Fasha" userId="cc64f42d-a1a6-4f08-b97b-0c37f877119f" providerId="ADAL" clId="{19B6BCF0-69C5-47B4-98CC-B0941D29A039}" dt="2025-04-09T04:02:01.456" v="378" actId="47"/>
        <pc:sldMkLst>
          <pc:docMk/>
          <pc:sldMk cId="2150408616" sldId="724"/>
        </pc:sldMkLst>
      </pc:sldChg>
      <pc:sldChg chg="modSp add mod">
        <pc:chgData name="Mohammed Fasha" userId="cc64f42d-a1a6-4f08-b97b-0c37f877119f" providerId="ADAL" clId="{19B6BCF0-69C5-47B4-98CC-B0941D29A039}" dt="2025-04-09T04:33:53.274" v="628" actId="27636"/>
        <pc:sldMkLst>
          <pc:docMk/>
          <pc:sldMk cId="3056700689" sldId="724"/>
        </pc:sldMkLst>
      </pc:sldChg>
      <pc:sldChg chg="addSp delSp modSp new add del mod">
        <pc:chgData name="Mohammed Fasha" userId="cc64f42d-a1a6-4f08-b97b-0c37f877119f" providerId="ADAL" clId="{19B6BCF0-69C5-47B4-98CC-B0941D29A039}" dt="2025-04-09T04:32:31.834" v="562" actId="47"/>
        <pc:sldMkLst>
          <pc:docMk/>
          <pc:sldMk cId="1308458687" sldId="725"/>
        </pc:sldMkLst>
      </pc:sldChg>
      <pc:sldChg chg="addSp delSp modSp new del mod">
        <pc:chgData name="Mohammed Fasha" userId="cc64f42d-a1a6-4f08-b97b-0c37f877119f" providerId="ADAL" clId="{19B6BCF0-69C5-47B4-98CC-B0941D29A039}" dt="2025-04-09T04:32:26.748" v="561" actId="47"/>
        <pc:sldMkLst>
          <pc:docMk/>
          <pc:sldMk cId="745892495" sldId="726"/>
        </pc:sldMkLst>
      </pc:sldChg>
      <pc:sldChg chg="addSp delSp modSp new add del mod">
        <pc:chgData name="Mohammed Fasha" userId="cc64f42d-a1a6-4f08-b97b-0c37f877119f" providerId="ADAL" clId="{19B6BCF0-69C5-47B4-98CC-B0941D29A039}" dt="2025-04-09T04:27:26.321" v="531" actId="47"/>
        <pc:sldMkLst>
          <pc:docMk/>
          <pc:sldMk cId="2248567439" sldId="726"/>
        </pc:sldMkLst>
      </pc:sldChg>
      <pc:sldMasterChg chg="modSldLayout">
        <pc:chgData name="Mohammed Fasha" userId="cc64f42d-a1a6-4f08-b97b-0c37f877119f" providerId="ADAL" clId="{19B6BCF0-69C5-47B4-98CC-B0941D29A039}" dt="2025-04-09T04:24:26.302" v="479" actId="404"/>
        <pc:sldMasterMkLst>
          <pc:docMk/>
          <pc:sldMasterMk cId="742811419" sldId="2147483648"/>
        </pc:sldMasterMkLst>
        <pc:sldLayoutChg chg="modSp">
          <pc:chgData name="Mohammed Fasha" userId="cc64f42d-a1a6-4f08-b97b-0c37f877119f" providerId="ADAL" clId="{19B6BCF0-69C5-47B4-98CC-B0941D29A039}" dt="2025-04-09T04:24:26.302" v="479" actId="404"/>
          <pc:sldLayoutMkLst>
            <pc:docMk/>
            <pc:sldMasterMk cId="742811419" sldId="2147483648"/>
            <pc:sldLayoutMk cId="3573533501" sldId="2147483650"/>
          </pc:sldLayoutMkLst>
          <pc:spChg chg="mod">
            <ac:chgData name="Mohammed Fasha" userId="cc64f42d-a1a6-4f08-b97b-0c37f877119f" providerId="ADAL" clId="{19B6BCF0-69C5-47B4-98CC-B0941D29A039}" dt="2025-04-09T04:24:26.302" v="479" actId="404"/>
            <ac:spMkLst>
              <pc:docMk/>
              <pc:sldMasterMk cId="742811419" sldId="2147483648"/>
              <pc:sldLayoutMk cId="3573533501" sldId="2147483650"/>
              <ac:spMk id="3" creationId="{93FDCCF6-2612-A73C-C264-680D14569853}"/>
            </ac:spMkLst>
          </pc:spChg>
        </pc:sldLayoutChg>
      </pc:sldMasterChg>
    </pc:docChg>
  </pc:docChgLst>
  <pc:docChgLst>
    <pc:chgData name="Mohammed Fasha" userId="cc64f42d-a1a6-4f08-b97b-0c37f877119f" providerId="ADAL" clId="{4C71ED24-115E-432D-933D-C801DA3E52F1}"/>
    <pc:docChg chg="delSld">
      <pc:chgData name="Mohammed Fasha" userId="cc64f42d-a1a6-4f08-b97b-0c37f877119f" providerId="ADAL" clId="{4C71ED24-115E-432D-933D-C801DA3E52F1}" dt="2024-12-29T03:12:49.974" v="2" actId="47"/>
      <pc:docMkLst>
        <pc:docMk/>
      </pc:docMkLst>
      <pc:sldChg chg="del">
        <pc:chgData name="Mohammed Fasha" userId="cc64f42d-a1a6-4f08-b97b-0c37f877119f" providerId="ADAL" clId="{4C71ED24-115E-432D-933D-C801DA3E52F1}" dt="2024-12-29T03:12:48.360" v="0" actId="47"/>
        <pc:sldMkLst>
          <pc:docMk/>
          <pc:sldMk cId="2341000601" sldId="701"/>
        </pc:sldMkLst>
      </pc:sldChg>
      <pc:sldChg chg="del">
        <pc:chgData name="Mohammed Fasha" userId="cc64f42d-a1a6-4f08-b97b-0c37f877119f" providerId="ADAL" clId="{4C71ED24-115E-432D-933D-C801DA3E52F1}" dt="2024-12-29T03:12:49.133" v="1" actId="47"/>
        <pc:sldMkLst>
          <pc:docMk/>
          <pc:sldMk cId="3519698944" sldId="702"/>
        </pc:sldMkLst>
      </pc:sldChg>
      <pc:sldChg chg="del">
        <pc:chgData name="Mohammed Fasha" userId="cc64f42d-a1a6-4f08-b97b-0c37f877119f" providerId="ADAL" clId="{4C71ED24-115E-432D-933D-C801DA3E52F1}" dt="2024-12-29T03:12:49.974" v="2" actId="47"/>
        <pc:sldMkLst>
          <pc:docMk/>
          <pc:sldMk cId="3934257344" sldId="703"/>
        </pc:sldMkLst>
      </pc:sldChg>
    </pc:docChg>
  </pc:docChgLst>
  <pc:docChgLst>
    <pc:chgData name="Mohammed Fasha" userId="cc64f42d-a1a6-4f08-b97b-0c37f877119f" providerId="ADAL" clId="{BECD4A7F-C1AF-4585-8C31-FE7D4FE3ED16}"/>
    <pc:docChg chg="undo redo custSel addSld delSld modSld sldOrd">
      <pc:chgData name="Mohammed Fasha" userId="cc64f42d-a1a6-4f08-b97b-0c37f877119f" providerId="ADAL" clId="{BECD4A7F-C1AF-4585-8C31-FE7D4FE3ED16}" dt="2025-01-05T16:36:16.605" v="1945" actId="1076"/>
      <pc:docMkLst>
        <pc:docMk/>
      </pc:docMkLst>
      <pc:sldChg chg="modSp mod">
        <pc:chgData name="Mohammed Fasha" userId="cc64f42d-a1a6-4f08-b97b-0c37f877119f" providerId="ADAL" clId="{BECD4A7F-C1AF-4585-8C31-FE7D4FE3ED16}" dt="2024-12-30T18:47:27.683" v="988" actId="20577"/>
        <pc:sldMkLst>
          <pc:docMk/>
          <pc:sldMk cId="2281221656" sldId="527"/>
        </pc:sldMkLst>
      </pc:sldChg>
      <pc:sldChg chg="modSp mod">
        <pc:chgData name="Mohammed Fasha" userId="cc64f42d-a1a6-4f08-b97b-0c37f877119f" providerId="ADAL" clId="{BECD4A7F-C1AF-4585-8C31-FE7D4FE3ED16}" dt="2024-12-27T13:59:26.893" v="366" actId="20577"/>
        <pc:sldMkLst>
          <pc:docMk/>
          <pc:sldMk cId="3474268344" sldId="596"/>
        </pc:sldMkLst>
      </pc:sldChg>
      <pc:sldChg chg="modSp mod">
        <pc:chgData name="Mohammed Fasha" userId="cc64f42d-a1a6-4f08-b97b-0c37f877119f" providerId="ADAL" clId="{BECD4A7F-C1AF-4585-8C31-FE7D4FE3ED16}" dt="2024-12-30T18:44:34.649" v="884" actId="20577"/>
        <pc:sldMkLst>
          <pc:docMk/>
          <pc:sldMk cId="916802035" sldId="651"/>
        </pc:sldMkLst>
      </pc:sldChg>
      <pc:sldChg chg="del">
        <pc:chgData name="Mohammed Fasha" userId="cc64f42d-a1a6-4f08-b97b-0c37f877119f" providerId="ADAL" clId="{BECD4A7F-C1AF-4585-8C31-FE7D4FE3ED16}" dt="2025-01-05T14:42:38.675" v="989" actId="2696"/>
        <pc:sldMkLst>
          <pc:docMk/>
          <pc:sldMk cId="426516858" sldId="662"/>
        </pc:sldMkLst>
      </pc:sldChg>
      <pc:sldChg chg="modSp add del mod">
        <pc:chgData name="Mohammed Fasha" userId="cc64f42d-a1a6-4f08-b97b-0c37f877119f" providerId="ADAL" clId="{BECD4A7F-C1AF-4585-8C31-FE7D4FE3ED16}" dt="2025-01-05T16:34:59.233" v="1926" actId="20577"/>
        <pc:sldMkLst>
          <pc:docMk/>
          <pc:sldMk cId="691538069" sldId="662"/>
        </pc:sldMkLst>
      </pc:sldChg>
      <pc:sldChg chg="del">
        <pc:chgData name="Mohammed Fasha" userId="cc64f42d-a1a6-4f08-b97b-0c37f877119f" providerId="ADAL" clId="{BECD4A7F-C1AF-4585-8C31-FE7D4FE3ED16}" dt="2025-01-05T14:42:38.675" v="989" actId="2696"/>
        <pc:sldMkLst>
          <pc:docMk/>
          <pc:sldMk cId="895445062" sldId="663"/>
        </pc:sldMkLst>
      </pc:sldChg>
      <pc:sldChg chg="add del">
        <pc:chgData name="Mohammed Fasha" userId="cc64f42d-a1a6-4f08-b97b-0c37f877119f" providerId="ADAL" clId="{BECD4A7F-C1AF-4585-8C31-FE7D4FE3ED16}" dt="2025-01-05T14:43:16.100" v="993" actId="2696"/>
        <pc:sldMkLst>
          <pc:docMk/>
          <pc:sldMk cId="3980180774" sldId="663"/>
        </pc:sldMkLst>
      </pc:sldChg>
      <pc:sldChg chg="add del">
        <pc:chgData name="Mohammed Fasha" userId="cc64f42d-a1a6-4f08-b97b-0c37f877119f" providerId="ADAL" clId="{BECD4A7F-C1AF-4585-8C31-FE7D4FE3ED16}" dt="2025-01-05T14:43:16.100" v="993" actId="2696"/>
        <pc:sldMkLst>
          <pc:docMk/>
          <pc:sldMk cId="1728680596" sldId="664"/>
        </pc:sldMkLst>
      </pc:sldChg>
      <pc:sldChg chg="del">
        <pc:chgData name="Mohammed Fasha" userId="cc64f42d-a1a6-4f08-b97b-0c37f877119f" providerId="ADAL" clId="{BECD4A7F-C1AF-4585-8C31-FE7D4FE3ED16}" dt="2025-01-05T14:42:38.675" v="989" actId="2696"/>
        <pc:sldMkLst>
          <pc:docMk/>
          <pc:sldMk cId="3900588277" sldId="664"/>
        </pc:sldMkLst>
      </pc:sldChg>
      <pc:sldChg chg="del">
        <pc:chgData name="Mohammed Fasha" userId="cc64f42d-a1a6-4f08-b97b-0c37f877119f" providerId="ADAL" clId="{BECD4A7F-C1AF-4585-8C31-FE7D4FE3ED16}" dt="2025-01-05T14:42:38.675" v="989" actId="2696"/>
        <pc:sldMkLst>
          <pc:docMk/>
          <pc:sldMk cId="123002105" sldId="665"/>
        </pc:sldMkLst>
      </pc:sldChg>
      <pc:sldChg chg="modSp add del mod">
        <pc:chgData name="Mohammed Fasha" userId="cc64f42d-a1a6-4f08-b97b-0c37f877119f" providerId="ADAL" clId="{BECD4A7F-C1AF-4585-8C31-FE7D4FE3ED16}" dt="2025-01-05T15:05:12.729" v="1226" actId="21"/>
        <pc:sldMkLst>
          <pc:docMk/>
          <pc:sldMk cId="148099094" sldId="665"/>
        </pc:sldMkLst>
      </pc:sldChg>
      <pc:sldChg chg="del">
        <pc:chgData name="Mohammed Fasha" userId="cc64f42d-a1a6-4f08-b97b-0c37f877119f" providerId="ADAL" clId="{BECD4A7F-C1AF-4585-8C31-FE7D4FE3ED16}" dt="2025-01-05T14:42:38.675" v="989" actId="2696"/>
        <pc:sldMkLst>
          <pc:docMk/>
          <pc:sldMk cId="659863378" sldId="676"/>
        </pc:sldMkLst>
      </pc:sldChg>
      <pc:sldChg chg="modSp add del mod">
        <pc:chgData name="Mohammed Fasha" userId="cc64f42d-a1a6-4f08-b97b-0c37f877119f" providerId="ADAL" clId="{BECD4A7F-C1AF-4585-8C31-FE7D4FE3ED16}" dt="2025-01-05T14:55:27.595" v="1130" actId="255"/>
        <pc:sldMkLst>
          <pc:docMk/>
          <pc:sldMk cId="1577854815" sldId="676"/>
        </pc:sldMkLst>
      </pc:sldChg>
      <pc:sldChg chg="modSp add del mod">
        <pc:chgData name="Mohammed Fasha" userId="cc64f42d-a1a6-4f08-b97b-0c37f877119f" providerId="ADAL" clId="{BECD4A7F-C1AF-4585-8C31-FE7D4FE3ED16}" dt="2025-01-05T14:55:43.754" v="1132" actId="1076"/>
        <pc:sldMkLst>
          <pc:docMk/>
          <pc:sldMk cId="139882925" sldId="677"/>
        </pc:sldMkLst>
      </pc:sldChg>
      <pc:sldChg chg="del">
        <pc:chgData name="Mohammed Fasha" userId="cc64f42d-a1a6-4f08-b97b-0c37f877119f" providerId="ADAL" clId="{BECD4A7F-C1AF-4585-8C31-FE7D4FE3ED16}" dt="2025-01-05T14:42:38.675" v="989" actId="2696"/>
        <pc:sldMkLst>
          <pc:docMk/>
          <pc:sldMk cId="2736863534" sldId="677"/>
        </pc:sldMkLst>
      </pc:sldChg>
      <pc:sldChg chg="add del">
        <pc:chgData name="Mohammed Fasha" userId="cc64f42d-a1a6-4f08-b97b-0c37f877119f" providerId="ADAL" clId="{BECD4A7F-C1AF-4585-8C31-FE7D4FE3ED16}" dt="2025-01-05T14:43:16.100" v="993" actId="2696"/>
        <pc:sldMkLst>
          <pc:docMk/>
          <pc:sldMk cId="4146654093" sldId="678"/>
        </pc:sldMkLst>
      </pc:sldChg>
      <pc:sldChg chg="del">
        <pc:chgData name="Mohammed Fasha" userId="cc64f42d-a1a6-4f08-b97b-0c37f877119f" providerId="ADAL" clId="{BECD4A7F-C1AF-4585-8C31-FE7D4FE3ED16}" dt="2025-01-05T14:42:38.675" v="989" actId="2696"/>
        <pc:sldMkLst>
          <pc:docMk/>
          <pc:sldMk cId="4228312762" sldId="678"/>
        </pc:sldMkLst>
      </pc:sldChg>
      <pc:sldChg chg="del">
        <pc:chgData name="Mohammed Fasha" userId="cc64f42d-a1a6-4f08-b97b-0c37f877119f" providerId="ADAL" clId="{BECD4A7F-C1AF-4585-8C31-FE7D4FE3ED16}" dt="2025-01-05T14:42:38.675" v="989" actId="2696"/>
        <pc:sldMkLst>
          <pc:docMk/>
          <pc:sldMk cId="581717462" sldId="679"/>
        </pc:sldMkLst>
      </pc:sldChg>
      <pc:sldChg chg="addSp delSp modSp add del mod chgLayout">
        <pc:chgData name="Mohammed Fasha" userId="cc64f42d-a1a6-4f08-b97b-0c37f877119f" providerId="ADAL" clId="{BECD4A7F-C1AF-4585-8C31-FE7D4FE3ED16}" dt="2025-01-05T16:36:16.605" v="1945" actId="1076"/>
        <pc:sldMkLst>
          <pc:docMk/>
          <pc:sldMk cId="3454522070" sldId="679"/>
        </pc:sldMkLst>
      </pc:sldChg>
      <pc:sldChg chg="add del">
        <pc:chgData name="Mohammed Fasha" userId="cc64f42d-a1a6-4f08-b97b-0c37f877119f" providerId="ADAL" clId="{BECD4A7F-C1AF-4585-8C31-FE7D4FE3ED16}" dt="2025-01-05T14:43:16.100" v="993" actId="2696"/>
        <pc:sldMkLst>
          <pc:docMk/>
          <pc:sldMk cId="2856814121" sldId="681"/>
        </pc:sldMkLst>
      </pc:sldChg>
      <pc:sldChg chg="del">
        <pc:chgData name="Mohammed Fasha" userId="cc64f42d-a1a6-4f08-b97b-0c37f877119f" providerId="ADAL" clId="{BECD4A7F-C1AF-4585-8C31-FE7D4FE3ED16}" dt="2025-01-05T14:42:38.675" v="989" actId="2696"/>
        <pc:sldMkLst>
          <pc:docMk/>
          <pc:sldMk cId="3083966018" sldId="681"/>
        </pc:sldMkLst>
      </pc:sldChg>
      <pc:sldChg chg="modSp mod">
        <pc:chgData name="Mohammed Fasha" userId="cc64f42d-a1a6-4f08-b97b-0c37f877119f" providerId="ADAL" clId="{BECD4A7F-C1AF-4585-8C31-FE7D4FE3ED16}" dt="2025-01-05T14:42:50.596" v="990" actId="14100"/>
        <pc:sldMkLst>
          <pc:docMk/>
          <pc:sldMk cId="1697141369" sldId="695"/>
        </pc:sldMkLst>
      </pc:sldChg>
      <pc:sldChg chg="addSp delSp modSp add del mod">
        <pc:chgData name="Mohammed Fasha" userId="cc64f42d-a1a6-4f08-b97b-0c37f877119f" providerId="ADAL" clId="{BECD4A7F-C1AF-4585-8C31-FE7D4FE3ED16}" dt="2025-01-05T14:54:31.375" v="1125" actId="14100"/>
        <pc:sldMkLst>
          <pc:docMk/>
          <pc:sldMk cId="265576630" sldId="698"/>
        </pc:sldMkLst>
      </pc:sldChg>
      <pc:sldChg chg="del">
        <pc:chgData name="Mohammed Fasha" userId="cc64f42d-a1a6-4f08-b97b-0c37f877119f" providerId="ADAL" clId="{BECD4A7F-C1AF-4585-8C31-FE7D4FE3ED16}" dt="2025-01-05T14:42:38.675" v="989" actId="2696"/>
        <pc:sldMkLst>
          <pc:docMk/>
          <pc:sldMk cId="991725834" sldId="698"/>
        </pc:sldMkLst>
      </pc:sldChg>
      <pc:sldChg chg="del">
        <pc:chgData name="Mohammed Fasha" userId="cc64f42d-a1a6-4f08-b97b-0c37f877119f" providerId="ADAL" clId="{BECD4A7F-C1AF-4585-8C31-FE7D4FE3ED16}" dt="2025-01-05T14:42:38.675" v="989" actId="2696"/>
        <pc:sldMkLst>
          <pc:docMk/>
          <pc:sldMk cId="3109561867" sldId="700"/>
        </pc:sldMkLst>
      </pc:sldChg>
      <pc:sldChg chg="addSp delSp modSp add del mod">
        <pc:chgData name="Mohammed Fasha" userId="cc64f42d-a1a6-4f08-b97b-0c37f877119f" providerId="ADAL" clId="{BECD4A7F-C1AF-4585-8C31-FE7D4FE3ED16}" dt="2025-01-05T16:00:05.564" v="1529" actId="20577"/>
        <pc:sldMkLst>
          <pc:docMk/>
          <pc:sldMk cId="4247717824" sldId="700"/>
        </pc:sldMkLst>
      </pc:sldChg>
      <pc:sldChg chg="addSp delSp modSp add mod">
        <pc:chgData name="Mohammed Fasha" userId="cc64f42d-a1a6-4f08-b97b-0c37f877119f" providerId="ADAL" clId="{BECD4A7F-C1AF-4585-8C31-FE7D4FE3ED16}" dt="2025-01-05T14:53:29.185" v="1101" actId="21"/>
        <pc:sldMkLst>
          <pc:docMk/>
          <pc:sldMk cId="67871309" sldId="709"/>
        </pc:sldMkLst>
      </pc:sldChg>
      <pc:sldChg chg="modSp add mod">
        <pc:chgData name="Mohammed Fasha" userId="cc64f42d-a1a6-4f08-b97b-0c37f877119f" providerId="ADAL" clId="{BECD4A7F-C1AF-4585-8C31-FE7D4FE3ED16}" dt="2025-01-05T15:31:09.113" v="1385" actId="6549"/>
        <pc:sldMkLst>
          <pc:docMk/>
          <pc:sldMk cId="4114896152" sldId="710"/>
        </pc:sldMkLst>
      </pc:sldChg>
      <pc:sldChg chg="addSp modSp add mod">
        <pc:chgData name="Mohammed Fasha" userId="cc64f42d-a1a6-4f08-b97b-0c37f877119f" providerId="ADAL" clId="{BECD4A7F-C1AF-4585-8C31-FE7D4FE3ED16}" dt="2025-01-05T15:27:36.027" v="1348" actId="20577"/>
        <pc:sldMkLst>
          <pc:docMk/>
          <pc:sldMk cId="3794385322" sldId="711"/>
        </pc:sldMkLst>
      </pc:sldChg>
      <pc:sldChg chg="add del">
        <pc:chgData name="Mohammed Fasha" userId="cc64f42d-a1a6-4f08-b97b-0c37f877119f" providerId="ADAL" clId="{BECD4A7F-C1AF-4585-8C31-FE7D4FE3ED16}" dt="2025-01-05T14:57:43.613" v="1146" actId="2696"/>
        <pc:sldMkLst>
          <pc:docMk/>
          <pc:sldMk cId="501127302" sldId="712"/>
        </pc:sldMkLst>
      </pc:sldChg>
      <pc:sldChg chg="modSp add mod">
        <pc:chgData name="Mohammed Fasha" userId="cc64f42d-a1a6-4f08-b97b-0c37f877119f" providerId="ADAL" clId="{BECD4A7F-C1AF-4585-8C31-FE7D4FE3ED16}" dt="2025-01-05T15:32:23.870" v="1388"/>
        <pc:sldMkLst>
          <pc:docMk/>
          <pc:sldMk cId="3701206727" sldId="712"/>
        </pc:sldMkLst>
      </pc:sldChg>
      <pc:sldChg chg="addSp modSp add mod">
        <pc:chgData name="Mohammed Fasha" userId="cc64f42d-a1a6-4f08-b97b-0c37f877119f" providerId="ADAL" clId="{BECD4A7F-C1AF-4585-8C31-FE7D4FE3ED16}" dt="2025-01-05T16:06:36.028" v="1538" actId="1076"/>
        <pc:sldMkLst>
          <pc:docMk/>
          <pc:sldMk cId="1499972066" sldId="713"/>
        </pc:sldMkLst>
      </pc:sldChg>
      <pc:sldChg chg="addSp delSp modSp add mod">
        <pc:chgData name="Mohammed Fasha" userId="cc64f42d-a1a6-4f08-b97b-0c37f877119f" providerId="ADAL" clId="{BECD4A7F-C1AF-4585-8C31-FE7D4FE3ED16}" dt="2025-01-05T16:19:08.436" v="1705" actId="1036"/>
        <pc:sldMkLst>
          <pc:docMk/>
          <pc:sldMk cId="1270641495" sldId="714"/>
        </pc:sldMkLst>
      </pc:sldChg>
      <pc:sldChg chg="addSp modSp new mod">
        <pc:chgData name="Mohammed Fasha" userId="cc64f42d-a1a6-4f08-b97b-0c37f877119f" providerId="ADAL" clId="{BECD4A7F-C1AF-4585-8C31-FE7D4FE3ED16}" dt="2025-01-05T16:23:44.632" v="1736" actId="12"/>
        <pc:sldMkLst>
          <pc:docMk/>
          <pc:sldMk cId="1096386322" sldId="715"/>
        </pc:sldMkLst>
      </pc:sldChg>
      <pc:sldChg chg="modSp new mod">
        <pc:chgData name="Mohammed Fasha" userId="cc64f42d-a1a6-4f08-b97b-0c37f877119f" providerId="ADAL" clId="{BECD4A7F-C1AF-4585-8C31-FE7D4FE3ED16}" dt="2025-01-05T16:34:02.360" v="1902" actId="27636"/>
        <pc:sldMkLst>
          <pc:docMk/>
          <pc:sldMk cId="1784058309" sldId="716"/>
        </pc:sldMkLst>
      </pc:sldChg>
      <pc:sldChg chg="modSp add mod ord">
        <pc:chgData name="Mohammed Fasha" userId="cc64f42d-a1a6-4f08-b97b-0c37f877119f" providerId="ADAL" clId="{BECD4A7F-C1AF-4585-8C31-FE7D4FE3ED16}" dt="2025-01-05T16:27:20.520" v="1803"/>
        <pc:sldMkLst>
          <pc:docMk/>
          <pc:sldMk cId="3139017106" sldId="717"/>
        </pc:sldMkLst>
      </pc:sldChg>
      <pc:sldChg chg="addSp delSp modSp new mod">
        <pc:chgData name="Mohammed Fasha" userId="cc64f42d-a1a6-4f08-b97b-0c37f877119f" providerId="ADAL" clId="{BECD4A7F-C1AF-4585-8C31-FE7D4FE3ED16}" dt="2025-01-05T16:32:45.446" v="1897" actId="20577"/>
        <pc:sldMkLst>
          <pc:docMk/>
          <pc:sldMk cId="3043812923" sldId="718"/>
        </pc:sldMkLst>
      </pc:sldChg>
    </pc:docChg>
  </pc:docChgLst>
  <pc:docChgLst>
    <pc:chgData name="Mohammed Fasha" userId="cc64f42d-a1a6-4f08-b97b-0c37f877119f" providerId="ADAL" clId="{2E5FBF59-3168-4932-9518-582502FE1AD5}"/>
    <pc:docChg chg="undo custSel delSld modSld">
      <pc:chgData name="Mohammed Fasha" userId="cc64f42d-a1a6-4f08-b97b-0c37f877119f" providerId="ADAL" clId="{2E5FBF59-3168-4932-9518-582502FE1AD5}" dt="2024-12-24T08:08:19.987" v="550" actId="20577"/>
      <pc:docMkLst>
        <pc:docMk/>
      </pc:docMkLst>
      <pc:sldChg chg="delSp">
        <pc:chgData name="Mohammed Fasha" userId="cc64f42d-a1a6-4f08-b97b-0c37f877119f" providerId="ADAL" clId="{2E5FBF59-3168-4932-9518-582502FE1AD5}" dt="2024-11-19T07:40:47.121" v="208" actId="478"/>
        <pc:sldMkLst>
          <pc:docMk/>
          <pc:sldMk cId="391491219" sldId="428"/>
        </pc:sldMkLst>
      </pc:sldChg>
      <pc:sldChg chg="modSp">
        <pc:chgData name="Mohammed Fasha" userId="cc64f42d-a1a6-4f08-b97b-0c37f877119f" providerId="ADAL" clId="{2E5FBF59-3168-4932-9518-582502FE1AD5}" dt="2024-12-03T07:43:58.007" v="456" actId="1076"/>
        <pc:sldMkLst>
          <pc:docMk/>
          <pc:sldMk cId="3339445507" sldId="430"/>
        </pc:sldMkLst>
      </pc:sldChg>
      <pc:sldChg chg="modSp">
        <pc:chgData name="Mohammed Fasha" userId="cc64f42d-a1a6-4f08-b97b-0c37f877119f" providerId="ADAL" clId="{2E5FBF59-3168-4932-9518-582502FE1AD5}" dt="2024-12-03T07:45:08.136" v="474" actId="20577"/>
        <pc:sldMkLst>
          <pc:docMk/>
          <pc:sldMk cId="3389046835" sldId="431"/>
        </pc:sldMkLst>
      </pc:sldChg>
      <pc:sldChg chg="modSp">
        <pc:chgData name="Mohammed Fasha" userId="cc64f42d-a1a6-4f08-b97b-0c37f877119f" providerId="ADAL" clId="{2E5FBF59-3168-4932-9518-582502FE1AD5}" dt="2024-11-10T06:33:09.727" v="37" actId="207"/>
        <pc:sldMkLst>
          <pc:docMk/>
          <pc:sldMk cId="2726994946" sldId="479"/>
        </pc:sldMkLst>
      </pc:sldChg>
      <pc:sldChg chg="modSp">
        <pc:chgData name="Mohammed Fasha" userId="cc64f42d-a1a6-4f08-b97b-0c37f877119f" providerId="ADAL" clId="{2E5FBF59-3168-4932-9518-582502FE1AD5}" dt="2024-11-19T07:44:28.766" v="211" actId="20577"/>
        <pc:sldMkLst>
          <pc:docMk/>
          <pc:sldMk cId="2297456757" sldId="483"/>
        </pc:sldMkLst>
      </pc:sldChg>
      <pc:sldChg chg="modSp">
        <pc:chgData name="Mohammed Fasha" userId="cc64f42d-a1a6-4f08-b97b-0c37f877119f" providerId="ADAL" clId="{2E5FBF59-3168-4932-9518-582502FE1AD5}" dt="2024-11-10T06:45:09.392" v="40" actId="20577"/>
        <pc:sldMkLst>
          <pc:docMk/>
          <pc:sldMk cId="3474268344" sldId="596"/>
        </pc:sldMkLst>
      </pc:sldChg>
      <pc:sldChg chg="modSp">
        <pc:chgData name="Mohammed Fasha" userId="cc64f42d-a1a6-4f08-b97b-0c37f877119f" providerId="ADAL" clId="{2E5FBF59-3168-4932-9518-582502FE1AD5}" dt="2024-12-03T07:47:21.561" v="476" actId="6549"/>
        <pc:sldMkLst>
          <pc:docMk/>
          <pc:sldMk cId="399592497" sldId="613"/>
        </pc:sldMkLst>
      </pc:sldChg>
      <pc:sldChg chg="modSp">
        <pc:chgData name="Mohammed Fasha" userId="cc64f42d-a1a6-4f08-b97b-0c37f877119f" providerId="ADAL" clId="{2E5FBF59-3168-4932-9518-582502FE1AD5}" dt="2024-12-03T07:49:02.980" v="478" actId="207"/>
        <pc:sldMkLst>
          <pc:docMk/>
          <pc:sldMk cId="3329135496" sldId="617"/>
        </pc:sldMkLst>
      </pc:sldChg>
      <pc:sldChg chg="modSp">
        <pc:chgData name="Mohammed Fasha" userId="cc64f42d-a1a6-4f08-b97b-0c37f877119f" providerId="ADAL" clId="{2E5FBF59-3168-4932-9518-582502FE1AD5}" dt="2024-12-24T08:05:16.608" v="482" actId="403"/>
        <pc:sldMkLst>
          <pc:docMk/>
          <pc:sldMk cId="2990045589" sldId="659"/>
        </pc:sldMkLst>
      </pc:sldChg>
      <pc:sldChg chg="modSp">
        <pc:chgData name="Mohammed Fasha" userId="cc64f42d-a1a6-4f08-b97b-0c37f877119f" providerId="ADAL" clId="{2E5FBF59-3168-4932-9518-582502FE1AD5}" dt="2024-12-24T08:08:19.987" v="550" actId="20577"/>
        <pc:sldMkLst>
          <pc:docMk/>
          <pc:sldMk cId="2680231355" sldId="669"/>
        </pc:sldMkLst>
      </pc:sldChg>
      <pc:sldChg chg="addSp modSp">
        <pc:chgData name="Mohammed Fasha" userId="cc64f42d-a1a6-4f08-b97b-0c37f877119f" providerId="ADAL" clId="{2E5FBF59-3168-4932-9518-582502FE1AD5}" dt="2024-12-24T08:05:52.910" v="488" actId="1076"/>
        <pc:sldMkLst>
          <pc:docMk/>
          <pc:sldMk cId="916102856" sldId="685"/>
        </pc:sldMkLst>
      </pc:sldChg>
      <pc:sldChg chg="modSp">
        <pc:chgData name="Mohammed Fasha" userId="cc64f42d-a1a6-4f08-b97b-0c37f877119f" providerId="ADAL" clId="{2E5FBF59-3168-4932-9518-582502FE1AD5}" dt="2024-11-19T07:03:29.557" v="206" actId="207"/>
        <pc:sldMkLst>
          <pc:docMk/>
          <pc:sldMk cId="32004852" sldId="708"/>
        </pc:sldMkLst>
      </pc:sldChg>
    </pc:docChg>
  </pc:docChgLst>
  <pc:docChgLst>
    <pc:chgData name="Mohammed Fasha" userId="cc64f42d-a1a6-4f08-b97b-0c37f877119f" providerId="ADAL" clId="{8DFC6787-4569-4AEF-BB23-FDF85FEE05FB}"/>
    <pc:docChg chg="undo redo custSel addSld delSld modSld sldOrd">
      <pc:chgData name="Mohammed Fasha" userId="cc64f42d-a1a6-4f08-b97b-0c37f877119f" providerId="ADAL" clId="{8DFC6787-4569-4AEF-BB23-FDF85FEE05FB}" dt="2025-04-20T17:11:45.535" v="1564" actId="1076"/>
      <pc:docMkLst>
        <pc:docMk/>
      </pc:docMkLst>
      <pc:sldChg chg="addSp delSp modSp add mod modClrScheme chgLayout">
        <pc:chgData name="Mohammed Fasha" userId="cc64f42d-a1a6-4f08-b97b-0c37f877119f" providerId="ADAL" clId="{8DFC6787-4569-4AEF-BB23-FDF85FEE05FB}" dt="2025-04-20T15:23:07.712" v="581" actId="1036"/>
        <pc:sldMkLst>
          <pc:docMk/>
          <pc:sldMk cId="678552476" sldId="331"/>
        </pc:sldMkLst>
        <pc:spChg chg="add del mod ord">
          <ac:chgData name="Mohammed Fasha" userId="cc64f42d-a1a6-4f08-b97b-0c37f877119f" providerId="ADAL" clId="{8DFC6787-4569-4AEF-BB23-FDF85FEE05FB}" dt="2025-04-20T15:23:02.904" v="563" actId="700"/>
          <ac:spMkLst>
            <pc:docMk/>
            <pc:sldMk cId="678552476" sldId="331"/>
            <ac:spMk id="2" creationId="{1D3C7005-B929-51C0-0C6B-ABC32C1D4FE4}"/>
          </ac:spMkLst>
        </pc:spChg>
        <pc:spChg chg="mod ord">
          <ac:chgData name="Mohammed Fasha" userId="cc64f42d-a1a6-4f08-b97b-0c37f877119f" providerId="ADAL" clId="{8DFC6787-4569-4AEF-BB23-FDF85FEE05FB}" dt="2025-04-20T15:23:02.904" v="563" actId="700"/>
          <ac:spMkLst>
            <pc:docMk/>
            <pc:sldMk cId="678552476" sldId="331"/>
            <ac:spMk id="3" creationId="{00000000-0000-0000-0000-000000000000}"/>
          </ac:spMkLst>
        </pc:spChg>
        <pc:spChg chg="mod ord">
          <ac:chgData name="Mohammed Fasha" userId="cc64f42d-a1a6-4f08-b97b-0c37f877119f" providerId="ADAL" clId="{8DFC6787-4569-4AEF-BB23-FDF85FEE05FB}" dt="2025-04-20T15:23:02.904" v="563" actId="700"/>
          <ac:spMkLst>
            <pc:docMk/>
            <pc:sldMk cId="678552476" sldId="331"/>
            <ac:spMk id="4" creationId="{00000000-0000-0000-0000-000000000000}"/>
          </ac:spMkLst>
        </pc:spChg>
        <pc:grpChg chg="mod">
          <ac:chgData name="Mohammed Fasha" userId="cc64f42d-a1a6-4f08-b97b-0c37f877119f" providerId="ADAL" clId="{8DFC6787-4569-4AEF-BB23-FDF85FEE05FB}" dt="2025-04-20T15:23:07.712" v="581" actId="1036"/>
          <ac:grpSpMkLst>
            <pc:docMk/>
            <pc:sldMk cId="678552476" sldId="331"/>
            <ac:grpSpMk id="12" creationId="{0685440A-10FF-44C7-BD6F-4B2EC8F05B07}"/>
          </ac:grpSpMkLst>
        </pc:grpChg>
      </pc:sldChg>
      <pc:sldChg chg="del">
        <pc:chgData name="Mohammed Fasha" userId="cc64f42d-a1a6-4f08-b97b-0c37f877119f" providerId="ADAL" clId="{8DFC6787-4569-4AEF-BB23-FDF85FEE05FB}" dt="2025-04-20T14:32:10.451" v="45" actId="2696"/>
        <pc:sldMkLst>
          <pc:docMk/>
          <pc:sldMk cId="607684796" sldId="333"/>
        </pc:sldMkLst>
      </pc:sldChg>
      <pc:sldChg chg="del">
        <pc:chgData name="Mohammed Fasha" userId="cc64f42d-a1a6-4f08-b97b-0c37f877119f" providerId="ADAL" clId="{8DFC6787-4569-4AEF-BB23-FDF85FEE05FB}" dt="2025-04-20T14:32:10.451" v="45" actId="2696"/>
        <pc:sldMkLst>
          <pc:docMk/>
          <pc:sldMk cId="3241718055" sldId="344"/>
        </pc:sldMkLst>
      </pc:sldChg>
      <pc:sldChg chg="addSp delSp modSp add del mod modClrScheme chgLayout">
        <pc:chgData name="Mohammed Fasha" userId="cc64f42d-a1a6-4f08-b97b-0c37f877119f" providerId="ADAL" clId="{8DFC6787-4569-4AEF-BB23-FDF85FEE05FB}" dt="2025-04-20T15:38:51.118" v="739" actId="47"/>
        <pc:sldMkLst>
          <pc:docMk/>
          <pc:sldMk cId="2151019119" sldId="345"/>
        </pc:sldMkLst>
        <pc:spChg chg="add del mod ord">
          <ac:chgData name="Mohammed Fasha" userId="cc64f42d-a1a6-4f08-b97b-0c37f877119f" providerId="ADAL" clId="{8DFC6787-4569-4AEF-BB23-FDF85FEE05FB}" dt="2025-04-20T15:27:14.233" v="602" actId="21"/>
          <ac:spMkLst>
            <pc:docMk/>
            <pc:sldMk cId="2151019119" sldId="345"/>
            <ac:spMk id="2" creationId="{F789E23B-EEDA-8582-53DB-745F6357464D}"/>
          </ac:spMkLst>
        </pc:spChg>
        <pc:spChg chg="mod">
          <ac:chgData name="Mohammed Fasha" userId="cc64f42d-a1a6-4f08-b97b-0c37f877119f" providerId="ADAL" clId="{8DFC6787-4569-4AEF-BB23-FDF85FEE05FB}" dt="2025-04-20T15:27:27.865" v="629" actId="1036"/>
          <ac:spMkLst>
            <pc:docMk/>
            <pc:sldMk cId="2151019119" sldId="345"/>
            <ac:spMk id="5" creationId="{00000000-0000-0000-0000-000000000000}"/>
          </ac:spMkLst>
        </pc:spChg>
        <pc:spChg chg="mod">
          <ac:chgData name="Mohammed Fasha" userId="cc64f42d-a1a6-4f08-b97b-0c37f877119f" providerId="ADAL" clId="{8DFC6787-4569-4AEF-BB23-FDF85FEE05FB}" dt="2025-04-20T15:27:27.865" v="629" actId="1036"/>
          <ac:spMkLst>
            <pc:docMk/>
            <pc:sldMk cId="2151019119" sldId="345"/>
            <ac:spMk id="6" creationId="{00000000-0000-0000-0000-000000000000}"/>
          </ac:spMkLst>
        </pc:spChg>
        <pc:spChg chg="mod">
          <ac:chgData name="Mohammed Fasha" userId="cc64f42d-a1a6-4f08-b97b-0c37f877119f" providerId="ADAL" clId="{8DFC6787-4569-4AEF-BB23-FDF85FEE05FB}" dt="2025-04-20T15:27:27.865" v="629" actId="1036"/>
          <ac:spMkLst>
            <pc:docMk/>
            <pc:sldMk cId="2151019119" sldId="345"/>
            <ac:spMk id="7" creationId="{00000000-0000-0000-0000-000000000000}"/>
          </ac:spMkLst>
        </pc:spChg>
        <pc:spChg chg="mod">
          <ac:chgData name="Mohammed Fasha" userId="cc64f42d-a1a6-4f08-b97b-0c37f877119f" providerId="ADAL" clId="{8DFC6787-4569-4AEF-BB23-FDF85FEE05FB}" dt="2025-04-20T15:27:27.865" v="629" actId="1036"/>
          <ac:spMkLst>
            <pc:docMk/>
            <pc:sldMk cId="2151019119" sldId="345"/>
            <ac:spMk id="8" creationId="{00000000-0000-0000-0000-000000000000}"/>
          </ac:spMkLst>
        </pc:spChg>
        <pc:spChg chg="mod">
          <ac:chgData name="Mohammed Fasha" userId="cc64f42d-a1a6-4f08-b97b-0c37f877119f" providerId="ADAL" clId="{8DFC6787-4569-4AEF-BB23-FDF85FEE05FB}" dt="2025-04-20T15:27:27.865" v="629" actId="1036"/>
          <ac:spMkLst>
            <pc:docMk/>
            <pc:sldMk cId="2151019119" sldId="345"/>
            <ac:spMk id="9" creationId="{00000000-0000-0000-0000-000000000000}"/>
          </ac:spMkLst>
        </pc:spChg>
        <pc:spChg chg="mod">
          <ac:chgData name="Mohammed Fasha" userId="cc64f42d-a1a6-4f08-b97b-0c37f877119f" providerId="ADAL" clId="{8DFC6787-4569-4AEF-BB23-FDF85FEE05FB}" dt="2025-04-20T15:27:27.865" v="629" actId="1036"/>
          <ac:spMkLst>
            <pc:docMk/>
            <pc:sldMk cId="2151019119" sldId="345"/>
            <ac:spMk id="10" creationId="{00000000-0000-0000-0000-000000000000}"/>
          </ac:spMkLst>
        </pc:spChg>
        <pc:spChg chg="mod ord">
          <ac:chgData name="Mohammed Fasha" userId="cc64f42d-a1a6-4f08-b97b-0c37f877119f" providerId="ADAL" clId="{8DFC6787-4569-4AEF-BB23-FDF85FEE05FB}" dt="2025-04-20T15:27:05.305" v="600" actId="700"/>
          <ac:spMkLst>
            <pc:docMk/>
            <pc:sldMk cId="2151019119" sldId="345"/>
            <ac:spMk id="12" creationId="{00000000-0000-0000-0000-000000000000}"/>
          </ac:spMkLst>
        </pc:spChg>
        <pc:spChg chg="mod ord">
          <ac:chgData name="Mohammed Fasha" userId="cc64f42d-a1a6-4f08-b97b-0c37f877119f" providerId="ADAL" clId="{8DFC6787-4569-4AEF-BB23-FDF85FEE05FB}" dt="2025-04-20T15:27:27.865" v="629" actId="1036"/>
          <ac:spMkLst>
            <pc:docMk/>
            <pc:sldMk cId="2151019119" sldId="345"/>
            <ac:spMk id="13" creationId="{3E7D460C-05A5-FDA6-5CF3-ABF94A747504}"/>
          </ac:spMkLst>
        </pc:spChg>
        <pc:picChg chg="mod">
          <ac:chgData name="Mohammed Fasha" userId="cc64f42d-a1a6-4f08-b97b-0c37f877119f" providerId="ADAL" clId="{8DFC6787-4569-4AEF-BB23-FDF85FEE05FB}" dt="2025-04-20T15:27:27.865" v="629" actId="1036"/>
          <ac:picMkLst>
            <pc:docMk/>
            <pc:sldMk cId="2151019119" sldId="345"/>
            <ac:picMk id="4" creationId="{00000000-0000-0000-0000-000000000000}"/>
          </ac:picMkLst>
        </pc:picChg>
        <pc:picChg chg="mod">
          <ac:chgData name="Mohammed Fasha" userId="cc64f42d-a1a6-4f08-b97b-0c37f877119f" providerId="ADAL" clId="{8DFC6787-4569-4AEF-BB23-FDF85FEE05FB}" dt="2025-04-20T15:27:27.865" v="629" actId="1036"/>
          <ac:picMkLst>
            <pc:docMk/>
            <pc:sldMk cId="2151019119" sldId="345"/>
            <ac:picMk id="2050" creationId="{00000000-0000-0000-0000-000000000000}"/>
          </ac:picMkLst>
        </pc:picChg>
        <pc:picChg chg="mod">
          <ac:chgData name="Mohammed Fasha" userId="cc64f42d-a1a6-4f08-b97b-0c37f877119f" providerId="ADAL" clId="{8DFC6787-4569-4AEF-BB23-FDF85FEE05FB}" dt="2025-04-20T15:27:27.865" v="629" actId="1036"/>
          <ac:picMkLst>
            <pc:docMk/>
            <pc:sldMk cId="2151019119" sldId="345"/>
            <ac:picMk id="2052" creationId="{00000000-0000-0000-0000-000000000000}"/>
          </ac:picMkLst>
        </pc:picChg>
      </pc:sldChg>
      <pc:sldChg chg="del">
        <pc:chgData name="Mohammed Fasha" userId="cc64f42d-a1a6-4f08-b97b-0c37f877119f" providerId="ADAL" clId="{8DFC6787-4569-4AEF-BB23-FDF85FEE05FB}" dt="2025-04-20T14:32:10.451" v="45" actId="2696"/>
        <pc:sldMkLst>
          <pc:docMk/>
          <pc:sldMk cId="2957811751" sldId="354"/>
        </pc:sldMkLst>
      </pc:sldChg>
      <pc:sldChg chg="del">
        <pc:chgData name="Mohammed Fasha" userId="cc64f42d-a1a6-4f08-b97b-0c37f877119f" providerId="ADAL" clId="{8DFC6787-4569-4AEF-BB23-FDF85FEE05FB}" dt="2025-04-20T14:32:10.451" v="45" actId="2696"/>
        <pc:sldMkLst>
          <pc:docMk/>
          <pc:sldMk cId="1499958888" sldId="394"/>
        </pc:sldMkLst>
      </pc:sldChg>
      <pc:sldChg chg="del">
        <pc:chgData name="Mohammed Fasha" userId="cc64f42d-a1a6-4f08-b97b-0c37f877119f" providerId="ADAL" clId="{8DFC6787-4569-4AEF-BB23-FDF85FEE05FB}" dt="2025-04-20T14:32:10.451" v="45" actId="2696"/>
        <pc:sldMkLst>
          <pc:docMk/>
          <pc:sldMk cId="1852804652" sldId="396"/>
        </pc:sldMkLst>
      </pc:sldChg>
      <pc:sldChg chg="del">
        <pc:chgData name="Mohammed Fasha" userId="cc64f42d-a1a6-4f08-b97b-0c37f877119f" providerId="ADAL" clId="{8DFC6787-4569-4AEF-BB23-FDF85FEE05FB}" dt="2025-04-20T14:32:10.451" v="45" actId="2696"/>
        <pc:sldMkLst>
          <pc:docMk/>
          <pc:sldMk cId="587789057" sldId="423"/>
        </pc:sldMkLst>
      </pc:sldChg>
      <pc:sldChg chg="del">
        <pc:chgData name="Mohammed Fasha" userId="cc64f42d-a1a6-4f08-b97b-0c37f877119f" providerId="ADAL" clId="{8DFC6787-4569-4AEF-BB23-FDF85FEE05FB}" dt="2025-04-20T14:32:10.451" v="45" actId="2696"/>
        <pc:sldMkLst>
          <pc:docMk/>
          <pc:sldMk cId="1625691186" sldId="425"/>
        </pc:sldMkLst>
      </pc:sldChg>
      <pc:sldChg chg="del">
        <pc:chgData name="Mohammed Fasha" userId="cc64f42d-a1a6-4f08-b97b-0c37f877119f" providerId="ADAL" clId="{8DFC6787-4569-4AEF-BB23-FDF85FEE05FB}" dt="2025-04-20T14:32:10.451" v="45" actId="2696"/>
        <pc:sldMkLst>
          <pc:docMk/>
          <pc:sldMk cId="2127906749" sldId="427"/>
        </pc:sldMkLst>
      </pc:sldChg>
      <pc:sldChg chg="del">
        <pc:chgData name="Mohammed Fasha" userId="cc64f42d-a1a6-4f08-b97b-0c37f877119f" providerId="ADAL" clId="{8DFC6787-4569-4AEF-BB23-FDF85FEE05FB}" dt="2025-04-20T14:32:10.451" v="45" actId="2696"/>
        <pc:sldMkLst>
          <pc:docMk/>
          <pc:sldMk cId="391491219" sldId="428"/>
        </pc:sldMkLst>
      </pc:sldChg>
      <pc:sldChg chg="del">
        <pc:chgData name="Mohammed Fasha" userId="cc64f42d-a1a6-4f08-b97b-0c37f877119f" providerId="ADAL" clId="{8DFC6787-4569-4AEF-BB23-FDF85FEE05FB}" dt="2025-04-20T14:32:10.451" v="45" actId="2696"/>
        <pc:sldMkLst>
          <pc:docMk/>
          <pc:sldMk cId="3339445507" sldId="430"/>
        </pc:sldMkLst>
      </pc:sldChg>
      <pc:sldChg chg="del">
        <pc:chgData name="Mohammed Fasha" userId="cc64f42d-a1a6-4f08-b97b-0c37f877119f" providerId="ADAL" clId="{8DFC6787-4569-4AEF-BB23-FDF85FEE05FB}" dt="2025-04-20T14:32:10.451" v="45" actId="2696"/>
        <pc:sldMkLst>
          <pc:docMk/>
          <pc:sldMk cId="3389046835" sldId="431"/>
        </pc:sldMkLst>
      </pc:sldChg>
      <pc:sldChg chg="del">
        <pc:chgData name="Mohammed Fasha" userId="cc64f42d-a1a6-4f08-b97b-0c37f877119f" providerId="ADAL" clId="{8DFC6787-4569-4AEF-BB23-FDF85FEE05FB}" dt="2025-04-20T14:32:10.451" v="45" actId="2696"/>
        <pc:sldMkLst>
          <pc:docMk/>
          <pc:sldMk cId="2409345436" sldId="437"/>
        </pc:sldMkLst>
      </pc:sldChg>
      <pc:sldChg chg="del">
        <pc:chgData name="Mohammed Fasha" userId="cc64f42d-a1a6-4f08-b97b-0c37f877119f" providerId="ADAL" clId="{8DFC6787-4569-4AEF-BB23-FDF85FEE05FB}" dt="2025-04-20T14:32:10.451" v="45" actId="2696"/>
        <pc:sldMkLst>
          <pc:docMk/>
          <pc:sldMk cId="2522174856" sldId="438"/>
        </pc:sldMkLst>
      </pc:sldChg>
      <pc:sldChg chg="del">
        <pc:chgData name="Mohammed Fasha" userId="cc64f42d-a1a6-4f08-b97b-0c37f877119f" providerId="ADAL" clId="{8DFC6787-4569-4AEF-BB23-FDF85FEE05FB}" dt="2025-04-20T14:32:10.451" v="45" actId="2696"/>
        <pc:sldMkLst>
          <pc:docMk/>
          <pc:sldMk cId="2905491798" sldId="440"/>
        </pc:sldMkLst>
      </pc:sldChg>
      <pc:sldChg chg="del">
        <pc:chgData name="Mohammed Fasha" userId="cc64f42d-a1a6-4f08-b97b-0c37f877119f" providerId="ADAL" clId="{8DFC6787-4569-4AEF-BB23-FDF85FEE05FB}" dt="2025-04-20T14:32:17.274" v="52" actId="2696"/>
        <pc:sldMkLst>
          <pc:docMk/>
          <pc:sldMk cId="4208461039" sldId="447"/>
        </pc:sldMkLst>
      </pc:sldChg>
      <pc:sldChg chg="add">
        <pc:chgData name="Mohammed Fasha" userId="cc64f42d-a1a6-4f08-b97b-0c37f877119f" providerId="ADAL" clId="{8DFC6787-4569-4AEF-BB23-FDF85FEE05FB}" dt="2025-04-20T16:34:28.119" v="1292"/>
        <pc:sldMkLst>
          <pc:docMk/>
          <pc:sldMk cId="961461304" sldId="470"/>
        </pc:sldMkLst>
      </pc:sldChg>
      <pc:sldChg chg="del">
        <pc:chgData name="Mohammed Fasha" userId="cc64f42d-a1a6-4f08-b97b-0c37f877119f" providerId="ADAL" clId="{8DFC6787-4569-4AEF-BB23-FDF85FEE05FB}" dt="2025-04-20T14:32:10.451" v="45" actId="2696"/>
        <pc:sldMkLst>
          <pc:docMk/>
          <pc:sldMk cId="1210803598" sldId="478"/>
        </pc:sldMkLst>
      </pc:sldChg>
      <pc:sldChg chg="del">
        <pc:chgData name="Mohammed Fasha" userId="cc64f42d-a1a6-4f08-b97b-0c37f877119f" providerId="ADAL" clId="{8DFC6787-4569-4AEF-BB23-FDF85FEE05FB}" dt="2025-04-20T14:32:10.451" v="45" actId="2696"/>
        <pc:sldMkLst>
          <pc:docMk/>
          <pc:sldMk cId="2726994946" sldId="479"/>
        </pc:sldMkLst>
      </pc:sldChg>
      <pc:sldChg chg="addSp delSp modSp mod">
        <pc:chgData name="Mohammed Fasha" userId="cc64f42d-a1a6-4f08-b97b-0c37f877119f" providerId="ADAL" clId="{8DFC6787-4569-4AEF-BB23-FDF85FEE05FB}" dt="2025-04-20T17:11:45.535" v="1564" actId="1076"/>
        <pc:sldMkLst>
          <pc:docMk/>
          <pc:sldMk cId="2297456757" sldId="483"/>
        </pc:sldMkLst>
        <pc:spChg chg="mod">
          <ac:chgData name="Mohammed Fasha" userId="cc64f42d-a1a6-4f08-b97b-0c37f877119f" providerId="ADAL" clId="{8DFC6787-4569-4AEF-BB23-FDF85FEE05FB}" dt="2025-04-20T17:11:45.535" v="1564" actId="1076"/>
          <ac:spMkLst>
            <pc:docMk/>
            <pc:sldMk cId="2297456757" sldId="483"/>
            <ac:spMk id="4" creationId="{B53E9DF1-2223-C2DE-EF40-211A8D65CA29}"/>
          </ac:spMkLst>
        </pc:spChg>
        <pc:spChg chg="mod">
          <ac:chgData name="Mohammed Fasha" userId="cc64f42d-a1a6-4f08-b97b-0c37f877119f" providerId="ADAL" clId="{8DFC6787-4569-4AEF-BB23-FDF85FEE05FB}" dt="2025-04-20T17:11:45.535" v="1564" actId="1076"/>
          <ac:spMkLst>
            <pc:docMk/>
            <pc:sldMk cId="2297456757" sldId="483"/>
            <ac:spMk id="5" creationId="{89403830-E271-DAA0-8838-E295A84A8B5B}"/>
          </ac:spMkLst>
        </pc:spChg>
        <pc:picChg chg="del">
          <ac:chgData name="Mohammed Fasha" userId="cc64f42d-a1a6-4f08-b97b-0c37f877119f" providerId="ADAL" clId="{8DFC6787-4569-4AEF-BB23-FDF85FEE05FB}" dt="2025-04-20T17:11:36.655" v="1560" actId="21"/>
          <ac:picMkLst>
            <pc:docMk/>
            <pc:sldMk cId="2297456757" sldId="483"/>
            <ac:picMk id="6" creationId="{87387D1D-1AA9-EA47-F9E0-B5509D9C1DE4}"/>
          </ac:picMkLst>
        </pc:picChg>
        <pc:picChg chg="add mod">
          <ac:chgData name="Mohammed Fasha" userId="cc64f42d-a1a6-4f08-b97b-0c37f877119f" providerId="ADAL" clId="{8DFC6787-4569-4AEF-BB23-FDF85FEE05FB}" dt="2025-04-20T17:11:41.570" v="1563" actId="1076"/>
          <ac:picMkLst>
            <pc:docMk/>
            <pc:sldMk cId="2297456757" sldId="483"/>
            <ac:picMk id="3076" creationId="{38B7DCD3-CA20-063C-2119-4CA1A1EA3B4E}"/>
          </ac:picMkLst>
        </pc:picChg>
      </pc:sldChg>
      <pc:sldChg chg="del">
        <pc:chgData name="Mohammed Fasha" userId="cc64f42d-a1a6-4f08-b97b-0c37f877119f" providerId="ADAL" clId="{8DFC6787-4569-4AEF-BB23-FDF85FEE05FB}" dt="2025-04-20T14:32:10.451" v="45" actId="2696"/>
        <pc:sldMkLst>
          <pc:docMk/>
          <pc:sldMk cId="941853383" sldId="484"/>
        </pc:sldMkLst>
      </pc:sldChg>
      <pc:sldChg chg="addSp modSp new mod">
        <pc:chgData name="Mohammed Fasha" userId="cc64f42d-a1a6-4f08-b97b-0c37f877119f" providerId="ADAL" clId="{8DFC6787-4569-4AEF-BB23-FDF85FEE05FB}" dt="2025-04-20T14:45:21.761" v="336" actId="14100"/>
        <pc:sldMkLst>
          <pc:docMk/>
          <pc:sldMk cId="1157739513" sldId="484"/>
        </pc:sldMkLst>
        <pc:spChg chg="mod">
          <ac:chgData name="Mohammed Fasha" userId="cc64f42d-a1a6-4f08-b97b-0c37f877119f" providerId="ADAL" clId="{8DFC6787-4569-4AEF-BB23-FDF85FEE05FB}" dt="2025-04-20T14:32:51.552" v="59" actId="113"/>
          <ac:spMkLst>
            <pc:docMk/>
            <pc:sldMk cId="1157739513" sldId="484"/>
            <ac:spMk id="2" creationId="{E3B23C79-29F5-D59C-2561-B116A954590C}"/>
          </ac:spMkLst>
        </pc:spChg>
        <pc:spChg chg="mod">
          <ac:chgData name="Mohammed Fasha" userId="cc64f42d-a1a6-4f08-b97b-0c37f877119f" providerId="ADAL" clId="{8DFC6787-4569-4AEF-BB23-FDF85FEE05FB}" dt="2025-04-20T14:45:21.761" v="336" actId="14100"/>
          <ac:spMkLst>
            <pc:docMk/>
            <pc:sldMk cId="1157739513" sldId="484"/>
            <ac:spMk id="3" creationId="{DC064928-03FD-2F1C-3E34-414DA658610C}"/>
          </ac:spMkLst>
        </pc:spChg>
        <pc:picChg chg="add mod">
          <ac:chgData name="Mohammed Fasha" userId="cc64f42d-a1a6-4f08-b97b-0c37f877119f" providerId="ADAL" clId="{8DFC6787-4569-4AEF-BB23-FDF85FEE05FB}" dt="2025-04-20T14:45:19.114" v="335" actId="1076"/>
          <ac:picMkLst>
            <pc:docMk/>
            <pc:sldMk cId="1157739513" sldId="484"/>
            <ac:picMk id="4" creationId="{368D5601-8DFF-01F0-E29B-A1FCB675F50A}"/>
          </ac:picMkLst>
        </pc:picChg>
      </pc:sldChg>
      <pc:sldChg chg="addSp delSp modSp add mod">
        <pc:chgData name="Mohammed Fasha" userId="cc64f42d-a1a6-4f08-b97b-0c37f877119f" providerId="ADAL" clId="{8DFC6787-4569-4AEF-BB23-FDF85FEE05FB}" dt="2025-04-20T17:05:00.134" v="1535" actId="14734"/>
        <pc:sldMkLst>
          <pc:docMk/>
          <pc:sldMk cId="1041433416" sldId="485"/>
        </pc:sldMkLst>
        <pc:spChg chg="mod">
          <ac:chgData name="Mohammed Fasha" userId="cc64f42d-a1a6-4f08-b97b-0c37f877119f" providerId="ADAL" clId="{8DFC6787-4569-4AEF-BB23-FDF85FEE05FB}" dt="2025-04-20T14:33:21.151" v="65"/>
          <ac:spMkLst>
            <pc:docMk/>
            <pc:sldMk cId="1041433416" sldId="485"/>
            <ac:spMk id="2" creationId="{4B32C8FC-8118-3888-4D92-66F1AA0CC7CF}"/>
          </ac:spMkLst>
        </pc:spChg>
        <pc:spChg chg="del">
          <ac:chgData name="Mohammed Fasha" userId="cc64f42d-a1a6-4f08-b97b-0c37f877119f" providerId="ADAL" clId="{8DFC6787-4569-4AEF-BB23-FDF85FEE05FB}" dt="2025-04-20T14:33:00.013" v="60"/>
          <ac:spMkLst>
            <pc:docMk/>
            <pc:sldMk cId="1041433416" sldId="485"/>
            <ac:spMk id="3" creationId="{C2770523-6EFC-927F-2D9D-5169C19B5FD9}"/>
          </ac:spMkLst>
        </pc:spChg>
        <pc:spChg chg="add mod">
          <ac:chgData name="Mohammed Fasha" userId="cc64f42d-a1a6-4f08-b97b-0c37f877119f" providerId="ADAL" clId="{8DFC6787-4569-4AEF-BB23-FDF85FEE05FB}" dt="2025-04-20T14:45:54.634" v="347" actId="1076"/>
          <ac:spMkLst>
            <pc:docMk/>
            <pc:sldMk cId="1041433416" sldId="485"/>
            <ac:spMk id="6" creationId="{B91B438E-3608-40B2-2EA9-7E0C326AD200}"/>
          </ac:spMkLst>
        </pc:spChg>
        <pc:graphicFrameChg chg="add mod modGraphic">
          <ac:chgData name="Mohammed Fasha" userId="cc64f42d-a1a6-4f08-b97b-0c37f877119f" providerId="ADAL" clId="{8DFC6787-4569-4AEF-BB23-FDF85FEE05FB}" dt="2025-04-20T17:05:00.134" v="1535" actId="14734"/>
          <ac:graphicFrameMkLst>
            <pc:docMk/>
            <pc:sldMk cId="1041433416" sldId="485"/>
            <ac:graphicFrameMk id="4" creationId="{A1F0D89E-9CE3-3B71-953C-7DB9947FCDB7}"/>
          </ac:graphicFrameMkLst>
        </pc:graphicFrameChg>
        <pc:picChg chg="add mod">
          <ac:chgData name="Mohammed Fasha" userId="cc64f42d-a1a6-4f08-b97b-0c37f877119f" providerId="ADAL" clId="{8DFC6787-4569-4AEF-BB23-FDF85FEE05FB}" dt="2025-04-20T14:46:02.119" v="350" actId="1076"/>
          <ac:picMkLst>
            <pc:docMk/>
            <pc:sldMk cId="1041433416" sldId="485"/>
            <ac:picMk id="5" creationId="{909F3513-91D6-1EBD-CF1E-635EB1465BFD}"/>
          </ac:picMkLst>
        </pc:picChg>
        <pc:picChg chg="add mod">
          <ac:chgData name="Mohammed Fasha" userId="cc64f42d-a1a6-4f08-b97b-0c37f877119f" providerId="ADAL" clId="{8DFC6787-4569-4AEF-BB23-FDF85FEE05FB}" dt="2025-04-20T14:46:06.426" v="352" actId="14100"/>
          <ac:picMkLst>
            <pc:docMk/>
            <pc:sldMk cId="1041433416" sldId="485"/>
            <ac:picMk id="7" creationId="{83B02E82-8BA5-C5EF-5BF1-F840215EE55A}"/>
          </ac:picMkLst>
        </pc:picChg>
      </pc:sldChg>
      <pc:sldChg chg="modSp add mod">
        <pc:chgData name="Mohammed Fasha" userId="cc64f42d-a1a6-4f08-b97b-0c37f877119f" providerId="ADAL" clId="{8DFC6787-4569-4AEF-BB23-FDF85FEE05FB}" dt="2025-04-20T14:33:33.928" v="72" actId="113"/>
        <pc:sldMkLst>
          <pc:docMk/>
          <pc:sldMk cId="3032146913" sldId="486"/>
        </pc:sldMkLst>
        <pc:spChg chg="mod">
          <ac:chgData name="Mohammed Fasha" userId="cc64f42d-a1a6-4f08-b97b-0c37f877119f" providerId="ADAL" clId="{8DFC6787-4569-4AEF-BB23-FDF85FEE05FB}" dt="2025-04-20T14:33:33.928" v="72" actId="113"/>
          <ac:spMkLst>
            <pc:docMk/>
            <pc:sldMk cId="3032146913" sldId="486"/>
            <ac:spMk id="2" creationId="{AB7FFC34-1784-E59D-4C59-7F08628E13DC}"/>
          </ac:spMkLst>
        </pc:spChg>
        <pc:spChg chg="mod">
          <ac:chgData name="Mohammed Fasha" userId="cc64f42d-a1a6-4f08-b97b-0c37f877119f" providerId="ADAL" clId="{8DFC6787-4569-4AEF-BB23-FDF85FEE05FB}" dt="2025-04-20T14:33:30.190" v="67" actId="21"/>
          <ac:spMkLst>
            <pc:docMk/>
            <pc:sldMk cId="3032146913" sldId="486"/>
            <ac:spMk id="3" creationId="{9112A1B7-5E2F-CE96-D453-6C8320781013}"/>
          </ac:spMkLst>
        </pc:spChg>
      </pc:sldChg>
      <pc:sldChg chg="addSp modSp add mod">
        <pc:chgData name="Mohammed Fasha" userId="cc64f42d-a1a6-4f08-b97b-0c37f877119f" providerId="ADAL" clId="{8DFC6787-4569-4AEF-BB23-FDF85FEE05FB}" dt="2025-04-20T15:22:30.508" v="559" actId="1076"/>
        <pc:sldMkLst>
          <pc:docMk/>
          <pc:sldMk cId="3938091334" sldId="487"/>
        </pc:sldMkLst>
        <pc:spChg chg="mod">
          <ac:chgData name="Mohammed Fasha" userId="cc64f42d-a1a6-4f08-b97b-0c37f877119f" providerId="ADAL" clId="{8DFC6787-4569-4AEF-BB23-FDF85FEE05FB}" dt="2025-04-20T14:33:44.844" v="79" actId="113"/>
          <ac:spMkLst>
            <pc:docMk/>
            <pc:sldMk cId="3938091334" sldId="487"/>
            <ac:spMk id="2" creationId="{3098E821-69DE-EB4A-9A6F-212FAFCBFBA8}"/>
          </ac:spMkLst>
        </pc:spChg>
        <pc:spChg chg="mod">
          <ac:chgData name="Mohammed Fasha" userId="cc64f42d-a1a6-4f08-b97b-0c37f877119f" providerId="ADAL" clId="{8DFC6787-4569-4AEF-BB23-FDF85FEE05FB}" dt="2025-04-20T15:22:21.812" v="556" actId="27636"/>
          <ac:spMkLst>
            <pc:docMk/>
            <pc:sldMk cId="3938091334" sldId="487"/>
            <ac:spMk id="3" creationId="{BE4B808E-3C20-8163-00D6-427989874E69}"/>
          </ac:spMkLst>
        </pc:spChg>
        <pc:picChg chg="add mod">
          <ac:chgData name="Mohammed Fasha" userId="cc64f42d-a1a6-4f08-b97b-0c37f877119f" providerId="ADAL" clId="{8DFC6787-4569-4AEF-BB23-FDF85FEE05FB}" dt="2025-04-20T15:22:30.508" v="559" actId="1076"/>
          <ac:picMkLst>
            <pc:docMk/>
            <pc:sldMk cId="3938091334" sldId="487"/>
            <ac:picMk id="5" creationId="{AC4151B4-9C18-7C83-AB0B-6D11DC17B8EE}"/>
          </ac:picMkLst>
        </pc:picChg>
      </pc:sldChg>
      <pc:sldChg chg="modSp add mod">
        <pc:chgData name="Mohammed Fasha" userId="cc64f42d-a1a6-4f08-b97b-0c37f877119f" providerId="ADAL" clId="{8DFC6787-4569-4AEF-BB23-FDF85FEE05FB}" dt="2025-04-20T14:34:07.957" v="89" actId="12"/>
        <pc:sldMkLst>
          <pc:docMk/>
          <pc:sldMk cId="2278481155" sldId="488"/>
        </pc:sldMkLst>
        <pc:spChg chg="mod">
          <ac:chgData name="Mohammed Fasha" userId="cc64f42d-a1a6-4f08-b97b-0c37f877119f" providerId="ADAL" clId="{8DFC6787-4569-4AEF-BB23-FDF85FEE05FB}" dt="2025-04-20T14:33:59.501" v="86" actId="113"/>
          <ac:spMkLst>
            <pc:docMk/>
            <pc:sldMk cId="2278481155" sldId="488"/>
            <ac:spMk id="2" creationId="{D3A098E6-4734-9D7D-3FC2-C6AB6C43337A}"/>
          </ac:spMkLst>
        </pc:spChg>
        <pc:spChg chg="mod">
          <ac:chgData name="Mohammed Fasha" userId="cc64f42d-a1a6-4f08-b97b-0c37f877119f" providerId="ADAL" clId="{8DFC6787-4569-4AEF-BB23-FDF85FEE05FB}" dt="2025-04-20T14:34:07.957" v="89" actId="12"/>
          <ac:spMkLst>
            <pc:docMk/>
            <pc:sldMk cId="2278481155" sldId="488"/>
            <ac:spMk id="3" creationId="{5D037F5B-DC88-AD0F-06A3-FFC4778F0004}"/>
          </ac:spMkLst>
        </pc:spChg>
      </pc:sldChg>
      <pc:sldChg chg="modSp add mod">
        <pc:chgData name="Mohammed Fasha" userId="cc64f42d-a1a6-4f08-b97b-0c37f877119f" providerId="ADAL" clId="{8DFC6787-4569-4AEF-BB23-FDF85FEE05FB}" dt="2025-04-20T14:34:30.301" v="96" actId="113"/>
        <pc:sldMkLst>
          <pc:docMk/>
          <pc:sldMk cId="1156889741" sldId="489"/>
        </pc:sldMkLst>
        <pc:spChg chg="mod">
          <ac:chgData name="Mohammed Fasha" userId="cc64f42d-a1a6-4f08-b97b-0c37f877119f" providerId="ADAL" clId="{8DFC6787-4569-4AEF-BB23-FDF85FEE05FB}" dt="2025-04-20T14:34:30.301" v="96" actId="113"/>
          <ac:spMkLst>
            <pc:docMk/>
            <pc:sldMk cId="1156889741" sldId="489"/>
            <ac:spMk id="2" creationId="{D0C09B9F-DC42-70B7-E509-EA6985582A23}"/>
          </ac:spMkLst>
        </pc:spChg>
        <pc:spChg chg="mod">
          <ac:chgData name="Mohammed Fasha" userId="cc64f42d-a1a6-4f08-b97b-0c37f877119f" providerId="ADAL" clId="{8DFC6787-4569-4AEF-BB23-FDF85FEE05FB}" dt="2025-04-20T14:34:26.543" v="91" actId="21"/>
          <ac:spMkLst>
            <pc:docMk/>
            <pc:sldMk cId="1156889741" sldId="489"/>
            <ac:spMk id="3" creationId="{917899E1-923C-D056-FE4A-A4D3E4757372}"/>
          </ac:spMkLst>
        </pc:spChg>
      </pc:sldChg>
      <pc:sldChg chg="addSp delSp modSp new mod">
        <pc:chgData name="Mohammed Fasha" userId="cc64f42d-a1a6-4f08-b97b-0c37f877119f" providerId="ADAL" clId="{8DFC6787-4569-4AEF-BB23-FDF85FEE05FB}" dt="2025-04-20T17:05:21.313" v="1537" actId="14734"/>
        <pc:sldMkLst>
          <pc:docMk/>
          <pc:sldMk cId="1757417059" sldId="490"/>
        </pc:sldMkLst>
        <pc:spChg chg="mod">
          <ac:chgData name="Mohammed Fasha" userId="cc64f42d-a1a6-4f08-b97b-0c37f877119f" providerId="ADAL" clId="{8DFC6787-4569-4AEF-BB23-FDF85FEE05FB}" dt="2025-04-20T14:35:16.636" v="110"/>
          <ac:spMkLst>
            <pc:docMk/>
            <pc:sldMk cId="1757417059" sldId="490"/>
            <ac:spMk id="2" creationId="{CD356C74-8179-9630-D788-D81C2750F533}"/>
          </ac:spMkLst>
        </pc:spChg>
        <pc:spChg chg="del">
          <ac:chgData name="Mohammed Fasha" userId="cc64f42d-a1a6-4f08-b97b-0c37f877119f" providerId="ADAL" clId="{8DFC6787-4569-4AEF-BB23-FDF85FEE05FB}" dt="2025-04-20T14:34:44.485" v="103"/>
          <ac:spMkLst>
            <pc:docMk/>
            <pc:sldMk cId="1757417059" sldId="490"/>
            <ac:spMk id="3" creationId="{E764465C-CA81-AD01-A04C-595CD43C7D6F}"/>
          </ac:spMkLst>
        </pc:spChg>
        <pc:graphicFrameChg chg="add mod modGraphic">
          <ac:chgData name="Mohammed Fasha" userId="cc64f42d-a1a6-4f08-b97b-0c37f877119f" providerId="ADAL" clId="{8DFC6787-4569-4AEF-BB23-FDF85FEE05FB}" dt="2025-04-20T17:05:21.313" v="1537" actId="14734"/>
          <ac:graphicFrameMkLst>
            <pc:docMk/>
            <pc:sldMk cId="1757417059" sldId="490"/>
            <ac:graphicFrameMk id="4" creationId="{47A25922-9144-4F9A-8824-436887DB8159}"/>
          </ac:graphicFrameMkLst>
        </pc:graphicFrameChg>
      </pc:sldChg>
      <pc:sldChg chg="addSp delSp modSp add mod modClrScheme chgLayout">
        <pc:chgData name="Mohammed Fasha" userId="cc64f42d-a1a6-4f08-b97b-0c37f877119f" providerId="ADAL" clId="{8DFC6787-4569-4AEF-BB23-FDF85FEE05FB}" dt="2025-04-20T14:36:57.948" v="112"/>
        <pc:sldMkLst>
          <pc:docMk/>
          <pc:sldMk cId="2994235587" sldId="491"/>
        </pc:sldMkLst>
        <pc:spChg chg="del mod ord">
          <ac:chgData name="Mohammed Fasha" userId="cc64f42d-a1a6-4f08-b97b-0c37f877119f" providerId="ADAL" clId="{8DFC6787-4569-4AEF-BB23-FDF85FEE05FB}" dt="2025-04-20T14:36:57.073" v="111" actId="700"/>
          <ac:spMkLst>
            <pc:docMk/>
            <pc:sldMk cId="2994235587" sldId="491"/>
            <ac:spMk id="2" creationId="{15AA18AB-74F4-9E33-7B9F-03204E49BE59}"/>
          </ac:spMkLst>
        </pc:spChg>
        <pc:spChg chg="del mod ord">
          <ac:chgData name="Mohammed Fasha" userId="cc64f42d-a1a6-4f08-b97b-0c37f877119f" providerId="ADAL" clId="{8DFC6787-4569-4AEF-BB23-FDF85FEE05FB}" dt="2025-04-20T14:36:57.073" v="111" actId="700"/>
          <ac:spMkLst>
            <pc:docMk/>
            <pc:sldMk cId="2994235587" sldId="491"/>
            <ac:spMk id="3" creationId="{EAAA4011-3678-4DB8-29E4-BA4D6488C584}"/>
          </ac:spMkLst>
        </pc:spChg>
        <pc:spChg chg="add mod ord">
          <ac:chgData name="Mohammed Fasha" userId="cc64f42d-a1a6-4f08-b97b-0c37f877119f" providerId="ADAL" clId="{8DFC6787-4569-4AEF-BB23-FDF85FEE05FB}" dt="2025-04-20T14:36:57.948" v="112"/>
          <ac:spMkLst>
            <pc:docMk/>
            <pc:sldMk cId="2994235587" sldId="491"/>
            <ac:spMk id="4" creationId="{F5175249-BCEC-76AE-2376-F37AAAF3F34D}"/>
          </ac:spMkLst>
        </pc:spChg>
        <pc:spChg chg="add mod ord">
          <ac:chgData name="Mohammed Fasha" userId="cc64f42d-a1a6-4f08-b97b-0c37f877119f" providerId="ADAL" clId="{8DFC6787-4569-4AEF-BB23-FDF85FEE05FB}" dt="2025-04-20T14:36:57.073" v="111" actId="700"/>
          <ac:spMkLst>
            <pc:docMk/>
            <pc:sldMk cId="2994235587" sldId="491"/>
            <ac:spMk id="5" creationId="{EF5429A0-11B7-9397-7A57-385CE4310C15}"/>
          </ac:spMkLst>
        </pc:spChg>
      </pc:sldChg>
      <pc:sldChg chg="modSp add mod">
        <pc:chgData name="Mohammed Fasha" userId="cc64f42d-a1a6-4f08-b97b-0c37f877119f" providerId="ADAL" clId="{8DFC6787-4569-4AEF-BB23-FDF85FEE05FB}" dt="2025-04-20T14:40:17.002" v="209" actId="179"/>
        <pc:sldMkLst>
          <pc:docMk/>
          <pc:sldMk cId="346894193" sldId="492"/>
        </pc:sldMkLst>
        <pc:spChg chg="mod">
          <ac:chgData name="Mohammed Fasha" userId="cc64f42d-a1a6-4f08-b97b-0c37f877119f" providerId="ADAL" clId="{8DFC6787-4569-4AEF-BB23-FDF85FEE05FB}" dt="2025-04-20T14:38:51.684" v="176" actId="113"/>
          <ac:spMkLst>
            <pc:docMk/>
            <pc:sldMk cId="346894193" sldId="492"/>
            <ac:spMk id="2" creationId="{1FBB8AA3-35D2-49BE-5E1F-FFF5A9262858}"/>
          </ac:spMkLst>
        </pc:spChg>
        <pc:spChg chg="mod">
          <ac:chgData name="Mohammed Fasha" userId="cc64f42d-a1a6-4f08-b97b-0c37f877119f" providerId="ADAL" clId="{8DFC6787-4569-4AEF-BB23-FDF85FEE05FB}" dt="2025-04-20T14:40:17.002" v="209" actId="179"/>
          <ac:spMkLst>
            <pc:docMk/>
            <pc:sldMk cId="346894193" sldId="492"/>
            <ac:spMk id="3" creationId="{E8656ED4-BDC9-809E-BC8E-9F6B96F7F2BA}"/>
          </ac:spMkLst>
        </pc:spChg>
      </pc:sldChg>
      <pc:sldChg chg="addSp delSp modSp add mod">
        <pc:chgData name="Mohammed Fasha" userId="cc64f42d-a1a6-4f08-b97b-0c37f877119f" providerId="ADAL" clId="{8DFC6787-4569-4AEF-BB23-FDF85FEE05FB}" dt="2025-04-20T14:39:51.294" v="197" actId="14100"/>
        <pc:sldMkLst>
          <pc:docMk/>
          <pc:sldMk cId="2492520158" sldId="493"/>
        </pc:sldMkLst>
        <pc:spChg chg="mod">
          <ac:chgData name="Mohammed Fasha" userId="cc64f42d-a1a6-4f08-b97b-0c37f877119f" providerId="ADAL" clId="{8DFC6787-4569-4AEF-BB23-FDF85FEE05FB}" dt="2025-04-20T14:39:19.595" v="189" actId="27636"/>
          <ac:spMkLst>
            <pc:docMk/>
            <pc:sldMk cId="2492520158" sldId="493"/>
            <ac:spMk id="2" creationId="{DB9B37EF-1E05-9B7B-BDB7-6B7ABB6C49FD}"/>
          </ac:spMkLst>
        </pc:spChg>
        <pc:spChg chg="del">
          <ac:chgData name="Mohammed Fasha" userId="cc64f42d-a1a6-4f08-b97b-0c37f877119f" providerId="ADAL" clId="{8DFC6787-4569-4AEF-BB23-FDF85FEE05FB}" dt="2025-04-20T14:39:03.756" v="177"/>
          <ac:spMkLst>
            <pc:docMk/>
            <pc:sldMk cId="2492520158" sldId="493"/>
            <ac:spMk id="3" creationId="{6EF94CEF-1EB6-6E2B-6D15-CCEEFB634782}"/>
          </ac:spMkLst>
        </pc:spChg>
        <pc:spChg chg="add del mod">
          <ac:chgData name="Mohammed Fasha" userId="cc64f42d-a1a6-4f08-b97b-0c37f877119f" providerId="ADAL" clId="{8DFC6787-4569-4AEF-BB23-FDF85FEE05FB}" dt="2025-04-20T14:39:09.892" v="180"/>
          <ac:spMkLst>
            <pc:docMk/>
            <pc:sldMk cId="2492520158" sldId="493"/>
            <ac:spMk id="5" creationId="{3163063C-99A1-E1CF-11F8-DAEAF756034D}"/>
          </ac:spMkLst>
        </pc:spChg>
        <pc:spChg chg="add mod">
          <ac:chgData name="Mohammed Fasha" userId="cc64f42d-a1a6-4f08-b97b-0c37f877119f" providerId="ADAL" clId="{8DFC6787-4569-4AEF-BB23-FDF85FEE05FB}" dt="2025-04-20T14:39:51.294" v="197" actId="14100"/>
          <ac:spMkLst>
            <pc:docMk/>
            <pc:sldMk cId="2492520158" sldId="493"/>
            <ac:spMk id="7" creationId="{975987A5-D6BA-61A0-3061-34BEA86D87C7}"/>
          </ac:spMkLst>
        </pc:spChg>
        <pc:graphicFrameChg chg="add mod modGraphic">
          <ac:chgData name="Mohammed Fasha" userId="cc64f42d-a1a6-4f08-b97b-0c37f877119f" providerId="ADAL" clId="{8DFC6787-4569-4AEF-BB23-FDF85FEE05FB}" dt="2025-04-20T14:39:37.345" v="194" actId="113"/>
          <ac:graphicFrameMkLst>
            <pc:docMk/>
            <pc:sldMk cId="2492520158" sldId="493"/>
            <ac:graphicFrameMk id="4" creationId="{A805AFBC-86E5-30EC-3AA1-29FC3AC92369}"/>
          </ac:graphicFrameMkLst>
        </pc:graphicFrameChg>
      </pc:sldChg>
      <pc:sldChg chg="modSp add mod">
        <pc:chgData name="Mohammed Fasha" userId="cc64f42d-a1a6-4f08-b97b-0c37f877119f" providerId="ADAL" clId="{8DFC6787-4569-4AEF-BB23-FDF85FEE05FB}" dt="2025-04-20T14:40:08.073" v="206" actId="20577"/>
        <pc:sldMkLst>
          <pc:docMk/>
          <pc:sldMk cId="274101089" sldId="494"/>
        </pc:sldMkLst>
        <pc:spChg chg="mod">
          <ac:chgData name="Mohammed Fasha" userId="cc64f42d-a1a6-4f08-b97b-0c37f877119f" providerId="ADAL" clId="{8DFC6787-4569-4AEF-BB23-FDF85FEE05FB}" dt="2025-04-20T14:40:05.503" v="204" actId="113"/>
          <ac:spMkLst>
            <pc:docMk/>
            <pc:sldMk cId="274101089" sldId="494"/>
            <ac:spMk id="2" creationId="{53E2BD18-10ED-5B5E-A9B6-13C225A888BE}"/>
          </ac:spMkLst>
        </pc:spChg>
        <pc:spChg chg="mod">
          <ac:chgData name="Mohammed Fasha" userId="cc64f42d-a1a6-4f08-b97b-0c37f877119f" providerId="ADAL" clId="{8DFC6787-4569-4AEF-BB23-FDF85FEE05FB}" dt="2025-04-20T14:40:08.073" v="206" actId="20577"/>
          <ac:spMkLst>
            <pc:docMk/>
            <pc:sldMk cId="274101089" sldId="494"/>
            <ac:spMk id="3" creationId="{522589E6-095E-11EE-1701-3068D24F9833}"/>
          </ac:spMkLst>
        </pc:spChg>
      </pc:sldChg>
      <pc:sldChg chg="modSp add mod">
        <pc:chgData name="Mohammed Fasha" userId="cc64f42d-a1a6-4f08-b97b-0c37f877119f" providerId="ADAL" clId="{8DFC6787-4569-4AEF-BB23-FDF85FEE05FB}" dt="2025-04-20T14:40:30.147" v="216" actId="113"/>
        <pc:sldMkLst>
          <pc:docMk/>
          <pc:sldMk cId="4061804934" sldId="495"/>
        </pc:sldMkLst>
        <pc:spChg chg="mod">
          <ac:chgData name="Mohammed Fasha" userId="cc64f42d-a1a6-4f08-b97b-0c37f877119f" providerId="ADAL" clId="{8DFC6787-4569-4AEF-BB23-FDF85FEE05FB}" dt="2025-04-20T14:40:30.147" v="216" actId="113"/>
          <ac:spMkLst>
            <pc:docMk/>
            <pc:sldMk cId="4061804934" sldId="495"/>
            <ac:spMk id="2" creationId="{8E6D26ED-FF36-D319-E3D8-398AD0471554}"/>
          </ac:spMkLst>
        </pc:spChg>
        <pc:spChg chg="mod">
          <ac:chgData name="Mohammed Fasha" userId="cc64f42d-a1a6-4f08-b97b-0c37f877119f" providerId="ADAL" clId="{8DFC6787-4569-4AEF-BB23-FDF85FEE05FB}" dt="2025-04-20T14:40:26.304" v="211" actId="21"/>
          <ac:spMkLst>
            <pc:docMk/>
            <pc:sldMk cId="4061804934" sldId="495"/>
            <ac:spMk id="3" creationId="{7D805475-EBBE-7D92-74CE-C3AEF415869B}"/>
          </ac:spMkLst>
        </pc:spChg>
      </pc:sldChg>
      <pc:sldChg chg="addSp delSp modSp new del mod modClrScheme chgLayout">
        <pc:chgData name="Mohammed Fasha" userId="cc64f42d-a1a6-4f08-b97b-0c37f877119f" providerId="ADAL" clId="{8DFC6787-4569-4AEF-BB23-FDF85FEE05FB}" dt="2025-04-20T17:10:40.777" v="1547" actId="47"/>
        <pc:sldMkLst>
          <pc:docMk/>
          <pc:sldMk cId="287885716" sldId="496"/>
        </pc:sldMkLst>
        <pc:spChg chg="del mod ord">
          <ac:chgData name="Mohammed Fasha" userId="cc64f42d-a1a6-4f08-b97b-0c37f877119f" providerId="ADAL" clId="{8DFC6787-4569-4AEF-BB23-FDF85FEE05FB}" dt="2025-04-20T14:37:09.199" v="114" actId="700"/>
          <ac:spMkLst>
            <pc:docMk/>
            <pc:sldMk cId="287885716" sldId="496"/>
            <ac:spMk id="2" creationId="{832BA3E8-E317-9D44-3A2C-29B444B3CED1}"/>
          </ac:spMkLst>
        </pc:spChg>
        <pc:spChg chg="del mod ord">
          <ac:chgData name="Mohammed Fasha" userId="cc64f42d-a1a6-4f08-b97b-0c37f877119f" providerId="ADAL" clId="{8DFC6787-4569-4AEF-BB23-FDF85FEE05FB}" dt="2025-04-20T14:37:09.199" v="114" actId="700"/>
          <ac:spMkLst>
            <pc:docMk/>
            <pc:sldMk cId="287885716" sldId="496"/>
            <ac:spMk id="3" creationId="{AE3B500F-6376-656B-33D8-12DF9031761B}"/>
          </ac:spMkLst>
        </pc:spChg>
        <pc:spChg chg="add mod ord">
          <ac:chgData name="Mohammed Fasha" userId="cc64f42d-a1a6-4f08-b97b-0c37f877119f" providerId="ADAL" clId="{8DFC6787-4569-4AEF-BB23-FDF85FEE05FB}" dt="2025-04-20T14:37:24.885" v="163" actId="20577"/>
          <ac:spMkLst>
            <pc:docMk/>
            <pc:sldMk cId="287885716" sldId="496"/>
            <ac:spMk id="4" creationId="{4FF78F21-9DFC-047B-E2F7-BFFD3B79E71E}"/>
          </ac:spMkLst>
        </pc:spChg>
        <pc:spChg chg="add mod ord">
          <ac:chgData name="Mohammed Fasha" userId="cc64f42d-a1a6-4f08-b97b-0c37f877119f" providerId="ADAL" clId="{8DFC6787-4569-4AEF-BB23-FDF85FEE05FB}" dt="2025-04-20T14:37:09.199" v="114" actId="700"/>
          <ac:spMkLst>
            <pc:docMk/>
            <pc:sldMk cId="287885716" sldId="496"/>
            <ac:spMk id="5" creationId="{FEF8E69C-8256-0F37-F6BA-D1130597B4D5}"/>
          </ac:spMkLst>
        </pc:spChg>
        <pc:picChg chg="add mod">
          <ac:chgData name="Mohammed Fasha" userId="cc64f42d-a1a6-4f08-b97b-0c37f877119f" providerId="ADAL" clId="{8DFC6787-4569-4AEF-BB23-FDF85FEE05FB}" dt="2025-04-20T14:37:56.237" v="166" actId="1076"/>
          <ac:picMkLst>
            <pc:docMk/>
            <pc:sldMk cId="287885716" sldId="496"/>
            <ac:picMk id="3074" creationId="{7EA1DB1B-1612-6F3D-9229-7286431DFF99}"/>
          </ac:picMkLst>
        </pc:picChg>
        <pc:picChg chg="add del mod">
          <ac:chgData name="Mohammed Fasha" userId="cc64f42d-a1a6-4f08-b97b-0c37f877119f" providerId="ADAL" clId="{8DFC6787-4569-4AEF-BB23-FDF85FEE05FB}" dt="2025-04-20T17:10:25.974" v="1540" actId="21"/>
          <ac:picMkLst>
            <pc:docMk/>
            <pc:sldMk cId="287885716" sldId="496"/>
            <ac:picMk id="3076" creationId="{38B7DCD3-CA20-063C-2119-4CA1A1EA3B4E}"/>
          </ac:picMkLst>
        </pc:picChg>
      </pc:sldChg>
      <pc:sldChg chg="modSp new mod">
        <pc:chgData name="Mohammed Fasha" userId="cc64f42d-a1a6-4f08-b97b-0c37f877119f" providerId="ADAL" clId="{8DFC6787-4569-4AEF-BB23-FDF85FEE05FB}" dt="2025-04-20T14:40:56.172" v="259" actId="113"/>
        <pc:sldMkLst>
          <pc:docMk/>
          <pc:sldMk cId="3785505166" sldId="497"/>
        </pc:sldMkLst>
        <pc:spChg chg="mod">
          <ac:chgData name="Mohammed Fasha" userId="cc64f42d-a1a6-4f08-b97b-0c37f877119f" providerId="ADAL" clId="{8DFC6787-4569-4AEF-BB23-FDF85FEE05FB}" dt="2025-04-20T14:40:56.172" v="259" actId="113"/>
          <ac:spMkLst>
            <pc:docMk/>
            <pc:sldMk cId="3785505166" sldId="497"/>
            <ac:spMk id="2" creationId="{F4D07030-06FA-484F-1F97-1E1241755EC8}"/>
          </ac:spMkLst>
        </pc:spChg>
        <pc:spChg chg="mod">
          <ac:chgData name="Mohammed Fasha" userId="cc64f42d-a1a6-4f08-b97b-0c37f877119f" providerId="ADAL" clId="{8DFC6787-4569-4AEF-BB23-FDF85FEE05FB}" dt="2025-04-20T14:40:52.779" v="254" actId="21"/>
          <ac:spMkLst>
            <pc:docMk/>
            <pc:sldMk cId="3785505166" sldId="497"/>
            <ac:spMk id="3" creationId="{D6AE1DBF-0C3A-45E3-E36F-564FCC37D844}"/>
          </ac:spMkLst>
        </pc:spChg>
      </pc:sldChg>
      <pc:sldChg chg="modSp add mod">
        <pc:chgData name="Mohammed Fasha" userId="cc64f42d-a1a6-4f08-b97b-0c37f877119f" providerId="ADAL" clId="{8DFC6787-4569-4AEF-BB23-FDF85FEE05FB}" dt="2025-04-20T14:41:07.401" v="266" actId="113"/>
        <pc:sldMkLst>
          <pc:docMk/>
          <pc:sldMk cId="3900601116" sldId="498"/>
        </pc:sldMkLst>
        <pc:spChg chg="mod">
          <ac:chgData name="Mohammed Fasha" userId="cc64f42d-a1a6-4f08-b97b-0c37f877119f" providerId="ADAL" clId="{8DFC6787-4569-4AEF-BB23-FDF85FEE05FB}" dt="2025-04-20T14:41:07.401" v="266" actId="113"/>
          <ac:spMkLst>
            <pc:docMk/>
            <pc:sldMk cId="3900601116" sldId="498"/>
            <ac:spMk id="2" creationId="{D74AA50F-A157-AF83-7181-562538086E19}"/>
          </ac:spMkLst>
        </pc:spChg>
        <pc:spChg chg="mod">
          <ac:chgData name="Mohammed Fasha" userId="cc64f42d-a1a6-4f08-b97b-0c37f877119f" providerId="ADAL" clId="{8DFC6787-4569-4AEF-BB23-FDF85FEE05FB}" dt="2025-04-20T14:41:03.311" v="261" actId="21"/>
          <ac:spMkLst>
            <pc:docMk/>
            <pc:sldMk cId="3900601116" sldId="498"/>
            <ac:spMk id="3" creationId="{22D0E54D-3E23-11CB-5C69-A6C4A94F2058}"/>
          </ac:spMkLst>
        </pc:spChg>
      </pc:sldChg>
      <pc:sldChg chg="modSp add mod">
        <pc:chgData name="Mohammed Fasha" userId="cc64f42d-a1a6-4f08-b97b-0c37f877119f" providerId="ADAL" clId="{8DFC6787-4569-4AEF-BB23-FDF85FEE05FB}" dt="2025-04-20T14:41:20.176" v="273" actId="113"/>
        <pc:sldMkLst>
          <pc:docMk/>
          <pc:sldMk cId="2467848175" sldId="499"/>
        </pc:sldMkLst>
        <pc:spChg chg="mod">
          <ac:chgData name="Mohammed Fasha" userId="cc64f42d-a1a6-4f08-b97b-0c37f877119f" providerId="ADAL" clId="{8DFC6787-4569-4AEF-BB23-FDF85FEE05FB}" dt="2025-04-20T14:41:20.176" v="273" actId="113"/>
          <ac:spMkLst>
            <pc:docMk/>
            <pc:sldMk cId="2467848175" sldId="499"/>
            <ac:spMk id="2" creationId="{E8F446CC-12B7-32B6-41C9-6413C27FA425}"/>
          </ac:spMkLst>
        </pc:spChg>
        <pc:spChg chg="mod">
          <ac:chgData name="Mohammed Fasha" userId="cc64f42d-a1a6-4f08-b97b-0c37f877119f" providerId="ADAL" clId="{8DFC6787-4569-4AEF-BB23-FDF85FEE05FB}" dt="2025-04-20T14:41:16.797" v="268" actId="21"/>
          <ac:spMkLst>
            <pc:docMk/>
            <pc:sldMk cId="2467848175" sldId="499"/>
            <ac:spMk id="3" creationId="{00AFB963-9D6E-6492-2601-1AC6CED3CE9F}"/>
          </ac:spMkLst>
        </pc:spChg>
      </pc:sldChg>
      <pc:sldChg chg="modSp add mod">
        <pc:chgData name="Mohammed Fasha" userId="cc64f42d-a1a6-4f08-b97b-0c37f877119f" providerId="ADAL" clId="{8DFC6787-4569-4AEF-BB23-FDF85FEE05FB}" dt="2025-04-20T14:42:10.935" v="285" actId="179"/>
        <pc:sldMkLst>
          <pc:docMk/>
          <pc:sldMk cId="3327834872" sldId="500"/>
        </pc:sldMkLst>
        <pc:spChg chg="mod">
          <ac:chgData name="Mohammed Fasha" userId="cc64f42d-a1a6-4f08-b97b-0c37f877119f" providerId="ADAL" clId="{8DFC6787-4569-4AEF-BB23-FDF85FEE05FB}" dt="2025-04-20T14:42:05.378" v="284" actId="113"/>
          <ac:spMkLst>
            <pc:docMk/>
            <pc:sldMk cId="3327834872" sldId="500"/>
            <ac:spMk id="2" creationId="{7E249D93-11A6-243A-EA44-7434459475B8}"/>
          </ac:spMkLst>
        </pc:spChg>
        <pc:spChg chg="mod">
          <ac:chgData name="Mohammed Fasha" userId="cc64f42d-a1a6-4f08-b97b-0c37f877119f" providerId="ADAL" clId="{8DFC6787-4569-4AEF-BB23-FDF85FEE05FB}" dt="2025-04-20T14:42:10.935" v="285" actId="179"/>
          <ac:spMkLst>
            <pc:docMk/>
            <pc:sldMk cId="3327834872" sldId="500"/>
            <ac:spMk id="3" creationId="{96EFDC88-798A-69A6-D75F-B04E3EB71FF3}"/>
          </ac:spMkLst>
        </pc:spChg>
      </pc:sldChg>
      <pc:sldChg chg="modSp add mod">
        <pc:chgData name="Mohammed Fasha" userId="cc64f42d-a1a6-4f08-b97b-0c37f877119f" providerId="ADAL" clId="{8DFC6787-4569-4AEF-BB23-FDF85FEE05FB}" dt="2025-04-20T14:42:22.393" v="292" actId="113"/>
        <pc:sldMkLst>
          <pc:docMk/>
          <pc:sldMk cId="1095751481" sldId="501"/>
        </pc:sldMkLst>
        <pc:spChg chg="mod">
          <ac:chgData name="Mohammed Fasha" userId="cc64f42d-a1a6-4f08-b97b-0c37f877119f" providerId="ADAL" clId="{8DFC6787-4569-4AEF-BB23-FDF85FEE05FB}" dt="2025-04-20T14:42:22.393" v="292" actId="113"/>
          <ac:spMkLst>
            <pc:docMk/>
            <pc:sldMk cId="1095751481" sldId="501"/>
            <ac:spMk id="2" creationId="{EF6F70FC-B494-F49B-15F3-63510FADDFE6}"/>
          </ac:spMkLst>
        </pc:spChg>
        <pc:spChg chg="mod">
          <ac:chgData name="Mohammed Fasha" userId="cc64f42d-a1a6-4f08-b97b-0c37f877119f" providerId="ADAL" clId="{8DFC6787-4569-4AEF-BB23-FDF85FEE05FB}" dt="2025-04-20T14:42:17.804" v="287" actId="21"/>
          <ac:spMkLst>
            <pc:docMk/>
            <pc:sldMk cId="1095751481" sldId="501"/>
            <ac:spMk id="3" creationId="{80CD49B6-AE31-6205-33EA-B51798493EBD}"/>
          </ac:spMkLst>
        </pc:spChg>
      </pc:sldChg>
      <pc:sldChg chg="addSp delSp modSp add mod ord">
        <pc:chgData name="Mohammed Fasha" userId="cc64f42d-a1a6-4f08-b97b-0c37f877119f" providerId="ADAL" clId="{8DFC6787-4569-4AEF-BB23-FDF85FEE05FB}" dt="2025-04-20T15:51:37.809" v="918" actId="1076"/>
        <pc:sldMkLst>
          <pc:docMk/>
          <pc:sldMk cId="1571885319" sldId="502"/>
        </pc:sldMkLst>
        <pc:spChg chg="mod">
          <ac:chgData name="Mohammed Fasha" userId="cc64f42d-a1a6-4f08-b97b-0c37f877119f" providerId="ADAL" clId="{8DFC6787-4569-4AEF-BB23-FDF85FEE05FB}" dt="2025-04-20T14:42:36.725" v="299" actId="113"/>
          <ac:spMkLst>
            <pc:docMk/>
            <pc:sldMk cId="1571885319" sldId="502"/>
            <ac:spMk id="2" creationId="{5C6ECCAD-EEDD-F4FC-53F7-7A59B3771B41}"/>
          </ac:spMkLst>
        </pc:spChg>
        <pc:spChg chg="mod">
          <ac:chgData name="Mohammed Fasha" userId="cc64f42d-a1a6-4f08-b97b-0c37f877119f" providerId="ADAL" clId="{8DFC6787-4569-4AEF-BB23-FDF85FEE05FB}" dt="2025-04-20T15:43:17.380" v="842" actId="14100"/>
          <ac:spMkLst>
            <pc:docMk/>
            <pc:sldMk cId="1571885319" sldId="502"/>
            <ac:spMk id="3" creationId="{27C67603-5A5E-58C5-2125-F9EBFD7EB206}"/>
          </ac:spMkLst>
        </pc:spChg>
        <pc:spChg chg="add mod">
          <ac:chgData name="Mohammed Fasha" userId="cc64f42d-a1a6-4f08-b97b-0c37f877119f" providerId="ADAL" clId="{8DFC6787-4569-4AEF-BB23-FDF85FEE05FB}" dt="2025-04-20T15:51:12.338" v="910" actId="21"/>
          <ac:spMkLst>
            <pc:docMk/>
            <pc:sldMk cId="1571885319" sldId="502"/>
            <ac:spMk id="7" creationId="{64A54633-4B27-6690-0D9C-4CD4EC6DF1E2}"/>
          </ac:spMkLst>
        </pc:spChg>
        <pc:spChg chg="add del mod">
          <ac:chgData name="Mohammed Fasha" userId="cc64f42d-a1a6-4f08-b97b-0c37f877119f" providerId="ADAL" clId="{8DFC6787-4569-4AEF-BB23-FDF85FEE05FB}" dt="2025-04-20T15:51:00.182" v="886" actId="22"/>
          <ac:spMkLst>
            <pc:docMk/>
            <pc:sldMk cId="1571885319" sldId="502"/>
            <ac:spMk id="9" creationId="{50312550-651C-0954-5629-C4B619EE614D}"/>
          </ac:spMkLst>
        </pc:spChg>
        <pc:spChg chg="add mod">
          <ac:chgData name="Mohammed Fasha" userId="cc64f42d-a1a6-4f08-b97b-0c37f877119f" providerId="ADAL" clId="{8DFC6787-4569-4AEF-BB23-FDF85FEE05FB}" dt="2025-04-20T15:51:37.809" v="918" actId="1076"/>
          <ac:spMkLst>
            <pc:docMk/>
            <pc:sldMk cId="1571885319" sldId="502"/>
            <ac:spMk id="11" creationId="{D09123F2-55B3-8B74-3917-CDA7C2093784}"/>
          </ac:spMkLst>
        </pc:spChg>
        <pc:picChg chg="add mod">
          <ac:chgData name="Mohammed Fasha" userId="cc64f42d-a1a6-4f08-b97b-0c37f877119f" providerId="ADAL" clId="{8DFC6787-4569-4AEF-BB23-FDF85FEE05FB}" dt="2025-04-20T15:46:12.326" v="855" actId="1076"/>
          <ac:picMkLst>
            <pc:docMk/>
            <pc:sldMk cId="1571885319" sldId="502"/>
            <ac:picMk id="5" creationId="{1465F9A1-FB67-D393-7DBB-A4D7907C90E7}"/>
          </ac:picMkLst>
        </pc:picChg>
        <pc:picChg chg="add del mod">
          <ac:chgData name="Mohammed Fasha" userId="cc64f42d-a1a6-4f08-b97b-0c37f877119f" providerId="ADAL" clId="{8DFC6787-4569-4AEF-BB23-FDF85FEE05FB}" dt="2025-04-20T15:46:14.604" v="856" actId="21"/>
          <ac:picMkLst>
            <pc:docMk/>
            <pc:sldMk cId="1571885319" sldId="502"/>
            <ac:picMk id="21506" creationId="{974E8964-DC70-91A1-02D2-FD5A8A9BCFF5}"/>
          </ac:picMkLst>
        </pc:picChg>
      </pc:sldChg>
      <pc:sldChg chg="delSp add del mod">
        <pc:chgData name="Mohammed Fasha" userId="cc64f42d-a1a6-4f08-b97b-0c37f877119f" providerId="ADAL" clId="{8DFC6787-4569-4AEF-BB23-FDF85FEE05FB}" dt="2025-04-20T15:52:09.380" v="925" actId="2696"/>
        <pc:sldMkLst>
          <pc:docMk/>
          <pc:sldMk cId="2403362978" sldId="503"/>
        </pc:sldMkLst>
        <pc:picChg chg="del">
          <ac:chgData name="Mohammed Fasha" userId="cc64f42d-a1a6-4f08-b97b-0c37f877119f" providerId="ADAL" clId="{8DFC6787-4569-4AEF-BB23-FDF85FEE05FB}" dt="2025-04-20T15:51:51.886" v="919" actId="21"/>
          <ac:picMkLst>
            <pc:docMk/>
            <pc:sldMk cId="2403362978" sldId="503"/>
            <ac:picMk id="7" creationId="{6B730ADE-A691-7B32-24E1-4B677CB96AEE}"/>
          </ac:picMkLst>
        </pc:picChg>
      </pc:sldChg>
      <pc:sldChg chg="addSp delSp modSp add del mod">
        <pc:chgData name="Mohammed Fasha" userId="cc64f42d-a1a6-4f08-b97b-0c37f877119f" providerId="ADAL" clId="{8DFC6787-4569-4AEF-BB23-FDF85FEE05FB}" dt="2025-04-20T15:38:17.984" v="732" actId="2696"/>
        <pc:sldMkLst>
          <pc:docMk/>
          <pc:sldMk cId="4226438352" sldId="503"/>
        </pc:sldMkLst>
        <pc:spChg chg="mod">
          <ac:chgData name="Mohammed Fasha" userId="cc64f42d-a1a6-4f08-b97b-0c37f877119f" providerId="ADAL" clId="{8DFC6787-4569-4AEF-BB23-FDF85FEE05FB}" dt="2025-04-20T14:43:02.050" v="304"/>
          <ac:spMkLst>
            <pc:docMk/>
            <pc:sldMk cId="4226438352" sldId="503"/>
            <ac:spMk id="2" creationId="{B566812B-0FB0-291E-2C71-8D3415556111}"/>
          </ac:spMkLst>
        </pc:spChg>
        <pc:spChg chg="add del mod">
          <ac:chgData name="Mohammed Fasha" userId="cc64f42d-a1a6-4f08-b97b-0c37f877119f" providerId="ADAL" clId="{8DFC6787-4569-4AEF-BB23-FDF85FEE05FB}" dt="2025-04-20T14:43:06.455" v="305" actId="14100"/>
          <ac:spMkLst>
            <pc:docMk/>
            <pc:sldMk cId="4226438352" sldId="503"/>
            <ac:spMk id="3" creationId="{C131301A-F161-21D0-2C07-8732F4B9B24B}"/>
          </ac:spMkLst>
        </pc:spChg>
        <pc:spChg chg="add mod">
          <ac:chgData name="Mohammed Fasha" userId="cc64f42d-a1a6-4f08-b97b-0c37f877119f" providerId="ADAL" clId="{8DFC6787-4569-4AEF-BB23-FDF85FEE05FB}" dt="2025-04-20T14:42:52.538" v="301"/>
          <ac:spMkLst>
            <pc:docMk/>
            <pc:sldMk cId="4226438352" sldId="503"/>
            <ac:spMk id="4" creationId="{09B4D717-B53C-7C12-1FFC-6CD3701DFE3F}"/>
          </ac:spMkLst>
        </pc:spChg>
        <pc:graphicFrameChg chg="add del mod modGraphic">
          <ac:chgData name="Mohammed Fasha" userId="cc64f42d-a1a6-4f08-b97b-0c37f877119f" providerId="ADAL" clId="{8DFC6787-4569-4AEF-BB23-FDF85FEE05FB}" dt="2025-04-20T15:29:40.405" v="702" actId="21"/>
          <ac:graphicFrameMkLst>
            <pc:docMk/>
            <pc:sldMk cId="4226438352" sldId="503"/>
            <ac:graphicFrameMk id="5" creationId="{C3989531-2699-6126-853D-EFA80D01F27A}"/>
          </ac:graphicFrameMkLst>
        </pc:graphicFrameChg>
        <pc:picChg chg="add mod">
          <ac:chgData name="Mohammed Fasha" userId="cc64f42d-a1a6-4f08-b97b-0c37f877119f" providerId="ADAL" clId="{8DFC6787-4569-4AEF-BB23-FDF85FEE05FB}" dt="2025-04-20T15:29:59.836" v="705" actId="1076"/>
          <ac:picMkLst>
            <pc:docMk/>
            <pc:sldMk cId="4226438352" sldId="503"/>
            <ac:picMk id="7" creationId="{6B730ADE-A691-7B32-24E1-4B677CB96AEE}"/>
          </ac:picMkLst>
        </pc:picChg>
      </pc:sldChg>
      <pc:sldChg chg="addSp modSp add del mod">
        <pc:chgData name="Mohammed Fasha" userId="cc64f42d-a1a6-4f08-b97b-0c37f877119f" providerId="ADAL" clId="{8DFC6787-4569-4AEF-BB23-FDF85FEE05FB}" dt="2025-04-20T15:38:17.984" v="732" actId="2696"/>
        <pc:sldMkLst>
          <pc:docMk/>
          <pc:sldMk cId="549323355" sldId="504"/>
        </pc:sldMkLst>
        <pc:spChg chg="mod">
          <ac:chgData name="Mohammed Fasha" userId="cc64f42d-a1a6-4f08-b97b-0c37f877119f" providerId="ADAL" clId="{8DFC6787-4569-4AEF-BB23-FDF85FEE05FB}" dt="2025-04-20T14:44:11.695" v="316"/>
          <ac:spMkLst>
            <pc:docMk/>
            <pc:sldMk cId="549323355" sldId="504"/>
            <ac:spMk id="2" creationId="{61D91477-9951-8825-B31D-9020009A4279}"/>
          </ac:spMkLst>
        </pc:spChg>
        <pc:spChg chg="mod">
          <ac:chgData name="Mohammed Fasha" userId="cc64f42d-a1a6-4f08-b97b-0c37f877119f" providerId="ADAL" clId="{8DFC6787-4569-4AEF-BB23-FDF85FEE05FB}" dt="2025-04-20T15:25:52.562" v="586" actId="14100"/>
          <ac:spMkLst>
            <pc:docMk/>
            <pc:sldMk cId="549323355" sldId="504"/>
            <ac:spMk id="3" creationId="{469B590D-DE47-A621-B66D-765A993C27F7}"/>
          </ac:spMkLst>
        </pc:spChg>
        <pc:spChg chg="mod">
          <ac:chgData name="Mohammed Fasha" userId="cc64f42d-a1a6-4f08-b97b-0c37f877119f" providerId="ADAL" clId="{8DFC6787-4569-4AEF-BB23-FDF85FEE05FB}" dt="2025-04-20T15:26:04.943" v="595" actId="404"/>
          <ac:spMkLst>
            <pc:docMk/>
            <pc:sldMk cId="549323355" sldId="504"/>
            <ac:spMk id="6" creationId="{67B234E9-5415-009F-9F84-D5AE0AB70DFB}"/>
          </ac:spMkLst>
        </pc:spChg>
        <pc:spChg chg="mod">
          <ac:chgData name="Mohammed Fasha" userId="cc64f42d-a1a6-4f08-b97b-0c37f877119f" providerId="ADAL" clId="{8DFC6787-4569-4AEF-BB23-FDF85FEE05FB}" dt="2025-04-20T15:26:04.943" v="595" actId="404"/>
          <ac:spMkLst>
            <pc:docMk/>
            <pc:sldMk cId="549323355" sldId="504"/>
            <ac:spMk id="8" creationId="{E9700965-CA01-4EC2-4C77-F49B5B7380B2}"/>
          </ac:spMkLst>
        </pc:spChg>
        <pc:spChg chg="mod">
          <ac:chgData name="Mohammed Fasha" userId="cc64f42d-a1a6-4f08-b97b-0c37f877119f" providerId="ADAL" clId="{8DFC6787-4569-4AEF-BB23-FDF85FEE05FB}" dt="2025-04-20T15:26:04.943" v="595" actId="404"/>
          <ac:spMkLst>
            <pc:docMk/>
            <pc:sldMk cId="549323355" sldId="504"/>
            <ac:spMk id="10" creationId="{55CD68BC-3FDD-E47D-E3B6-24E5A867F01A}"/>
          </ac:spMkLst>
        </pc:spChg>
        <pc:spChg chg="mod">
          <ac:chgData name="Mohammed Fasha" userId="cc64f42d-a1a6-4f08-b97b-0c37f877119f" providerId="ADAL" clId="{8DFC6787-4569-4AEF-BB23-FDF85FEE05FB}" dt="2025-04-20T15:26:04.943" v="595" actId="404"/>
          <ac:spMkLst>
            <pc:docMk/>
            <pc:sldMk cId="549323355" sldId="504"/>
            <ac:spMk id="12" creationId="{52D173CB-5278-C6D7-466D-C621F884EB96}"/>
          </ac:spMkLst>
        </pc:spChg>
        <pc:spChg chg="mod">
          <ac:chgData name="Mohammed Fasha" userId="cc64f42d-a1a6-4f08-b97b-0c37f877119f" providerId="ADAL" clId="{8DFC6787-4569-4AEF-BB23-FDF85FEE05FB}" dt="2025-04-20T15:26:04.943" v="595" actId="404"/>
          <ac:spMkLst>
            <pc:docMk/>
            <pc:sldMk cId="549323355" sldId="504"/>
            <ac:spMk id="13" creationId="{A0A80D68-9BAF-B5C9-E2F9-DF4117840736}"/>
          </ac:spMkLst>
        </pc:spChg>
        <pc:spChg chg="mod">
          <ac:chgData name="Mohammed Fasha" userId="cc64f42d-a1a6-4f08-b97b-0c37f877119f" providerId="ADAL" clId="{8DFC6787-4569-4AEF-BB23-FDF85FEE05FB}" dt="2025-04-20T15:26:04.943" v="595" actId="404"/>
          <ac:spMkLst>
            <pc:docMk/>
            <pc:sldMk cId="549323355" sldId="504"/>
            <ac:spMk id="15" creationId="{99AAFEE9-9F8B-38BC-1FA3-A570FC8C9FA9}"/>
          </ac:spMkLst>
        </pc:spChg>
        <pc:spChg chg="mod">
          <ac:chgData name="Mohammed Fasha" userId="cc64f42d-a1a6-4f08-b97b-0c37f877119f" providerId="ADAL" clId="{8DFC6787-4569-4AEF-BB23-FDF85FEE05FB}" dt="2025-04-20T15:26:04.943" v="595" actId="404"/>
          <ac:spMkLst>
            <pc:docMk/>
            <pc:sldMk cId="549323355" sldId="504"/>
            <ac:spMk id="20" creationId="{A42084C4-9E99-86A9-0254-B07538E95397}"/>
          </ac:spMkLst>
        </pc:spChg>
        <pc:spChg chg="mod">
          <ac:chgData name="Mohammed Fasha" userId="cc64f42d-a1a6-4f08-b97b-0c37f877119f" providerId="ADAL" clId="{8DFC6787-4569-4AEF-BB23-FDF85FEE05FB}" dt="2025-04-20T15:26:04.943" v="595" actId="404"/>
          <ac:spMkLst>
            <pc:docMk/>
            <pc:sldMk cId="549323355" sldId="504"/>
            <ac:spMk id="21" creationId="{E25D00E3-FED9-CDE4-B552-DD6960A4B65D}"/>
          </ac:spMkLst>
        </pc:spChg>
        <pc:spChg chg="mod">
          <ac:chgData name="Mohammed Fasha" userId="cc64f42d-a1a6-4f08-b97b-0c37f877119f" providerId="ADAL" clId="{8DFC6787-4569-4AEF-BB23-FDF85FEE05FB}" dt="2025-04-20T15:26:04.943" v="595" actId="404"/>
          <ac:spMkLst>
            <pc:docMk/>
            <pc:sldMk cId="549323355" sldId="504"/>
            <ac:spMk id="22" creationId="{9210C6B5-AB95-4E40-40B1-5A48954960B7}"/>
          </ac:spMkLst>
        </pc:spChg>
        <pc:spChg chg="mod">
          <ac:chgData name="Mohammed Fasha" userId="cc64f42d-a1a6-4f08-b97b-0c37f877119f" providerId="ADAL" clId="{8DFC6787-4569-4AEF-BB23-FDF85FEE05FB}" dt="2025-04-20T15:26:04.943" v="595" actId="404"/>
          <ac:spMkLst>
            <pc:docMk/>
            <pc:sldMk cId="549323355" sldId="504"/>
            <ac:spMk id="31" creationId="{A08ECB67-32A7-AF7E-A70C-6C87C5C3D2BD}"/>
          </ac:spMkLst>
        </pc:spChg>
        <pc:grpChg chg="mod">
          <ac:chgData name="Mohammed Fasha" userId="cc64f42d-a1a6-4f08-b97b-0c37f877119f" providerId="ADAL" clId="{8DFC6787-4569-4AEF-BB23-FDF85FEE05FB}" dt="2025-04-20T15:26:02.202" v="590" actId="14100"/>
          <ac:grpSpMkLst>
            <pc:docMk/>
            <pc:sldMk cId="549323355" sldId="504"/>
            <ac:grpSpMk id="4" creationId="{54CB8CB4-E6BE-9217-F1E1-FEB1AF99BEA0}"/>
          </ac:grpSpMkLst>
        </pc:grpChg>
      </pc:sldChg>
      <pc:sldChg chg="add">
        <pc:chgData name="Mohammed Fasha" userId="cc64f42d-a1a6-4f08-b97b-0c37f877119f" providerId="ADAL" clId="{8DFC6787-4569-4AEF-BB23-FDF85FEE05FB}" dt="2025-04-20T15:39:31.491" v="741"/>
        <pc:sldMkLst>
          <pc:docMk/>
          <pc:sldMk cId="952400947" sldId="504"/>
        </pc:sldMkLst>
      </pc:sldChg>
      <pc:sldChg chg="modSp add del mod">
        <pc:chgData name="Mohammed Fasha" userId="cc64f42d-a1a6-4f08-b97b-0c37f877119f" providerId="ADAL" clId="{8DFC6787-4569-4AEF-BB23-FDF85FEE05FB}" dt="2025-04-20T15:27:08.497" v="601" actId="2696"/>
        <pc:sldMkLst>
          <pc:docMk/>
          <pc:sldMk cId="813418996" sldId="505"/>
        </pc:sldMkLst>
        <pc:spChg chg="mod">
          <ac:chgData name="Mohammed Fasha" userId="cc64f42d-a1a6-4f08-b97b-0c37f877119f" providerId="ADAL" clId="{8DFC6787-4569-4AEF-BB23-FDF85FEE05FB}" dt="2025-04-20T14:44:31.842" v="323" actId="113"/>
          <ac:spMkLst>
            <pc:docMk/>
            <pc:sldMk cId="813418996" sldId="505"/>
            <ac:spMk id="2" creationId="{FF6486A0-59EA-E0CA-C7EE-B5179CCD0EA5}"/>
          </ac:spMkLst>
        </pc:spChg>
        <pc:spChg chg="mod">
          <ac:chgData name="Mohammed Fasha" userId="cc64f42d-a1a6-4f08-b97b-0c37f877119f" providerId="ADAL" clId="{8DFC6787-4569-4AEF-BB23-FDF85FEE05FB}" dt="2025-04-20T14:44:46.919" v="332" actId="12"/>
          <ac:spMkLst>
            <pc:docMk/>
            <pc:sldMk cId="813418996" sldId="505"/>
            <ac:spMk id="3" creationId="{9FE1E46A-3142-06B9-1133-448544869F69}"/>
          </ac:spMkLst>
        </pc:spChg>
      </pc:sldChg>
      <pc:sldChg chg="addSp delSp modSp add del mod modClrScheme chgLayout">
        <pc:chgData name="Mohammed Fasha" userId="cc64f42d-a1a6-4f08-b97b-0c37f877119f" providerId="ADAL" clId="{8DFC6787-4569-4AEF-BB23-FDF85FEE05FB}" dt="2025-04-20T15:38:41.804" v="736" actId="47"/>
        <pc:sldMkLst>
          <pc:docMk/>
          <pc:sldMk cId="179592037" sldId="506"/>
        </pc:sldMkLst>
        <pc:spChg chg="del mod ord">
          <ac:chgData name="Mohammed Fasha" userId="cc64f42d-a1a6-4f08-b97b-0c37f877119f" providerId="ADAL" clId="{8DFC6787-4569-4AEF-BB23-FDF85FEE05FB}" dt="2025-04-20T15:01:56.679" v="353" actId="700"/>
          <ac:spMkLst>
            <pc:docMk/>
            <pc:sldMk cId="179592037" sldId="506"/>
            <ac:spMk id="2" creationId="{28CAEE80-DE33-3ADE-9000-81FA8B932D0B}"/>
          </ac:spMkLst>
        </pc:spChg>
        <pc:spChg chg="del mod ord">
          <ac:chgData name="Mohammed Fasha" userId="cc64f42d-a1a6-4f08-b97b-0c37f877119f" providerId="ADAL" clId="{8DFC6787-4569-4AEF-BB23-FDF85FEE05FB}" dt="2025-04-20T15:01:56.679" v="353" actId="700"/>
          <ac:spMkLst>
            <pc:docMk/>
            <pc:sldMk cId="179592037" sldId="506"/>
            <ac:spMk id="3" creationId="{3F1C5EE9-C7B8-71E8-28E5-09EB6FE038CB}"/>
          </ac:spMkLst>
        </pc:spChg>
        <pc:spChg chg="add mod ord">
          <ac:chgData name="Mohammed Fasha" userId="cc64f42d-a1a6-4f08-b97b-0c37f877119f" providerId="ADAL" clId="{8DFC6787-4569-4AEF-BB23-FDF85FEE05FB}" dt="2025-04-20T15:01:58.895" v="355" actId="27636"/>
          <ac:spMkLst>
            <pc:docMk/>
            <pc:sldMk cId="179592037" sldId="506"/>
            <ac:spMk id="4" creationId="{6D24C36E-F5D1-53E5-0585-3E132EB74282}"/>
          </ac:spMkLst>
        </pc:spChg>
        <pc:spChg chg="add mod ord">
          <ac:chgData name="Mohammed Fasha" userId="cc64f42d-a1a6-4f08-b97b-0c37f877119f" providerId="ADAL" clId="{8DFC6787-4569-4AEF-BB23-FDF85FEE05FB}" dt="2025-04-20T15:01:56.679" v="353" actId="700"/>
          <ac:spMkLst>
            <pc:docMk/>
            <pc:sldMk cId="179592037" sldId="506"/>
            <ac:spMk id="5" creationId="{D9E276E3-C925-22FF-57DB-814BDA4B02EF}"/>
          </ac:spMkLst>
        </pc:spChg>
      </pc:sldChg>
      <pc:sldChg chg="modSp add del mod">
        <pc:chgData name="Mohammed Fasha" userId="cc64f42d-a1a6-4f08-b97b-0c37f877119f" providerId="ADAL" clId="{8DFC6787-4569-4AEF-BB23-FDF85FEE05FB}" dt="2025-04-20T15:38:39.506" v="735" actId="47"/>
        <pc:sldMkLst>
          <pc:docMk/>
          <pc:sldMk cId="3353165080" sldId="507"/>
        </pc:sldMkLst>
        <pc:spChg chg="mod">
          <ac:chgData name="Mohammed Fasha" userId="cc64f42d-a1a6-4f08-b97b-0c37f877119f" providerId="ADAL" clId="{8DFC6787-4569-4AEF-BB23-FDF85FEE05FB}" dt="2025-04-20T15:05:02.410" v="381" actId="113"/>
          <ac:spMkLst>
            <pc:docMk/>
            <pc:sldMk cId="3353165080" sldId="507"/>
            <ac:spMk id="2" creationId="{474E81D5-C381-F545-2B99-C5A7DD8B1E0C}"/>
          </ac:spMkLst>
        </pc:spChg>
        <pc:spChg chg="mod">
          <ac:chgData name="Mohammed Fasha" userId="cc64f42d-a1a6-4f08-b97b-0c37f877119f" providerId="ADAL" clId="{8DFC6787-4569-4AEF-BB23-FDF85FEE05FB}" dt="2025-04-20T15:05:33.660" v="386" actId="5793"/>
          <ac:spMkLst>
            <pc:docMk/>
            <pc:sldMk cId="3353165080" sldId="507"/>
            <ac:spMk id="3" creationId="{A6CE561D-A1A7-94C7-894A-68D9D35460C5}"/>
          </ac:spMkLst>
        </pc:spChg>
      </pc:sldChg>
      <pc:sldChg chg="addSp delSp modSp add del mod">
        <pc:chgData name="Mohammed Fasha" userId="cc64f42d-a1a6-4f08-b97b-0c37f877119f" providerId="ADAL" clId="{8DFC6787-4569-4AEF-BB23-FDF85FEE05FB}" dt="2025-04-20T15:39:11.619" v="740" actId="47"/>
        <pc:sldMkLst>
          <pc:docMk/>
          <pc:sldMk cId="4075048187" sldId="508"/>
        </pc:sldMkLst>
        <pc:spChg chg="mod">
          <ac:chgData name="Mohammed Fasha" userId="cc64f42d-a1a6-4f08-b97b-0c37f877119f" providerId="ADAL" clId="{8DFC6787-4569-4AEF-BB23-FDF85FEE05FB}" dt="2025-04-20T15:06:26.279" v="394"/>
          <ac:spMkLst>
            <pc:docMk/>
            <pc:sldMk cId="4075048187" sldId="508"/>
            <ac:spMk id="2" creationId="{089ED449-F9F9-650D-C4B2-EDD6F77382C1}"/>
          </ac:spMkLst>
        </pc:spChg>
        <pc:spChg chg="del mod">
          <ac:chgData name="Mohammed Fasha" userId="cc64f42d-a1a6-4f08-b97b-0c37f877119f" providerId="ADAL" clId="{8DFC6787-4569-4AEF-BB23-FDF85FEE05FB}" dt="2025-04-20T15:06:01.480" v="387"/>
          <ac:spMkLst>
            <pc:docMk/>
            <pc:sldMk cId="4075048187" sldId="508"/>
            <ac:spMk id="3" creationId="{AFFF2189-F645-B92D-FA41-8E598385B6C3}"/>
          </ac:spMkLst>
        </pc:spChg>
        <pc:graphicFrameChg chg="add mod modGraphic">
          <ac:chgData name="Mohammed Fasha" userId="cc64f42d-a1a6-4f08-b97b-0c37f877119f" providerId="ADAL" clId="{8DFC6787-4569-4AEF-BB23-FDF85FEE05FB}" dt="2025-04-20T15:06:32.181" v="395" actId="14734"/>
          <ac:graphicFrameMkLst>
            <pc:docMk/>
            <pc:sldMk cId="4075048187" sldId="508"/>
            <ac:graphicFrameMk id="4" creationId="{E050BDA9-8512-73A2-0A24-5B073EA08938}"/>
          </ac:graphicFrameMkLst>
        </pc:graphicFrameChg>
      </pc:sldChg>
      <pc:sldChg chg="addSp delSp modSp add mod">
        <pc:chgData name="Mohammed Fasha" userId="cc64f42d-a1a6-4f08-b97b-0c37f877119f" providerId="ADAL" clId="{8DFC6787-4569-4AEF-BB23-FDF85FEE05FB}" dt="2025-04-20T15:35:43.832" v="729" actId="1076"/>
        <pc:sldMkLst>
          <pc:docMk/>
          <pc:sldMk cId="141115565" sldId="509"/>
        </pc:sldMkLst>
        <pc:spChg chg="mod">
          <ac:chgData name="Mohammed Fasha" userId="cc64f42d-a1a6-4f08-b97b-0c37f877119f" providerId="ADAL" clId="{8DFC6787-4569-4AEF-BB23-FDF85FEE05FB}" dt="2025-04-20T15:07:25.469" v="406"/>
          <ac:spMkLst>
            <pc:docMk/>
            <pc:sldMk cId="141115565" sldId="509"/>
            <ac:spMk id="2" creationId="{F456D5FB-C802-B01A-7E1E-018F7BA8CCFB}"/>
          </ac:spMkLst>
        </pc:spChg>
        <pc:spChg chg="add del mod">
          <ac:chgData name="Mohammed Fasha" userId="cc64f42d-a1a6-4f08-b97b-0c37f877119f" providerId="ADAL" clId="{8DFC6787-4569-4AEF-BB23-FDF85FEE05FB}" dt="2025-04-20T15:35:40.525" v="728" actId="27636"/>
          <ac:spMkLst>
            <pc:docMk/>
            <pc:sldMk cId="141115565" sldId="509"/>
            <ac:spMk id="3" creationId="{F861F6EC-5C68-1EF6-F060-888C9C68CAF1}"/>
          </ac:spMkLst>
        </pc:spChg>
        <pc:spChg chg="add mod">
          <ac:chgData name="Mohammed Fasha" userId="cc64f42d-a1a6-4f08-b97b-0c37f877119f" providerId="ADAL" clId="{8DFC6787-4569-4AEF-BB23-FDF85FEE05FB}" dt="2025-04-20T15:06:45.530" v="397"/>
          <ac:spMkLst>
            <pc:docMk/>
            <pc:sldMk cId="141115565" sldId="509"/>
            <ac:spMk id="4" creationId="{25932AA0-562E-9FFE-BEEE-3C324A33B5E2}"/>
          </ac:spMkLst>
        </pc:spChg>
        <pc:spChg chg="add mod">
          <ac:chgData name="Mohammed Fasha" userId="cc64f42d-a1a6-4f08-b97b-0c37f877119f" providerId="ADAL" clId="{8DFC6787-4569-4AEF-BB23-FDF85FEE05FB}" dt="2025-04-20T15:06:54.784" v="399"/>
          <ac:spMkLst>
            <pc:docMk/>
            <pc:sldMk cId="141115565" sldId="509"/>
            <ac:spMk id="5" creationId="{4C8835A8-6ECE-23AD-911A-E427A3A51A1C}"/>
          </ac:spMkLst>
        </pc:spChg>
        <pc:spChg chg="add">
          <ac:chgData name="Mohammed Fasha" userId="cc64f42d-a1a6-4f08-b97b-0c37f877119f" providerId="ADAL" clId="{8DFC6787-4569-4AEF-BB23-FDF85FEE05FB}" dt="2025-04-20T15:07:04.631" v="401"/>
          <ac:spMkLst>
            <pc:docMk/>
            <pc:sldMk cId="141115565" sldId="509"/>
            <ac:spMk id="6" creationId="{490952BE-1C71-04E3-4C71-7D3172E758F9}"/>
          </ac:spMkLst>
        </pc:spChg>
        <pc:spChg chg="add">
          <ac:chgData name="Mohammed Fasha" userId="cc64f42d-a1a6-4f08-b97b-0c37f877119f" providerId="ADAL" clId="{8DFC6787-4569-4AEF-BB23-FDF85FEE05FB}" dt="2025-04-20T15:35:03.083" v="721"/>
          <ac:spMkLst>
            <pc:docMk/>
            <pc:sldMk cId="141115565" sldId="509"/>
            <ac:spMk id="7" creationId="{4CAC06AC-1500-4077-582D-F947F3441CAA}"/>
          </ac:spMkLst>
        </pc:spChg>
        <pc:spChg chg="add del">
          <ac:chgData name="Mohammed Fasha" userId="cc64f42d-a1a6-4f08-b97b-0c37f877119f" providerId="ADAL" clId="{8DFC6787-4569-4AEF-BB23-FDF85FEE05FB}" dt="2025-04-20T15:35:09.483" v="723" actId="21"/>
          <ac:spMkLst>
            <pc:docMk/>
            <pc:sldMk cId="141115565" sldId="509"/>
            <ac:spMk id="8" creationId="{DB4E931D-4C48-811E-F42B-89C3C7E2FD47}"/>
          </ac:spMkLst>
        </pc:spChg>
        <pc:picChg chg="add mod">
          <ac:chgData name="Mohammed Fasha" userId="cc64f42d-a1a6-4f08-b97b-0c37f877119f" providerId="ADAL" clId="{8DFC6787-4569-4AEF-BB23-FDF85FEE05FB}" dt="2025-04-20T15:35:43.832" v="729" actId="1076"/>
          <ac:picMkLst>
            <pc:docMk/>
            <pc:sldMk cId="141115565" sldId="509"/>
            <ac:picMk id="10" creationId="{D2ECE146-1B40-110F-7A77-94BC6489BE88}"/>
          </ac:picMkLst>
        </pc:picChg>
      </pc:sldChg>
      <pc:sldChg chg="del">
        <pc:chgData name="Mohammed Fasha" userId="cc64f42d-a1a6-4f08-b97b-0c37f877119f" providerId="ADAL" clId="{8DFC6787-4569-4AEF-BB23-FDF85FEE05FB}" dt="2025-04-20T14:32:10.451" v="45" actId="2696"/>
        <pc:sldMkLst>
          <pc:docMk/>
          <pc:sldMk cId="1586650541" sldId="510"/>
        </pc:sldMkLst>
      </pc:sldChg>
      <pc:sldChg chg="addSp delSp modSp add mod">
        <pc:chgData name="Mohammed Fasha" userId="cc64f42d-a1a6-4f08-b97b-0c37f877119f" providerId="ADAL" clId="{8DFC6787-4569-4AEF-BB23-FDF85FEE05FB}" dt="2025-04-20T15:46:25.032" v="859" actId="14100"/>
        <pc:sldMkLst>
          <pc:docMk/>
          <pc:sldMk cId="4047405113" sldId="510"/>
        </pc:sldMkLst>
        <pc:spChg chg="mod">
          <ac:chgData name="Mohammed Fasha" userId="cc64f42d-a1a6-4f08-b97b-0c37f877119f" providerId="ADAL" clId="{8DFC6787-4569-4AEF-BB23-FDF85FEE05FB}" dt="2025-04-20T15:07:40.019" v="413" actId="113"/>
          <ac:spMkLst>
            <pc:docMk/>
            <pc:sldMk cId="4047405113" sldId="510"/>
            <ac:spMk id="2" creationId="{5F7741A9-E550-39C5-EBD0-4C48BE1AFA38}"/>
          </ac:spMkLst>
        </pc:spChg>
        <pc:spChg chg="mod">
          <ac:chgData name="Mohammed Fasha" userId="cc64f42d-a1a6-4f08-b97b-0c37f877119f" providerId="ADAL" clId="{8DFC6787-4569-4AEF-BB23-FDF85FEE05FB}" dt="2025-04-20T15:46:25.032" v="859" actId="14100"/>
          <ac:spMkLst>
            <pc:docMk/>
            <pc:sldMk cId="4047405113" sldId="510"/>
            <ac:spMk id="3" creationId="{5F69D7C7-B0F0-CCCF-5D0A-0322A729E161}"/>
          </ac:spMkLst>
        </pc:spChg>
        <pc:picChg chg="add del mod">
          <ac:chgData name="Mohammed Fasha" userId="cc64f42d-a1a6-4f08-b97b-0c37f877119f" providerId="ADAL" clId="{8DFC6787-4569-4AEF-BB23-FDF85FEE05FB}" dt="2025-04-20T15:45:00.990" v="843" actId="478"/>
          <ac:picMkLst>
            <pc:docMk/>
            <pc:sldMk cId="4047405113" sldId="510"/>
            <ac:picMk id="18434" creationId="{8B8AB973-6C48-5EE9-B872-7A7D267609EA}"/>
          </ac:picMkLst>
        </pc:picChg>
        <pc:picChg chg="add mod">
          <ac:chgData name="Mohammed Fasha" userId="cc64f42d-a1a6-4f08-b97b-0c37f877119f" providerId="ADAL" clId="{8DFC6787-4569-4AEF-BB23-FDF85FEE05FB}" dt="2025-04-20T15:45:13.805" v="848" actId="14100"/>
          <ac:picMkLst>
            <pc:docMk/>
            <pc:sldMk cId="4047405113" sldId="510"/>
            <ac:picMk id="18436" creationId="{4F5C3D33-28C8-0961-8762-A41A2D49765E}"/>
          </ac:picMkLst>
        </pc:picChg>
        <pc:picChg chg="add mod">
          <ac:chgData name="Mohammed Fasha" userId="cc64f42d-a1a6-4f08-b97b-0c37f877119f" providerId="ADAL" clId="{8DFC6787-4569-4AEF-BB23-FDF85FEE05FB}" dt="2025-04-20T15:46:22.154" v="858" actId="1076"/>
          <ac:picMkLst>
            <pc:docMk/>
            <pc:sldMk cId="4047405113" sldId="510"/>
            <ac:picMk id="21506" creationId="{974E8964-DC70-91A1-02D2-FD5A8A9BCFF5}"/>
          </ac:picMkLst>
        </pc:picChg>
      </pc:sldChg>
      <pc:sldChg chg="addSp modSp add mod">
        <pc:chgData name="Mohammed Fasha" userId="cc64f42d-a1a6-4f08-b97b-0c37f877119f" providerId="ADAL" clId="{8DFC6787-4569-4AEF-BB23-FDF85FEE05FB}" dt="2025-04-20T15:32:07.648" v="715" actId="14100"/>
        <pc:sldMkLst>
          <pc:docMk/>
          <pc:sldMk cId="2629241566" sldId="511"/>
        </pc:sldMkLst>
        <pc:spChg chg="mod">
          <ac:chgData name="Mohammed Fasha" userId="cc64f42d-a1a6-4f08-b97b-0c37f877119f" providerId="ADAL" clId="{8DFC6787-4569-4AEF-BB23-FDF85FEE05FB}" dt="2025-04-20T15:07:58.467" v="420" actId="113"/>
          <ac:spMkLst>
            <pc:docMk/>
            <pc:sldMk cId="2629241566" sldId="511"/>
            <ac:spMk id="2" creationId="{416138AF-EE34-A876-3B99-06AB160DBF02}"/>
          </ac:spMkLst>
        </pc:spChg>
        <pc:spChg chg="mod">
          <ac:chgData name="Mohammed Fasha" userId="cc64f42d-a1a6-4f08-b97b-0c37f877119f" providerId="ADAL" clId="{8DFC6787-4569-4AEF-BB23-FDF85FEE05FB}" dt="2025-04-20T15:31:33.971" v="707" actId="14100"/>
          <ac:spMkLst>
            <pc:docMk/>
            <pc:sldMk cId="2629241566" sldId="511"/>
            <ac:spMk id="3" creationId="{4BA5AA06-4E2F-AB4E-F29A-793C2B20A845}"/>
          </ac:spMkLst>
        </pc:spChg>
        <pc:picChg chg="add mod">
          <ac:chgData name="Mohammed Fasha" userId="cc64f42d-a1a6-4f08-b97b-0c37f877119f" providerId="ADAL" clId="{8DFC6787-4569-4AEF-BB23-FDF85FEE05FB}" dt="2025-04-20T15:32:07.648" v="715" actId="14100"/>
          <ac:picMkLst>
            <pc:docMk/>
            <pc:sldMk cId="2629241566" sldId="511"/>
            <ac:picMk id="15362" creationId="{306C6C9F-7D08-33C1-D098-E61656AD8B3D}"/>
          </ac:picMkLst>
        </pc:picChg>
        <pc:picChg chg="add mod">
          <ac:chgData name="Mohammed Fasha" userId="cc64f42d-a1a6-4f08-b97b-0c37f877119f" providerId="ADAL" clId="{8DFC6787-4569-4AEF-BB23-FDF85FEE05FB}" dt="2025-04-20T15:32:05.116" v="714" actId="14100"/>
          <ac:picMkLst>
            <pc:docMk/>
            <pc:sldMk cId="2629241566" sldId="511"/>
            <ac:picMk id="15364" creationId="{DB785EF3-2CF4-F119-2325-BF097566A5AF}"/>
          </ac:picMkLst>
        </pc:picChg>
      </pc:sldChg>
      <pc:sldChg chg="addSp modSp add mod">
        <pc:chgData name="Mohammed Fasha" userId="cc64f42d-a1a6-4f08-b97b-0c37f877119f" providerId="ADAL" clId="{8DFC6787-4569-4AEF-BB23-FDF85FEE05FB}" dt="2025-04-20T15:33:43.142" v="720" actId="14100"/>
        <pc:sldMkLst>
          <pc:docMk/>
          <pc:sldMk cId="4081930743" sldId="512"/>
        </pc:sldMkLst>
        <pc:spChg chg="mod">
          <ac:chgData name="Mohammed Fasha" userId="cc64f42d-a1a6-4f08-b97b-0c37f877119f" providerId="ADAL" clId="{8DFC6787-4569-4AEF-BB23-FDF85FEE05FB}" dt="2025-04-20T15:08:08.336" v="427" actId="113"/>
          <ac:spMkLst>
            <pc:docMk/>
            <pc:sldMk cId="4081930743" sldId="512"/>
            <ac:spMk id="2" creationId="{761A893F-F948-42BD-7FD3-410E2BBE6125}"/>
          </ac:spMkLst>
        </pc:spChg>
        <pc:spChg chg="mod">
          <ac:chgData name="Mohammed Fasha" userId="cc64f42d-a1a6-4f08-b97b-0c37f877119f" providerId="ADAL" clId="{8DFC6787-4569-4AEF-BB23-FDF85FEE05FB}" dt="2025-04-20T15:33:43.142" v="720" actId="14100"/>
          <ac:spMkLst>
            <pc:docMk/>
            <pc:sldMk cId="4081930743" sldId="512"/>
            <ac:spMk id="3" creationId="{1DA22A46-FC65-9499-0737-1E41D8E1C7A6}"/>
          </ac:spMkLst>
        </pc:spChg>
        <pc:picChg chg="add mod">
          <ac:chgData name="Mohammed Fasha" userId="cc64f42d-a1a6-4f08-b97b-0c37f877119f" providerId="ADAL" clId="{8DFC6787-4569-4AEF-BB23-FDF85FEE05FB}" dt="2025-04-20T15:33:39.817" v="719" actId="14100"/>
          <ac:picMkLst>
            <pc:docMk/>
            <pc:sldMk cId="4081930743" sldId="512"/>
            <ac:picMk id="17410" creationId="{4B593FE2-7DC8-6768-0B0E-8CECCE793971}"/>
          </ac:picMkLst>
        </pc:picChg>
      </pc:sldChg>
      <pc:sldChg chg="modSp add mod">
        <pc:chgData name="Mohammed Fasha" userId="cc64f42d-a1a6-4f08-b97b-0c37f877119f" providerId="ADAL" clId="{8DFC6787-4569-4AEF-BB23-FDF85FEE05FB}" dt="2025-04-20T15:08:21.727" v="434" actId="113"/>
        <pc:sldMkLst>
          <pc:docMk/>
          <pc:sldMk cId="3132154303" sldId="513"/>
        </pc:sldMkLst>
        <pc:spChg chg="mod">
          <ac:chgData name="Mohammed Fasha" userId="cc64f42d-a1a6-4f08-b97b-0c37f877119f" providerId="ADAL" clId="{8DFC6787-4569-4AEF-BB23-FDF85FEE05FB}" dt="2025-04-20T15:08:21.727" v="434" actId="113"/>
          <ac:spMkLst>
            <pc:docMk/>
            <pc:sldMk cId="3132154303" sldId="513"/>
            <ac:spMk id="2" creationId="{484B1042-2D97-2B8C-BEAE-CA6260C41B02}"/>
          </ac:spMkLst>
        </pc:spChg>
        <pc:spChg chg="mod">
          <ac:chgData name="Mohammed Fasha" userId="cc64f42d-a1a6-4f08-b97b-0c37f877119f" providerId="ADAL" clId="{8DFC6787-4569-4AEF-BB23-FDF85FEE05FB}" dt="2025-04-20T15:08:18.067" v="429" actId="21"/>
          <ac:spMkLst>
            <pc:docMk/>
            <pc:sldMk cId="3132154303" sldId="513"/>
            <ac:spMk id="3" creationId="{96760918-554B-A40A-5207-F4783E627189}"/>
          </ac:spMkLst>
        </pc:spChg>
      </pc:sldChg>
      <pc:sldChg chg="del">
        <pc:chgData name="Mohammed Fasha" userId="cc64f42d-a1a6-4f08-b97b-0c37f877119f" providerId="ADAL" clId="{8DFC6787-4569-4AEF-BB23-FDF85FEE05FB}" dt="2025-04-20T14:32:10.451" v="45" actId="2696"/>
        <pc:sldMkLst>
          <pc:docMk/>
          <pc:sldMk cId="1271956779" sldId="514"/>
        </pc:sldMkLst>
      </pc:sldChg>
      <pc:sldChg chg="addSp delSp modSp add mod">
        <pc:chgData name="Mohammed Fasha" userId="cc64f42d-a1a6-4f08-b97b-0c37f877119f" providerId="ADAL" clId="{8DFC6787-4569-4AEF-BB23-FDF85FEE05FB}" dt="2025-04-20T15:10:28.156" v="446" actId="20577"/>
        <pc:sldMkLst>
          <pc:docMk/>
          <pc:sldMk cId="1406483951" sldId="514"/>
        </pc:sldMkLst>
        <pc:spChg chg="mod">
          <ac:chgData name="Mohammed Fasha" userId="cc64f42d-a1a6-4f08-b97b-0c37f877119f" providerId="ADAL" clId="{8DFC6787-4569-4AEF-BB23-FDF85FEE05FB}" dt="2025-04-20T15:10:28.156" v="446" actId="20577"/>
          <ac:spMkLst>
            <pc:docMk/>
            <pc:sldMk cId="1406483951" sldId="514"/>
            <ac:spMk id="2" creationId="{054CADE6-0EFA-0286-2D2F-CD0878EFE94E}"/>
          </ac:spMkLst>
        </pc:spChg>
        <pc:spChg chg="del">
          <ac:chgData name="Mohammed Fasha" userId="cc64f42d-a1a6-4f08-b97b-0c37f877119f" providerId="ADAL" clId="{8DFC6787-4569-4AEF-BB23-FDF85FEE05FB}" dt="2025-04-20T15:10:09.647" v="435" actId="22"/>
          <ac:spMkLst>
            <pc:docMk/>
            <pc:sldMk cId="1406483951" sldId="514"/>
            <ac:spMk id="3" creationId="{EF9A88DB-C2AF-1A75-E43E-E7D15E25EA7F}"/>
          </ac:spMkLst>
        </pc:spChg>
        <pc:spChg chg="add mod">
          <ac:chgData name="Mohammed Fasha" userId="cc64f42d-a1a6-4f08-b97b-0c37f877119f" providerId="ADAL" clId="{8DFC6787-4569-4AEF-BB23-FDF85FEE05FB}" dt="2025-04-20T15:10:21.430" v="439" actId="14100"/>
          <ac:spMkLst>
            <pc:docMk/>
            <pc:sldMk cId="1406483951" sldId="514"/>
            <ac:spMk id="7" creationId="{15294888-BC61-FDB6-E1AA-4F012318CC76}"/>
          </ac:spMkLst>
        </pc:spChg>
        <pc:picChg chg="add mod ord">
          <ac:chgData name="Mohammed Fasha" userId="cc64f42d-a1a6-4f08-b97b-0c37f877119f" providerId="ADAL" clId="{8DFC6787-4569-4AEF-BB23-FDF85FEE05FB}" dt="2025-04-20T15:10:12.079" v="436" actId="1076"/>
          <ac:picMkLst>
            <pc:docMk/>
            <pc:sldMk cId="1406483951" sldId="514"/>
            <ac:picMk id="5" creationId="{2BB22699-AF37-B15C-BCE3-BB57F6C01DEF}"/>
          </ac:picMkLst>
        </pc:picChg>
      </pc:sldChg>
      <pc:sldChg chg="addSp modSp add mod">
        <pc:chgData name="Mohammed Fasha" userId="cc64f42d-a1a6-4f08-b97b-0c37f877119f" providerId="ADAL" clId="{8DFC6787-4569-4AEF-BB23-FDF85FEE05FB}" dt="2025-04-20T15:52:22.771" v="928" actId="1076"/>
        <pc:sldMkLst>
          <pc:docMk/>
          <pc:sldMk cId="3647485116" sldId="515"/>
        </pc:sldMkLst>
        <pc:spChg chg="mod">
          <ac:chgData name="Mohammed Fasha" userId="cc64f42d-a1a6-4f08-b97b-0c37f877119f" providerId="ADAL" clId="{8DFC6787-4569-4AEF-BB23-FDF85FEE05FB}" dt="2025-04-20T15:15:15.452" v="456" actId="113"/>
          <ac:spMkLst>
            <pc:docMk/>
            <pc:sldMk cId="3647485116" sldId="515"/>
            <ac:spMk id="2" creationId="{EC3D37DC-C0A5-3543-A9CB-68AAA7101D8B}"/>
          </ac:spMkLst>
        </pc:spChg>
        <pc:spChg chg="mod">
          <ac:chgData name="Mohammed Fasha" userId="cc64f42d-a1a6-4f08-b97b-0c37f877119f" providerId="ADAL" clId="{8DFC6787-4569-4AEF-BB23-FDF85FEE05FB}" dt="2025-04-20T15:51:55.483" v="921" actId="27636"/>
          <ac:spMkLst>
            <pc:docMk/>
            <pc:sldMk cId="3647485116" sldId="515"/>
            <ac:spMk id="3" creationId="{5A69782F-5628-5197-1C70-5C34842AD39D}"/>
          </ac:spMkLst>
        </pc:spChg>
        <pc:picChg chg="add mod">
          <ac:chgData name="Mohammed Fasha" userId="cc64f42d-a1a6-4f08-b97b-0c37f877119f" providerId="ADAL" clId="{8DFC6787-4569-4AEF-BB23-FDF85FEE05FB}" dt="2025-04-20T15:52:22.771" v="928" actId="1076"/>
          <ac:picMkLst>
            <pc:docMk/>
            <pc:sldMk cId="3647485116" sldId="515"/>
            <ac:picMk id="7" creationId="{6B730ADE-A691-7B32-24E1-4B677CB96AEE}"/>
          </ac:picMkLst>
        </pc:picChg>
      </pc:sldChg>
      <pc:sldChg chg="addSp delSp modSp add mod ord">
        <pc:chgData name="Mohammed Fasha" userId="cc64f42d-a1a6-4f08-b97b-0c37f877119f" providerId="ADAL" clId="{8DFC6787-4569-4AEF-BB23-FDF85FEE05FB}" dt="2025-04-20T15:41:33.345" v="829" actId="20577"/>
        <pc:sldMkLst>
          <pc:docMk/>
          <pc:sldMk cId="2689584689" sldId="516"/>
        </pc:sldMkLst>
        <pc:spChg chg="mod">
          <ac:chgData name="Mohammed Fasha" userId="cc64f42d-a1a6-4f08-b97b-0c37f877119f" providerId="ADAL" clId="{8DFC6787-4569-4AEF-BB23-FDF85FEE05FB}" dt="2025-04-20T15:16:06.255" v="467"/>
          <ac:spMkLst>
            <pc:docMk/>
            <pc:sldMk cId="2689584689" sldId="516"/>
            <ac:spMk id="2" creationId="{D27B596D-DD2C-24E1-86B4-518672168A61}"/>
          </ac:spMkLst>
        </pc:spChg>
        <pc:spChg chg="del">
          <ac:chgData name="Mohammed Fasha" userId="cc64f42d-a1a6-4f08-b97b-0c37f877119f" providerId="ADAL" clId="{8DFC6787-4569-4AEF-BB23-FDF85FEE05FB}" dt="2025-04-20T15:15:47.080" v="461"/>
          <ac:spMkLst>
            <pc:docMk/>
            <pc:sldMk cId="2689584689" sldId="516"/>
            <ac:spMk id="3" creationId="{6C288AAA-7F85-4A58-981D-4F00B2C03AF0}"/>
          </ac:spMkLst>
        </pc:spChg>
        <pc:graphicFrameChg chg="add mod modGraphic">
          <ac:chgData name="Mohammed Fasha" userId="cc64f42d-a1a6-4f08-b97b-0c37f877119f" providerId="ADAL" clId="{8DFC6787-4569-4AEF-BB23-FDF85FEE05FB}" dt="2025-04-20T15:41:33.345" v="829" actId="20577"/>
          <ac:graphicFrameMkLst>
            <pc:docMk/>
            <pc:sldMk cId="2689584689" sldId="516"/>
            <ac:graphicFrameMk id="4" creationId="{EB2CFEC4-FBB2-51F8-5C70-EB48A676CD76}"/>
          </ac:graphicFrameMkLst>
        </pc:graphicFrameChg>
      </pc:sldChg>
      <pc:sldChg chg="addSp delSp modSp add mod">
        <pc:chgData name="Mohammed Fasha" userId="cc64f42d-a1a6-4f08-b97b-0c37f877119f" providerId="ADAL" clId="{8DFC6787-4569-4AEF-BB23-FDF85FEE05FB}" dt="2025-04-20T15:47:13.103" v="871" actId="22"/>
        <pc:sldMkLst>
          <pc:docMk/>
          <pc:sldMk cId="1882562879" sldId="517"/>
        </pc:sldMkLst>
        <pc:spChg chg="mod">
          <ac:chgData name="Mohammed Fasha" userId="cc64f42d-a1a6-4f08-b97b-0c37f877119f" providerId="ADAL" clId="{8DFC6787-4569-4AEF-BB23-FDF85FEE05FB}" dt="2025-04-20T15:17:02.711" v="483"/>
          <ac:spMkLst>
            <pc:docMk/>
            <pc:sldMk cId="1882562879" sldId="517"/>
            <ac:spMk id="2" creationId="{F5C3E16F-FCBE-4835-7B62-1F84FA11CA3A}"/>
          </ac:spMkLst>
        </pc:spChg>
        <pc:spChg chg="add del mod">
          <ac:chgData name="Mohammed Fasha" userId="cc64f42d-a1a6-4f08-b97b-0c37f877119f" providerId="ADAL" clId="{8DFC6787-4569-4AEF-BB23-FDF85FEE05FB}" dt="2025-04-20T15:16:36.719" v="476" actId="14100"/>
          <ac:spMkLst>
            <pc:docMk/>
            <pc:sldMk cId="1882562879" sldId="517"/>
            <ac:spMk id="3" creationId="{8248DB72-5448-0910-73EE-917DE39733AC}"/>
          </ac:spMkLst>
        </pc:spChg>
        <pc:spChg chg="add mod">
          <ac:chgData name="Mohammed Fasha" userId="cc64f42d-a1a6-4f08-b97b-0c37f877119f" providerId="ADAL" clId="{8DFC6787-4569-4AEF-BB23-FDF85FEE05FB}" dt="2025-04-20T15:16:30.334" v="472"/>
          <ac:spMkLst>
            <pc:docMk/>
            <pc:sldMk cId="1882562879" sldId="517"/>
            <ac:spMk id="4" creationId="{9163BBC5-C121-591D-325E-F9312311F6D9}"/>
          </ac:spMkLst>
        </pc:spChg>
        <pc:graphicFrameChg chg="add mod modGraphic">
          <ac:chgData name="Mohammed Fasha" userId="cc64f42d-a1a6-4f08-b97b-0c37f877119f" providerId="ADAL" clId="{8DFC6787-4569-4AEF-BB23-FDF85FEE05FB}" dt="2025-04-20T15:41:46.241" v="831" actId="14734"/>
          <ac:graphicFrameMkLst>
            <pc:docMk/>
            <pc:sldMk cId="1882562879" sldId="517"/>
            <ac:graphicFrameMk id="5" creationId="{5F5ACF14-FE43-7A1A-6303-F92A883D1C63}"/>
          </ac:graphicFrameMkLst>
        </pc:graphicFrameChg>
        <pc:picChg chg="add del mod">
          <ac:chgData name="Mohammed Fasha" userId="cc64f42d-a1a6-4f08-b97b-0c37f877119f" providerId="ADAL" clId="{8DFC6787-4569-4AEF-BB23-FDF85FEE05FB}" dt="2025-04-20T15:47:13.103" v="871" actId="22"/>
          <ac:picMkLst>
            <pc:docMk/>
            <pc:sldMk cId="1882562879" sldId="517"/>
            <ac:picMk id="7" creationId="{D006E457-4441-422C-331B-70280F5C27F3}"/>
          </ac:picMkLst>
        </pc:picChg>
      </pc:sldChg>
      <pc:sldChg chg="addSp delSp modSp add mod">
        <pc:chgData name="Mohammed Fasha" userId="cc64f42d-a1a6-4f08-b97b-0c37f877119f" providerId="ADAL" clId="{8DFC6787-4569-4AEF-BB23-FDF85FEE05FB}" dt="2025-04-20T15:18:12.652" v="502"/>
        <pc:sldMkLst>
          <pc:docMk/>
          <pc:sldMk cId="767635333" sldId="518"/>
        </pc:sldMkLst>
        <pc:spChg chg="mod">
          <ac:chgData name="Mohammed Fasha" userId="cc64f42d-a1a6-4f08-b97b-0c37f877119f" providerId="ADAL" clId="{8DFC6787-4569-4AEF-BB23-FDF85FEE05FB}" dt="2025-04-20T15:18:12.652" v="502"/>
          <ac:spMkLst>
            <pc:docMk/>
            <pc:sldMk cId="767635333" sldId="518"/>
            <ac:spMk id="2" creationId="{0B1FD6B8-B7BF-6E39-6D9E-47ED40198536}"/>
          </ac:spMkLst>
        </pc:spChg>
        <pc:spChg chg="add del mod">
          <ac:chgData name="Mohammed Fasha" userId="cc64f42d-a1a6-4f08-b97b-0c37f877119f" providerId="ADAL" clId="{8DFC6787-4569-4AEF-BB23-FDF85FEE05FB}" dt="2025-04-20T15:17:42.494" v="494" actId="14100"/>
          <ac:spMkLst>
            <pc:docMk/>
            <pc:sldMk cId="767635333" sldId="518"/>
            <ac:spMk id="3" creationId="{C5C44C94-754B-DBFF-85DD-53275578D31C}"/>
          </ac:spMkLst>
        </pc:spChg>
        <pc:graphicFrameChg chg="add mod modGraphic">
          <ac:chgData name="Mohammed Fasha" userId="cc64f42d-a1a6-4f08-b97b-0c37f877119f" providerId="ADAL" clId="{8DFC6787-4569-4AEF-BB23-FDF85FEE05FB}" dt="2025-04-20T15:17:31.889" v="490"/>
          <ac:graphicFrameMkLst>
            <pc:docMk/>
            <pc:sldMk cId="767635333" sldId="518"/>
            <ac:graphicFrameMk id="4" creationId="{A692CF1A-B657-7654-A0C6-167A8DF85A78}"/>
          </ac:graphicFrameMkLst>
        </pc:graphicFrameChg>
        <pc:graphicFrameChg chg="add mod modGraphic">
          <ac:chgData name="Mohammed Fasha" userId="cc64f42d-a1a6-4f08-b97b-0c37f877119f" providerId="ADAL" clId="{8DFC6787-4569-4AEF-BB23-FDF85FEE05FB}" dt="2025-04-20T15:18:05.424" v="501" actId="207"/>
          <ac:graphicFrameMkLst>
            <pc:docMk/>
            <pc:sldMk cId="767635333" sldId="518"/>
            <ac:graphicFrameMk id="5" creationId="{EAF45DB5-15A3-89F3-B3EF-97BD31B8660F}"/>
          </ac:graphicFrameMkLst>
        </pc:graphicFrameChg>
      </pc:sldChg>
      <pc:sldChg chg="addSp modSp add mod">
        <pc:chgData name="Mohammed Fasha" userId="cc64f42d-a1a6-4f08-b97b-0c37f877119f" providerId="ADAL" clId="{8DFC6787-4569-4AEF-BB23-FDF85FEE05FB}" dt="2025-04-20T15:19:06.842" v="516"/>
        <pc:sldMkLst>
          <pc:docMk/>
          <pc:sldMk cId="2862893919" sldId="519"/>
        </pc:sldMkLst>
        <pc:spChg chg="mod">
          <ac:chgData name="Mohammed Fasha" userId="cc64f42d-a1a6-4f08-b97b-0c37f877119f" providerId="ADAL" clId="{8DFC6787-4569-4AEF-BB23-FDF85FEE05FB}" dt="2025-04-20T15:19:06.842" v="516"/>
          <ac:spMkLst>
            <pc:docMk/>
            <pc:sldMk cId="2862893919" sldId="519"/>
            <ac:spMk id="2" creationId="{93636518-6277-013F-5EE9-3BE39884F870}"/>
          </ac:spMkLst>
        </pc:spChg>
        <pc:spChg chg="mod">
          <ac:chgData name="Mohammed Fasha" userId="cc64f42d-a1a6-4f08-b97b-0c37f877119f" providerId="ADAL" clId="{8DFC6787-4569-4AEF-BB23-FDF85FEE05FB}" dt="2025-04-20T15:18:29.119" v="506" actId="14100"/>
          <ac:spMkLst>
            <pc:docMk/>
            <pc:sldMk cId="2862893919" sldId="519"/>
            <ac:spMk id="3" creationId="{A06F8B6A-0B1F-C4A7-73CF-839588F81BB6}"/>
          </ac:spMkLst>
        </pc:spChg>
        <pc:graphicFrameChg chg="add mod modGraphic">
          <ac:chgData name="Mohammed Fasha" userId="cc64f42d-a1a6-4f08-b97b-0c37f877119f" providerId="ADAL" clId="{8DFC6787-4569-4AEF-BB23-FDF85FEE05FB}" dt="2025-04-20T15:19:01.924" v="515" actId="207"/>
          <ac:graphicFrameMkLst>
            <pc:docMk/>
            <pc:sldMk cId="2862893919" sldId="519"/>
            <ac:graphicFrameMk id="4" creationId="{9482F5EA-24A8-A5F7-4718-F56665E65952}"/>
          </ac:graphicFrameMkLst>
        </pc:graphicFrameChg>
      </pc:sldChg>
      <pc:sldChg chg="addSp modSp add mod">
        <pc:chgData name="Mohammed Fasha" userId="cc64f42d-a1a6-4f08-b97b-0c37f877119f" providerId="ADAL" clId="{8DFC6787-4569-4AEF-BB23-FDF85FEE05FB}" dt="2025-04-20T15:19:43.983" v="527" actId="207"/>
        <pc:sldMkLst>
          <pc:docMk/>
          <pc:sldMk cId="2300469145" sldId="520"/>
        </pc:sldMkLst>
        <pc:spChg chg="mod">
          <ac:chgData name="Mohammed Fasha" userId="cc64f42d-a1a6-4f08-b97b-0c37f877119f" providerId="ADAL" clId="{8DFC6787-4569-4AEF-BB23-FDF85FEE05FB}" dt="2025-04-20T15:19:15.271" v="517"/>
          <ac:spMkLst>
            <pc:docMk/>
            <pc:sldMk cId="2300469145" sldId="520"/>
            <ac:spMk id="2" creationId="{AB4C6D8B-68A8-386B-9067-B4D6CB002948}"/>
          </ac:spMkLst>
        </pc:spChg>
        <pc:spChg chg="mod">
          <ac:chgData name="Mohammed Fasha" userId="cc64f42d-a1a6-4f08-b97b-0c37f877119f" providerId="ADAL" clId="{8DFC6787-4569-4AEF-BB23-FDF85FEE05FB}" dt="2025-04-20T15:19:25.972" v="521" actId="14100"/>
          <ac:spMkLst>
            <pc:docMk/>
            <pc:sldMk cId="2300469145" sldId="520"/>
            <ac:spMk id="3" creationId="{B8870E60-719E-66F9-BBF0-5050313A5E54}"/>
          </ac:spMkLst>
        </pc:spChg>
        <pc:graphicFrameChg chg="add mod modGraphic">
          <ac:chgData name="Mohammed Fasha" userId="cc64f42d-a1a6-4f08-b97b-0c37f877119f" providerId="ADAL" clId="{8DFC6787-4569-4AEF-BB23-FDF85FEE05FB}" dt="2025-04-20T15:19:43.983" v="527" actId="207"/>
          <ac:graphicFrameMkLst>
            <pc:docMk/>
            <pc:sldMk cId="2300469145" sldId="520"/>
            <ac:graphicFrameMk id="4" creationId="{64218794-9DFA-BE45-D3EA-023355297EFE}"/>
          </ac:graphicFrameMkLst>
        </pc:graphicFrameChg>
      </pc:sldChg>
      <pc:sldChg chg="addSp delSp modSp add mod">
        <pc:chgData name="Mohammed Fasha" userId="cc64f42d-a1a6-4f08-b97b-0c37f877119f" providerId="ADAL" clId="{8DFC6787-4569-4AEF-BB23-FDF85FEE05FB}" dt="2025-04-20T15:20:30.428" v="541" actId="14734"/>
        <pc:sldMkLst>
          <pc:docMk/>
          <pc:sldMk cId="3034463171" sldId="521"/>
        </pc:sldMkLst>
        <pc:spChg chg="mod">
          <ac:chgData name="Mohammed Fasha" userId="cc64f42d-a1a6-4f08-b97b-0c37f877119f" providerId="ADAL" clId="{8DFC6787-4569-4AEF-BB23-FDF85FEE05FB}" dt="2025-04-20T15:19:54.726" v="528"/>
          <ac:spMkLst>
            <pc:docMk/>
            <pc:sldMk cId="3034463171" sldId="521"/>
            <ac:spMk id="2" creationId="{7ABF4D5B-550B-46E4-1B2B-E378D1D08A56}"/>
          </ac:spMkLst>
        </pc:spChg>
        <pc:spChg chg="add del mod">
          <ac:chgData name="Mohammed Fasha" userId="cc64f42d-a1a6-4f08-b97b-0c37f877119f" providerId="ADAL" clId="{8DFC6787-4569-4AEF-BB23-FDF85FEE05FB}" dt="2025-04-20T15:20:05.763" v="534" actId="14100"/>
          <ac:spMkLst>
            <pc:docMk/>
            <pc:sldMk cId="3034463171" sldId="521"/>
            <ac:spMk id="3" creationId="{0944644F-93E6-C26C-F0B8-1895856D6828}"/>
          </ac:spMkLst>
        </pc:spChg>
        <pc:spChg chg="add mod">
          <ac:chgData name="Mohammed Fasha" userId="cc64f42d-a1a6-4f08-b97b-0c37f877119f" providerId="ADAL" clId="{8DFC6787-4569-4AEF-BB23-FDF85FEE05FB}" dt="2025-04-20T15:19:59.307" v="530"/>
          <ac:spMkLst>
            <pc:docMk/>
            <pc:sldMk cId="3034463171" sldId="521"/>
            <ac:spMk id="4" creationId="{03C692F6-698C-C7FE-423E-531CFEAF916B}"/>
          </ac:spMkLst>
        </pc:spChg>
        <pc:graphicFrameChg chg="add mod modGraphic">
          <ac:chgData name="Mohammed Fasha" userId="cc64f42d-a1a6-4f08-b97b-0c37f877119f" providerId="ADAL" clId="{8DFC6787-4569-4AEF-BB23-FDF85FEE05FB}" dt="2025-04-20T15:20:30.428" v="541" actId="14734"/>
          <ac:graphicFrameMkLst>
            <pc:docMk/>
            <pc:sldMk cId="3034463171" sldId="521"/>
            <ac:graphicFrameMk id="5" creationId="{2BDC24E7-33FE-52CA-6769-ADC6A8E980CB}"/>
          </ac:graphicFrameMkLst>
        </pc:graphicFrameChg>
      </pc:sldChg>
      <pc:sldChg chg="addSp modSp add mod">
        <pc:chgData name="Mohammed Fasha" userId="cc64f42d-a1a6-4f08-b97b-0c37f877119f" providerId="ADAL" clId="{8DFC6787-4569-4AEF-BB23-FDF85FEE05FB}" dt="2025-04-20T17:06:19.111" v="1539" actId="14734"/>
        <pc:sldMkLst>
          <pc:docMk/>
          <pc:sldMk cId="2784107051" sldId="522"/>
        </pc:sldMkLst>
        <pc:spChg chg="mod">
          <ac:chgData name="Mohammed Fasha" userId="cc64f42d-a1a6-4f08-b97b-0c37f877119f" providerId="ADAL" clId="{8DFC6787-4569-4AEF-BB23-FDF85FEE05FB}" dt="2025-04-20T15:20:41.184" v="542"/>
          <ac:spMkLst>
            <pc:docMk/>
            <pc:sldMk cId="2784107051" sldId="522"/>
            <ac:spMk id="2" creationId="{BED312A6-E723-2812-EDF1-EB9F74B79539}"/>
          </ac:spMkLst>
        </pc:spChg>
        <pc:spChg chg="mod">
          <ac:chgData name="Mohammed Fasha" userId="cc64f42d-a1a6-4f08-b97b-0c37f877119f" providerId="ADAL" clId="{8DFC6787-4569-4AEF-BB23-FDF85FEE05FB}" dt="2025-04-20T15:20:51.420" v="546" actId="14100"/>
          <ac:spMkLst>
            <pc:docMk/>
            <pc:sldMk cId="2784107051" sldId="522"/>
            <ac:spMk id="3" creationId="{FF780903-6DF1-68F1-A4EB-1DE196404C01}"/>
          </ac:spMkLst>
        </pc:spChg>
        <pc:graphicFrameChg chg="add mod modGraphic">
          <ac:chgData name="Mohammed Fasha" userId="cc64f42d-a1a6-4f08-b97b-0c37f877119f" providerId="ADAL" clId="{8DFC6787-4569-4AEF-BB23-FDF85FEE05FB}" dt="2025-04-20T17:06:19.111" v="1539" actId="14734"/>
          <ac:graphicFrameMkLst>
            <pc:docMk/>
            <pc:sldMk cId="2784107051" sldId="522"/>
            <ac:graphicFrameMk id="4" creationId="{06EA12A4-2A5B-91D6-D777-CBDD76BAAC2B}"/>
          </ac:graphicFrameMkLst>
        </pc:graphicFrameChg>
      </pc:sldChg>
      <pc:sldChg chg="modSp add mod">
        <pc:chgData name="Mohammed Fasha" userId="cc64f42d-a1a6-4f08-b97b-0c37f877119f" providerId="ADAL" clId="{8DFC6787-4569-4AEF-BB23-FDF85FEE05FB}" dt="2025-04-20T15:21:22.147" v="554"/>
        <pc:sldMkLst>
          <pc:docMk/>
          <pc:sldMk cId="2884749228" sldId="523"/>
        </pc:sldMkLst>
        <pc:spChg chg="mod">
          <ac:chgData name="Mohammed Fasha" userId="cc64f42d-a1a6-4f08-b97b-0c37f877119f" providerId="ADAL" clId="{8DFC6787-4569-4AEF-BB23-FDF85FEE05FB}" dt="2025-04-20T15:21:17.258" v="553"/>
          <ac:spMkLst>
            <pc:docMk/>
            <pc:sldMk cId="2884749228" sldId="523"/>
            <ac:spMk id="2" creationId="{451F67F9-CA74-AA32-8473-B860E1DA2DDB}"/>
          </ac:spMkLst>
        </pc:spChg>
        <pc:spChg chg="mod">
          <ac:chgData name="Mohammed Fasha" userId="cc64f42d-a1a6-4f08-b97b-0c37f877119f" providerId="ADAL" clId="{8DFC6787-4569-4AEF-BB23-FDF85FEE05FB}" dt="2025-04-20T15:21:22.147" v="554"/>
          <ac:spMkLst>
            <pc:docMk/>
            <pc:sldMk cId="2884749228" sldId="523"/>
            <ac:spMk id="3" creationId="{FD0739AA-CCAE-57C6-BCAA-081B7042333B}"/>
          </ac:spMkLst>
        </pc:spChg>
      </pc:sldChg>
      <pc:sldChg chg="addSp delSp modSp add mod modClrScheme chgLayout">
        <pc:chgData name="Mohammed Fasha" userId="cc64f42d-a1a6-4f08-b97b-0c37f877119f" providerId="ADAL" clId="{8DFC6787-4569-4AEF-BB23-FDF85FEE05FB}" dt="2025-04-20T15:53:05.318" v="932" actId="27636"/>
        <pc:sldMkLst>
          <pc:docMk/>
          <pc:sldMk cId="4275001740" sldId="524"/>
        </pc:sldMkLst>
        <pc:spChg chg="del mod ord">
          <ac:chgData name="Mohammed Fasha" userId="cc64f42d-a1a6-4f08-b97b-0c37f877119f" providerId="ADAL" clId="{8DFC6787-4569-4AEF-BB23-FDF85FEE05FB}" dt="2025-04-20T15:53:00.534" v="929" actId="700"/>
          <ac:spMkLst>
            <pc:docMk/>
            <pc:sldMk cId="4275001740" sldId="524"/>
            <ac:spMk id="2" creationId="{1D91DBC7-198F-8ED2-920B-A7F3524D14D9}"/>
          </ac:spMkLst>
        </pc:spChg>
        <pc:spChg chg="del">
          <ac:chgData name="Mohammed Fasha" userId="cc64f42d-a1a6-4f08-b97b-0c37f877119f" providerId="ADAL" clId="{8DFC6787-4569-4AEF-BB23-FDF85FEE05FB}" dt="2025-04-20T15:53:00.534" v="929" actId="700"/>
          <ac:spMkLst>
            <pc:docMk/>
            <pc:sldMk cId="4275001740" sldId="524"/>
            <ac:spMk id="3" creationId="{2BE42EE9-9BE4-D872-8851-64D593648F7E}"/>
          </ac:spMkLst>
        </pc:spChg>
        <pc:spChg chg="add del mod ord">
          <ac:chgData name="Mohammed Fasha" userId="cc64f42d-a1a6-4f08-b97b-0c37f877119f" providerId="ADAL" clId="{8DFC6787-4569-4AEF-BB23-FDF85FEE05FB}" dt="2025-04-20T15:53:04.421" v="930" actId="700"/>
          <ac:spMkLst>
            <pc:docMk/>
            <pc:sldMk cId="4275001740" sldId="524"/>
            <ac:spMk id="4" creationId="{C514ECFC-638E-392E-A542-FD7C9546CAEE}"/>
          </ac:spMkLst>
        </pc:spChg>
        <pc:spChg chg="add mod ord">
          <ac:chgData name="Mohammed Fasha" userId="cc64f42d-a1a6-4f08-b97b-0c37f877119f" providerId="ADAL" clId="{8DFC6787-4569-4AEF-BB23-FDF85FEE05FB}" dt="2025-04-20T15:53:05.318" v="932" actId="27636"/>
          <ac:spMkLst>
            <pc:docMk/>
            <pc:sldMk cId="4275001740" sldId="524"/>
            <ac:spMk id="5" creationId="{2C3B68C9-5281-BD73-446D-9B632BB663CD}"/>
          </ac:spMkLst>
        </pc:spChg>
        <pc:spChg chg="add mod ord">
          <ac:chgData name="Mohammed Fasha" userId="cc64f42d-a1a6-4f08-b97b-0c37f877119f" providerId="ADAL" clId="{8DFC6787-4569-4AEF-BB23-FDF85FEE05FB}" dt="2025-04-20T15:53:04.421" v="930" actId="700"/>
          <ac:spMkLst>
            <pc:docMk/>
            <pc:sldMk cId="4275001740" sldId="524"/>
            <ac:spMk id="6" creationId="{2525E359-99B9-DE6A-70D8-5EC5B50AE0E2}"/>
          </ac:spMkLst>
        </pc:spChg>
      </pc:sldChg>
      <pc:sldChg chg="addSp modSp add mod">
        <pc:chgData name="Mohammed Fasha" userId="cc64f42d-a1a6-4f08-b97b-0c37f877119f" providerId="ADAL" clId="{8DFC6787-4569-4AEF-BB23-FDF85FEE05FB}" dt="2025-04-20T15:56:09.348" v="965" actId="27636"/>
        <pc:sldMkLst>
          <pc:docMk/>
          <pc:sldMk cId="402301686" sldId="525"/>
        </pc:sldMkLst>
        <pc:spChg chg="mod">
          <ac:chgData name="Mohammed Fasha" userId="cc64f42d-a1a6-4f08-b97b-0c37f877119f" providerId="ADAL" clId="{8DFC6787-4569-4AEF-BB23-FDF85FEE05FB}" dt="2025-04-20T15:54:32.736" v="937"/>
          <ac:spMkLst>
            <pc:docMk/>
            <pc:sldMk cId="402301686" sldId="525"/>
            <ac:spMk id="2" creationId="{0A386DD0-3ACC-3D11-E806-29198C42E490}"/>
          </ac:spMkLst>
        </pc:spChg>
        <pc:spChg chg="mod">
          <ac:chgData name="Mohammed Fasha" userId="cc64f42d-a1a6-4f08-b97b-0c37f877119f" providerId="ADAL" clId="{8DFC6787-4569-4AEF-BB23-FDF85FEE05FB}" dt="2025-04-20T15:55:05.913" v="946" actId="14100"/>
          <ac:spMkLst>
            <pc:docMk/>
            <pc:sldMk cId="402301686" sldId="525"/>
            <ac:spMk id="3" creationId="{D2CC942C-E9DA-F430-8E74-DB9EBEC5893C}"/>
          </ac:spMkLst>
        </pc:spChg>
        <pc:spChg chg="add mod">
          <ac:chgData name="Mohammed Fasha" userId="cc64f42d-a1a6-4f08-b97b-0c37f877119f" providerId="ADAL" clId="{8DFC6787-4569-4AEF-BB23-FDF85FEE05FB}" dt="2025-04-20T15:56:09.348" v="965" actId="27636"/>
          <ac:spMkLst>
            <pc:docMk/>
            <pc:sldMk cId="402301686" sldId="525"/>
            <ac:spMk id="5" creationId="{4262C186-6452-BB97-64AA-EC6829967831}"/>
          </ac:spMkLst>
        </pc:spChg>
        <pc:graphicFrameChg chg="add mod modGraphic">
          <ac:chgData name="Mohammed Fasha" userId="cc64f42d-a1a6-4f08-b97b-0c37f877119f" providerId="ADAL" clId="{8DFC6787-4569-4AEF-BB23-FDF85FEE05FB}" dt="2025-04-20T15:55:45.681" v="961" actId="14734"/>
          <ac:graphicFrameMkLst>
            <pc:docMk/>
            <pc:sldMk cId="402301686" sldId="525"/>
            <ac:graphicFrameMk id="4" creationId="{2F91AB24-C1E7-4806-E58B-9A847FCC4907}"/>
          </ac:graphicFrameMkLst>
        </pc:graphicFrameChg>
      </pc:sldChg>
      <pc:sldChg chg="modSp add mod">
        <pc:chgData name="Mohammed Fasha" userId="cc64f42d-a1a6-4f08-b97b-0c37f877119f" providerId="ADAL" clId="{8DFC6787-4569-4AEF-BB23-FDF85FEE05FB}" dt="2025-04-20T15:56:23.238" v="967"/>
        <pc:sldMkLst>
          <pc:docMk/>
          <pc:sldMk cId="3836701463" sldId="526"/>
        </pc:sldMkLst>
        <pc:spChg chg="mod">
          <ac:chgData name="Mohammed Fasha" userId="cc64f42d-a1a6-4f08-b97b-0c37f877119f" providerId="ADAL" clId="{8DFC6787-4569-4AEF-BB23-FDF85FEE05FB}" dt="2025-04-20T15:56:18.771" v="966"/>
          <ac:spMkLst>
            <pc:docMk/>
            <pc:sldMk cId="3836701463" sldId="526"/>
            <ac:spMk id="2" creationId="{F3A9C71F-CD73-B3E9-D564-55CC7DBB0C3C}"/>
          </ac:spMkLst>
        </pc:spChg>
        <pc:spChg chg="mod">
          <ac:chgData name="Mohammed Fasha" userId="cc64f42d-a1a6-4f08-b97b-0c37f877119f" providerId="ADAL" clId="{8DFC6787-4569-4AEF-BB23-FDF85FEE05FB}" dt="2025-04-20T15:56:23.238" v="967"/>
          <ac:spMkLst>
            <pc:docMk/>
            <pc:sldMk cId="3836701463" sldId="526"/>
            <ac:spMk id="3" creationId="{CA8A193B-A314-F0D7-7854-BB2FF816511B}"/>
          </ac:spMkLst>
        </pc:spChg>
      </pc:sldChg>
      <pc:sldChg chg="del">
        <pc:chgData name="Mohammed Fasha" userId="cc64f42d-a1a6-4f08-b97b-0c37f877119f" providerId="ADAL" clId="{8DFC6787-4569-4AEF-BB23-FDF85FEE05FB}" dt="2025-04-20T14:32:10.451" v="45" actId="2696"/>
        <pc:sldMkLst>
          <pc:docMk/>
          <pc:sldMk cId="2281221656" sldId="527"/>
        </pc:sldMkLst>
      </pc:sldChg>
      <pc:sldChg chg="modSp add mod">
        <pc:chgData name="Mohammed Fasha" userId="cc64f42d-a1a6-4f08-b97b-0c37f877119f" providerId="ADAL" clId="{8DFC6787-4569-4AEF-BB23-FDF85FEE05FB}" dt="2025-04-20T15:56:34.616" v="969"/>
        <pc:sldMkLst>
          <pc:docMk/>
          <pc:sldMk cId="2486995565" sldId="527"/>
        </pc:sldMkLst>
        <pc:spChg chg="mod">
          <ac:chgData name="Mohammed Fasha" userId="cc64f42d-a1a6-4f08-b97b-0c37f877119f" providerId="ADAL" clId="{8DFC6787-4569-4AEF-BB23-FDF85FEE05FB}" dt="2025-04-20T15:56:30.666" v="968"/>
          <ac:spMkLst>
            <pc:docMk/>
            <pc:sldMk cId="2486995565" sldId="527"/>
            <ac:spMk id="2" creationId="{E73A1F7E-681F-9ED5-C517-C9BCA022EDFF}"/>
          </ac:spMkLst>
        </pc:spChg>
        <pc:spChg chg="mod">
          <ac:chgData name="Mohammed Fasha" userId="cc64f42d-a1a6-4f08-b97b-0c37f877119f" providerId="ADAL" clId="{8DFC6787-4569-4AEF-BB23-FDF85FEE05FB}" dt="2025-04-20T15:56:34.616" v="969"/>
          <ac:spMkLst>
            <pc:docMk/>
            <pc:sldMk cId="2486995565" sldId="527"/>
            <ac:spMk id="3" creationId="{D1B57E23-7528-8802-54A1-8BF5DFD5C71A}"/>
          </ac:spMkLst>
        </pc:spChg>
      </pc:sldChg>
      <pc:sldChg chg="addSp modSp add mod">
        <pc:chgData name="Mohammed Fasha" userId="cc64f42d-a1a6-4f08-b97b-0c37f877119f" providerId="ADAL" clId="{8DFC6787-4569-4AEF-BB23-FDF85FEE05FB}" dt="2025-04-20T15:57:24.996" v="983" actId="1076"/>
        <pc:sldMkLst>
          <pc:docMk/>
          <pc:sldMk cId="1649687093" sldId="528"/>
        </pc:sldMkLst>
        <pc:spChg chg="mod">
          <ac:chgData name="Mohammed Fasha" userId="cc64f42d-a1a6-4f08-b97b-0c37f877119f" providerId="ADAL" clId="{8DFC6787-4569-4AEF-BB23-FDF85FEE05FB}" dt="2025-04-20T15:56:41.045" v="970"/>
          <ac:spMkLst>
            <pc:docMk/>
            <pc:sldMk cId="1649687093" sldId="528"/>
            <ac:spMk id="2" creationId="{AE080115-D85B-4A54-4FEC-1C51FF2DA657}"/>
          </ac:spMkLst>
        </pc:spChg>
        <pc:spChg chg="mod">
          <ac:chgData name="Mohammed Fasha" userId="cc64f42d-a1a6-4f08-b97b-0c37f877119f" providerId="ADAL" clId="{8DFC6787-4569-4AEF-BB23-FDF85FEE05FB}" dt="2025-04-20T15:57:24.996" v="983" actId="1076"/>
          <ac:spMkLst>
            <pc:docMk/>
            <pc:sldMk cId="1649687093" sldId="528"/>
            <ac:spMk id="3" creationId="{E6D6CBC4-6AD1-80E6-8C88-C41B3180AC06}"/>
          </ac:spMkLst>
        </pc:spChg>
        <pc:graphicFrameChg chg="add mod modGraphic">
          <ac:chgData name="Mohammed Fasha" userId="cc64f42d-a1a6-4f08-b97b-0c37f877119f" providerId="ADAL" clId="{8DFC6787-4569-4AEF-BB23-FDF85FEE05FB}" dt="2025-04-20T15:57:20.233" v="982" actId="207"/>
          <ac:graphicFrameMkLst>
            <pc:docMk/>
            <pc:sldMk cId="1649687093" sldId="528"/>
            <ac:graphicFrameMk id="4" creationId="{E5495247-0737-9905-560A-7D58AB86A958}"/>
          </ac:graphicFrameMkLst>
        </pc:graphicFrameChg>
      </pc:sldChg>
      <pc:sldChg chg="modSp add mod">
        <pc:chgData name="Mohammed Fasha" userId="cc64f42d-a1a6-4f08-b97b-0c37f877119f" providerId="ADAL" clId="{8DFC6787-4569-4AEF-BB23-FDF85FEE05FB}" dt="2025-04-20T15:57:42.557" v="985"/>
        <pc:sldMkLst>
          <pc:docMk/>
          <pc:sldMk cId="1225925495" sldId="529"/>
        </pc:sldMkLst>
        <pc:spChg chg="mod">
          <ac:chgData name="Mohammed Fasha" userId="cc64f42d-a1a6-4f08-b97b-0c37f877119f" providerId="ADAL" clId="{8DFC6787-4569-4AEF-BB23-FDF85FEE05FB}" dt="2025-04-20T15:57:42.557" v="985"/>
          <ac:spMkLst>
            <pc:docMk/>
            <pc:sldMk cId="1225925495" sldId="529"/>
            <ac:spMk id="2" creationId="{C7B244A5-4684-8304-5AED-B61F8044FD20}"/>
          </ac:spMkLst>
        </pc:spChg>
        <pc:spChg chg="mod">
          <ac:chgData name="Mohammed Fasha" userId="cc64f42d-a1a6-4f08-b97b-0c37f877119f" providerId="ADAL" clId="{8DFC6787-4569-4AEF-BB23-FDF85FEE05FB}" dt="2025-04-20T15:57:34.591" v="984"/>
          <ac:spMkLst>
            <pc:docMk/>
            <pc:sldMk cId="1225925495" sldId="529"/>
            <ac:spMk id="3" creationId="{EBC00723-0E77-6E52-A4BA-F5FE2FCB602E}"/>
          </ac:spMkLst>
        </pc:spChg>
      </pc:sldChg>
      <pc:sldChg chg="addSp delSp modSp add mod">
        <pc:chgData name="Mohammed Fasha" userId="cc64f42d-a1a6-4f08-b97b-0c37f877119f" providerId="ADAL" clId="{8DFC6787-4569-4AEF-BB23-FDF85FEE05FB}" dt="2025-04-20T16:04:03.071" v="992" actId="14734"/>
        <pc:sldMkLst>
          <pc:docMk/>
          <pc:sldMk cId="193360162" sldId="530"/>
        </pc:sldMkLst>
        <pc:spChg chg="mod">
          <ac:chgData name="Mohammed Fasha" userId="cc64f42d-a1a6-4f08-b97b-0c37f877119f" providerId="ADAL" clId="{8DFC6787-4569-4AEF-BB23-FDF85FEE05FB}" dt="2025-04-20T16:03:44.207" v="986"/>
          <ac:spMkLst>
            <pc:docMk/>
            <pc:sldMk cId="193360162" sldId="530"/>
            <ac:spMk id="2" creationId="{47CF0277-0108-E01A-D655-DA31004169E5}"/>
          </ac:spMkLst>
        </pc:spChg>
        <pc:spChg chg="del">
          <ac:chgData name="Mohammed Fasha" userId="cc64f42d-a1a6-4f08-b97b-0c37f877119f" providerId="ADAL" clId="{8DFC6787-4569-4AEF-BB23-FDF85FEE05FB}" dt="2025-04-20T16:03:48.648" v="987"/>
          <ac:spMkLst>
            <pc:docMk/>
            <pc:sldMk cId="193360162" sldId="530"/>
            <ac:spMk id="3" creationId="{D8C9961B-87CF-DACE-BBB8-671A525D2D7C}"/>
          </ac:spMkLst>
        </pc:spChg>
        <pc:graphicFrameChg chg="add mod modGraphic">
          <ac:chgData name="Mohammed Fasha" userId="cc64f42d-a1a6-4f08-b97b-0c37f877119f" providerId="ADAL" clId="{8DFC6787-4569-4AEF-BB23-FDF85FEE05FB}" dt="2025-04-20T16:04:03.071" v="992" actId="14734"/>
          <ac:graphicFrameMkLst>
            <pc:docMk/>
            <pc:sldMk cId="193360162" sldId="530"/>
            <ac:graphicFrameMk id="4" creationId="{06C5863E-8C5C-AA36-2443-51E3534C65CB}"/>
          </ac:graphicFrameMkLst>
        </pc:graphicFrameChg>
      </pc:sldChg>
      <pc:sldChg chg="addSp modSp add mod">
        <pc:chgData name="Mohammed Fasha" userId="cc64f42d-a1a6-4f08-b97b-0c37f877119f" providerId="ADAL" clId="{8DFC6787-4569-4AEF-BB23-FDF85FEE05FB}" dt="2025-04-20T16:04:33.401" v="997"/>
        <pc:sldMkLst>
          <pc:docMk/>
          <pc:sldMk cId="2241217429" sldId="531"/>
        </pc:sldMkLst>
        <pc:spChg chg="mod">
          <ac:chgData name="Mohammed Fasha" userId="cc64f42d-a1a6-4f08-b97b-0c37f877119f" providerId="ADAL" clId="{8DFC6787-4569-4AEF-BB23-FDF85FEE05FB}" dt="2025-04-20T16:04:33.401" v="997"/>
          <ac:spMkLst>
            <pc:docMk/>
            <pc:sldMk cId="2241217429" sldId="531"/>
            <ac:spMk id="2" creationId="{344A1B0C-DCEC-D0FC-B1CA-C3FFC06B7D2C}"/>
          </ac:spMkLst>
        </pc:spChg>
        <pc:spChg chg="mod">
          <ac:chgData name="Mohammed Fasha" userId="cc64f42d-a1a6-4f08-b97b-0c37f877119f" providerId="ADAL" clId="{8DFC6787-4569-4AEF-BB23-FDF85FEE05FB}" dt="2025-04-20T16:04:19.347" v="994" actId="14100"/>
          <ac:spMkLst>
            <pc:docMk/>
            <pc:sldMk cId="2241217429" sldId="531"/>
            <ac:spMk id="3" creationId="{7FC83F5D-7F4F-9440-81B7-9835CF1AF6D7}"/>
          </ac:spMkLst>
        </pc:spChg>
        <pc:spChg chg="add mod">
          <ac:chgData name="Mohammed Fasha" userId="cc64f42d-a1a6-4f08-b97b-0c37f877119f" providerId="ADAL" clId="{8DFC6787-4569-4AEF-BB23-FDF85FEE05FB}" dt="2025-04-20T16:04:26.815" v="996" actId="1076"/>
          <ac:spMkLst>
            <pc:docMk/>
            <pc:sldMk cId="2241217429" sldId="531"/>
            <ac:spMk id="5" creationId="{5A4210C9-FD27-54B5-BCBF-732B9CCACF61}"/>
          </ac:spMkLst>
        </pc:spChg>
      </pc:sldChg>
      <pc:sldChg chg="addSp delSp modSp add mod">
        <pc:chgData name="Mohammed Fasha" userId="cc64f42d-a1a6-4f08-b97b-0c37f877119f" providerId="ADAL" clId="{8DFC6787-4569-4AEF-BB23-FDF85FEE05FB}" dt="2025-04-20T16:04:55.797" v="1005"/>
        <pc:sldMkLst>
          <pc:docMk/>
          <pc:sldMk cId="153827184" sldId="532"/>
        </pc:sldMkLst>
        <pc:spChg chg="mod">
          <ac:chgData name="Mohammed Fasha" userId="cc64f42d-a1a6-4f08-b97b-0c37f877119f" providerId="ADAL" clId="{8DFC6787-4569-4AEF-BB23-FDF85FEE05FB}" dt="2025-04-20T16:04:55.797" v="1005"/>
          <ac:spMkLst>
            <pc:docMk/>
            <pc:sldMk cId="153827184" sldId="532"/>
            <ac:spMk id="2" creationId="{B7B0D47B-6073-F4D6-FDE8-5B5A3144A895}"/>
          </ac:spMkLst>
        </pc:spChg>
        <pc:spChg chg="add del mod">
          <ac:chgData name="Mohammed Fasha" userId="cc64f42d-a1a6-4f08-b97b-0c37f877119f" providerId="ADAL" clId="{8DFC6787-4569-4AEF-BB23-FDF85FEE05FB}" dt="2025-04-20T16:04:49.785" v="1004" actId="313"/>
          <ac:spMkLst>
            <pc:docMk/>
            <pc:sldMk cId="153827184" sldId="532"/>
            <ac:spMk id="3" creationId="{E6B4965D-7417-5B05-4756-F407695D0B9A}"/>
          </ac:spMkLst>
        </pc:spChg>
        <pc:spChg chg="add mod">
          <ac:chgData name="Mohammed Fasha" userId="cc64f42d-a1a6-4f08-b97b-0c37f877119f" providerId="ADAL" clId="{8DFC6787-4569-4AEF-BB23-FDF85FEE05FB}" dt="2025-04-20T16:04:42.594" v="999"/>
          <ac:spMkLst>
            <pc:docMk/>
            <pc:sldMk cId="153827184" sldId="532"/>
            <ac:spMk id="4" creationId="{C4F48837-1FE0-933A-BB53-41E4672BEFCF}"/>
          </ac:spMkLst>
        </pc:spChg>
      </pc:sldChg>
      <pc:sldChg chg="addSp delSp modSp new mod modClrScheme chgLayout">
        <pc:chgData name="Mohammed Fasha" userId="cc64f42d-a1a6-4f08-b97b-0c37f877119f" providerId="ADAL" clId="{8DFC6787-4569-4AEF-BB23-FDF85FEE05FB}" dt="2025-04-20T14:41:52.910" v="277" actId="27636"/>
        <pc:sldMkLst>
          <pc:docMk/>
          <pc:sldMk cId="2207611031" sldId="533"/>
        </pc:sldMkLst>
        <pc:spChg chg="del mod ord">
          <ac:chgData name="Mohammed Fasha" userId="cc64f42d-a1a6-4f08-b97b-0c37f877119f" providerId="ADAL" clId="{8DFC6787-4569-4AEF-BB23-FDF85FEE05FB}" dt="2025-04-20T14:41:41.917" v="275" actId="700"/>
          <ac:spMkLst>
            <pc:docMk/>
            <pc:sldMk cId="2207611031" sldId="533"/>
            <ac:spMk id="2" creationId="{FC732F3C-F249-B48E-154E-C48A6441C63E}"/>
          </ac:spMkLst>
        </pc:spChg>
        <pc:spChg chg="del mod ord">
          <ac:chgData name="Mohammed Fasha" userId="cc64f42d-a1a6-4f08-b97b-0c37f877119f" providerId="ADAL" clId="{8DFC6787-4569-4AEF-BB23-FDF85FEE05FB}" dt="2025-04-20T14:41:41.917" v="275" actId="700"/>
          <ac:spMkLst>
            <pc:docMk/>
            <pc:sldMk cId="2207611031" sldId="533"/>
            <ac:spMk id="3" creationId="{7342FDFA-5646-A809-23DA-2B3A0E8E25E6}"/>
          </ac:spMkLst>
        </pc:spChg>
        <pc:spChg chg="add mod ord">
          <ac:chgData name="Mohammed Fasha" userId="cc64f42d-a1a6-4f08-b97b-0c37f877119f" providerId="ADAL" clId="{8DFC6787-4569-4AEF-BB23-FDF85FEE05FB}" dt="2025-04-20T14:41:52.910" v="277" actId="27636"/>
          <ac:spMkLst>
            <pc:docMk/>
            <pc:sldMk cId="2207611031" sldId="533"/>
            <ac:spMk id="4" creationId="{7261AFB2-72A8-8EB8-7961-B0838F34BF9F}"/>
          </ac:spMkLst>
        </pc:spChg>
        <pc:spChg chg="add mod ord">
          <ac:chgData name="Mohammed Fasha" userId="cc64f42d-a1a6-4f08-b97b-0c37f877119f" providerId="ADAL" clId="{8DFC6787-4569-4AEF-BB23-FDF85FEE05FB}" dt="2025-04-20T14:41:41.917" v="275" actId="700"/>
          <ac:spMkLst>
            <pc:docMk/>
            <pc:sldMk cId="2207611031" sldId="533"/>
            <ac:spMk id="5" creationId="{D5F65A1A-6D99-8557-A100-36B46E95D0E9}"/>
          </ac:spMkLst>
        </pc:spChg>
      </pc:sldChg>
      <pc:sldChg chg="addSp delSp modSp new mod modClrScheme chgLayout">
        <pc:chgData name="Mohammed Fasha" userId="cc64f42d-a1a6-4f08-b97b-0c37f877119f" providerId="ADAL" clId="{8DFC6787-4569-4AEF-BB23-FDF85FEE05FB}" dt="2025-04-20T15:14:59.604" v="449"/>
        <pc:sldMkLst>
          <pc:docMk/>
          <pc:sldMk cId="1925859816" sldId="534"/>
        </pc:sldMkLst>
        <pc:spChg chg="del mod ord">
          <ac:chgData name="Mohammed Fasha" userId="cc64f42d-a1a6-4f08-b97b-0c37f877119f" providerId="ADAL" clId="{8DFC6787-4569-4AEF-BB23-FDF85FEE05FB}" dt="2025-04-20T15:14:58.933" v="448" actId="700"/>
          <ac:spMkLst>
            <pc:docMk/>
            <pc:sldMk cId="1925859816" sldId="534"/>
            <ac:spMk id="2" creationId="{1A2EC6E8-9CAF-A5B0-C914-BAB30FB3FB1D}"/>
          </ac:spMkLst>
        </pc:spChg>
        <pc:spChg chg="del mod ord">
          <ac:chgData name="Mohammed Fasha" userId="cc64f42d-a1a6-4f08-b97b-0c37f877119f" providerId="ADAL" clId="{8DFC6787-4569-4AEF-BB23-FDF85FEE05FB}" dt="2025-04-20T15:14:58.933" v="448" actId="700"/>
          <ac:spMkLst>
            <pc:docMk/>
            <pc:sldMk cId="1925859816" sldId="534"/>
            <ac:spMk id="3" creationId="{52D9A9FA-DB00-9C48-5788-15ECB745AEE1}"/>
          </ac:spMkLst>
        </pc:spChg>
        <pc:spChg chg="add mod ord">
          <ac:chgData name="Mohammed Fasha" userId="cc64f42d-a1a6-4f08-b97b-0c37f877119f" providerId="ADAL" clId="{8DFC6787-4569-4AEF-BB23-FDF85FEE05FB}" dt="2025-04-20T15:14:59.604" v="449"/>
          <ac:spMkLst>
            <pc:docMk/>
            <pc:sldMk cId="1925859816" sldId="534"/>
            <ac:spMk id="4" creationId="{8CDE0BE4-92C3-6052-131F-2114E4B1502D}"/>
          </ac:spMkLst>
        </pc:spChg>
        <pc:spChg chg="add mod ord">
          <ac:chgData name="Mohammed Fasha" userId="cc64f42d-a1a6-4f08-b97b-0c37f877119f" providerId="ADAL" clId="{8DFC6787-4569-4AEF-BB23-FDF85FEE05FB}" dt="2025-04-20T15:14:58.933" v="448" actId="700"/>
          <ac:spMkLst>
            <pc:docMk/>
            <pc:sldMk cId="1925859816" sldId="534"/>
            <ac:spMk id="5" creationId="{FB6DC077-7047-30E9-E5C6-4126598617F0}"/>
          </ac:spMkLst>
        </pc:spChg>
      </pc:sldChg>
      <pc:sldChg chg="modSp new mod">
        <pc:chgData name="Mohammed Fasha" userId="cc64f42d-a1a6-4f08-b97b-0c37f877119f" providerId="ADAL" clId="{8DFC6787-4569-4AEF-BB23-FDF85FEE05FB}" dt="2025-04-20T16:05:16.581" v="1012"/>
        <pc:sldMkLst>
          <pc:docMk/>
          <pc:sldMk cId="691279895" sldId="535"/>
        </pc:sldMkLst>
        <pc:spChg chg="mod">
          <ac:chgData name="Mohammed Fasha" userId="cc64f42d-a1a6-4f08-b97b-0c37f877119f" providerId="ADAL" clId="{8DFC6787-4569-4AEF-BB23-FDF85FEE05FB}" dt="2025-04-20T16:05:12.293" v="1011"/>
          <ac:spMkLst>
            <pc:docMk/>
            <pc:sldMk cId="691279895" sldId="535"/>
            <ac:spMk id="2" creationId="{FB0EA5D7-CB8E-F6D0-1FBE-E3F5FD5A70E0}"/>
          </ac:spMkLst>
        </pc:spChg>
        <pc:spChg chg="mod">
          <ac:chgData name="Mohammed Fasha" userId="cc64f42d-a1a6-4f08-b97b-0c37f877119f" providerId="ADAL" clId="{8DFC6787-4569-4AEF-BB23-FDF85FEE05FB}" dt="2025-04-20T16:05:16.581" v="1012"/>
          <ac:spMkLst>
            <pc:docMk/>
            <pc:sldMk cId="691279895" sldId="535"/>
            <ac:spMk id="3" creationId="{67FC2479-BEA3-EF1C-7769-4FC2CDEFDC3B}"/>
          </ac:spMkLst>
        </pc:spChg>
      </pc:sldChg>
      <pc:sldChg chg="modSp new mod">
        <pc:chgData name="Mohammed Fasha" userId="cc64f42d-a1a6-4f08-b97b-0c37f877119f" providerId="ADAL" clId="{8DFC6787-4569-4AEF-BB23-FDF85FEE05FB}" dt="2025-04-20T16:14:05.314" v="1017"/>
        <pc:sldMkLst>
          <pc:docMk/>
          <pc:sldMk cId="974044099" sldId="536"/>
        </pc:sldMkLst>
        <pc:spChg chg="mod">
          <ac:chgData name="Mohammed Fasha" userId="cc64f42d-a1a6-4f08-b97b-0c37f877119f" providerId="ADAL" clId="{8DFC6787-4569-4AEF-BB23-FDF85FEE05FB}" dt="2025-04-20T16:13:51.694" v="1015"/>
          <ac:spMkLst>
            <pc:docMk/>
            <pc:sldMk cId="974044099" sldId="536"/>
            <ac:spMk id="2" creationId="{0787E976-947D-6EC8-AC28-494AEF3B2A4B}"/>
          </ac:spMkLst>
        </pc:spChg>
        <pc:spChg chg="mod">
          <ac:chgData name="Mohammed Fasha" userId="cc64f42d-a1a6-4f08-b97b-0c37f877119f" providerId="ADAL" clId="{8DFC6787-4569-4AEF-BB23-FDF85FEE05FB}" dt="2025-04-20T16:14:05.314" v="1017"/>
          <ac:spMkLst>
            <pc:docMk/>
            <pc:sldMk cId="974044099" sldId="536"/>
            <ac:spMk id="3" creationId="{8EF64BF2-EDFA-AD1B-0B43-6A5CED0008CB}"/>
          </ac:spMkLst>
        </pc:spChg>
      </pc:sldChg>
      <pc:sldChg chg="modSp new mod">
        <pc:chgData name="Mohammed Fasha" userId="cc64f42d-a1a6-4f08-b97b-0c37f877119f" providerId="ADAL" clId="{8DFC6787-4569-4AEF-BB23-FDF85FEE05FB}" dt="2025-04-20T16:14:19.872" v="1019"/>
        <pc:sldMkLst>
          <pc:docMk/>
          <pc:sldMk cId="3850774780" sldId="537"/>
        </pc:sldMkLst>
        <pc:spChg chg="mod">
          <ac:chgData name="Mohammed Fasha" userId="cc64f42d-a1a6-4f08-b97b-0c37f877119f" providerId="ADAL" clId="{8DFC6787-4569-4AEF-BB23-FDF85FEE05FB}" dt="2025-04-20T16:14:19.872" v="1019"/>
          <ac:spMkLst>
            <pc:docMk/>
            <pc:sldMk cId="3850774780" sldId="537"/>
            <ac:spMk id="2" creationId="{DEDDFE9E-3EDA-865A-9A41-E3305832C481}"/>
          </ac:spMkLst>
        </pc:spChg>
        <pc:spChg chg="mod">
          <ac:chgData name="Mohammed Fasha" userId="cc64f42d-a1a6-4f08-b97b-0c37f877119f" providerId="ADAL" clId="{8DFC6787-4569-4AEF-BB23-FDF85FEE05FB}" dt="2025-04-20T16:14:13.333" v="1018"/>
          <ac:spMkLst>
            <pc:docMk/>
            <pc:sldMk cId="3850774780" sldId="537"/>
            <ac:spMk id="3" creationId="{2244D89F-842A-A4E4-4DAE-391D823DD460}"/>
          </ac:spMkLst>
        </pc:spChg>
      </pc:sldChg>
      <pc:sldChg chg="addSp delSp modSp new mod">
        <pc:chgData name="Mohammed Fasha" userId="cc64f42d-a1a6-4f08-b97b-0c37f877119f" providerId="ADAL" clId="{8DFC6787-4569-4AEF-BB23-FDF85FEE05FB}" dt="2025-04-20T16:14:55.627" v="1026" actId="14100"/>
        <pc:sldMkLst>
          <pc:docMk/>
          <pc:sldMk cId="2084523023" sldId="538"/>
        </pc:sldMkLst>
        <pc:spChg chg="mod">
          <ac:chgData name="Mohammed Fasha" userId="cc64f42d-a1a6-4f08-b97b-0c37f877119f" providerId="ADAL" clId="{8DFC6787-4569-4AEF-BB23-FDF85FEE05FB}" dt="2025-04-20T16:14:27.782" v="1020"/>
          <ac:spMkLst>
            <pc:docMk/>
            <pc:sldMk cId="2084523023" sldId="538"/>
            <ac:spMk id="2" creationId="{B54DB50B-59BE-0440-4BE4-B624A115A07F}"/>
          </ac:spMkLst>
        </pc:spChg>
        <pc:spChg chg="add del mod">
          <ac:chgData name="Mohammed Fasha" userId="cc64f42d-a1a6-4f08-b97b-0c37f877119f" providerId="ADAL" clId="{8DFC6787-4569-4AEF-BB23-FDF85FEE05FB}" dt="2025-04-20T16:14:55.627" v="1026" actId="14100"/>
          <ac:spMkLst>
            <pc:docMk/>
            <pc:sldMk cId="2084523023" sldId="538"/>
            <ac:spMk id="3" creationId="{2E6D5AE4-1CD8-ABA6-F8E7-2042CE8A5F04}"/>
          </ac:spMkLst>
        </pc:spChg>
        <pc:spChg chg="add mod">
          <ac:chgData name="Mohammed Fasha" userId="cc64f42d-a1a6-4f08-b97b-0c37f877119f" providerId="ADAL" clId="{8DFC6787-4569-4AEF-BB23-FDF85FEE05FB}" dt="2025-04-20T16:14:36.516" v="1022"/>
          <ac:spMkLst>
            <pc:docMk/>
            <pc:sldMk cId="2084523023" sldId="538"/>
            <ac:spMk id="4" creationId="{D67F57A4-B307-CBEE-1BEF-1405DE3CE2F4}"/>
          </ac:spMkLst>
        </pc:spChg>
      </pc:sldChg>
      <pc:sldChg chg="modSp new mod">
        <pc:chgData name="Mohammed Fasha" userId="cc64f42d-a1a6-4f08-b97b-0c37f877119f" providerId="ADAL" clId="{8DFC6787-4569-4AEF-BB23-FDF85FEE05FB}" dt="2025-04-20T16:15:11.377" v="1033" actId="113"/>
        <pc:sldMkLst>
          <pc:docMk/>
          <pc:sldMk cId="535607353" sldId="539"/>
        </pc:sldMkLst>
        <pc:spChg chg="mod">
          <ac:chgData name="Mohammed Fasha" userId="cc64f42d-a1a6-4f08-b97b-0c37f877119f" providerId="ADAL" clId="{8DFC6787-4569-4AEF-BB23-FDF85FEE05FB}" dt="2025-04-20T16:15:11.377" v="1033" actId="113"/>
          <ac:spMkLst>
            <pc:docMk/>
            <pc:sldMk cId="535607353" sldId="539"/>
            <ac:spMk id="2" creationId="{14088819-AA85-A0E1-4668-A112E95B0250}"/>
          </ac:spMkLst>
        </pc:spChg>
        <pc:spChg chg="mod">
          <ac:chgData name="Mohammed Fasha" userId="cc64f42d-a1a6-4f08-b97b-0c37f877119f" providerId="ADAL" clId="{8DFC6787-4569-4AEF-BB23-FDF85FEE05FB}" dt="2025-04-20T16:15:07.647" v="1028" actId="21"/>
          <ac:spMkLst>
            <pc:docMk/>
            <pc:sldMk cId="535607353" sldId="539"/>
            <ac:spMk id="3" creationId="{35176D50-7DBE-74A7-C832-E8C7593B609A}"/>
          </ac:spMkLst>
        </pc:spChg>
      </pc:sldChg>
      <pc:sldChg chg="addSp delSp modSp new mod modClrScheme chgLayout">
        <pc:chgData name="Mohammed Fasha" userId="cc64f42d-a1a6-4f08-b97b-0c37f877119f" providerId="ADAL" clId="{8DFC6787-4569-4AEF-BB23-FDF85FEE05FB}" dt="2025-04-20T16:13:59.364" v="1016"/>
        <pc:sldMkLst>
          <pc:docMk/>
          <pc:sldMk cId="1965007340" sldId="540"/>
        </pc:sldMkLst>
        <pc:spChg chg="del mod ord">
          <ac:chgData name="Mohammed Fasha" userId="cc64f42d-a1a6-4f08-b97b-0c37f877119f" providerId="ADAL" clId="{8DFC6787-4569-4AEF-BB23-FDF85FEE05FB}" dt="2025-04-20T16:13:49.062" v="1014" actId="700"/>
          <ac:spMkLst>
            <pc:docMk/>
            <pc:sldMk cId="1965007340" sldId="540"/>
            <ac:spMk id="2" creationId="{398DDA0D-F031-287B-C9B1-377BC7B86A69}"/>
          </ac:spMkLst>
        </pc:spChg>
        <pc:spChg chg="del mod ord">
          <ac:chgData name="Mohammed Fasha" userId="cc64f42d-a1a6-4f08-b97b-0c37f877119f" providerId="ADAL" clId="{8DFC6787-4569-4AEF-BB23-FDF85FEE05FB}" dt="2025-04-20T16:13:49.062" v="1014" actId="700"/>
          <ac:spMkLst>
            <pc:docMk/>
            <pc:sldMk cId="1965007340" sldId="540"/>
            <ac:spMk id="3" creationId="{B8D047A6-2764-17F7-1FCA-0046812DDB8E}"/>
          </ac:spMkLst>
        </pc:spChg>
        <pc:spChg chg="add mod ord">
          <ac:chgData name="Mohammed Fasha" userId="cc64f42d-a1a6-4f08-b97b-0c37f877119f" providerId="ADAL" clId="{8DFC6787-4569-4AEF-BB23-FDF85FEE05FB}" dt="2025-04-20T16:13:59.364" v="1016"/>
          <ac:spMkLst>
            <pc:docMk/>
            <pc:sldMk cId="1965007340" sldId="540"/>
            <ac:spMk id="4" creationId="{28E5FEBF-16FE-4B7A-E1D1-03B412301E89}"/>
          </ac:spMkLst>
        </pc:spChg>
        <pc:spChg chg="add mod ord">
          <ac:chgData name="Mohammed Fasha" userId="cc64f42d-a1a6-4f08-b97b-0c37f877119f" providerId="ADAL" clId="{8DFC6787-4569-4AEF-BB23-FDF85FEE05FB}" dt="2025-04-20T16:13:49.062" v="1014" actId="700"/>
          <ac:spMkLst>
            <pc:docMk/>
            <pc:sldMk cId="1965007340" sldId="540"/>
            <ac:spMk id="5" creationId="{FC24C09E-2C12-DFED-2A87-CA301B0EE9F0}"/>
          </ac:spMkLst>
        </pc:spChg>
      </pc:sldChg>
      <pc:sldChg chg="modSp new mod">
        <pc:chgData name="Mohammed Fasha" userId="cc64f42d-a1a6-4f08-b97b-0c37f877119f" providerId="ADAL" clId="{8DFC6787-4569-4AEF-BB23-FDF85FEE05FB}" dt="2025-04-20T16:15:33.780" v="1047" actId="113"/>
        <pc:sldMkLst>
          <pc:docMk/>
          <pc:sldMk cId="3049387189" sldId="541"/>
        </pc:sldMkLst>
        <pc:spChg chg="mod">
          <ac:chgData name="Mohammed Fasha" userId="cc64f42d-a1a6-4f08-b97b-0c37f877119f" providerId="ADAL" clId="{8DFC6787-4569-4AEF-BB23-FDF85FEE05FB}" dt="2025-04-20T16:15:33.780" v="1047" actId="113"/>
          <ac:spMkLst>
            <pc:docMk/>
            <pc:sldMk cId="3049387189" sldId="541"/>
            <ac:spMk id="2" creationId="{15D16548-3A68-BC45-1F76-06ADF2939DE7}"/>
          </ac:spMkLst>
        </pc:spChg>
        <pc:spChg chg="mod">
          <ac:chgData name="Mohammed Fasha" userId="cc64f42d-a1a6-4f08-b97b-0c37f877119f" providerId="ADAL" clId="{8DFC6787-4569-4AEF-BB23-FDF85FEE05FB}" dt="2025-04-20T16:15:29.904" v="1042" actId="21"/>
          <ac:spMkLst>
            <pc:docMk/>
            <pc:sldMk cId="3049387189" sldId="541"/>
            <ac:spMk id="3" creationId="{2977F580-A6AA-F5BD-3BB9-ED7F2E2DA031}"/>
          </ac:spMkLst>
        </pc:spChg>
      </pc:sldChg>
      <pc:sldChg chg="modSp add mod">
        <pc:chgData name="Mohammed Fasha" userId="cc64f42d-a1a6-4f08-b97b-0c37f877119f" providerId="ADAL" clId="{8DFC6787-4569-4AEF-BB23-FDF85FEE05FB}" dt="2025-04-20T16:15:44.078" v="1054" actId="113"/>
        <pc:sldMkLst>
          <pc:docMk/>
          <pc:sldMk cId="1726072780" sldId="542"/>
        </pc:sldMkLst>
        <pc:spChg chg="mod">
          <ac:chgData name="Mohammed Fasha" userId="cc64f42d-a1a6-4f08-b97b-0c37f877119f" providerId="ADAL" clId="{8DFC6787-4569-4AEF-BB23-FDF85FEE05FB}" dt="2025-04-20T16:15:44.078" v="1054" actId="113"/>
          <ac:spMkLst>
            <pc:docMk/>
            <pc:sldMk cId="1726072780" sldId="542"/>
            <ac:spMk id="2" creationId="{E1EC8285-9F8F-EFD2-7FFF-889410D44C75}"/>
          </ac:spMkLst>
        </pc:spChg>
        <pc:spChg chg="mod">
          <ac:chgData name="Mohammed Fasha" userId="cc64f42d-a1a6-4f08-b97b-0c37f877119f" providerId="ADAL" clId="{8DFC6787-4569-4AEF-BB23-FDF85FEE05FB}" dt="2025-04-20T16:15:40.883" v="1049" actId="21"/>
          <ac:spMkLst>
            <pc:docMk/>
            <pc:sldMk cId="1726072780" sldId="542"/>
            <ac:spMk id="3" creationId="{057A3ED1-0A19-9CDA-46C3-D3BBC2B481C3}"/>
          </ac:spMkLst>
        </pc:spChg>
      </pc:sldChg>
      <pc:sldChg chg="addSp delSp modSp add mod">
        <pc:chgData name="Mohammed Fasha" userId="cc64f42d-a1a6-4f08-b97b-0c37f877119f" providerId="ADAL" clId="{8DFC6787-4569-4AEF-BB23-FDF85FEE05FB}" dt="2025-04-20T16:16:40.183" v="1068" actId="1076"/>
        <pc:sldMkLst>
          <pc:docMk/>
          <pc:sldMk cId="1046126438" sldId="543"/>
        </pc:sldMkLst>
        <pc:spChg chg="mod">
          <ac:chgData name="Mohammed Fasha" userId="cc64f42d-a1a6-4f08-b97b-0c37f877119f" providerId="ADAL" clId="{8DFC6787-4569-4AEF-BB23-FDF85FEE05FB}" dt="2025-04-20T16:16:36.621" v="1067"/>
          <ac:spMkLst>
            <pc:docMk/>
            <pc:sldMk cId="1046126438" sldId="543"/>
            <ac:spMk id="2" creationId="{1C521581-832D-5D64-20CB-A7296B01421F}"/>
          </ac:spMkLst>
        </pc:spChg>
        <pc:spChg chg="add del mod">
          <ac:chgData name="Mohammed Fasha" userId="cc64f42d-a1a6-4f08-b97b-0c37f877119f" providerId="ADAL" clId="{8DFC6787-4569-4AEF-BB23-FDF85FEE05FB}" dt="2025-04-20T16:16:40.183" v="1068" actId="1076"/>
          <ac:spMkLst>
            <pc:docMk/>
            <pc:sldMk cId="1046126438" sldId="543"/>
            <ac:spMk id="3" creationId="{48E9C026-DB1E-42F4-1684-5619B346975D}"/>
          </ac:spMkLst>
        </pc:spChg>
        <pc:spChg chg="add">
          <ac:chgData name="Mohammed Fasha" userId="cc64f42d-a1a6-4f08-b97b-0c37f877119f" providerId="ADAL" clId="{8DFC6787-4569-4AEF-BB23-FDF85FEE05FB}" dt="2025-04-20T16:16:00.874" v="1055"/>
          <ac:spMkLst>
            <pc:docMk/>
            <pc:sldMk cId="1046126438" sldId="543"/>
            <ac:spMk id="5" creationId="{90E07834-CEFA-A59F-8150-0BB8B9625083}"/>
          </ac:spMkLst>
        </pc:spChg>
        <pc:graphicFrameChg chg="add mod">
          <ac:chgData name="Mohammed Fasha" userId="cc64f42d-a1a6-4f08-b97b-0c37f877119f" providerId="ADAL" clId="{8DFC6787-4569-4AEF-BB23-FDF85FEE05FB}" dt="2025-04-20T16:16:01.751" v="1056"/>
          <ac:graphicFrameMkLst>
            <pc:docMk/>
            <pc:sldMk cId="1046126438" sldId="543"/>
            <ac:graphicFrameMk id="4" creationId="{E66464F2-DF8C-0963-A633-958F60F5A250}"/>
          </ac:graphicFrameMkLst>
        </pc:graphicFrameChg>
        <pc:graphicFrameChg chg="add mod modGraphic">
          <ac:chgData name="Mohammed Fasha" userId="cc64f42d-a1a6-4f08-b97b-0c37f877119f" providerId="ADAL" clId="{8DFC6787-4569-4AEF-BB23-FDF85FEE05FB}" dt="2025-04-20T16:16:31.698" v="1066" actId="207"/>
          <ac:graphicFrameMkLst>
            <pc:docMk/>
            <pc:sldMk cId="1046126438" sldId="543"/>
            <ac:graphicFrameMk id="6" creationId="{4772F095-620F-FC98-CF30-AFF62F3FF96A}"/>
          </ac:graphicFrameMkLst>
        </pc:graphicFrameChg>
      </pc:sldChg>
      <pc:sldChg chg="modSp add mod">
        <pc:chgData name="Mohammed Fasha" userId="cc64f42d-a1a6-4f08-b97b-0c37f877119f" providerId="ADAL" clId="{8DFC6787-4569-4AEF-BB23-FDF85FEE05FB}" dt="2025-04-20T16:16:55.028" v="1075" actId="113"/>
        <pc:sldMkLst>
          <pc:docMk/>
          <pc:sldMk cId="2367421114" sldId="544"/>
        </pc:sldMkLst>
        <pc:spChg chg="mod">
          <ac:chgData name="Mohammed Fasha" userId="cc64f42d-a1a6-4f08-b97b-0c37f877119f" providerId="ADAL" clId="{8DFC6787-4569-4AEF-BB23-FDF85FEE05FB}" dt="2025-04-20T16:16:55.028" v="1075" actId="113"/>
          <ac:spMkLst>
            <pc:docMk/>
            <pc:sldMk cId="2367421114" sldId="544"/>
            <ac:spMk id="2" creationId="{1BD7219A-565B-0364-D1A6-A395C00C8AC1}"/>
          </ac:spMkLst>
        </pc:spChg>
        <pc:spChg chg="mod">
          <ac:chgData name="Mohammed Fasha" userId="cc64f42d-a1a6-4f08-b97b-0c37f877119f" providerId="ADAL" clId="{8DFC6787-4569-4AEF-BB23-FDF85FEE05FB}" dt="2025-04-20T16:16:51.516" v="1070" actId="21"/>
          <ac:spMkLst>
            <pc:docMk/>
            <pc:sldMk cId="2367421114" sldId="544"/>
            <ac:spMk id="3" creationId="{B1CA823B-EFCF-52EE-7B6D-C87B19D4D1AD}"/>
          </ac:spMkLst>
        </pc:spChg>
      </pc:sldChg>
      <pc:sldChg chg="modSp add mod">
        <pc:chgData name="Mohammed Fasha" userId="cc64f42d-a1a6-4f08-b97b-0c37f877119f" providerId="ADAL" clId="{8DFC6787-4569-4AEF-BB23-FDF85FEE05FB}" dt="2025-04-20T16:17:18.178" v="1083" actId="179"/>
        <pc:sldMkLst>
          <pc:docMk/>
          <pc:sldMk cId="2873219672" sldId="545"/>
        </pc:sldMkLst>
        <pc:spChg chg="mod">
          <ac:chgData name="Mohammed Fasha" userId="cc64f42d-a1a6-4f08-b97b-0c37f877119f" providerId="ADAL" clId="{8DFC6787-4569-4AEF-BB23-FDF85FEE05FB}" dt="2025-04-20T16:17:10.405" v="1082" actId="113"/>
          <ac:spMkLst>
            <pc:docMk/>
            <pc:sldMk cId="2873219672" sldId="545"/>
            <ac:spMk id="2" creationId="{177838D7-20A2-18DE-4C40-55154AB01259}"/>
          </ac:spMkLst>
        </pc:spChg>
        <pc:spChg chg="mod">
          <ac:chgData name="Mohammed Fasha" userId="cc64f42d-a1a6-4f08-b97b-0c37f877119f" providerId="ADAL" clId="{8DFC6787-4569-4AEF-BB23-FDF85FEE05FB}" dt="2025-04-20T16:17:18.178" v="1083" actId="179"/>
          <ac:spMkLst>
            <pc:docMk/>
            <pc:sldMk cId="2873219672" sldId="545"/>
            <ac:spMk id="3" creationId="{3506EBC8-A8EF-0FFA-8A82-7C36F13B9B3A}"/>
          </ac:spMkLst>
        </pc:spChg>
      </pc:sldChg>
      <pc:sldChg chg="addSp delSp modSp add mod">
        <pc:chgData name="Mohammed Fasha" userId="cc64f42d-a1a6-4f08-b97b-0c37f877119f" providerId="ADAL" clId="{8DFC6787-4569-4AEF-BB23-FDF85FEE05FB}" dt="2025-04-20T16:17:57.898" v="1093" actId="14734"/>
        <pc:sldMkLst>
          <pc:docMk/>
          <pc:sldMk cId="3251816614" sldId="546"/>
        </pc:sldMkLst>
        <pc:spChg chg="mod">
          <ac:chgData name="Mohammed Fasha" userId="cc64f42d-a1a6-4f08-b97b-0c37f877119f" providerId="ADAL" clId="{8DFC6787-4569-4AEF-BB23-FDF85FEE05FB}" dt="2025-04-20T16:17:31.786" v="1084"/>
          <ac:spMkLst>
            <pc:docMk/>
            <pc:sldMk cId="3251816614" sldId="546"/>
            <ac:spMk id="2" creationId="{00B56891-AA74-F48F-1FC4-667A2169FCEE}"/>
          </ac:spMkLst>
        </pc:spChg>
        <pc:spChg chg="del">
          <ac:chgData name="Mohammed Fasha" userId="cc64f42d-a1a6-4f08-b97b-0c37f877119f" providerId="ADAL" clId="{8DFC6787-4569-4AEF-BB23-FDF85FEE05FB}" dt="2025-04-20T16:17:37.321" v="1085"/>
          <ac:spMkLst>
            <pc:docMk/>
            <pc:sldMk cId="3251816614" sldId="546"/>
            <ac:spMk id="3" creationId="{3015FAE3-7D05-131D-9A01-DDF32643FD74}"/>
          </ac:spMkLst>
        </pc:spChg>
        <pc:graphicFrameChg chg="add mod modGraphic">
          <ac:chgData name="Mohammed Fasha" userId="cc64f42d-a1a6-4f08-b97b-0c37f877119f" providerId="ADAL" clId="{8DFC6787-4569-4AEF-BB23-FDF85FEE05FB}" dt="2025-04-20T16:17:57.898" v="1093" actId="14734"/>
          <ac:graphicFrameMkLst>
            <pc:docMk/>
            <pc:sldMk cId="3251816614" sldId="546"/>
            <ac:graphicFrameMk id="4" creationId="{09D2270A-56BB-6025-22B0-054C374A88CB}"/>
          </ac:graphicFrameMkLst>
        </pc:graphicFrameChg>
      </pc:sldChg>
      <pc:sldChg chg="modSp add mod">
        <pc:chgData name="Mohammed Fasha" userId="cc64f42d-a1a6-4f08-b97b-0c37f877119f" providerId="ADAL" clId="{8DFC6787-4569-4AEF-BB23-FDF85FEE05FB}" dt="2025-04-20T16:18:43.787" v="1104" actId="179"/>
        <pc:sldMkLst>
          <pc:docMk/>
          <pc:sldMk cId="911742515" sldId="547"/>
        </pc:sldMkLst>
        <pc:spChg chg="mod">
          <ac:chgData name="Mohammed Fasha" userId="cc64f42d-a1a6-4f08-b97b-0c37f877119f" providerId="ADAL" clId="{8DFC6787-4569-4AEF-BB23-FDF85FEE05FB}" dt="2025-04-20T16:18:39.264" v="1103" actId="113"/>
          <ac:spMkLst>
            <pc:docMk/>
            <pc:sldMk cId="911742515" sldId="547"/>
            <ac:spMk id="2" creationId="{CE1309BF-3268-C9E5-17FA-93C35BF763A0}"/>
          </ac:spMkLst>
        </pc:spChg>
        <pc:spChg chg="mod">
          <ac:chgData name="Mohammed Fasha" userId="cc64f42d-a1a6-4f08-b97b-0c37f877119f" providerId="ADAL" clId="{8DFC6787-4569-4AEF-BB23-FDF85FEE05FB}" dt="2025-04-20T16:18:43.787" v="1104" actId="179"/>
          <ac:spMkLst>
            <pc:docMk/>
            <pc:sldMk cId="911742515" sldId="547"/>
            <ac:spMk id="3" creationId="{8DCB0AD6-F8A2-7AD2-CE9E-8ACC5C709189}"/>
          </ac:spMkLst>
        </pc:spChg>
      </pc:sldChg>
      <pc:sldChg chg="addSp delSp modSp new mod modClrScheme chgLayout">
        <pc:chgData name="Mohammed Fasha" userId="cc64f42d-a1a6-4f08-b97b-0c37f877119f" providerId="ADAL" clId="{8DFC6787-4569-4AEF-BB23-FDF85FEE05FB}" dt="2025-04-20T16:18:25.861" v="1096"/>
        <pc:sldMkLst>
          <pc:docMk/>
          <pc:sldMk cId="4271525347" sldId="548"/>
        </pc:sldMkLst>
        <pc:spChg chg="del mod ord">
          <ac:chgData name="Mohammed Fasha" userId="cc64f42d-a1a6-4f08-b97b-0c37f877119f" providerId="ADAL" clId="{8DFC6787-4569-4AEF-BB23-FDF85FEE05FB}" dt="2025-04-20T16:18:24.844" v="1095" actId="700"/>
          <ac:spMkLst>
            <pc:docMk/>
            <pc:sldMk cId="4271525347" sldId="548"/>
            <ac:spMk id="2" creationId="{54671B73-E217-393A-ADA0-1C309A1406ED}"/>
          </ac:spMkLst>
        </pc:spChg>
        <pc:spChg chg="del mod ord">
          <ac:chgData name="Mohammed Fasha" userId="cc64f42d-a1a6-4f08-b97b-0c37f877119f" providerId="ADAL" clId="{8DFC6787-4569-4AEF-BB23-FDF85FEE05FB}" dt="2025-04-20T16:18:24.844" v="1095" actId="700"/>
          <ac:spMkLst>
            <pc:docMk/>
            <pc:sldMk cId="4271525347" sldId="548"/>
            <ac:spMk id="3" creationId="{F682A2BD-2BD9-3C59-15C7-614EF54AF11C}"/>
          </ac:spMkLst>
        </pc:spChg>
        <pc:spChg chg="add mod ord">
          <ac:chgData name="Mohammed Fasha" userId="cc64f42d-a1a6-4f08-b97b-0c37f877119f" providerId="ADAL" clId="{8DFC6787-4569-4AEF-BB23-FDF85FEE05FB}" dt="2025-04-20T16:18:25.861" v="1096"/>
          <ac:spMkLst>
            <pc:docMk/>
            <pc:sldMk cId="4271525347" sldId="548"/>
            <ac:spMk id="4" creationId="{1CC20D07-049B-3CA8-2024-7EFEE66520CC}"/>
          </ac:spMkLst>
        </pc:spChg>
        <pc:spChg chg="add mod ord">
          <ac:chgData name="Mohammed Fasha" userId="cc64f42d-a1a6-4f08-b97b-0c37f877119f" providerId="ADAL" clId="{8DFC6787-4569-4AEF-BB23-FDF85FEE05FB}" dt="2025-04-20T16:18:24.844" v="1095" actId="700"/>
          <ac:spMkLst>
            <pc:docMk/>
            <pc:sldMk cId="4271525347" sldId="548"/>
            <ac:spMk id="5" creationId="{E28F8395-4487-BB5E-260B-942B3E07EE44}"/>
          </ac:spMkLst>
        </pc:spChg>
      </pc:sldChg>
      <pc:sldChg chg="addSp delSp modSp new mod">
        <pc:chgData name="Mohammed Fasha" userId="cc64f42d-a1a6-4f08-b97b-0c37f877119f" providerId="ADAL" clId="{8DFC6787-4569-4AEF-BB23-FDF85FEE05FB}" dt="2025-04-20T16:19:18.883" v="1127"/>
        <pc:sldMkLst>
          <pc:docMk/>
          <pc:sldMk cId="3792898422" sldId="549"/>
        </pc:sldMkLst>
        <pc:spChg chg="mod">
          <ac:chgData name="Mohammed Fasha" userId="cc64f42d-a1a6-4f08-b97b-0c37f877119f" providerId="ADAL" clId="{8DFC6787-4569-4AEF-BB23-FDF85FEE05FB}" dt="2025-04-20T16:19:18.883" v="1127"/>
          <ac:spMkLst>
            <pc:docMk/>
            <pc:sldMk cId="3792898422" sldId="549"/>
            <ac:spMk id="2" creationId="{8530B7F1-14F3-FBFD-5B77-11C2E7912C63}"/>
          </ac:spMkLst>
        </pc:spChg>
        <pc:spChg chg="del">
          <ac:chgData name="Mohammed Fasha" userId="cc64f42d-a1a6-4f08-b97b-0c37f877119f" providerId="ADAL" clId="{8DFC6787-4569-4AEF-BB23-FDF85FEE05FB}" dt="2025-04-20T16:19:02.022" v="1121"/>
          <ac:spMkLst>
            <pc:docMk/>
            <pc:sldMk cId="3792898422" sldId="549"/>
            <ac:spMk id="3" creationId="{2E5B50F0-0B3B-0E18-F149-2E7D6BBB1E9C}"/>
          </ac:spMkLst>
        </pc:spChg>
        <pc:graphicFrameChg chg="add mod modGraphic">
          <ac:chgData name="Mohammed Fasha" userId="cc64f42d-a1a6-4f08-b97b-0c37f877119f" providerId="ADAL" clId="{8DFC6787-4569-4AEF-BB23-FDF85FEE05FB}" dt="2025-04-20T16:19:13.989" v="1126" actId="207"/>
          <ac:graphicFrameMkLst>
            <pc:docMk/>
            <pc:sldMk cId="3792898422" sldId="549"/>
            <ac:graphicFrameMk id="4" creationId="{23784DCA-38B3-2B08-C761-B38A9BE7C30C}"/>
          </ac:graphicFrameMkLst>
        </pc:graphicFrameChg>
      </pc:sldChg>
      <pc:sldChg chg="modSp new mod">
        <pc:chgData name="Mohammed Fasha" userId="cc64f42d-a1a6-4f08-b97b-0c37f877119f" providerId="ADAL" clId="{8DFC6787-4569-4AEF-BB23-FDF85FEE05FB}" dt="2025-04-20T16:19:35.376" v="1129"/>
        <pc:sldMkLst>
          <pc:docMk/>
          <pc:sldMk cId="1904661062" sldId="550"/>
        </pc:sldMkLst>
        <pc:spChg chg="mod">
          <ac:chgData name="Mohammed Fasha" userId="cc64f42d-a1a6-4f08-b97b-0c37f877119f" providerId="ADAL" clId="{8DFC6787-4569-4AEF-BB23-FDF85FEE05FB}" dt="2025-04-20T16:19:35.376" v="1129"/>
          <ac:spMkLst>
            <pc:docMk/>
            <pc:sldMk cId="1904661062" sldId="550"/>
            <ac:spMk id="2" creationId="{B70E7044-C734-6DCA-70DC-41BF59B09FFA}"/>
          </ac:spMkLst>
        </pc:spChg>
        <pc:spChg chg="mod">
          <ac:chgData name="Mohammed Fasha" userId="cc64f42d-a1a6-4f08-b97b-0c37f877119f" providerId="ADAL" clId="{8DFC6787-4569-4AEF-BB23-FDF85FEE05FB}" dt="2025-04-20T16:19:25.441" v="1128"/>
          <ac:spMkLst>
            <pc:docMk/>
            <pc:sldMk cId="1904661062" sldId="550"/>
            <ac:spMk id="3" creationId="{3931397A-7788-D1BD-366C-19C0F6CB7739}"/>
          </ac:spMkLst>
        </pc:spChg>
      </pc:sldChg>
      <pc:sldChg chg="modSp new mod">
        <pc:chgData name="Mohammed Fasha" userId="cc64f42d-a1a6-4f08-b97b-0c37f877119f" providerId="ADAL" clId="{8DFC6787-4569-4AEF-BB23-FDF85FEE05FB}" dt="2025-04-20T16:19:52.075" v="1131"/>
        <pc:sldMkLst>
          <pc:docMk/>
          <pc:sldMk cId="1778249791" sldId="551"/>
        </pc:sldMkLst>
        <pc:spChg chg="mod">
          <ac:chgData name="Mohammed Fasha" userId="cc64f42d-a1a6-4f08-b97b-0c37f877119f" providerId="ADAL" clId="{8DFC6787-4569-4AEF-BB23-FDF85FEE05FB}" dt="2025-04-20T16:19:52.075" v="1131"/>
          <ac:spMkLst>
            <pc:docMk/>
            <pc:sldMk cId="1778249791" sldId="551"/>
            <ac:spMk id="2" creationId="{B66C7229-851A-8EA1-4281-2708CB34D225}"/>
          </ac:spMkLst>
        </pc:spChg>
        <pc:spChg chg="mod">
          <ac:chgData name="Mohammed Fasha" userId="cc64f42d-a1a6-4f08-b97b-0c37f877119f" providerId="ADAL" clId="{8DFC6787-4569-4AEF-BB23-FDF85FEE05FB}" dt="2025-04-20T16:19:43.120" v="1130"/>
          <ac:spMkLst>
            <pc:docMk/>
            <pc:sldMk cId="1778249791" sldId="551"/>
            <ac:spMk id="3" creationId="{81ECA7CD-91EE-5722-4174-C950F2B8D0A8}"/>
          </ac:spMkLst>
        </pc:spChg>
      </pc:sldChg>
      <pc:sldChg chg="modSp new mod">
        <pc:chgData name="Mohammed Fasha" userId="cc64f42d-a1a6-4f08-b97b-0c37f877119f" providerId="ADAL" clId="{8DFC6787-4569-4AEF-BB23-FDF85FEE05FB}" dt="2025-04-20T16:20:10.111" v="1138" actId="14100"/>
        <pc:sldMkLst>
          <pc:docMk/>
          <pc:sldMk cId="3613121118" sldId="552"/>
        </pc:sldMkLst>
        <pc:spChg chg="mod">
          <ac:chgData name="Mohammed Fasha" userId="cc64f42d-a1a6-4f08-b97b-0c37f877119f" providerId="ADAL" clId="{8DFC6787-4569-4AEF-BB23-FDF85FEE05FB}" dt="2025-04-20T16:20:06.678" v="1137" actId="113"/>
          <ac:spMkLst>
            <pc:docMk/>
            <pc:sldMk cId="3613121118" sldId="552"/>
            <ac:spMk id="2" creationId="{D544B22A-1CA7-B3BA-DDCB-672BC9A698B7}"/>
          </ac:spMkLst>
        </pc:spChg>
        <pc:spChg chg="mod">
          <ac:chgData name="Mohammed Fasha" userId="cc64f42d-a1a6-4f08-b97b-0c37f877119f" providerId="ADAL" clId="{8DFC6787-4569-4AEF-BB23-FDF85FEE05FB}" dt="2025-04-20T16:20:10.111" v="1138" actId="14100"/>
          <ac:spMkLst>
            <pc:docMk/>
            <pc:sldMk cId="3613121118" sldId="552"/>
            <ac:spMk id="3" creationId="{C08BBBCF-DECF-94E6-0D26-5AFDEA6C3095}"/>
          </ac:spMkLst>
        </pc:spChg>
      </pc:sldChg>
      <pc:sldChg chg="modSp new mod">
        <pc:chgData name="Mohammed Fasha" userId="cc64f42d-a1a6-4f08-b97b-0c37f877119f" providerId="ADAL" clId="{8DFC6787-4569-4AEF-BB23-FDF85FEE05FB}" dt="2025-04-20T16:20:32.869" v="1147" actId="113"/>
        <pc:sldMkLst>
          <pc:docMk/>
          <pc:sldMk cId="1591255543" sldId="553"/>
        </pc:sldMkLst>
        <pc:spChg chg="mod">
          <ac:chgData name="Mohammed Fasha" userId="cc64f42d-a1a6-4f08-b97b-0c37f877119f" providerId="ADAL" clId="{8DFC6787-4569-4AEF-BB23-FDF85FEE05FB}" dt="2025-04-20T16:20:32.869" v="1147" actId="113"/>
          <ac:spMkLst>
            <pc:docMk/>
            <pc:sldMk cId="1591255543" sldId="553"/>
            <ac:spMk id="2" creationId="{7FC1762F-5818-13F4-CE1D-5FF01A43F4CA}"/>
          </ac:spMkLst>
        </pc:spChg>
        <pc:spChg chg="mod">
          <ac:chgData name="Mohammed Fasha" userId="cc64f42d-a1a6-4f08-b97b-0c37f877119f" providerId="ADAL" clId="{8DFC6787-4569-4AEF-BB23-FDF85FEE05FB}" dt="2025-04-20T16:20:25.978" v="1140" actId="21"/>
          <ac:spMkLst>
            <pc:docMk/>
            <pc:sldMk cId="1591255543" sldId="553"/>
            <ac:spMk id="3" creationId="{8BEDF79E-A50F-D475-FE47-442C2C6614AD}"/>
          </ac:spMkLst>
        </pc:spChg>
      </pc:sldChg>
      <pc:sldChg chg="addSp delSp modSp new mod">
        <pc:chgData name="Mohammed Fasha" userId="cc64f42d-a1a6-4f08-b97b-0c37f877119f" providerId="ADAL" clId="{8DFC6787-4569-4AEF-BB23-FDF85FEE05FB}" dt="2025-04-20T16:21:05.688" v="1156" actId="207"/>
        <pc:sldMkLst>
          <pc:docMk/>
          <pc:sldMk cId="1163823271" sldId="554"/>
        </pc:sldMkLst>
        <pc:spChg chg="mod">
          <ac:chgData name="Mohammed Fasha" userId="cc64f42d-a1a6-4f08-b97b-0c37f877119f" providerId="ADAL" clId="{8DFC6787-4569-4AEF-BB23-FDF85FEE05FB}" dt="2025-04-20T16:20:47.318" v="1150"/>
          <ac:spMkLst>
            <pc:docMk/>
            <pc:sldMk cId="1163823271" sldId="554"/>
            <ac:spMk id="2" creationId="{980D4609-B10A-1D2D-7989-2A2D7BBE9B42}"/>
          </ac:spMkLst>
        </pc:spChg>
        <pc:spChg chg="del mod">
          <ac:chgData name="Mohammed Fasha" userId="cc64f42d-a1a6-4f08-b97b-0c37f877119f" providerId="ADAL" clId="{8DFC6787-4569-4AEF-BB23-FDF85FEE05FB}" dt="2025-04-20T16:20:51.855" v="1151"/>
          <ac:spMkLst>
            <pc:docMk/>
            <pc:sldMk cId="1163823271" sldId="554"/>
            <ac:spMk id="3" creationId="{906EC915-6DE6-4A63-FBCC-843B5B454811}"/>
          </ac:spMkLst>
        </pc:spChg>
        <pc:graphicFrameChg chg="add mod modGraphic">
          <ac:chgData name="Mohammed Fasha" userId="cc64f42d-a1a6-4f08-b97b-0c37f877119f" providerId="ADAL" clId="{8DFC6787-4569-4AEF-BB23-FDF85FEE05FB}" dt="2025-04-20T16:21:05.688" v="1156" actId="207"/>
          <ac:graphicFrameMkLst>
            <pc:docMk/>
            <pc:sldMk cId="1163823271" sldId="554"/>
            <ac:graphicFrameMk id="4" creationId="{12750FDE-A73F-F19F-19CA-43E01D9D1185}"/>
          </ac:graphicFrameMkLst>
        </pc:graphicFrameChg>
      </pc:sldChg>
      <pc:sldChg chg="addSp delSp modSp new mod">
        <pc:chgData name="Mohammed Fasha" userId="cc64f42d-a1a6-4f08-b97b-0c37f877119f" providerId="ADAL" clId="{8DFC6787-4569-4AEF-BB23-FDF85FEE05FB}" dt="2025-04-20T16:21:32.846" v="1167" actId="113"/>
        <pc:sldMkLst>
          <pc:docMk/>
          <pc:sldMk cId="2123342641" sldId="555"/>
        </pc:sldMkLst>
        <pc:spChg chg="mod">
          <ac:chgData name="Mohammed Fasha" userId="cc64f42d-a1a6-4f08-b97b-0c37f877119f" providerId="ADAL" clId="{8DFC6787-4569-4AEF-BB23-FDF85FEE05FB}" dt="2025-04-20T16:21:32.846" v="1167" actId="113"/>
          <ac:spMkLst>
            <pc:docMk/>
            <pc:sldMk cId="2123342641" sldId="555"/>
            <ac:spMk id="2" creationId="{83950DEA-F978-30DF-0F7B-8EF0CB490E4E}"/>
          </ac:spMkLst>
        </pc:spChg>
        <pc:spChg chg="add del mod">
          <ac:chgData name="Mohammed Fasha" userId="cc64f42d-a1a6-4f08-b97b-0c37f877119f" providerId="ADAL" clId="{8DFC6787-4569-4AEF-BB23-FDF85FEE05FB}" dt="2025-04-20T16:21:28.055" v="1160" actId="21"/>
          <ac:spMkLst>
            <pc:docMk/>
            <pc:sldMk cId="2123342641" sldId="555"/>
            <ac:spMk id="3" creationId="{73C2FFE0-8C61-B37F-A4AB-589694E5ACEE}"/>
          </ac:spMkLst>
        </pc:spChg>
        <pc:spChg chg="add mod">
          <ac:chgData name="Mohammed Fasha" userId="cc64f42d-a1a6-4f08-b97b-0c37f877119f" providerId="ADAL" clId="{8DFC6787-4569-4AEF-BB23-FDF85FEE05FB}" dt="2025-04-20T16:21:17.991" v="1158"/>
          <ac:spMkLst>
            <pc:docMk/>
            <pc:sldMk cId="2123342641" sldId="555"/>
            <ac:spMk id="4" creationId="{19749544-16C2-75AE-494D-AC5B93BD942D}"/>
          </ac:spMkLst>
        </pc:spChg>
      </pc:sldChg>
      <pc:sldChg chg="modSp new mod">
        <pc:chgData name="Mohammed Fasha" userId="cc64f42d-a1a6-4f08-b97b-0c37f877119f" providerId="ADAL" clId="{8DFC6787-4569-4AEF-BB23-FDF85FEE05FB}" dt="2025-04-20T16:30:48.827" v="1257" actId="113"/>
        <pc:sldMkLst>
          <pc:docMk/>
          <pc:sldMk cId="369462326" sldId="556"/>
        </pc:sldMkLst>
        <pc:spChg chg="mod">
          <ac:chgData name="Mohammed Fasha" userId="cc64f42d-a1a6-4f08-b97b-0c37f877119f" providerId="ADAL" clId="{8DFC6787-4569-4AEF-BB23-FDF85FEE05FB}" dt="2025-04-20T16:30:48.827" v="1257" actId="113"/>
          <ac:spMkLst>
            <pc:docMk/>
            <pc:sldMk cId="369462326" sldId="556"/>
            <ac:spMk id="2" creationId="{E51B2151-8E09-9592-09BB-503F7F53054F}"/>
          </ac:spMkLst>
        </pc:spChg>
        <pc:spChg chg="mod">
          <ac:chgData name="Mohammed Fasha" userId="cc64f42d-a1a6-4f08-b97b-0c37f877119f" providerId="ADAL" clId="{8DFC6787-4569-4AEF-BB23-FDF85FEE05FB}" dt="2025-04-20T16:30:45.306" v="1252" actId="21"/>
          <ac:spMkLst>
            <pc:docMk/>
            <pc:sldMk cId="369462326" sldId="556"/>
            <ac:spMk id="3" creationId="{5D4B651C-37BB-C62F-4859-7737D4128910}"/>
          </ac:spMkLst>
        </pc:spChg>
      </pc:sldChg>
      <pc:sldChg chg="modSp new mod">
        <pc:chgData name="Mohammed Fasha" userId="cc64f42d-a1a6-4f08-b97b-0c37f877119f" providerId="ADAL" clId="{8DFC6787-4569-4AEF-BB23-FDF85FEE05FB}" dt="2025-04-20T16:31:01.135" v="1264" actId="113"/>
        <pc:sldMkLst>
          <pc:docMk/>
          <pc:sldMk cId="1059666236" sldId="557"/>
        </pc:sldMkLst>
        <pc:spChg chg="mod">
          <ac:chgData name="Mohammed Fasha" userId="cc64f42d-a1a6-4f08-b97b-0c37f877119f" providerId="ADAL" clId="{8DFC6787-4569-4AEF-BB23-FDF85FEE05FB}" dt="2025-04-20T16:31:01.135" v="1264" actId="113"/>
          <ac:spMkLst>
            <pc:docMk/>
            <pc:sldMk cId="1059666236" sldId="557"/>
            <ac:spMk id="2" creationId="{B670E45C-0F4F-6A40-4C72-3410D4312122}"/>
          </ac:spMkLst>
        </pc:spChg>
        <pc:spChg chg="mod">
          <ac:chgData name="Mohammed Fasha" userId="cc64f42d-a1a6-4f08-b97b-0c37f877119f" providerId="ADAL" clId="{8DFC6787-4569-4AEF-BB23-FDF85FEE05FB}" dt="2025-04-20T16:30:57.441" v="1259" actId="21"/>
          <ac:spMkLst>
            <pc:docMk/>
            <pc:sldMk cId="1059666236" sldId="557"/>
            <ac:spMk id="3" creationId="{298434D0-EFA2-10B0-0D1A-127391D1DE46}"/>
          </ac:spMkLst>
        </pc:spChg>
      </pc:sldChg>
      <pc:sldChg chg="addSp delSp modSp new mod">
        <pc:chgData name="Mohammed Fasha" userId="cc64f42d-a1a6-4f08-b97b-0c37f877119f" providerId="ADAL" clId="{8DFC6787-4569-4AEF-BB23-FDF85FEE05FB}" dt="2025-04-20T16:31:40.789" v="1276" actId="1076"/>
        <pc:sldMkLst>
          <pc:docMk/>
          <pc:sldMk cId="880183050" sldId="558"/>
        </pc:sldMkLst>
        <pc:spChg chg="mod">
          <ac:chgData name="Mohammed Fasha" userId="cc64f42d-a1a6-4f08-b97b-0c37f877119f" providerId="ADAL" clId="{8DFC6787-4569-4AEF-BB23-FDF85FEE05FB}" dt="2025-04-20T16:31:08.312" v="1265"/>
          <ac:spMkLst>
            <pc:docMk/>
            <pc:sldMk cId="880183050" sldId="558"/>
            <ac:spMk id="2" creationId="{88810EBD-84C1-9DDA-4F6F-D6980AFEDF57}"/>
          </ac:spMkLst>
        </pc:spChg>
        <pc:spChg chg="del">
          <ac:chgData name="Mohammed Fasha" userId="cc64f42d-a1a6-4f08-b97b-0c37f877119f" providerId="ADAL" clId="{8DFC6787-4569-4AEF-BB23-FDF85FEE05FB}" dt="2025-04-20T16:31:13.944" v="1266"/>
          <ac:spMkLst>
            <pc:docMk/>
            <pc:sldMk cId="880183050" sldId="558"/>
            <ac:spMk id="3" creationId="{CAF69739-9647-F676-9656-572121BD5DF3}"/>
          </ac:spMkLst>
        </pc:spChg>
        <pc:graphicFrameChg chg="add mod modGraphic">
          <ac:chgData name="Mohammed Fasha" userId="cc64f42d-a1a6-4f08-b97b-0c37f877119f" providerId="ADAL" clId="{8DFC6787-4569-4AEF-BB23-FDF85FEE05FB}" dt="2025-04-20T16:31:40.789" v="1276" actId="1076"/>
          <ac:graphicFrameMkLst>
            <pc:docMk/>
            <pc:sldMk cId="880183050" sldId="558"/>
            <ac:graphicFrameMk id="4" creationId="{7BA51BA0-5C76-EDD2-6206-D20B9ECBEFC7}"/>
          </ac:graphicFrameMkLst>
        </pc:graphicFrameChg>
      </pc:sldChg>
      <pc:sldChg chg="modSp new mod">
        <pc:chgData name="Mohammed Fasha" userId="cc64f42d-a1a6-4f08-b97b-0c37f877119f" providerId="ADAL" clId="{8DFC6787-4569-4AEF-BB23-FDF85FEE05FB}" dt="2025-04-20T16:31:53.875" v="1278"/>
        <pc:sldMkLst>
          <pc:docMk/>
          <pc:sldMk cId="3113957299" sldId="559"/>
        </pc:sldMkLst>
        <pc:spChg chg="mod">
          <ac:chgData name="Mohammed Fasha" userId="cc64f42d-a1a6-4f08-b97b-0c37f877119f" providerId="ADAL" clId="{8DFC6787-4569-4AEF-BB23-FDF85FEE05FB}" dt="2025-04-20T16:31:53.875" v="1278"/>
          <ac:spMkLst>
            <pc:docMk/>
            <pc:sldMk cId="3113957299" sldId="559"/>
            <ac:spMk id="2" creationId="{A625D598-3061-F1E2-2E09-21E68A47440F}"/>
          </ac:spMkLst>
        </pc:spChg>
        <pc:spChg chg="mod">
          <ac:chgData name="Mohammed Fasha" userId="cc64f42d-a1a6-4f08-b97b-0c37f877119f" providerId="ADAL" clId="{8DFC6787-4569-4AEF-BB23-FDF85FEE05FB}" dt="2025-04-20T16:31:49.058" v="1277"/>
          <ac:spMkLst>
            <pc:docMk/>
            <pc:sldMk cId="3113957299" sldId="559"/>
            <ac:spMk id="3" creationId="{1A56C2B4-2D7E-D580-361E-CAF6480A3BAB}"/>
          </ac:spMkLst>
        </pc:spChg>
      </pc:sldChg>
      <pc:sldChg chg="modSp new mod">
        <pc:chgData name="Mohammed Fasha" userId="cc64f42d-a1a6-4f08-b97b-0c37f877119f" providerId="ADAL" clId="{8DFC6787-4569-4AEF-BB23-FDF85FEE05FB}" dt="2025-04-20T16:32:06.044" v="1280"/>
        <pc:sldMkLst>
          <pc:docMk/>
          <pc:sldMk cId="1318437956" sldId="560"/>
        </pc:sldMkLst>
        <pc:spChg chg="mod">
          <ac:chgData name="Mohammed Fasha" userId="cc64f42d-a1a6-4f08-b97b-0c37f877119f" providerId="ADAL" clId="{8DFC6787-4569-4AEF-BB23-FDF85FEE05FB}" dt="2025-04-20T16:32:06.044" v="1280"/>
          <ac:spMkLst>
            <pc:docMk/>
            <pc:sldMk cId="1318437956" sldId="560"/>
            <ac:spMk id="2" creationId="{8FD3F24D-C2CB-AC76-ACDA-EFBB25C1F58E}"/>
          </ac:spMkLst>
        </pc:spChg>
        <pc:spChg chg="mod">
          <ac:chgData name="Mohammed Fasha" userId="cc64f42d-a1a6-4f08-b97b-0c37f877119f" providerId="ADAL" clId="{8DFC6787-4569-4AEF-BB23-FDF85FEE05FB}" dt="2025-04-20T16:32:00.462" v="1279"/>
          <ac:spMkLst>
            <pc:docMk/>
            <pc:sldMk cId="1318437956" sldId="560"/>
            <ac:spMk id="3" creationId="{673D1EE1-2197-35B0-A405-8D13FBCC1244}"/>
          </ac:spMkLst>
        </pc:spChg>
      </pc:sldChg>
      <pc:sldChg chg="modSp new mod">
        <pc:chgData name="Mohammed Fasha" userId="cc64f42d-a1a6-4f08-b97b-0c37f877119f" providerId="ADAL" clId="{8DFC6787-4569-4AEF-BB23-FDF85FEE05FB}" dt="2025-04-20T16:32:19.594" v="1282"/>
        <pc:sldMkLst>
          <pc:docMk/>
          <pc:sldMk cId="3428783325" sldId="561"/>
        </pc:sldMkLst>
        <pc:spChg chg="mod">
          <ac:chgData name="Mohammed Fasha" userId="cc64f42d-a1a6-4f08-b97b-0c37f877119f" providerId="ADAL" clId="{8DFC6787-4569-4AEF-BB23-FDF85FEE05FB}" dt="2025-04-20T16:32:19.594" v="1282"/>
          <ac:spMkLst>
            <pc:docMk/>
            <pc:sldMk cId="3428783325" sldId="561"/>
            <ac:spMk id="2" creationId="{5CB8BA54-945F-1D42-7118-284F2B315D91}"/>
          </ac:spMkLst>
        </pc:spChg>
        <pc:spChg chg="mod">
          <ac:chgData name="Mohammed Fasha" userId="cc64f42d-a1a6-4f08-b97b-0c37f877119f" providerId="ADAL" clId="{8DFC6787-4569-4AEF-BB23-FDF85FEE05FB}" dt="2025-04-20T16:32:12.697" v="1281"/>
          <ac:spMkLst>
            <pc:docMk/>
            <pc:sldMk cId="3428783325" sldId="561"/>
            <ac:spMk id="3" creationId="{853D8809-DD8C-D409-4749-7973F58CB9F9}"/>
          </ac:spMkLst>
        </pc:spChg>
      </pc:sldChg>
      <pc:sldChg chg="modSp new mod">
        <pc:chgData name="Mohammed Fasha" userId="cc64f42d-a1a6-4f08-b97b-0c37f877119f" providerId="ADAL" clId="{8DFC6787-4569-4AEF-BB23-FDF85FEE05FB}" dt="2025-04-20T16:32:31.655" v="1284"/>
        <pc:sldMkLst>
          <pc:docMk/>
          <pc:sldMk cId="2026840369" sldId="562"/>
        </pc:sldMkLst>
        <pc:spChg chg="mod">
          <ac:chgData name="Mohammed Fasha" userId="cc64f42d-a1a6-4f08-b97b-0c37f877119f" providerId="ADAL" clId="{8DFC6787-4569-4AEF-BB23-FDF85FEE05FB}" dt="2025-04-20T16:32:31.655" v="1284"/>
          <ac:spMkLst>
            <pc:docMk/>
            <pc:sldMk cId="2026840369" sldId="562"/>
            <ac:spMk id="2" creationId="{A9B6D353-619E-E4CA-715E-5BA48A217D7D}"/>
          </ac:spMkLst>
        </pc:spChg>
        <pc:spChg chg="mod">
          <ac:chgData name="Mohammed Fasha" userId="cc64f42d-a1a6-4f08-b97b-0c37f877119f" providerId="ADAL" clId="{8DFC6787-4569-4AEF-BB23-FDF85FEE05FB}" dt="2025-04-20T16:32:26.051" v="1283"/>
          <ac:spMkLst>
            <pc:docMk/>
            <pc:sldMk cId="2026840369" sldId="562"/>
            <ac:spMk id="3" creationId="{0DFF4ABB-D621-AFCC-44B1-ADD467B27876}"/>
          </ac:spMkLst>
        </pc:spChg>
      </pc:sldChg>
      <pc:sldChg chg="addSp delSp modSp new mod">
        <pc:chgData name="Mohammed Fasha" userId="cc64f42d-a1a6-4f08-b97b-0c37f877119f" providerId="ADAL" clId="{8DFC6787-4569-4AEF-BB23-FDF85FEE05FB}" dt="2025-04-20T16:52:22.169" v="1303" actId="14734"/>
        <pc:sldMkLst>
          <pc:docMk/>
          <pc:sldMk cId="111678867" sldId="563"/>
        </pc:sldMkLst>
        <pc:spChg chg="mod">
          <ac:chgData name="Mohammed Fasha" userId="cc64f42d-a1a6-4f08-b97b-0c37f877119f" providerId="ADAL" clId="{8DFC6787-4569-4AEF-BB23-FDF85FEE05FB}" dt="2025-04-20T16:32:39.708" v="1285"/>
          <ac:spMkLst>
            <pc:docMk/>
            <pc:sldMk cId="111678867" sldId="563"/>
            <ac:spMk id="2" creationId="{06EB5DC8-2E6D-FF77-7DD5-943BBA1FA01E}"/>
          </ac:spMkLst>
        </pc:spChg>
        <pc:spChg chg="del">
          <ac:chgData name="Mohammed Fasha" userId="cc64f42d-a1a6-4f08-b97b-0c37f877119f" providerId="ADAL" clId="{8DFC6787-4569-4AEF-BB23-FDF85FEE05FB}" dt="2025-04-20T16:32:43.067" v="1286"/>
          <ac:spMkLst>
            <pc:docMk/>
            <pc:sldMk cId="111678867" sldId="563"/>
            <ac:spMk id="3" creationId="{F1BCFA5F-0A48-F408-E08A-D06D2FDAC0B0}"/>
          </ac:spMkLst>
        </pc:spChg>
        <pc:graphicFrameChg chg="add mod modGraphic">
          <ac:chgData name="Mohammed Fasha" userId="cc64f42d-a1a6-4f08-b97b-0c37f877119f" providerId="ADAL" clId="{8DFC6787-4569-4AEF-BB23-FDF85FEE05FB}" dt="2025-04-20T16:52:22.169" v="1303" actId="14734"/>
          <ac:graphicFrameMkLst>
            <pc:docMk/>
            <pc:sldMk cId="111678867" sldId="563"/>
            <ac:graphicFrameMk id="4" creationId="{F1DF050B-ABED-3F60-93D9-0CA27BFBA435}"/>
          </ac:graphicFrameMkLst>
        </pc:graphicFrameChg>
      </pc:sldChg>
      <pc:sldChg chg="addSp delSp modSp new mod modClrScheme chgLayout">
        <pc:chgData name="Mohammed Fasha" userId="cc64f42d-a1a6-4f08-b97b-0c37f877119f" providerId="ADAL" clId="{8DFC6787-4569-4AEF-BB23-FDF85FEE05FB}" dt="2025-04-20T16:52:48.459" v="1307" actId="404"/>
        <pc:sldMkLst>
          <pc:docMk/>
          <pc:sldMk cId="1207130840" sldId="564"/>
        </pc:sldMkLst>
        <pc:spChg chg="del mod ord">
          <ac:chgData name="Mohammed Fasha" userId="cc64f42d-a1a6-4f08-b97b-0c37f877119f" providerId="ADAL" clId="{8DFC6787-4569-4AEF-BB23-FDF85FEE05FB}" dt="2025-04-20T16:52:26.318" v="1304" actId="700"/>
          <ac:spMkLst>
            <pc:docMk/>
            <pc:sldMk cId="1207130840" sldId="564"/>
            <ac:spMk id="2" creationId="{241F665C-B2B5-92DB-D872-43CC95DAD0B6}"/>
          </ac:spMkLst>
        </pc:spChg>
        <pc:spChg chg="del mod ord">
          <ac:chgData name="Mohammed Fasha" userId="cc64f42d-a1a6-4f08-b97b-0c37f877119f" providerId="ADAL" clId="{8DFC6787-4569-4AEF-BB23-FDF85FEE05FB}" dt="2025-04-20T16:52:26.318" v="1304" actId="700"/>
          <ac:spMkLst>
            <pc:docMk/>
            <pc:sldMk cId="1207130840" sldId="564"/>
            <ac:spMk id="3" creationId="{95445AAE-BF7D-FF16-93A7-3C2ECE51A09E}"/>
          </ac:spMkLst>
        </pc:spChg>
        <pc:spChg chg="add mod ord">
          <ac:chgData name="Mohammed Fasha" userId="cc64f42d-a1a6-4f08-b97b-0c37f877119f" providerId="ADAL" clId="{8DFC6787-4569-4AEF-BB23-FDF85FEE05FB}" dt="2025-04-20T16:52:48.459" v="1307" actId="404"/>
          <ac:spMkLst>
            <pc:docMk/>
            <pc:sldMk cId="1207130840" sldId="564"/>
            <ac:spMk id="4" creationId="{CD982736-4D15-E8BC-6C7D-8C3E9EDFEFBA}"/>
          </ac:spMkLst>
        </pc:spChg>
        <pc:spChg chg="add mod ord">
          <ac:chgData name="Mohammed Fasha" userId="cc64f42d-a1a6-4f08-b97b-0c37f877119f" providerId="ADAL" clId="{8DFC6787-4569-4AEF-BB23-FDF85FEE05FB}" dt="2025-04-20T16:52:26.318" v="1304" actId="700"/>
          <ac:spMkLst>
            <pc:docMk/>
            <pc:sldMk cId="1207130840" sldId="564"/>
            <ac:spMk id="5" creationId="{A7144D67-B07B-7FE9-36BE-4A328E8F3C18}"/>
          </ac:spMkLst>
        </pc:spChg>
      </pc:sldChg>
      <pc:sldChg chg="addSp delSp modSp new mod">
        <pc:chgData name="Mohammed Fasha" userId="cc64f42d-a1a6-4f08-b97b-0c37f877119f" providerId="ADAL" clId="{8DFC6787-4569-4AEF-BB23-FDF85FEE05FB}" dt="2025-04-20T16:29:37.235" v="1247" actId="1076"/>
        <pc:sldMkLst>
          <pc:docMk/>
          <pc:sldMk cId="458402484" sldId="565"/>
        </pc:sldMkLst>
        <pc:spChg chg="mod">
          <ac:chgData name="Mohammed Fasha" userId="cc64f42d-a1a6-4f08-b97b-0c37f877119f" providerId="ADAL" clId="{8DFC6787-4569-4AEF-BB23-FDF85FEE05FB}" dt="2025-04-20T16:28:21.918" v="1232" actId="1076"/>
          <ac:spMkLst>
            <pc:docMk/>
            <pc:sldMk cId="458402484" sldId="565"/>
            <ac:spMk id="2" creationId="{AA24FE04-14DE-C864-D73A-8581DB7C2E03}"/>
          </ac:spMkLst>
        </pc:spChg>
        <pc:spChg chg="del">
          <ac:chgData name="Mohammed Fasha" userId="cc64f42d-a1a6-4f08-b97b-0c37f877119f" providerId="ADAL" clId="{8DFC6787-4569-4AEF-BB23-FDF85FEE05FB}" dt="2025-04-20T16:23:46.208" v="1169"/>
          <ac:spMkLst>
            <pc:docMk/>
            <pc:sldMk cId="458402484" sldId="565"/>
            <ac:spMk id="3" creationId="{8B34FA2C-1206-F0C4-2530-4CD058D280C6}"/>
          </ac:spMkLst>
        </pc:spChg>
        <pc:spChg chg="add mod">
          <ac:chgData name="Mohammed Fasha" userId="cc64f42d-a1a6-4f08-b97b-0c37f877119f" providerId="ADAL" clId="{8DFC6787-4569-4AEF-BB23-FDF85FEE05FB}" dt="2025-04-20T16:29:37.235" v="1247" actId="1076"/>
          <ac:spMkLst>
            <pc:docMk/>
            <pc:sldMk cId="458402484" sldId="565"/>
            <ac:spMk id="6" creationId="{AAA7A14F-1D02-6A36-39F0-F41D17E1A7FB}"/>
          </ac:spMkLst>
        </pc:spChg>
        <pc:spChg chg="add">
          <ac:chgData name="Mohammed Fasha" userId="cc64f42d-a1a6-4f08-b97b-0c37f877119f" providerId="ADAL" clId="{8DFC6787-4569-4AEF-BB23-FDF85FEE05FB}" dt="2025-04-20T16:27:08.746" v="1209"/>
          <ac:spMkLst>
            <pc:docMk/>
            <pc:sldMk cId="458402484" sldId="565"/>
            <ac:spMk id="7" creationId="{3A9E57DC-29B3-589C-0D23-4981F2DE55F2}"/>
          </ac:spMkLst>
        </pc:spChg>
        <pc:spChg chg="add mod">
          <ac:chgData name="Mohammed Fasha" userId="cc64f42d-a1a6-4f08-b97b-0c37f877119f" providerId="ADAL" clId="{8DFC6787-4569-4AEF-BB23-FDF85FEE05FB}" dt="2025-04-20T16:27:19.869" v="1211"/>
          <ac:spMkLst>
            <pc:docMk/>
            <pc:sldMk cId="458402484" sldId="565"/>
            <ac:spMk id="8" creationId="{A7391AB6-9E92-AADF-B980-42C784B41261}"/>
          </ac:spMkLst>
        </pc:spChg>
        <pc:graphicFrameChg chg="add mod modGraphic">
          <ac:chgData name="Mohammed Fasha" userId="cc64f42d-a1a6-4f08-b97b-0c37f877119f" providerId="ADAL" clId="{8DFC6787-4569-4AEF-BB23-FDF85FEE05FB}" dt="2025-04-20T16:29:23.596" v="1246" actId="122"/>
          <ac:graphicFrameMkLst>
            <pc:docMk/>
            <pc:sldMk cId="458402484" sldId="565"/>
            <ac:graphicFrameMk id="4" creationId="{61ECF572-D5E9-565F-3A07-D2F7FC77FFCE}"/>
          </ac:graphicFrameMkLst>
        </pc:graphicFrameChg>
      </pc:sldChg>
      <pc:sldChg chg="addSp delSp modSp new mod modClrScheme chgLayout">
        <pc:chgData name="Mohammed Fasha" userId="cc64f42d-a1a6-4f08-b97b-0c37f877119f" providerId="ADAL" clId="{8DFC6787-4569-4AEF-BB23-FDF85FEE05FB}" dt="2025-04-20T16:30:32.566" v="1250"/>
        <pc:sldMkLst>
          <pc:docMk/>
          <pc:sldMk cId="2278083572" sldId="566"/>
        </pc:sldMkLst>
        <pc:spChg chg="del mod ord">
          <ac:chgData name="Mohammed Fasha" userId="cc64f42d-a1a6-4f08-b97b-0c37f877119f" providerId="ADAL" clId="{8DFC6787-4569-4AEF-BB23-FDF85FEE05FB}" dt="2025-04-20T16:30:31.183" v="1249" actId="700"/>
          <ac:spMkLst>
            <pc:docMk/>
            <pc:sldMk cId="2278083572" sldId="566"/>
            <ac:spMk id="2" creationId="{080F98E9-9714-5682-84F3-723D8D66D31C}"/>
          </ac:spMkLst>
        </pc:spChg>
        <pc:spChg chg="del mod ord">
          <ac:chgData name="Mohammed Fasha" userId="cc64f42d-a1a6-4f08-b97b-0c37f877119f" providerId="ADAL" clId="{8DFC6787-4569-4AEF-BB23-FDF85FEE05FB}" dt="2025-04-20T16:30:31.183" v="1249" actId="700"/>
          <ac:spMkLst>
            <pc:docMk/>
            <pc:sldMk cId="2278083572" sldId="566"/>
            <ac:spMk id="3" creationId="{48016DEC-3812-F263-53CF-3231481B0C27}"/>
          </ac:spMkLst>
        </pc:spChg>
        <pc:spChg chg="add mod ord">
          <ac:chgData name="Mohammed Fasha" userId="cc64f42d-a1a6-4f08-b97b-0c37f877119f" providerId="ADAL" clId="{8DFC6787-4569-4AEF-BB23-FDF85FEE05FB}" dt="2025-04-20T16:30:32.566" v="1250"/>
          <ac:spMkLst>
            <pc:docMk/>
            <pc:sldMk cId="2278083572" sldId="566"/>
            <ac:spMk id="4" creationId="{B6361DCE-9F98-18A5-0475-F8810E47C24B}"/>
          </ac:spMkLst>
        </pc:spChg>
        <pc:spChg chg="add mod ord">
          <ac:chgData name="Mohammed Fasha" userId="cc64f42d-a1a6-4f08-b97b-0c37f877119f" providerId="ADAL" clId="{8DFC6787-4569-4AEF-BB23-FDF85FEE05FB}" dt="2025-04-20T16:30:31.183" v="1249" actId="700"/>
          <ac:spMkLst>
            <pc:docMk/>
            <pc:sldMk cId="2278083572" sldId="566"/>
            <ac:spMk id="5" creationId="{76A40532-959C-3105-EFD7-0C54F8096952}"/>
          </ac:spMkLst>
        </pc:spChg>
      </pc:sldChg>
      <pc:sldChg chg="modSp add mod">
        <pc:chgData name="Mohammed Fasha" userId="cc64f42d-a1a6-4f08-b97b-0c37f877119f" providerId="ADAL" clId="{8DFC6787-4569-4AEF-BB23-FDF85FEE05FB}" dt="2025-04-20T16:53:02.280" v="1310"/>
        <pc:sldMkLst>
          <pc:docMk/>
          <pc:sldMk cId="1014027306" sldId="567"/>
        </pc:sldMkLst>
        <pc:spChg chg="mod">
          <ac:chgData name="Mohammed Fasha" userId="cc64f42d-a1a6-4f08-b97b-0c37f877119f" providerId="ADAL" clId="{8DFC6787-4569-4AEF-BB23-FDF85FEE05FB}" dt="2025-04-20T16:52:56.938" v="1308"/>
          <ac:spMkLst>
            <pc:docMk/>
            <pc:sldMk cId="1014027306" sldId="567"/>
            <ac:spMk id="2" creationId="{C221DFDE-8679-38D5-70B8-8E842D2A58D9}"/>
          </ac:spMkLst>
        </pc:spChg>
        <pc:spChg chg="mod">
          <ac:chgData name="Mohammed Fasha" userId="cc64f42d-a1a6-4f08-b97b-0c37f877119f" providerId="ADAL" clId="{8DFC6787-4569-4AEF-BB23-FDF85FEE05FB}" dt="2025-04-20T16:53:02.280" v="1310"/>
          <ac:spMkLst>
            <pc:docMk/>
            <pc:sldMk cId="1014027306" sldId="567"/>
            <ac:spMk id="3" creationId="{D80862DA-A3F2-69F7-F792-08B24FABAF2F}"/>
          </ac:spMkLst>
        </pc:spChg>
      </pc:sldChg>
      <pc:sldChg chg="modSp add mod">
        <pc:chgData name="Mohammed Fasha" userId="cc64f42d-a1a6-4f08-b97b-0c37f877119f" providerId="ADAL" clId="{8DFC6787-4569-4AEF-BB23-FDF85FEE05FB}" dt="2025-04-20T16:53:16.403" v="1315"/>
        <pc:sldMkLst>
          <pc:docMk/>
          <pc:sldMk cId="488425355" sldId="568"/>
        </pc:sldMkLst>
        <pc:spChg chg="mod">
          <ac:chgData name="Mohammed Fasha" userId="cc64f42d-a1a6-4f08-b97b-0c37f877119f" providerId="ADAL" clId="{8DFC6787-4569-4AEF-BB23-FDF85FEE05FB}" dt="2025-04-20T16:53:11.170" v="1314" actId="20577"/>
          <ac:spMkLst>
            <pc:docMk/>
            <pc:sldMk cId="488425355" sldId="568"/>
            <ac:spMk id="2" creationId="{CA989DFE-B541-C2E0-6FFC-AEEBD6212A4B}"/>
          </ac:spMkLst>
        </pc:spChg>
        <pc:spChg chg="mod">
          <ac:chgData name="Mohammed Fasha" userId="cc64f42d-a1a6-4f08-b97b-0c37f877119f" providerId="ADAL" clId="{8DFC6787-4569-4AEF-BB23-FDF85FEE05FB}" dt="2025-04-20T16:53:16.403" v="1315"/>
          <ac:spMkLst>
            <pc:docMk/>
            <pc:sldMk cId="488425355" sldId="568"/>
            <ac:spMk id="3" creationId="{6580A05C-C7C5-F3B9-BEA1-C2E51FBD2E9F}"/>
          </ac:spMkLst>
        </pc:spChg>
      </pc:sldChg>
      <pc:sldChg chg="modSp add mod">
        <pc:chgData name="Mohammed Fasha" userId="cc64f42d-a1a6-4f08-b97b-0c37f877119f" providerId="ADAL" clId="{8DFC6787-4569-4AEF-BB23-FDF85FEE05FB}" dt="2025-04-20T16:53:26.780" v="1317"/>
        <pc:sldMkLst>
          <pc:docMk/>
          <pc:sldMk cId="2124297065" sldId="569"/>
        </pc:sldMkLst>
        <pc:spChg chg="mod">
          <ac:chgData name="Mohammed Fasha" userId="cc64f42d-a1a6-4f08-b97b-0c37f877119f" providerId="ADAL" clId="{8DFC6787-4569-4AEF-BB23-FDF85FEE05FB}" dt="2025-04-20T16:53:21.789" v="1316"/>
          <ac:spMkLst>
            <pc:docMk/>
            <pc:sldMk cId="2124297065" sldId="569"/>
            <ac:spMk id="2" creationId="{CB508E17-B861-A706-1838-41F7EAE56A46}"/>
          </ac:spMkLst>
        </pc:spChg>
        <pc:spChg chg="mod">
          <ac:chgData name="Mohammed Fasha" userId="cc64f42d-a1a6-4f08-b97b-0c37f877119f" providerId="ADAL" clId="{8DFC6787-4569-4AEF-BB23-FDF85FEE05FB}" dt="2025-04-20T16:53:26.780" v="1317"/>
          <ac:spMkLst>
            <pc:docMk/>
            <pc:sldMk cId="2124297065" sldId="569"/>
            <ac:spMk id="3" creationId="{4A54A31D-544D-A99D-641E-58D250801357}"/>
          </ac:spMkLst>
        </pc:spChg>
      </pc:sldChg>
      <pc:sldChg chg="modSp add mod">
        <pc:chgData name="Mohammed Fasha" userId="cc64f42d-a1a6-4f08-b97b-0c37f877119f" providerId="ADAL" clId="{8DFC6787-4569-4AEF-BB23-FDF85FEE05FB}" dt="2025-04-20T16:53:43.897" v="1319"/>
        <pc:sldMkLst>
          <pc:docMk/>
          <pc:sldMk cId="344335387" sldId="570"/>
        </pc:sldMkLst>
        <pc:spChg chg="mod">
          <ac:chgData name="Mohammed Fasha" userId="cc64f42d-a1a6-4f08-b97b-0c37f877119f" providerId="ADAL" clId="{8DFC6787-4569-4AEF-BB23-FDF85FEE05FB}" dt="2025-04-20T16:53:36.496" v="1318"/>
          <ac:spMkLst>
            <pc:docMk/>
            <pc:sldMk cId="344335387" sldId="570"/>
            <ac:spMk id="2" creationId="{9DE01E44-9B15-9217-301B-DA3C5AB5AD95}"/>
          </ac:spMkLst>
        </pc:spChg>
        <pc:spChg chg="mod">
          <ac:chgData name="Mohammed Fasha" userId="cc64f42d-a1a6-4f08-b97b-0c37f877119f" providerId="ADAL" clId="{8DFC6787-4569-4AEF-BB23-FDF85FEE05FB}" dt="2025-04-20T16:53:43.897" v="1319"/>
          <ac:spMkLst>
            <pc:docMk/>
            <pc:sldMk cId="344335387" sldId="570"/>
            <ac:spMk id="3" creationId="{37C60482-1B39-21CC-767E-C45C947FAAED}"/>
          </ac:spMkLst>
        </pc:spChg>
      </pc:sldChg>
      <pc:sldChg chg="modSp add mod">
        <pc:chgData name="Mohammed Fasha" userId="cc64f42d-a1a6-4f08-b97b-0c37f877119f" providerId="ADAL" clId="{8DFC6787-4569-4AEF-BB23-FDF85FEE05FB}" dt="2025-04-20T16:53:54.050" v="1321"/>
        <pc:sldMkLst>
          <pc:docMk/>
          <pc:sldMk cId="1008267675" sldId="571"/>
        </pc:sldMkLst>
        <pc:spChg chg="mod">
          <ac:chgData name="Mohammed Fasha" userId="cc64f42d-a1a6-4f08-b97b-0c37f877119f" providerId="ADAL" clId="{8DFC6787-4569-4AEF-BB23-FDF85FEE05FB}" dt="2025-04-20T16:53:49.698" v="1320"/>
          <ac:spMkLst>
            <pc:docMk/>
            <pc:sldMk cId="1008267675" sldId="571"/>
            <ac:spMk id="2" creationId="{0D3B8FB2-893C-8C82-1F05-DC9248A8779D}"/>
          </ac:spMkLst>
        </pc:spChg>
        <pc:spChg chg="mod">
          <ac:chgData name="Mohammed Fasha" userId="cc64f42d-a1a6-4f08-b97b-0c37f877119f" providerId="ADAL" clId="{8DFC6787-4569-4AEF-BB23-FDF85FEE05FB}" dt="2025-04-20T16:53:54.050" v="1321"/>
          <ac:spMkLst>
            <pc:docMk/>
            <pc:sldMk cId="1008267675" sldId="571"/>
            <ac:spMk id="3" creationId="{68D40757-D97E-0281-CE26-E181AB48FEC5}"/>
          </ac:spMkLst>
        </pc:spChg>
      </pc:sldChg>
      <pc:sldChg chg="modSp add mod">
        <pc:chgData name="Mohammed Fasha" userId="cc64f42d-a1a6-4f08-b97b-0c37f877119f" providerId="ADAL" clId="{8DFC6787-4569-4AEF-BB23-FDF85FEE05FB}" dt="2025-04-20T16:54:05.586" v="1323"/>
        <pc:sldMkLst>
          <pc:docMk/>
          <pc:sldMk cId="2977344403" sldId="572"/>
        </pc:sldMkLst>
        <pc:spChg chg="mod">
          <ac:chgData name="Mohammed Fasha" userId="cc64f42d-a1a6-4f08-b97b-0c37f877119f" providerId="ADAL" clId="{8DFC6787-4569-4AEF-BB23-FDF85FEE05FB}" dt="2025-04-20T16:53:59.675" v="1322"/>
          <ac:spMkLst>
            <pc:docMk/>
            <pc:sldMk cId="2977344403" sldId="572"/>
            <ac:spMk id="2" creationId="{184F0429-EDEC-F80E-DEA3-12B27068E45A}"/>
          </ac:spMkLst>
        </pc:spChg>
        <pc:spChg chg="mod">
          <ac:chgData name="Mohammed Fasha" userId="cc64f42d-a1a6-4f08-b97b-0c37f877119f" providerId="ADAL" clId="{8DFC6787-4569-4AEF-BB23-FDF85FEE05FB}" dt="2025-04-20T16:54:05.586" v="1323"/>
          <ac:spMkLst>
            <pc:docMk/>
            <pc:sldMk cId="2977344403" sldId="572"/>
            <ac:spMk id="3" creationId="{F63A4F31-921C-E625-7832-C25B5E62CB9E}"/>
          </ac:spMkLst>
        </pc:spChg>
      </pc:sldChg>
      <pc:sldChg chg="addSp delSp modSp new mod modClrScheme chgLayout">
        <pc:chgData name="Mohammed Fasha" userId="cc64f42d-a1a6-4f08-b97b-0c37f877119f" providerId="ADAL" clId="{8DFC6787-4569-4AEF-BB23-FDF85FEE05FB}" dt="2025-04-20T16:55:11.414" v="1336" actId="404"/>
        <pc:sldMkLst>
          <pc:docMk/>
          <pc:sldMk cId="1023332048" sldId="573"/>
        </pc:sldMkLst>
        <pc:spChg chg="del mod ord">
          <ac:chgData name="Mohammed Fasha" userId="cc64f42d-a1a6-4f08-b97b-0c37f877119f" providerId="ADAL" clId="{8DFC6787-4569-4AEF-BB23-FDF85FEE05FB}" dt="2025-04-20T16:55:00.860" v="1332" actId="700"/>
          <ac:spMkLst>
            <pc:docMk/>
            <pc:sldMk cId="1023332048" sldId="573"/>
            <ac:spMk id="2" creationId="{389A62DB-6F10-5602-BC8A-353A0B0B11E1}"/>
          </ac:spMkLst>
        </pc:spChg>
        <pc:spChg chg="del mod ord">
          <ac:chgData name="Mohammed Fasha" userId="cc64f42d-a1a6-4f08-b97b-0c37f877119f" providerId="ADAL" clId="{8DFC6787-4569-4AEF-BB23-FDF85FEE05FB}" dt="2025-04-20T16:55:00.860" v="1332" actId="700"/>
          <ac:spMkLst>
            <pc:docMk/>
            <pc:sldMk cId="1023332048" sldId="573"/>
            <ac:spMk id="3" creationId="{681AB38D-4DA9-0A25-E4C5-555DD9E8C991}"/>
          </ac:spMkLst>
        </pc:spChg>
        <pc:spChg chg="add mod ord">
          <ac:chgData name="Mohammed Fasha" userId="cc64f42d-a1a6-4f08-b97b-0c37f877119f" providerId="ADAL" clId="{8DFC6787-4569-4AEF-BB23-FDF85FEE05FB}" dt="2025-04-20T16:55:11.414" v="1336" actId="404"/>
          <ac:spMkLst>
            <pc:docMk/>
            <pc:sldMk cId="1023332048" sldId="573"/>
            <ac:spMk id="4" creationId="{B4E84AA5-44CF-A35C-115B-1C3F8493859E}"/>
          </ac:spMkLst>
        </pc:spChg>
        <pc:spChg chg="add mod ord">
          <ac:chgData name="Mohammed Fasha" userId="cc64f42d-a1a6-4f08-b97b-0c37f877119f" providerId="ADAL" clId="{8DFC6787-4569-4AEF-BB23-FDF85FEE05FB}" dt="2025-04-20T16:55:00.860" v="1332" actId="700"/>
          <ac:spMkLst>
            <pc:docMk/>
            <pc:sldMk cId="1023332048" sldId="573"/>
            <ac:spMk id="5" creationId="{8DD8B505-3F9B-B750-9934-9F25A9B11635}"/>
          </ac:spMkLst>
        </pc:spChg>
      </pc:sldChg>
      <pc:sldChg chg="modSp new mod">
        <pc:chgData name="Mohammed Fasha" userId="cc64f42d-a1a6-4f08-b97b-0c37f877119f" providerId="ADAL" clId="{8DFC6787-4569-4AEF-BB23-FDF85FEE05FB}" dt="2025-04-20T16:55:26.094" v="1338"/>
        <pc:sldMkLst>
          <pc:docMk/>
          <pc:sldMk cId="2948433726" sldId="574"/>
        </pc:sldMkLst>
        <pc:spChg chg="mod">
          <ac:chgData name="Mohammed Fasha" userId="cc64f42d-a1a6-4f08-b97b-0c37f877119f" providerId="ADAL" clId="{8DFC6787-4569-4AEF-BB23-FDF85FEE05FB}" dt="2025-04-20T16:55:22.274" v="1337"/>
          <ac:spMkLst>
            <pc:docMk/>
            <pc:sldMk cId="2948433726" sldId="574"/>
            <ac:spMk id="2" creationId="{2B94D355-F3F6-2D43-3AB1-F296EFD644FF}"/>
          </ac:spMkLst>
        </pc:spChg>
        <pc:spChg chg="mod">
          <ac:chgData name="Mohammed Fasha" userId="cc64f42d-a1a6-4f08-b97b-0c37f877119f" providerId="ADAL" clId="{8DFC6787-4569-4AEF-BB23-FDF85FEE05FB}" dt="2025-04-20T16:55:26.094" v="1338"/>
          <ac:spMkLst>
            <pc:docMk/>
            <pc:sldMk cId="2948433726" sldId="574"/>
            <ac:spMk id="3" creationId="{F996C9AD-0932-E34F-38DB-1B8C9E594BFB}"/>
          </ac:spMkLst>
        </pc:spChg>
      </pc:sldChg>
      <pc:sldChg chg="modSp new mod">
        <pc:chgData name="Mohammed Fasha" userId="cc64f42d-a1a6-4f08-b97b-0c37f877119f" providerId="ADAL" clId="{8DFC6787-4569-4AEF-BB23-FDF85FEE05FB}" dt="2025-04-20T16:55:49.587" v="1344"/>
        <pc:sldMkLst>
          <pc:docMk/>
          <pc:sldMk cId="1176656988" sldId="575"/>
        </pc:sldMkLst>
        <pc:spChg chg="mod">
          <ac:chgData name="Mohammed Fasha" userId="cc64f42d-a1a6-4f08-b97b-0c37f877119f" providerId="ADAL" clId="{8DFC6787-4569-4AEF-BB23-FDF85FEE05FB}" dt="2025-04-20T16:55:34.256" v="1339"/>
          <ac:spMkLst>
            <pc:docMk/>
            <pc:sldMk cId="1176656988" sldId="575"/>
            <ac:spMk id="2" creationId="{D1D4ECC9-73A0-4685-38BC-FDC2FC8A2FAF}"/>
          </ac:spMkLst>
        </pc:spChg>
        <pc:spChg chg="mod">
          <ac:chgData name="Mohammed Fasha" userId="cc64f42d-a1a6-4f08-b97b-0c37f877119f" providerId="ADAL" clId="{8DFC6787-4569-4AEF-BB23-FDF85FEE05FB}" dt="2025-04-20T16:55:49.587" v="1344"/>
          <ac:spMkLst>
            <pc:docMk/>
            <pc:sldMk cId="1176656988" sldId="575"/>
            <ac:spMk id="3" creationId="{3A09DED4-E2C1-1400-4A70-68E68FEF0295}"/>
          </ac:spMkLst>
        </pc:spChg>
      </pc:sldChg>
      <pc:sldChg chg="modSp new del mod">
        <pc:chgData name="Mohammed Fasha" userId="cc64f42d-a1a6-4f08-b97b-0c37f877119f" providerId="ADAL" clId="{8DFC6787-4569-4AEF-BB23-FDF85FEE05FB}" dt="2025-04-20T16:54:53.103" v="1330" actId="2696"/>
        <pc:sldMkLst>
          <pc:docMk/>
          <pc:sldMk cId="1374569913" sldId="576"/>
        </pc:sldMkLst>
        <pc:spChg chg="mod">
          <ac:chgData name="Mohammed Fasha" userId="cc64f42d-a1a6-4f08-b97b-0c37f877119f" providerId="ADAL" clId="{8DFC6787-4569-4AEF-BB23-FDF85FEE05FB}" dt="2025-04-20T16:54:15.203" v="1328"/>
          <ac:spMkLst>
            <pc:docMk/>
            <pc:sldMk cId="1374569913" sldId="576"/>
            <ac:spMk id="2" creationId="{CB0FE283-D482-93F1-7E6E-465B0116062F}"/>
          </ac:spMkLst>
        </pc:spChg>
        <pc:spChg chg="mod">
          <ac:chgData name="Mohammed Fasha" userId="cc64f42d-a1a6-4f08-b97b-0c37f877119f" providerId="ADAL" clId="{8DFC6787-4569-4AEF-BB23-FDF85FEE05FB}" dt="2025-04-20T16:54:26.363" v="1329"/>
          <ac:spMkLst>
            <pc:docMk/>
            <pc:sldMk cId="1374569913" sldId="576"/>
            <ac:spMk id="3" creationId="{7ADE36ED-35BC-1B75-8089-290FB1243629}"/>
          </ac:spMkLst>
        </pc:spChg>
      </pc:sldChg>
      <pc:sldChg chg="add">
        <pc:chgData name="Mohammed Fasha" userId="cc64f42d-a1a6-4f08-b97b-0c37f877119f" providerId="ADAL" clId="{8DFC6787-4569-4AEF-BB23-FDF85FEE05FB}" dt="2025-04-20T16:54:54.906" v="1331"/>
        <pc:sldMkLst>
          <pc:docMk/>
          <pc:sldMk cId="1672592268" sldId="576"/>
        </pc:sldMkLst>
      </pc:sldChg>
      <pc:sldChg chg="addSp delSp modSp new mod">
        <pc:chgData name="Mohammed Fasha" userId="cc64f42d-a1a6-4f08-b97b-0c37f877119f" providerId="ADAL" clId="{8DFC6787-4569-4AEF-BB23-FDF85FEE05FB}" dt="2025-04-20T16:57:14.031" v="1367" actId="14734"/>
        <pc:sldMkLst>
          <pc:docMk/>
          <pc:sldMk cId="3540067521" sldId="577"/>
        </pc:sldMkLst>
        <pc:spChg chg="mod">
          <ac:chgData name="Mohammed Fasha" userId="cc64f42d-a1a6-4f08-b97b-0c37f877119f" providerId="ADAL" clId="{8DFC6787-4569-4AEF-BB23-FDF85FEE05FB}" dt="2025-04-20T16:55:55.344" v="1345"/>
          <ac:spMkLst>
            <pc:docMk/>
            <pc:sldMk cId="3540067521" sldId="577"/>
            <ac:spMk id="2" creationId="{3CEBA481-6E10-2760-8DF5-2099195F2078}"/>
          </ac:spMkLst>
        </pc:spChg>
        <pc:spChg chg="del">
          <ac:chgData name="Mohammed Fasha" userId="cc64f42d-a1a6-4f08-b97b-0c37f877119f" providerId="ADAL" clId="{8DFC6787-4569-4AEF-BB23-FDF85FEE05FB}" dt="2025-04-20T16:55:59.514" v="1346"/>
          <ac:spMkLst>
            <pc:docMk/>
            <pc:sldMk cId="3540067521" sldId="577"/>
            <ac:spMk id="3" creationId="{27D3C1EE-2545-03A3-19B8-1DA4D34BFB7D}"/>
          </ac:spMkLst>
        </pc:spChg>
        <pc:spChg chg="add mod">
          <ac:chgData name="Mohammed Fasha" userId="cc64f42d-a1a6-4f08-b97b-0c37f877119f" providerId="ADAL" clId="{8DFC6787-4569-4AEF-BB23-FDF85FEE05FB}" dt="2025-04-20T16:56:38.811" v="1359" actId="1076"/>
          <ac:spMkLst>
            <pc:docMk/>
            <pc:sldMk cId="3540067521" sldId="577"/>
            <ac:spMk id="6" creationId="{6C6A8217-03D7-4CC1-0AE6-A4DBD9A0BF5C}"/>
          </ac:spMkLst>
        </pc:spChg>
        <pc:graphicFrameChg chg="add mod modGraphic">
          <ac:chgData name="Mohammed Fasha" userId="cc64f42d-a1a6-4f08-b97b-0c37f877119f" providerId="ADAL" clId="{8DFC6787-4569-4AEF-BB23-FDF85FEE05FB}" dt="2025-04-20T16:57:14.031" v="1367" actId="14734"/>
          <ac:graphicFrameMkLst>
            <pc:docMk/>
            <pc:sldMk cId="3540067521" sldId="577"/>
            <ac:graphicFrameMk id="4" creationId="{8CAAF197-B910-33E4-9D68-4372C6CA4E1C}"/>
          </ac:graphicFrameMkLst>
        </pc:graphicFrameChg>
      </pc:sldChg>
      <pc:sldChg chg="modSp add mod">
        <pc:chgData name="Mohammed Fasha" userId="cc64f42d-a1a6-4f08-b97b-0c37f877119f" providerId="ADAL" clId="{8DFC6787-4569-4AEF-BB23-FDF85FEE05FB}" dt="2025-04-20T16:56:53.921" v="1366" actId="113"/>
        <pc:sldMkLst>
          <pc:docMk/>
          <pc:sldMk cId="1268903903" sldId="578"/>
        </pc:sldMkLst>
        <pc:spChg chg="mod">
          <ac:chgData name="Mohammed Fasha" userId="cc64f42d-a1a6-4f08-b97b-0c37f877119f" providerId="ADAL" clId="{8DFC6787-4569-4AEF-BB23-FDF85FEE05FB}" dt="2025-04-20T16:56:53.921" v="1366" actId="113"/>
          <ac:spMkLst>
            <pc:docMk/>
            <pc:sldMk cId="1268903903" sldId="578"/>
            <ac:spMk id="2" creationId="{2D11DB5A-5890-24C4-73E2-2738D7CFA0ED}"/>
          </ac:spMkLst>
        </pc:spChg>
        <pc:spChg chg="mod">
          <ac:chgData name="Mohammed Fasha" userId="cc64f42d-a1a6-4f08-b97b-0c37f877119f" providerId="ADAL" clId="{8DFC6787-4569-4AEF-BB23-FDF85FEE05FB}" dt="2025-04-20T16:56:49.085" v="1361" actId="21"/>
          <ac:spMkLst>
            <pc:docMk/>
            <pc:sldMk cId="1268903903" sldId="578"/>
            <ac:spMk id="3" creationId="{0F15A2FC-6496-2FF9-75EF-BBC4343E6164}"/>
          </ac:spMkLst>
        </pc:spChg>
      </pc:sldChg>
      <pc:sldChg chg="modSp add mod">
        <pc:chgData name="Mohammed Fasha" userId="cc64f42d-a1a6-4f08-b97b-0c37f877119f" providerId="ADAL" clId="{8DFC6787-4569-4AEF-BB23-FDF85FEE05FB}" dt="2025-04-20T16:57:50.061" v="1379" actId="5793"/>
        <pc:sldMkLst>
          <pc:docMk/>
          <pc:sldMk cId="1025754460" sldId="579"/>
        </pc:sldMkLst>
        <pc:spChg chg="mod">
          <ac:chgData name="Mohammed Fasha" userId="cc64f42d-a1a6-4f08-b97b-0c37f877119f" providerId="ADAL" clId="{8DFC6787-4569-4AEF-BB23-FDF85FEE05FB}" dt="2025-04-20T16:57:29.125" v="1374" actId="113"/>
          <ac:spMkLst>
            <pc:docMk/>
            <pc:sldMk cId="1025754460" sldId="579"/>
            <ac:spMk id="2" creationId="{A0212384-2126-4A97-0F47-74AECBB38D5E}"/>
          </ac:spMkLst>
        </pc:spChg>
        <pc:spChg chg="mod">
          <ac:chgData name="Mohammed Fasha" userId="cc64f42d-a1a6-4f08-b97b-0c37f877119f" providerId="ADAL" clId="{8DFC6787-4569-4AEF-BB23-FDF85FEE05FB}" dt="2025-04-20T16:57:50.061" v="1379" actId="5793"/>
          <ac:spMkLst>
            <pc:docMk/>
            <pc:sldMk cId="1025754460" sldId="579"/>
            <ac:spMk id="3" creationId="{2236DE9C-4D85-E3DC-43C8-8B131CBE840C}"/>
          </ac:spMkLst>
        </pc:spChg>
      </pc:sldChg>
      <pc:sldChg chg="modSp add mod">
        <pc:chgData name="Mohammed Fasha" userId="cc64f42d-a1a6-4f08-b97b-0c37f877119f" providerId="ADAL" clId="{8DFC6787-4569-4AEF-BB23-FDF85FEE05FB}" dt="2025-04-20T16:58:04.243" v="1386" actId="113"/>
        <pc:sldMkLst>
          <pc:docMk/>
          <pc:sldMk cId="3611954685" sldId="580"/>
        </pc:sldMkLst>
        <pc:spChg chg="mod">
          <ac:chgData name="Mohammed Fasha" userId="cc64f42d-a1a6-4f08-b97b-0c37f877119f" providerId="ADAL" clId="{8DFC6787-4569-4AEF-BB23-FDF85FEE05FB}" dt="2025-04-20T16:58:04.243" v="1386" actId="113"/>
          <ac:spMkLst>
            <pc:docMk/>
            <pc:sldMk cId="3611954685" sldId="580"/>
            <ac:spMk id="2" creationId="{AB582869-FA2A-FDA5-3421-15306527009E}"/>
          </ac:spMkLst>
        </pc:spChg>
        <pc:spChg chg="mod">
          <ac:chgData name="Mohammed Fasha" userId="cc64f42d-a1a6-4f08-b97b-0c37f877119f" providerId="ADAL" clId="{8DFC6787-4569-4AEF-BB23-FDF85FEE05FB}" dt="2025-04-20T16:58:00.641" v="1381" actId="21"/>
          <ac:spMkLst>
            <pc:docMk/>
            <pc:sldMk cId="3611954685" sldId="580"/>
            <ac:spMk id="3" creationId="{8A0620E7-825B-690B-7DD6-4C1E2083CEA6}"/>
          </ac:spMkLst>
        </pc:spChg>
      </pc:sldChg>
      <pc:sldChg chg="modSp new mod">
        <pc:chgData name="Mohammed Fasha" userId="cc64f42d-a1a6-4f08-b97b-0c37f877119f" providerId="ADAL" clId="{8DFC6787-4569-4AEF-BB23-FDF85FEE05FB}" dt="2025-04-20T16:58:21.845" v="1394" actId="113"/>
        <pc:sldMkLst>
          <pc:docMk/>
          <pc:sldMk cId="3913947880" sldId="581"/>
        </pc:sldMkLst>
        <pc:spChg chg="mod">
          <ac:chgData name="Mohammed Fasha" userId="cc64f42d-a1a6-4f08-b97b-0c37f877119f" providerId="ADAL" clId="{8DFC6787-4569-4AEF-BB23-FDF85FEE05FB}" dt="2025-04-20T16:58:21.845" v="1394" actId="113"/>
          <ac:spMkLst>
            <pc:docMk/>
            <pc:sldMk cId="3913947880" sldId="581"/>
            <ac:spMk id="2" creationId="{F457B30F-2AAF-F066-99FB-58A7FD9904A0}"/>
          </ac:spMkLst>
        </pc:spChg>
        <pc:spChg chg="mod">
          <ac:chgData name="Mohammed Fasha" userId="cc64f42d-a1a6-4f08-b97b-0c37f877119f" providerId="ADAL" clId="{8DFC6787-4569-4AEF-BB23-FDF85FEE05FB}" dt="2025-04-20T16:58:18.484" v="1389" actId="21"/>
          <ac:spMkLst>
            <pc:docMk/>
            <pc:sldMk cId="3913947880" sldId="581"/>
            <ac:spMk id="3" creationId="{0FAFC4FB-8C13-BE21-B8AE-9333BA5E385E}"/>
          </ac:spMkLst>
        </pc:spChg>
      </pc:sldChg>
      <pc:sldChg chg="modSp new mod">
        <pc:chgData name="Mohammed Fasha" userId="cc64f42d-a1a6-4f08-b97b-0c37f877119f" providerId="ADAL" clId="{8DFC6787-4569-4AEF-BB23-FDF85FEE05FB}" dt="2025-04-20T16:58:35.262" v="1402" actId="113"/>
        <pc:sldMkLst>
          <pc:docMk/>
          <pc:sldMk cId="1910666289" sldId="582"/>
        </pc:sldMkLst>
        <pc:spChg chg="mod">
          <ac:chgData name="Mohammed Fasha" userId="cc64f42d-a1a6-4f08-b97b-0c37f877119f" providerId="ADAL" clId="{8DFC6787-4569-4AEF-BB23-FDF85FEE05FB}" dt="2025-04-20T16:58:35.262" v="1402" actId="113"/>
          <ac:spMkLst>
            <pc:docMk/>
            <pc:sldMk cId="1910666289" sldId="582"/>
            <ac:spMk id="2" creationId="{42A7A175-AA95-AE0E-3EA0-C22755CE0728}"/>
          </ac:spMkLst>
        </pc:spChg>
        <pc:spChg chg="mod">
          <ac:chgData name="Mohammed Fasha" userId="cc64f42d-a1a6-4f08-b97b-0c37f877119f" providerId="ADAL" clId="{8DFC6787-4569-4AEF-BB23-FDF85FEE05FB}" dt="2025-04-20T16:58:31.589" v="1397" actId="21"/>
          <ac:spMkLst>
            <pc:docMk/>
            <pc:sldMk cId="1910666289" sldId="582"/>
            <ac:spMk id="3" creationId="{D76E880E-800D-79F6-2A8C-D0ADF36C921F}"/>
          </ac:spMkLst>
        </pc:spChg>
      </pc:sldChg>
      <pc:sldChg chg="addSp delSp modSp new mod">
        <pc:chgData name="Mohammed Fasha" userId="cc64f42d-a1a6-4f08-b97b-0c37f877119f" providerId="ADAL" clId="{8DFC6787-4569-4AEF-BB23-FDF85FEE05FB}" dt="2025-04-20T16:59:23.475" v="1413" actId="14734"/>
        <pc:sldMkLst>
          <pc:docMk/>
          <pc:sldMk cId="2077761126" sldId="583"/>
        </pc:sldMkLst>
        <pc:spChg chg="mod">
          <ac:chgData name="Mohammed Fasha" userId="cc64f42d-a1a6-4f08-b97b-0c37f877119f" providerId="ADAL" clId="{8DFC6787-4569-4AEF-BB23-FDF85FEE05FB}" dt="2025-04-20T16:58:46.763" v="1404"/>
          <ac:spMkLst>
            <pc:docMk/>
            <pc:sldMk cId="2077761126" sldId="583"/>
            <ac:spMk id="2" creationId="{D7ABBB4A-96FF-AEE0-25AC-07A4D1161957}"/>
          </ac:spMkLst>
        </pc:spChg>
        <pc:spChg chg="del">
          <ac:chgData name="Mohammed Fasha" userId="cc64f42d-a1a6-4f08-b97b-0c37f877119f" providerId="ADAL" clId="{8DFC6787-4569-4AEF-BB23-FDF85FEE05FB}" dt="2025-04-20T16:58:58.925" v="1405"/>
          <ac:spMkLst>
            <pc:docMk/>
            <pc:sldMk cId="2077761126" sldId="583"/>
            <ac:spMk id="3" creationId="{4A8C4C41-B178-5645-E72B-BE9CFD5347BA}"/>
          </ac:spMkLst>
        </pc:spChg>
        <pc:graphicFrameChg chg="add mod modGraphic">
          <ac:chgData name="Mohammed Fasha" userId="cc64f42d-a1a6-4f08-b97b-0c37f877119f" providerId="ADAL" clId="{8DFC6787-4569-4AEF-BB23-FDF85FEE05FB}" dt="2025-04-20T16:59:23.475" v="1413" actId="14734"/>
          <ac:graphicFrameMkLst>
            <pc:docMk/>
            <pc:sldMk cId="2077761126" sldId="583"/>
            <ac:graphicFrameMk id="4" creationId="{F19070A2-3390-CFD9-BF80-E72F4A69E43C}"/>
          </ac:graphicFrameMkLst>
        </pc:graphicFrameChg>
      </pc:sldChg>
      <pc:sldChg chg="addSp delSp modSp new mod modClrScheme chgLayout">
        <pc:chgData name="Mohammed Fasha" userId="cc64f42d-a1a6-4f08-b97b-0c37f877119f" providerId="ADAL" clId="{8DFC6787-4569-4AEF-BB23-FDF85FEE05FB}" dt="2025-04-20T17:00:03.739" v="1437" actId="403"/>
        <pc:sldMkLst>
          <pc:docMk/>
          <pc:sldMk cId="322781112" sldId="584"/>
        </pc:sldMkLst>
        <pc:spChg chg="del mod ord">
          <ac:chgData name="Mohammed Fasha" userId="cc64f42d-a1a6-4f08-b97b-0c37f877119f" providerId="ADAL" clId="{8DFC6787-4569-4AEF-BB23-FDF85FEE05FB}" dt="2025-04-20T16:59:47.995" v="1432" actId="700"/>
          <ac:spMkLst>
            <pc:docMk/>
            <pc:sldMk cId="322781112" sldId="584"/>
            <ac:spMk id="2" creationId="{034A132F-37F6-8B89-0AF9-17D66A22CD9A}"/>
          </ac:spMkLst>
        </pc:spChg>
        <pc:spChg chg="del mod ord">
          <ac:chgData name="Mohammed Fasha" userId="cc64f42d-a1a6-4f08-b97b-0c37f877119f" providerId="ADAL" clId="{8DFC6787-4569-4AEF-BB23-FDF85FEE05FB}" dt="2025-04-20T16:59:47.995" v="1432" actId="700"/>
          <ac:spMkLst>
            <pc:docMk/>
            <pc:sldMk cId="322781112" sldId="584"/>
            <ac:spMk id="3" creationId="{1BE18C9C-6F22-7314-C5FB-F80FEEBAB979}"/>
          </ac:spMkLst>
        </pc:spChg>
        <pc:spChg chg="add mod ord">
          <ac:chgData name="Mohammed Fasha" userId="cc64f42d-a1a6-4f08-b97b-0c37f877119f" providerId="ADAL" clId="{8DFC6787-4569-4AEF-BB23-FDF85FEE05FB}" dt="2025-04-20T17:00:03.739" v="1437" actId="403"/>
          <ac:spMkLst>
            <pc:docMk/>
            <pc:sldMk cId="322781112" sldId="584"/>
            <ac:spMk id="4" creationId="{B8F642D9-B402-2961-D211-8C08DD73745A}"/>
          </ac:spMkLst>
        </pc:spChg>
        <pc:spChg chg="add mod ord">
          <ac:chgData name="Mohammed Fasha" userId="cc64f42d-a1a6-4f08-b97b-0c37f877119f" providerId="ADAL" clId="{8DFC6787-4569-4AEF-BB23-FDF85FEE05FB}" dt="2025-04-20T16:59:47.995" v="1432" actId="700"/>
          <ac:spMkLst>
            <pc:docMk/>
            <pc:sldMk cId="322781112" sldId="584"/>
            <ac:spMk id="5" creationId="{407F000B-9583-644B-5D12-A0A274892B4F}"/>
          </ac:spMkLst>
        </pc:spChg>
      </pc:sldChg>
      <pc:sldChg chg="modSp add mod">
        <pc:chgData name="Mohammed Fasha" userId="cc64f42d-a1a6-4f08-b97b-0c37f877119f" providerId="ADAL" clId="{8DFC6787-4569-4AEF-BB23-FDF85FEE05FB}" dt="2025-04-20T17:00:21.101" v="1441" actId="20577"/>
        <pc:sldMkLst>
          <pc:docMk/>
          <pc:sldMk cId="3067591480" sldId="585"/>
        </pc:sldMkLst>
        <pc:spChg chg="mod">
          <ac:chgData name="Mohammed Fasha" userId="cc64f42d-a1a6-4f08-b97b-0c37f877119f" providerId="ADAL" clId="{8DFC6787-4569-4AEF-BB23-FDF85FEE05FB}" dt="2025-04-20T17:00:09.707" v="1438"/>
          <ac:spMkLst>
            <pc:docMk/>
            <pc:sldMk cId="3067591480" sldId="585"/>
            <ac:spMk id="2" creationId="{11277672-9930-9E06-2ECC-CF2A2EB069B8}"/>
          </ac:spMkLst>
        </pc:spChg>
        <pc:spChg chg="mod">
          <ac:chgData name="Mohammed Fasha" userId="cc64f42d-a1a6-4f08-b97b-0c37f877119f" providerId="ADAL" clId="{8DFC6787-4569-4AEF-BB23-FDF85FEE05FB}" dt="2025-04-20T17:00:21.101" v="1441" actId="20577"/>
          <ac:spMkLst>
            <pc:docMk/>
            <pc:sldMk cId="3067591480" sldId="585"/>
            <ac:spMk id="3" creationId="{E580E733-FC13-A58A-F12F-9B26AFCB1A87}"/>
          </ac:spMkLst>
        </pc:spChg>
      </pc:sldChg>
      <pc:sldChg chg="addSp delSp modSp add mod">
        <pc:chgData name="Mohammed Fasha" userId="cc64f42d-a1a6-4f08-b97b-0c37f877119f" providerId="ADAL" clId="{8DFC6787-4569-4AEF-BB23-FDF85FEE05FB}" dt="2025-04-20T17:00:50.117" v="1448" actId="14734"/>
        <pc:sldMkLst>
          <pc:docMk/>
          <pc:sldMk cId="1822846115" sldId="586"/>
        </pc:sldMkLst>
        <pc:spChg chg="mod">
          <ac:chgData name="Mohammed Fasha" userId="cc64f42d-a1a6-4f08-b97b-0c37f877119f" providerId="ADAL" clId="{8DFC6787-4569-4AEF-BB23-FDF85FEE05FB}" dt="2025-04-20T17:00:27.606" v="1442"/>
          <ac:spMkLst>
            <pc:docMk/>
            <pc:sldMk cId="1822846115" sldId="586"/>
            <ac:spMk id="2" creationId="{6EFF2366-090D-0430-2AA6-E64CFC026751}"/>
          </ac:spMkLst>
        </pc:spChg>
        <pc:spChg chg="del">
          <ac:chgData name="Mohammed Fasha" userId="cc64f42d-a1a6-4f08-b97b-0c37f877119f" providerId="ADAL" clId="{8DFC6787-4569-4AEF-BB23-FDF85FEE05FB}" dt="2025-04-20T17:00:33.049" v="1443"/>
          <ac:spMkLst>
            <pc:docMk/>
            <pc:sldMk cId="1822846115" sldId="586"/>
            <ac:spMk id="3" creationId="{7402A1A4-F03D-220F-91ED-C089B9E0CAFE}"/>
          </ac:spMkLst>
        </pc:spChg>
        <pc:graphicFrameChg chg="add mod modGraphic">
          <ac:chgData name="Mohammed Fasha" userId="cc64f42d-a1a6-4f08-b97b-0c37f877119f" providerId="ADAL" clId="{8DFC6787-4569-4AEF-BB23-FDF85FEE05FB}" dt="2025-04-20T17:00:50.117" v="1448" actId="14734"/>
          <ac:graphicFrameMkLst>
            <pc:docMk/>
            <pc:sldMk cId="1822846115" sldId="586"/>
            <ac:graphicFrameMk id="4" creationId="{96711436-FA86-8F77-1D15-1949D7468A83}"/>
          </ac:graphicFrameMkLst>
        </pc:graphicFrameChg>
      </pc:sldChg>
      <pc:sldChg chg="modSp add mod">
        <pc:chgData name="Mohammed Fasha" userId="cc64f42d-a1a6-4f08-b97b-0c37f877119f" providerId="ADAL" clId="{8DFC6787-4569-4AEF-BB23-FDF85FEE05FB}" dt="2025-04-20T17:01:25.423" v="1455" actId="20577"/>
        <pc:sldMkLst>
          <pc:docMk/>
          <pc:sldMk cId="1196054167" sldId="587"/>
        </pc:sldMkLst>
        <pc:spChg chg="mod">
          <ac:chgData name="Mohammed Fasha" userId="cc64f42d-a1a6-4f08-b97b-0c37f877119f" providerId="ADAL" clId="{8DFC6787-4569-4AEF-BB23-FDF85FEE05FB}" dt="2025-04-20T17:01:08.995" v="1449"/>
          <ac:spMkLst>
            <pc:docMk/>
            <pc:sldMk cId="1196054167" sldId="587"/>
            <ac:spMk id="2" creationId="{AB4702C9-F54F-67EF-570B-C50D4D5D2380}"/>
          </ac:spMkLst>
        </pc:spChg>
        <pc:spChg chg="mod">
          <ac:chgData name="Mohammed Fasha" userId="cc64f42d-a1a6-4f08-b97b-0c37f877119f" providerId="ADAL" clId="{8DFC6787-4569-4AEF-BB23-FDF85FEE05FB}" dt="2025-04-20T17:01:25.423" v="1455" actId="20577"/>
          <ac:spMkLst>
            <pc:docMk/>
            <pc:sldMk cId="1196054167" sldId="587"/>
            <ac:spMk id="3" creationId="{FA755082-70DA-3D50-1613-A4A6723FED1F}"/>
          </ac:spMkLst>
        </pc:spChg>
      </pc:sldChg>
      <pc:sldChg chg="modSp add mod">
        <pc:chgData name="Mohammed Fasha" userId="cc64f42d-a1a6-4f08-b97b-0c37f877119f" providerId="ADAL" clId="{8DFC6787-4569-4AEF-BB23-FDF85FEE05FB}" dt="2025-04-20T17:01:36.248" v="1461" actId="27636"/>
        <pc:sldMkLst>
          <pc:docMk/>
          <pc:sldMk cId="313857250" sldId="588"/>
        </pc:sldMkLst>
        <pc:spChg chg="mod">
          <ac:chgData name="Mohammed Fasha" userId="cc64f42d-a1a6-4f08-b97b-0c37f877119f" providerId="ADAL" clId="{8DFC6787-4569-4AEF-BB23-FDF85FEE05FB}" dt="2025-04-20T17:01:36.248" v="1461" actId="27636"/>
          <ac:spMkLst>
            <pc:docMk/>
            <pc:sldMk cId="313857250" sldId="588"/>
            <ac:spMk id="2" creationId="{640B72BD-2622-0BDA-1CEF-BAA04A5A39C5}"/>
          </ac:spMkLst>
        </pc:spChg>
        <pc:spChg chg="mod">
          <ac:chgData name="Mohammed Fasha" userId="cc64f42d-a1a6-4f08-b97b-0c37f877119f" providerId="ADAL" clId="{8DFC6787-4569-4AEF-BB23-FDF85FEE05FB}" dt="2025-04-20T17:01:34.343" v="1457" actId="21"/>
          <ac:spMkLst>
            <pc:docMk/>
            <pc:sldMk cId="313857250" sldId="588"/>
            <ac:spMk id="3" creationId="{B6929E43-3F39-A0AB-4FE3-2DF99D72D64C}"/>
          </ac:spMkLst>
        </pc:spChg>
      </pc:sldChg>
      <pc:sldChg chg="del">
        <pc:chgData name="Mohammed Fasha" userId="cc64f42d-a1a6-4f08-b97b-0c37f877119f" providerId="ADAL" clId="{8DFC6787-4569-4AEF-BB23-FDF85FEE05FB}" dt="2025-04-20T14:32:10.451" v="45" actId="2696"/>
        <pc:sldMkLst>
          <pc:docMk/>
          <pc:sldMk cId="3354701919" sldId="588"/>
        </pc:sldMkLst>
      </pc:sldChg>
      <pc:sldChg chg="modSp add mod">
        <pc:chgData name="Mohammed Fasha" userId="cc64f42d-a1a6-4f08-b97b-0c37f877119f" providerId="ADAL" clId="{8DFC6787-4569-4AEF-BB23-FDF85FEE05FB}" dt="2025-04-20T17:01:53.200" v="1468" actId="113"/>
        <pc:sldMkLst>
          <pc:docMk/>
          <pc:sldMk cId="3248123203" sldId="589"/>
        </pc:sldMkLst>
        <pc:spChg chg="mod">
          <ac:chgData name="Mohammed Fasha" userId="cc64f42d-a1a6-4f08-b97b-0c37f877119f" providerId="ADAL" clId="{8DFC6787-4569-4AEF-BB23-FDF85FEE05FB}" dt="2025-04-20T17:01:53.200" v="1468" actId="113"/>
          <ac:spMkLst>
            <pc:docMk/>
            <pc:sldMk cId="3248123203" sldId="589"/>
            <ac:spMk id="2" creationId="{2446412A-5892-FCBD-545E-1A5B9E7A4BBE}"/>
          </ac:spMkLst>
        </pc:spChg>
        <pc:spChg chg="mod">
          <ac:chgData name="Mohammed Fasha" userId="cc64f42d-a1a6-4f08-b97b-0c37f877119f" providerId="ADAL" clId="{8DFC6787-4569-4AEF-BB23-FDF85FEE05FB}" dt="2025-04-20T17:01:49.808" v="1463" actId="21"/>
          <ac:spMkLst>
            <pc:docMk/>
            <pc:sldMk cId="3248123203" sldId="589"/>
            <ac:spMk id="3" creationId="{417A66EB-C59D-A890-3002-548F60050969}"/>
          </ac:spMkLst>
        </pc:spChg>
      </pc:sldChg>
      <pc:sldChg chg="del">
        <pc:chgData name="Mohammed Fasha" userId="cc64f42d-a1a6-4f08-b97b-0c37f877119f" providerId="ADAL" clId="{8DFC6787-4569-4AEF-BB23-FDF85FEE05FB}" dt="2025-04-20T14:32:10.451" v="45" actId="2696"/>
        <pc:sldMkLst>
          <pc:docMk/>
          <pc:sldMk cId="1772982877" sldId="590"/>
        </pc:sldMkLst>
      </pc:sldChg>
      <pc:sldChg chg="modSp add mod">
        <pc:chgData name="Mohammed Fasha" userId="cc64f42d-a1a6-4f08-b97b-0c37f877119f" providerId="ADAL" clId="{8DFC6787-4569-4AEF-BB23-FDF85FEE05FB}" dt="2025-04-20T17:02:02.799" v="1475" actId="113"/>
        <pc:sldMkLst>
          <pc:docMk/>
          <pc:sldMk cId="2710591063" sldId="590"/>
        </pc:sldMkLst>
        <pc:spChg chg="mod">
          <ac:chgData name="Mohammed Fasha" userId="cc64f42d-a1a6-4f08-b97b-0c37f877119f" providerId="ADAL" clId="{8DFC6787-4569-4AEF-BB23-FDF85FEE05FB}" dt="2025-04-20T17:02:02.799" v="1475" actId="113"/>
          <ac:spMkLst>
            <pc:docMk/>
            <pc:sldMk cId="2710591063" sldId="590"/>
            <ac:spMk id="2" creationId="{4C3ECAC6-24DE-074A-680A-3048D26C9D12}"/>
          </ac:spMkLst>
        </pc:spChg>
        <pc:spChg chg="mod">
          <ac:chgData name="Mohammed Fasha" userId="cc64f42d-a1a6-4f08-b97b-0c37f877119f" providerId="ADAL" clId="{8DFC6787-4569-4AEF-BB23-FDF85FEE05FB}" dt="2025-04-20T17:01:59.060" v="1470" actId="21"/>
          <ac:spMkLst>
            <pc:docMk/>
            <pc:sldMk cId="2710591063" sldId="590"/>
            <ac:spMk id="3" creationId="{8F996441-E141-1F37-8FA5-3863828E7B82}"/>
          </ac:spMkLst>
        </pc:spChg>
      </pc:sldChg>
      <pc:sldChg chg="modSp add mod">
        <pc:chgData name="Mohammed Fasha" userId="cc64f42d-a1a6-4f08-b97b-0c37f877119f" providerId="ADAL" clId="{8DFC6787-4569-4AEF-BB23-FDF85FEE05FB}" dt="2025-04-20T17:02:13.091" v="1482" actId="113"/>
        <pc:sldMkLst>
          <pc:docMk/>
          <pc:sldMk cId="2099531688" sldId="591"/>
        </pc:sldMkLst>
        <pc:spChg chg="mod">
          <ac:chgData name="Mohammed Fasha" userId="cc64f42d-a1a6-4f08-b97b-0c37f877119f" providerId="ADAL" clId="{8DFC6787-4569-4AEF-BB23-FDF85FEE05FB}" dt="2025-04-20T17:02:13.091" v="1482" actId="113"/>
          <ac:spMkLst>
            <pc:docMk/>
            <pc:sldMk cId="2099531688" sldId="591"/>
            <ac:spMk id="2" creationId="{AA7FBE46-30BA-97CE-7EF5-D6E6EFDFB903}"/>
          </ac:spMkLst>
        </pc:spChg>
        <pc:spChg chg="mod">
          <ac:chgData name="Mohammed Fasha" userId="cc64f42d-a1a6-4f08-b97b-0c37f877119f" providerId="ADAL" clId="{8DFC6787-4569-4AEF-BB23-FDF85FEE05FB}" dt="2025-04-20T17:02:09.711" v="1477" actId="21"/>
          <ac:spMkLst>
            <pc:docMk/>
            <pc:sldMk cId="2099531688" sldId="591"/>
            <ac:spMk id="3" creationId="{BB7BB5FE-ED4E-9B26-7BBE-4852DADEAE36}"/>
          </ac:spMkLst>
        </pc:spChg>
      </pc:sldChg>
      <pc:sldChg chg="del">
        <pc:chgData name="Mohammed Fasha" userId="cc64f42d-a1a6-4f08-b97b-0c37f877119f" providerId="ADAL" clId="{8DFC6787-4569-4AEF-BB23-FDF85FEE05FB}" dt="2025-04-20T14:32:10.451" v="45" actId="2696"/>
        <pc:sldMkLst>
          <pc:docMk/>
          <pc:sldMk cId="4013144202" sldId="591"/>
        </pc:sldMkLst>
      </pc:sldChg>
      <pc:sldChg chg="modSp add mod">
        <pc:chgData name="Mohammed Fasha" userId="cc64f42d-a1a6-4f08-b97b-0c37f877119f" providerId="ADAL" clId="{8DFC6787-4569-4AEF-BB23-FDF85FEE05FB}" dt="2025-04-20T17:02:23.845" v="1489" actId="113"/>
        <pc:sldMkLst>
          <pc:docMk/>
          <pc:sldMk cId="679815193" sldId="592"/>
        </pc:sldMkLst>
        <pc:spChg chg="mod">
          <ac:chgData name="Mohammed Fasha" userId="cc64f42d-a1a6-4f08-b97b-0c37f877119f" providerId="ADAL" clId="{8DFC6787-4569-4AEF-BB23-FDF85FEE05FB}" dt="2025-04-20T17:02:23.845" v="1489" actId="113"/>
          <ac:spMkLst>
            <pc:docMk/>
            <pc:sldMk cId="679815193" sldId="592"/>
            <ac:spMk id="2" creationId="{D7EFCEE9-994D-23F4-846C-4A76E9C5C32E}"/>
          </ac:spMkLst>
        </pc:spChg>
        <pc:spChg chg="mod">
          <ac:chgData name="Mohammed Fasha" userId="cc64f42d-a1a6-4f08-b97b-0c37f877119f" providerId="ADAL" clId="{8DFC6787-4569-4AEF-BB23-FDF85FEE05FB}" dt="2025-04-20T17:02:20.595" v="1484" actId="21"/>
          <ac:spMkLst>
            <pc:docMk/>
            <pc:sldMk cId="679815193" sldId="592"/>
            <ac:spMk id="3" creationId="{46B39FA6-13CC-72C8-FC1F-C00F7B3A62FD}"/>
          </ac:spMkLst>
        </pc:spChg>
      </pc:sldChg>
      <pc:sldChg chg="del">
        <pc:chgData name="Mohammed Fasha" userId="cc64f42d-a1a6-4f08-b97b-0c37f877119f" providerId="ADAL" clId="{8DFC6787-4569-4AEF-BB23-FDF85FEE05FB}" dt="2025-04-20T14:32:10.451" v="45" actId="2696"/>
        <pc:sldMkLst>
          <pc:docMk/>
          <pc:sldMk cId="4204510001" sldId="592"/>
        </pc:sldMkLst>
      </pc:sldChg>
      <pc:sldChg chg="del">
        <pc:chgData name="Mohammed Fasha" userId="cc64f42d-a1a6-4f08-b97b-0c37f877119f" providerId="ADAL" clId="{8DFC6787-4569-4AEF-BB23-FDF85FEE05FB}" dt="2025-04-20T14:32:10.451" v="45" actId="2696"/>
        <pc:sldMkLst>
          <pc:docMk/>
          <pc:sldMk cId="1503045661" sldId="593"/>
        </pc:sldMkLst>
      </pc:sldChg>
      <pc:sldChg chg="modSp add mod">
        <pc:chgData name="Mohammed Fasha" userId="cc64f42d-a1a6-4f08-b97b-0c37f877119f" providerId="ADAL" clId="{8DFC6787-4569-4AEF-BB23-FDF85FEE05FB}" dt="2025-04-20T17:02:37.819" v="1496" actId="113"/>
        <pc:sldMkLst>
          <pc:docMk/>
          <pc:sldMk cId="3936032628" sldId="593"/>
        </pc:sldMkLst>
        <pc:spChg chg="mod">
          <ac:chgData name="Mohammed Fasha" userId="cc64f42d-a1a6-4f08-b97b-0c37f877119f" providerId="ADAL" clId="{8DFC6787-4569-4AEF-BB23-FDF85FEE05FB}" dt="2025-04-20T17:02:37.819" v="1496" actId="113"/>
          <ac:spMkLst>
            <pc:docMk/>
            <pc:sldMk cId="3936032628" sldId="593"/>
            <ac:spMk id="2" creationId="{F4A7E64B-C5B3-AEEE-11F0-A82241C7889E}"/>
          </ac:spMkLst>
        </pc:spChg>
        <pc:spChg chg="mod">
          <ac:chgData name="Mohammed Fasha" userId="cc64f42d-a1a6-4f08-b97b-0c37f877119f" providerId="ADAL" clId="{8DFC6787-4569-4AEF-BB23-FDF85FEE05FB}" dt="2025-04-20T17:02:33.233" v="1491" actId="21"/>
          <ac:spMkLst>
            <pc:docMk/>
            <pc:sldMk cId="3936032628" sldId="593"/>
            <ac:spMk id="3" creationId="{2C6F57C9-D577-D8AE-D393-4F4E9CA7D761}"/>
          </ac:spMkLst>
        </pc:spChg>
      </pc:sldChg>
      <pc:sldChg chg="addSp delSp modSp add mod">
        <pc:chgData name="Mohammed Fasha" userId="cc64f42d-a1a6-4f08-b97b-0c37f877119f" providerId="ADAL" clId="{8DFC6787-4569-4AEF-BB23-FDF85FEE05FB}" dt="2025-04-20T17:03:41.493" v="1514" actId="14100"/>
        <pc:sldMkLst>
          <pc:docMk/>
          <pc:sldMk cId="4127777656" sldId="594"/>
        </pc:sldMkLst>
        <pc:spChg chg="mod">
          <ac:chgData name="Mohammed Fasha" userId="cc64f42d-a1a6-4f08-b97b-0c37f877119f" providerId="ADAL" clId="{8DFC6787-4569-4AEF-BB23-FDF85FEE05FB}" dt="2025-04-20T17:02:47.915" v="1497"/>
          <ac:spMkLst>
            <pc:docMk/>
            <pc:sldMk cId="4127777656" sldId="594"/>
            <ac:spMk id="2" creationId="{684FB7C0-6D19-9BEA-87D9-642B987861FD}"/>
          </ac:spMkLst>
        </pc:spChg>
        <pc:spChg chg="add del mod">
          <ac:chgData name="Mohammed Fasha" userId="cc64f42d-a1a6-4f08-b97b-0c37f877119f" providerId="ADAL" clId="{8DFC6787-4569-4AEF-BB23-FDF85FEE05FB}" dt="2025-04-20T17:02:59.664" v="1503" actId="14100"/>
          <ac:spMkLst>
            <pc:docMk/>
            <pc:sldMk cId="4127777656" sldId="594"/>
            <ac:spMk id="3" creationId="{2B9D861C-1BF9-EC89-D5A5-874821596B9F}"/>
          </ac:spMkLst>
        </pc:spChg>
        <pc:spChg chg="add mod">
          <ac:chgData name="Mohammed Fasha" userId="cc64f42d-a1a6-4f08-b97b-0c37f877119f" providerId="ADAL" clId="{8DFC6787-4569-4AEF-BB23-FDF85FEE05FB}" dt="2025-04-20T17:02:53.716" v="1499"/>
          <ac:spMkLst>
            <pc:docMk/>
            <pc:sldMk cId="4127777656" sldId="594"/>
            <ac:spMk id="4" creationId="{EE5BF396-2A7C-27AC-5FE4-5B40218D1FBB}"/>
          </ac:spMkLst>
        </pc:spChg>
        <pc:spChg chg="add mod">
          <ac:chgData name="Mohammed Fasha" userId="cc64f42d-a1a6-4f08-b97b-0c37f877119f" providerId="ADAL" clId="{8DFC6787-4569-4AEF-BB23-FDF85FEE05FB}" dt="2025-04-20T17:03:41.493" v="1514" actId="14100"/>
          <ac:spMkLst>
            <pc:docMk/>
            <pc:sldMk cId="4127777656" sldId="594"/>
            <ac:spMk id="7" creationId="{46EA2AA7-459B-C8C1-065C-11F195DCDD6D}"/>
          </ac:spMkLst>
        </pc:spChg>
        <pc:graphicFrameChg chg="add mod modGraphic">
          <ac:chgData name="Mohammed Fasha" userId="cc64f42d-a1a6-4f08-b97b-0c37f877119f" providerId="ADAL" clId="{8DFC6787-4569-4AEF-BB23-FDF85FEE05FB}" dt="2025-04-20T17:03:29.789" v="1511" actId="207"/>
          <ac:graphicFrameMkLst>
            <pc:docMk/>
            <pc:sldMk cId="4127777656" sldId="594"/>
            <ac:graphicFrameMk id="5" creationId="{D51101E0-A982-D66F-9B50-F717F754E806}"/>
          </ac:graphicFrameMkLst>
        </pc:graphicFrameChg>
      </pc:sldChg>
      <pc:sldChg chg="addSp modSp add mod">
        <pc:chgData name="Mohammed Fasha" userId="cc64f42d-a1a6-4f08-b97b-0c37f877119f" providerId="ADAL" clId="{8DFC6787-4569-4AEF-BB23-FDF85FEE05FB}" dt="2025-04-20T17:04:25.364" v="1527" actId="207"/>
        <pc:sldMkLst>
          <pc:docMk/>
          <pc:sldMk cId="3806487707" sldId="595"/>
        </pc:sldMkLst>
        <pc:spChg chg="mod">
          <ac:chgData name="Mohammed Fasha" userId="cc64f42d-a1a6-4f08-b97b-0c37f877119f" providerId="ADAL" clId="{8DFC6787-4569-4AEF-BB23-FDF85FEE05FB}" dt="2025-04-20T17:03:49.818" v="1515"/>
          <ac:spMkLst>
            <pc:docMk/>
            <pc:sldMk cId="3806487707" sldId="595"/>
            <ac:spMk id="2" creationId="{634B94AF-6F2A-6FB4-1E41-2FC5529A9183}"/>
          </ac:spMkLst>
        </pc:spChg>
        <pc:spChg chg="mod">
          <ac:chgData name="Mohammed Fasha" userId="cc64f42d-a1a6-4f08-b97b-0c37f877119f" providerId="ADAL" clId="{8DFC6787-4569-4AEF-BB23-FDF85FEE05FB}" dt="2025-04-20T17:04:00.352" v="1519" actId="14100"/>
          <ac:spMkLst>
            <pc:docMk/>
            <pc:sldMk cId="3806487707" sldId="595"/>
            <ac:spMk id="3" creationId="{8790C6A5-C3EA-F08B-049A-7162FDFD7DB5}"/>
          </ac:spMkLst>
        </pc:spChg>
        <pc:graphicFrameChg chg="add mod modGraphic">
          <ac:chgData name="Mohammed Fasha" userId="cc64f42d-a1a6-4f08-b97b-0c37f877119f" providerId="ADAL" clId="{8DFC6787-4569-4AEF-BB23-FDF85FEE05FB}" dt="2025-04-20T17:04:25.364" v="1527" actId="207"/>
          <ac:graphicFrameMkLst>
            <pc:docMk/>
            <pc:sldMk cId="3806487707" sldId="595"/>
            <ac:graphicFrameMk id="4" creationId="{A0AFBC84-C395-41B0-51F4-C25FF07E8A43}"/>
          </ac:graphicFrameMkLst>
        </pc:graphicFrameChg>
      </pc:sldChg>
      <pc:sldChg chg="add del">
        <pc:chgData name="Mohammed Fasha" userId="cc64f42d-a1a6-4f08-b97b-0c37f877119f" providerId="ADAL" clId="{8DFC6787-4569-4AEF-BB23-FDF85FEE05FB}" dt="2025-04-20T17:04:40.264" v="1528" actId="47"/>
        <pc:sldMkLst>
          <pc:docMk/>
          <pc:sldMk cId="1873570383" sldId="596"/>
        </pc:sldMkLst>
      </pc:sldChg>
      <pc:sldChg chg="del">
        <pc:chgData name="Mohammed Fasha" userId="cc64f42d-a1a6-4f08-b97b-0c37f877119f" providerId="ADAL" clId="{8DFC6787-4569-4AEF-BB23-FDF85FEE05FB}" dt="2025-04-20T14:32:10.451" v="45" actId="2696"/>
        <pc:sldMkLst>
          <pc:docMk/>
          <pc:sldMk cId="3474268344" sldId="596"/>
        </pc:sldMkLst>
      </pc:sldChg>
      <pc:sldChg chg="add del">
        <pc:chgData name="Mohammed Fasha" userId="cc64f42d-a1a6-4f08-b97b-0c37f877119f" providerId="ADAL" clId="{8DFC6787-4569-4AEF-BB23-FDF85FEE05FB}" dt="2025-04-20T17:04:40.705" v="1529" actId="47"/>
        <pc:sldMkLst>
          <pc:docMk/>
          <pc:sldMk cId="3466739637" sldId="597"/>
        </pc:sldMkLst>
      </pc:sldChg>
      <pc:sldChg chg="del">
        <pc:chgData name="Mohammed Fasha" userId="cc64f42d-a1a6-4f08-b97b-0c37f877119f" providerId="ADAL" clId="{8DFC6787-4569-4AEF-BB23-FDF85FEE05FB}" dt="2025-04-20T14:32:10.451" v="45" actId="2696"/>
        <pc:sldMkLst>
          <pc:docMk/>
          <pc:sldMk cId="4148675757" sldId="597"/>
        </pc:sldMkLst>
      </pc:sldChg>
      <pc:sldChg chg="add del">
        <pc:chgData name="Mohammed Fasha" userId="cc64f42d-a1a6-4f08-b97b-0c37f877119f" providerId="ADAL" clId="{8DFC6787-4569-4AEF-BB23-FDF85FEE05FB}" dt="2025-04-20T17:04:41.301" v="1530" actId="47"/>
        <pc:sldMkLst>
          <pc:docMk/>
          <pc:sldMk cId="313704078" sldId="598"/>
        </pc:sldMkLst>
      </pc:sldChg>
      <pc:sldChg chg="del">
        <pc:chgData name="Mohammed Fasha" userId="cc64f42d-a1a6-4f08-b97b-0c37f877119f" providerId="ADAL" clId="{8DFC6787-4569-4AEF-BB23-FDF85FEE05FB}" dt="2025-04-20T14:32:10.451" v="45" actId="2696"/>
        <pc:sldMkLst>
          <pc:docMk/>
          <pc:sldMk cId="2392152533" sldId="598"/>
        </pc:sldMkLst>
      </pc:sldChg>
      <pc:sldChg chg="add del">
        <pc:chgData name="Mohammed Fasha" userId="cc64f42d-a1a6-4f08-b97b-0c37f877119f" providerId="ADAL" clId="{8DFC6787-4569-4AEF-BB23-FDF85FEE05FB}" dt="2025-04-20T17:04:42.241" v="1531" actId="47"/>
        <pc:sldMkLst>
          <pc:docMk/>
          <pc:sldMk cId="2224603642" sldId="599"/>
        </pc:sldMkLst>
      </pc:sldChg>
      <pc:sldChg chg="del">
        <pc:chgData name="Mohammed Fasha" userId="cc64f42d-a1a6-4f08-b97b-0c37f877119f" providerId="ADAL" clId="{8DFC6787-4569-4AEF-BB23-FDF85FEE05FB}" dt="2025-04-20T14:32:10.451" v="45" actId="2696"/>
        <pc:sldMkLst>
          <pc:docMk/>
          <pc:sldMk cId="3480194047" sldId="599"/>
        </pc:sldMkLst>
      </pc:sldChg>
      <pc:sldChg chg="add del">
        <pc:chgData name="Mohammed Fasha" userId="cc64f42d-a1a6-4f08-b97b-0c37f877119f" providerId="ADAL" clId="{8DFC6787-4569-4AEF-BB23-FDF85FEE05FB}" dt="2025-04-20T17:04:42.426" v="1532" actId="47"/>
        <pc:sldMkLst>
          <pc:docMk/>
          <pc:sldMk cId="2903203207" sldId="600"/>
        </pc:sldMkLst>
      </pc:sldChg>
      <pc:sldChg chg="del">
        <pc:chgData name="Mohammed Fasha" userId="cc64f42d-a1a6-4f08-b97b-0c37f877119f" providerId="ADAL" clId="{8DFC6787-4569-4AEF-BB23-FDF85FEE05FB}" dt="2025-04-20T14:32:10.451" v="45" actId="2696"/>
        <pc:sldMkLst>
          <pc:docMk/>
          <pc:sldMk cId="3146452721" sldId="600"/>
        </pc:sldMkLst>
      </pc:sldChg>
      <pc:sldChg chg="add del">
        <pc:chgData name="Mohammed Fasha" userId="cc64f42d-a1a6-4f08-b97b-0c37f877119f" providerId="ADAL" clId="{8DFC6787-4569-4AEF-BB23-FDF85FEE05FB}" dt="2025-04-20T17:04:42.991" v="1533" actId="47"/>
        <pc:sldMkLst>
          <pc:docMk/>
          <pc:sldMk cId="670224483" sldId="601"/>
        </pc:sldMkLst>
      </pc:sldChg>
      <pc:sldChg chg="del">
        <pc:chgData name="Mohammed Fasha" userId="cc64f42d-a1a6-4f08-b97b-0c37f877119f" providerId="ADAL" clId="{8DFC6787-4569-4AEF-BB23-FDF85FEE05FB}" dt="2025-04-20T14:32:10.451" v="45" actId="2696"/>
        <pc:sldMkLst>
          <pc:docMk/>
          <pc:sldMk cId="3244541146" sldId="601"/>
        </pc:sldMkLst>
      </pc:sldChg>
      <pc:sldChg chg="del">
        <pc:chgData name="Mohammed Fasha" userId="cc64f42d-a1a6-4f08-b97b-0c37f877119f" providerId="ADAL" clId="{8DFC6787-4569-4AEF-BB23-FDF85FEE05FB}" dt="2025-04-20T14:32:10.451" v="45" actId="2696"/>
        <pc:sldMkLst>
          <pc:docMk/>
          <pc:sldMk cId="659845697" sldId="602"/>
        </pc:sldMkLst>
      </pc:sldChg>
      <pc:sldChg chg="del">
        <pc:chgData name="Mohammed Fasha" userId="cc64f42d-a1a6-4f08-b97b-0c37f877119f" providerId="ADAL" clId="{8DFC6787-4569-4AEF-BB23-FDF85FEE05FB}" dt="2025-04-20T14:32:10.451" v="45" actId="2696"/>
        <pc:sldMkLst>
          <pc:docMk/>
          <pc:sldMk cId="2464207026" sldId="603"/>
        </pc:sldMkLst>
      </pc:sldChg>
      <pc:sldChg chg="del">
        <pc:chgData name="Mohammed Fasha" userId="cc64f42d-a1a6-4f08-b97b-0c37f877119f" providerId="ADAL" clId="{8DFC6787-4569-4AEF-BB23-FDF85FEE05FB}" dt="2025-04-20T14:32:10.451" v="45" actId="2696"/>
        <pc:sldMkLst>
          <pc:docMk/>
          <pc:sldMk cId="4283467534" sldId="604"/>
        </pc:sldMkLst>
      </pc:sldChg>
      <pc:sldChg chg="del">
        <pc:chgData name="Mohammed Fasha" userId="cc64f42d-a1a6-4f08-b97b-0c37f877119f" providerId="ADAL" clId="{8DFC6787-4569-4AEF-BB23-FDF85FEE05FB}" dt="2025-04-20T14:32:10.451" v="45" actId="2696"/>
        <pc:sldMkLst>
          <pc:docMk/>
          <pc:sldMk cId="2877973779" sldId="607"/>
        </pc:sldMkLst>
      </pc:sldChg>
      <pc:sldChg chg="del">
        <pc:chgData name="Mohammed Fasha" userId="cc64f42d-a1a6-4f08-b97b-0c37f877119f" providerId="ADAL" clId="{8DFC6787-4569-4AEF-BB23-FDF85FEE05FB}" dt="2025-04-20T14:32:10.451" v="45" actId="2696"/>
        <pc:sldMkLst>
          <pc:docMk/>
          <pc:sldMk cId="21481256" sldId="611"/>
        </pc:sldMkLst>
      </pc:sldChg>
      <pc:sldChg chg="del">
        <pc:chgData name="Mohammed Fasha" userId="cc64f42d-a1a6-4f08-b97b-0c37f877119f" providerId="ADAL" clId="{8DFC6787-4569-4AEF-BB23-FDF85FEE05FB}" dt="2025-04-20T14:32:10.451" v="45" actId="2696"/>
        <pc:sldMkLst>
          <pc:docMk/>
          <pc:sldMk cId="4040874025" sldId="612"/>
        </pc:sldMkLst>
      </pc:sldChg>
      <pc:sldChg chg="del">
        <pc:chgData name="Mohammed Fasha" userId="cc64f42d-a1a6-4f08-b97b-0c37f877119f" providerId="ADAL" clId="{8DFC6787-4569-4AEF-BB23-FDF85FEE05FB}" dt="2025-04-20T14:32:10.451" v="45" actId="2696"/>
        <pc:sldMkLst>
          <pc:docMk/>
          <pc:sldMk cId="399592497" sldId="613"/>
        </pc:sldMkLst>
      </pc:sldChg>
      <pc:sldChg chg="del">
        <pc:chgData name="Mohammed Fasha" userId="cc64f42d-a1a6-4f08-b97b-0c37f877119f" providerId="ADAL" clId="{8DFC6787-4569-4AEF-BB23-FDF85FEE05FB}" dt="2025-04-20T14:32:10.451" v="45" actId="2696"/>
        <pc:sldMkLst>
          <pc:docMk/>
          <pc:sldMk cId="3535314737" sldId="614"/>
        </pc:sldMkLst>
      </pc:sldChg>
      <pc:sldChg chg="del">
        <pc:chgData name="Mohammed Fasha" userId="cc64f42d-a1a6-4f08-b97b-0c37f877119f" providerId="ADAL" clId="{8DFC6787-4569-4AEF-BB23-FDF85FEE05FB}" dt="2025-04-20T14:32:10.451" v="45" actId="2696"/>
        <pc:sldMkLst>
          <pc:docMk/>
          <pc:sldMk cId="627652750" sldId="615"/>
        </pc:sldMkLst>
      </pc:sldChg>
      <pc:sldChg chg="del">
        <pc:chgData name="Mohammed Fasha" userId="cc64f42d-a1a6-4f08-b97b-0c37f877119f" providerId="ADAL" clId="{8DFC6787-4569-4AEF-BB23-FDF85FEE05FB}" dt="2025-04-20T14:32:10.451" v="45" actId="2696"/>
        <pc:sldMkLst>
          <pc:docMk/>
          <pc:sldMk cId="423212581" sldId="616"/>
        </pc:sldMkLst>
      </pc:sldChg>
      <pc:sldChg chg="del">
        <pc:chgData name="Mohammed Fasha" userId="cc64f42d-a1a6-4f08-b97b-0c37f877119f" providerId="ADAL" clId="{8DFC6787-4569-4AEF-BB23-FDF85FEE05FB}" dt="2025-04-20T14:32:10.451" v="45" actId="2696"/>
        <pc:sldMkLst>
          <pc:docMk/>
          <pc:sldMk cId="3329135496" sldId="617"/>
        </pc:sldMkLst>
      </pc:sldChg>
      <pc:sldChg chg="del">
        <pc:chgData name="Mohammed Fasha" userId="cc64f42d-a1a6-4f08-b97b-0c37f877119f" providerId="ADAL" clId="{8DFC6787-4569-4AEF-BB23-FDF85FEE05FB}" dt="2025-04-20T14:32:10.451" v="45" actId="2696"/>
        <pc:sldMkLst>
          <pc:docMk/>
          <pc:sldMk cId="1380276415" sldId="618"/>
        </pc:sldMkLst>
      </pc:sldChg>
      <pc:sldChg chg="del">
        <pc:chgData name="Mohammed Fasha" userId="cc64f42d-a1a6-4f08-b97b-0c37f877119f" providerId="ADAL" clId="{8DFC6787-4569-4AEF-BB23-FDF85FEE05FB}" dt="2025-04-20T14:32:10.451" v="45" actId="2696"/>
        <pc:sldMkLst>
          <pc:docMk/>
          <pc:sldMk cId="246730148" sldId="619"/>
        </pc:sldMkLst>
      </pc:sldChg>
      <pc:sldChg chg="del">
        <pc:chgData name="Mohammed Fasha" userId="cc64f42d-a1a6-4f08-b97b-0c37f877119f" providerId="ADAL" clId="{8DFC6787-4569-4AEF-BB23-FDF85FEE05FB}" dt="2025-04-20T14:32:10.451" v="45" actId="2696"/>
        <pc:sldMkLst>
          <pc:docMk/>
          <pc:sldMk cId="839834530" sldId="621"/>
        </pc:sldMkLst>
      </pc:sldChg>
      <pc:sldChg chg="del">
        <pc:chgData name="Mohammed Fasha" userId="cc64f42d-a1a6-4f08-b97b-0c37f877119f" providerId="ADAL" clId="{8DFC6787-4569-4AEF-BB23-FDF85FEE05FB}" dt="2025-04-20T14:32:10.451" v="45" actId="2696"/>
        <pc:sldMkLst>
          <pc:docMk/>
          <pc:sldMk cId="3734309461" sldId="625"/>
        </pc:sldMkLst>
      </pc:sldChg>
      <pc:sldChg chg="del">
        <pc:chgData name="Mohammed Fasha" userId="cc64f42d-a1a6-4f08-b97b-0c37f877119f" providerId="ADAL" clId="{8DFC6787-4569-4AEF-BB23-FDF85FEE05FB}" dt="2025-04-20T14:32:10.451" v="45" actId="2696"/>
        <pc:sldMkLst>
          <pc:docMk/>
          <pc:sldMk cId="4269580935" sldId="634"/>
        </pc:sldMkLst>
      </pc:sldChg>
      <pc:sldChg chg="del">
        <pc:chgData name="Mohammed Fasha" userId="cc64f42d-a1a6-4f08-b97b-0c37f877119f" providerId="ADAL" clId="{8DFC6787-4569-4AEF-BB23-FDF85FEE05FB}" dt="2025-04-20T14:32:10.451" v="45" actId="2696"/>
        <pc:sldMkLst>
          <pc:docMk/>
          <pc:sldMk cId="2838240985" sldId="635"/>
        </pc:sldMkLst>
      </pc:sldChg>
      <pc:sldChg chg="add del">
        <pc:chgData name="Mohammed Fasha" userId="cc64f42d-a1a6-4f08-b97b-0c37f877119f" providerId="ADAL" clId="{8DFC6787-4569-4AEF-BB23-FDF85FEE05FB}" dt="2025-04-20T15:26:11.867" v="596" actId="2696"/>
        <pc:sldMkLst>
          <pc:docMk/>
          <pc:sldMk cId="529606961" sldId="636"/>
        </pc:sldMkLst>
      </pc:sldChg>
      <pc:sldChg chg="del">
        <pc:chgData name="Mohammed Fasha" userId="cc64f42d-a1a6-4f08-b97b-0c37f877119f" providerId="ADAL" clId="{8DFC6787-4569-4AEF-BB23-FDF85FEE05FB}" dt="2025-04-20T14:32:10.451" v="45" actId="2696"/>
        <pc:sldMkLst>
          <pc:docMk/>
          <pc:sldMk cId="1675291572" sldId="638"/>
        </pc:sldMkLst>
      </pc:sldChg>
      <pc:sldChg chg="del">
        <pc:chgData name="Mohammed Fasha" userId="cc64f42d-a1a6-4f08-b97b-0c37f877119f" providerId="ADAL" clId="{8DFC6787-4569-4AEF-BB23-FDF85FEE05FB}" dt="2025-04-20T14:32:10.451" v="45" actId="2696"/>
        <pc:sldMkLst>
          <pc:docMk/>
          <pc:sldMk cId="2145145303" sldId="640"/>
        </pc:sldMkLst>
      </pc:sldChg>
      <pc:sldChg chg="del">
        <pc:chgData name="Mohammed Fasha" userId="cc64f42d-a1a6-4f08-b97b-0c37f877119f" providerId="ADAL" clId="{8DFC6787-4569-4AEF-BB23-FDF85FEE05FB}" dt="2025-04-20T14:32:10.451" v="45" actId="2696"/>
        <pc:sldMkLst>
          <pc:docMk/>
          <pc:sldMk cId="1135291414" sldId="643"/>
        </pc:sldMkLst>
      </pc:sldChg>
      <pc:sldChg chg="del">
        <pc:chgData name="Mohammed Fasha" userId="cc64f42d-a1a6-4f08-b97b-0c37f877119f" providerId="ADAL" clId="{8DFC6787-4569-4AEF-BB23-FDF85FEE05FB}" dt="2025-04-20T14:32:10.451" v="45" actId="2696"/>
        <pc:sldMkLst>
          <pc:docMk/>
          <pc:sldMk cId="1030124935" sldId="644"/>
        </pc:sldMkLst>
      </pc:sldChg>
      <pc:sldChg chg="del">
        <pc:chgData name="Mohammed Fasha" userId="cc64f42d-a1a6-4f08-b97b-0c37f877119f" providerId="ADAL" clId="{8DFC6787-4569-4AEF-BB23-FDF85FEE05FB}" dt="2025-04-20T14:32:10.451" v="45" actId="2696"/>
        <pc:sldMkLst>
          <pc:docMk/>
          <pc:sldMk cId="2168644593" sldId="645"/>
        </pc:sldMkLst>
      </pc:sldChg>
      <pc:sldChg chg="del">
        <pc:chgData name="Mohammed Fasha" userId="cc64f42d-a1a6-4f08-b97b-0c37f877119f" providerId="ADAL" clId="{8DFC6787-4569-4AEF-BB23-FDF85FEE05FB}" dt="2025-04-20T14:32:10.451" v="45" actId="2696"/>
        <pc:sldMkLst>
          <pc:docMk/>
          <pc:sldMk cId="2743226386" sldId="646"/>
        </pc:sldMkLst>
      </pc:sldChg>
      <pc:sldChg chg="del">
        <pc:chgData name="Mohammed Fasha" userId="cc64f42d-a1a6-4f08-b97b-0c37f877119f" providerId="ADAL" clId="{8DFC6787-4569-4AEF-BB23-FDF85FEE05FB}" dt="2025-04-20T14:32:10.451" v="45" actId="2696"/>
        <pc:sldMkLst>
          <pc:docMk/>
          <pc:sldMk cId="202107314" sldId="647"/>
        </pc:sldMkLst>
      </pc:sldChg>
      <pc:sldChg chg="del">
        <pc:chgData name="Mohammed Fasha" userId="cc64f42d-a1a6-4f08-b97b-0c37f877119f" providerId="ADAL" clId="{8DFC6787-4569-4AEF-BB23-FDF85FEE05FB}" dt="2025-04-20T14:32:10.451" v="45" actId="2696"/>
        <pc:sldMkLst>
          <pc:docMk/>
          <pc:sldMk cId="662689605" sldId="649"/>
        </pc:sldMkLst>
      </pc:sldChg>
      <pc:sldChg chg="del">
        <pc:chgData name="Mohammed Fasha" userId="cc64f42d-a1a6-4f08-b97b-0c37f877119f" providerId="ADAL" clId="{8DFC6787-4569-4AEF-BB23-FDF85FEE05FB}" dt="2025-04-20T14:32:10.451" v="45" actId="2696"/>
        <pc:sldMkLst>
          <pc:docMk/>
          <pc:sldMk cId="3942060319" sldId="650"/>
        </pc:sldMkLst>
      </pc:sldChg>
      <pc:sldChg chg="del">
        <pc:chgData name="Mohammed Fasha" userId="cc64f42d-a1a6-4f08-b97b-0c37f877119f" providerId="ADAL" clId="{8DFC6787-4569-4AEF-BB23-FDF85FEE05FB}" dt="2025-04-20T14:32:10.451" v="45" actId="2696"/>
        <pc:sldMkLst>
          <pc:docMk/>
          <pc:sldMk cId="916802035" sldId="651"/>
        </pc:sldMkLst>
      </pc:sldChg>
      <pc:sldChg chg="del">
        <pc:chgData name="Mohammed Fasha" userId="cc64f42d-a1a6-4f08-b97b-0c37f877119f" providerId="ADAL" clId="{8DFC6787-4569-4AEF-BB23-FDF85FEE05FB}" dt="2025-04-20T14:32:10.451" v="45" actId="2696"/>
        <pc:sldMkLst>
          <pc:docMk/>
          <pc:sldMk cId="3061130053" sldId="653"/>
        </pc:sldMkLst>
      </pc:sldChg>
      <pc:sldChg chg="del">
        <pc:chgData name="Mohammed Fasha" userId="cc64f42d-a1a6-4f08-b97b-0c37f877119f" providerId="ADAL" clId="{8DFC6787-4569-4AEF-BB23-FDF85FEE05FB}" dt="2025-04-20T14:32:10.451" v="45" actId="2696"/>
        <pc:sldMkLst>
          <pc:docMk/>
          <pc:sldMk cId="3585687456" sldId="654"/>
        </pc:sldMkLst>
      </pc:sldChg>
      <pc:sldChg chg="del">
        <pc:chgData name="Mohammed Fasha" userId="cc64f42d-a1a6-4f08-b97b-0c37f877119f" providerId="ADAL" clId="{8DFC6787-4569-4AEF-BB23-FDF85FEE05FB}" dt="2025-04-20T14:32:10.451" v="45" actId="2696"/>
        <pc:sldMkLst>
          <pc:docMk/>
          <pc:sldMk cId="2892622100" sldId="655"/>
        </pc:sldMkLst>
      </pc:sldChg>
      <pc:sldChg chg="del">
        <pc:chgData name="Mohammed Fasha" userId="cc64f42d-a1a6-4f08-b97b-0c37f877119f" providerId="ADAL" clId="{8DFC6787-4569-4AEF-BB23-FDF85FEE05FB}" dt="2025-04-20T14:32:10.451" v="45" actId="2696"/>
        <pc:sldMkLst>
          <pc:docMk/>
          <pc:sldMk cId="555764928" sldId="657"/>
        </pc:sldMkLst>
      </pc:sldChg>
      <pc:sldChg chg="del">
        <pc:chgData name="Mohammed Fasha" userId="cc64f42d-a1a6-4f08-b97b-0c37f877119f" providerId="ADAL" clId="{8DFC6787-4569-4AEF-BB23-FDF85FEE05FB}" dt="2025-04-20T14:32:10.451" v="45" actId="2696"/>
        <pc:sldMkLst>
          <pc:docMk/>
          <pc:sldMk cId="1461426122" sldId="658"/>
        </pc:sldMkLst>
      </pc:sldChg>
      <pc:sldChg chg="del">
        <pc:chgData name="Mohammed Fasha" userId="cc64f42d-a1a6-4f08-b97b-0c37f877119f" providerId="ADAL" clId="{8DFC6787-4569-4AEF-BB23-FDF85FEE05FB}" dt="2025-04-20T14:32:10.451" v="45" actId="2696"/>
        <pc:sldMkLst>
          <pc:docMk/>
          <pc:sldMk cId="2990045589" sldId="659"/>
        </pc:sldMkLst>
      </pc:sldChg>
      <pc:sldChg chg="del">
        <pc:chgData name="Mohammed Fasha" userId="cc64f42d-a1a6-4f08-b97b-0c37f877119f" providerId="ADAL" clId="{8DFC6787-4569-4AEF-BB23-FDF85FEE05FB}" dt="2025-04-20T14:32:10.451" v="45" actId="2696"/>
        <pc:sldMkLst>
          <pc:docMk/>
          <pc:sldMk cId="2575039538" sldId="660"/>
        </pc:sldMkLst>
      </pc:sldChg>
      <pc:sldChg chg="del">
        <pc:chgData name="Mohammed Fasha" userId="cc64f42d-a1a6-4f08-b97b-0c37f877119f" providerId="ADAL" clId="{8DFC6787-4569-4AEF-BB23-FDF85FEE05FB}" dt="2025-04-20T14:32:10.451" v="45" actId="2696"/>
        <pc:sldMkLst>
          <pc:docMk/>
          <pc:sldMk cId="1554491934" sldId="661"/>
        </pc:sldMkLst>
      </pc:sldChg>
      <pc:sldChg chg="del">
        <pc:chgData name="Mohammed Fasha" userId="cc64f42d-a1a6-4f08-b97b-0c37f877119f" providerId="ADAL" clId="{8DFC6787-4569-4AEF-BB23-FDF85FEE05FB}" dt="2025-04-20T14:32:10.451" v="45" actId="2696"/>
        <pc:sldMkLst>
          <pc:docMk/>
          <pc:sldMk cId="691538069" sldId="662"/>
        </pc:sldMkLst>
      </pc:sldChg>
      <pc:sldChg chg="del">
        <pc:chgData name="Mohammed Fasha" userId="cc64f42d-a1a6-4f08-b97b-0c37f877119f" providerId="ADAL" clId="{8DFC6787-4569-4AEF-BB23-FDF85FEE05FB}" dt="2025-04-20T14:32:10.451" v="45" actId="2696"/>
        <pc:sldMkLst>
          <pc:docMk/>
          <pc:sldMk cId="3980180774" sldId="663"/>
        </pc:sldMkLst>
      </pc:sldChg>
      <pc:sldChg chg="del">
        <pc:chgData name="Mohammed Fasha" userId="cc64f42d-a1a6-4f08-b97b-0c37f877119f" providerId="ADAL" clId="{8DFC6787-4569-4AEF-BB23-FDF85FEE05FB}" dt="2025-04-20T14:32:10.451" v="45" actId="2696"/>
        <pc:sldMkLst>
          <pc:docMk/>
          <pc:sldMk cId="1728680596" sldId="664"/>
        </pc:sldMkLst>
      </pc:sldChg>
      <pc:sldChg chg="del">
        <pc:chgData name="Mohammed Fasha" userId="cc64f42d-a1a6-4f08-b97b-0c37f877119f" providerId="ADAL" clId="{8DFC6787-4569-4AEF-BB23-FDF85FEE05FB}" dt="2025-04-20T14:32:10.451" v="45" actId="2696"/>
        <pc:sldMkLst>
          <pc:docMk/>
          <pc:sldMk cId="148099094" sldId="665"/>
        </pc:sldMkLst>
      </pc:sldChg>
      <pc:sldChg chg="del">
        <pc:chgData name="Mohammed Fasha" userId="cc64f42d-a1a6-4f08-b97b-0c37f877119f" providerId="ADAL" clId="{8DFC6787-4569-4AEF-BB23-FDF85FEE05FB}" dt="2025-04-20T14:32:10.451" v="45" actId="2696"/>
        <pc:sldMkLst>
          <pc:docMk/>
          <pc:sldMk cId="898885298" sldId="667"/>
        </pc:sldMkLst>
      </pc:sldChg>
      <pc:sldChg chg="del">
        <pc:chgData name="Mohammed Fasha" userId="cc64f42d-a1a6-4f08-b97b-0c37f877119f" providerId="ADAL" clId="{8DFC6787-4569-4AEF-BB23-FDF85FEE05FB}" dt="2025-04-20T14:32:10.451" v="45" actId="2696"/>
        <pc:sldMkLst>
          <pc:docMk/>
          <pc:sldMk cId="2652660250" sldId="668"/>
        </pc:sldMkLst>
      </pc:sldChg>
      <pc:sldChg chg="del">
        <pc:chgData name="Mohammed Fasha" userId="cc64f42d-a1a6-4f08-b97b-0c37f877119f" providerId="ADAL" clId="{8DFC6787-4569-4AEF-BB23-FDF85FEE05FB}" dt="2025-04-20T14:32:10.451" v="45" actId="2696"/>
        <pc:sldMkLst>
          <pc:docMk/>
          <pc:sldMk cId="2680231355" sldId="669"/>
        </pc:sldMkLst>
      </pc:sldChg>
      <pc:sldChg chg="del">
        <pc:chgData name="Mohammed Fasha" userId="cc64f42d-a1a6-4f08-b97b-0c37f877119f" providerId="ADAL" clId="{8DFC6787-4569-4AEF-BB23-FDF85FEE05FB}" dt="2025-04-20T14:32:10.451" v="45" actId="2696"/>
        <pc:sldMkLst>
          <pc:docMk/>
          <pc:sldMk cId="1960150938" sldId="670"/>
        </pc:sldMkLst>
      </pc:sldChg>
      <pc:sldChg chg="del">
        <pc:chgData name="Mohammed Fasha" userId="cc64f42d-a1a6-4f08-b97b-0c37f877119f" providerId="ADAL" clId="{8DFC6787-4569-4AEF-BB23-FDF85FEE05FB}" dt="2025-04-20T14:32:10.451" v="45" actId="2696"/>
        <pc:sldMkLst>
          <pc:docMk/>
          <pc:sldMk cId="3605011436" sldId="671"/>
        </pc:sldMkLst>
      </pc:sldChg>
      <pc:sldChg chg="del">
        <pc:chgData name="Mohammed Fasha" userId="cc64f42d-a1a6-4f08-b97b-0c37f877119f" providerId="ADAL" clId="{8DFC6787-4569-4AEF-BB23-FDF85FEE05FB}" dt="2025-04-20T14:32:10.451" v="45" actId="2696"/>
        <pc:sldMkLst>
          <pc:docMk/>
          <pc:sldMk cId="1620993364" sldId="672"/>
        </pc:sldMkLst>
      </pc:sldChg>
      <pc:sldChg chg="del">
        <pc:chgData name="Mohammed Fasha" userId="cc64f42d-a1a6-4f08-b97b-0c37f877119f" providerId="ADAL" clId="{8DFC6787-4569-4AEF-BB23-FDF85FEE05FB}" dt="2025-04-20T14:32:10.451" v="45" actId="2696"/>
        <pc:sldMkLst>
          <pc:docMk/>
          <pc:sldMk cId="2865119215" sldId="674"/>
        </pc:sldMkLst>
      </pc:sldChg>
      <pc:sldChg chg="del">
        <pc:chgData name="Mohammed Fasha" userId="cc64f42d-a1a6-4f08-b97b-0c37f877119f" providerId="ADAL" clId="{8DFC6787-4569-4AEF-BB23-FDF85FEE05FB}" dt="2025-04-20T14:32:10.451" v="45" actId="2696"/>
        <pc:sldMkLst>
          <pc:docMk/>
          <pc:sldMk cId="2170303756" sldId="675"/>
        </pc:sldMkLst>
      </pc:sldChg>
      <pc:sldChg chg="del">
        <pc:chgData name="Mohammed Fasha" userId="cc64f42d-a1a6-4f08-b97b-0c37f877119f" providerId="ADAL" clId="{8DFC6787-4569-4AEF-BB23-FDF85FEE05FB}" dt="2025-04-20T14:32:10.451" v="45" actId="2696"/>
        <pc:sldMkLst>
          <pc:docMk/>
          <pc:sldMk cId="1577854815" sldId="676"/>
        </pc:sldMkLst>
      </pc:sldChg>
      <pc:sldChg chg="del">
        <pc:chgData name="Mohammed Fasha" userId="cc64f42d-a1a6-4f08-b97b-0c37f877119f" providerId="ADAL" clId="{8DFC6787-4569-4AEF-BB23-FDF85FEE05FB}" dt="2025-04-20T14:32:10.451" v="45" actId="2696"/>
        <pc:sldMkLst>
          <pc:docMk/>
          <pc:sldMk cId="139882925" sldId="677"/>
        </pc:sldMkLst>
      </pc:sldChg>
      <pc:sldChg chg="del">
        <pc:chgData name="Mohammed Fasha" userId="cc64f42d-a1a6-4f08-b97b-0c37f877119f" providerId="ADAL" clId="{8DFC6787-4569-4AEF-BB23-FDF85FEE05FB}" dt="2025-04-20T14:32:10.451" v="45" actId="2696"/>
        <pc:sldMkLst>
          <pc:docMk/>
          <pc:sldMk cId="4146654093" sldId="678"/>
        </pc:sldMkLst>
      </pc:sldChg>
      <pc:sldChg chg="del">
        <pc:chgData name="Mohammed Fasha" userId="cc64f42d-a1a6-4f08-b97b-0c37f877119f" providerId="ADAL" clId="{8DFC6787-4569-4AEF-BB23-FDF85FEE05FB}" dt="2025-04-20T14:32:10.451" v="45" actId="2696"/>
        <pc:sldMkLst>
          <pc:docMk/>
          <pc:sldMk cId="3454522070" sldId="679"/>
        </pc:sldMkLst>
      </pc:sldChg>
      <pc:sldChg chg="del">
        <pc:chgData name="Mohammed Fasha" userId="cc64f42d-a1a6-4f08-b97b-0c37f877119f" providerId="ADAL" clId="{8DFC6787-4569-4AEF-BB23-FDF85FEE05FB}" dt="2025-04-20T14:32:10.451" v="45" actId="2696"/>
        <pc:sldMkLst>
          <pc:docMk/>
          <pc:sldMk cId="2856814121" sldId="681"/>
        </pc:sldMkLst>
      </pc:sldChg>
      <pc:sldChg chg="del">
        <pc:chgData name="Mohammed Fasha" userId="cc64f42d-a1a6-4f08-b97b-0c37f877119f" providerId="ADAL" clId="{8DFC6787-4569-4AEF-BB23-FDF85FEE05FB}" dt="2025-04-20T14:32:10.451" v="45" actId="2696"/>
        <pc:sldMkLst>
          <pc:docMk/>
          <pc:sldMk cId="1377124484" sldId="682"/>
        </pc:sldMkLst>
      </pc:sldChg>
      <pc:sldChg chg="del">
        <pc:chgData name="Mohammed Fasha" userId="cc64f42d-a1a6-4f08-b97b-0c37f877119f" providerId="ADAL" clId="{8DFC6787-4569-4AEF-BB23-FDF85FEE05FB}" dt="2025-04-20T14:32:10.451" v="45" actId="2696"/>
        <pc:sldMkLst>
          <pc:docMk/>
          <pc:sldMk cId="2630096202" sldId="683"/>
        </pc:sldMkLst>
      </pc:sldChg>
      <pc:sldChg chg="del">
        <pc:chgData name="Mohammed Fasha" userId="cc64f42d-a1a6-4f08-b97b-0c37f877119f" providerId="ADAL" clId="{8DFC6787-4569-4AEF-BB23-FDF85FEE05FB}" dt="2025-04-20T14:32:10.451" v="45" actId="2696"/>
        <pc:sldMkLst>
          <pc:docMk/>
          <pc:sldMk cId="3328652623" sldId="684"/>
        </pc:sldMkLst>
      </pc:sldChg>
      <pc:sldChg chg="del">
        <pc:chgData name="Mohammed Fasha" userId="cc64f42d-a1a6-4f08-b97b-0c37f877119f" providerId="ADAL" clId="{8DFC6787-4569-4AEF-BB23-FDF85FEE05FB}" dt="2025-04-20T14:32:10.451" v="45" actId="2696"/>
        <pc:sldMkLst>
          <pc:docMk/>
          <pc:sldMk cId="916102856" sldId="685"/>
        </pc:sldMkLst>
      </pc:sldChg>
      <pc:sldChg chg="del">
        <pc:chgData name="Mohammed Fasha" userId="cc64f42d-a1a6-4f08-b97b-0c37f877119f" providerId="ADAL" clId="{8DFC6787-4569-4AEF-BB23-FDF85FEE05FB}" dt="2025-04-20T14:32:10.451" v="45" actId="2696"/>
        <pc:sldMkLst>
          <pc:docMk/>
          <pc:sldMk cId="2620697854" sldId="686"/>
        </pc:sldMkLst>
      </pc:sldChg>
      <pc:sldChg chg="del">
        <pc:chgData name="Mohammed Fasha" userId="cc64f42d-a1a6-4f08-b97b-0c37f877119f" providerId="ADAL" clId="{8DFC6787-4569-4AEF-BB23-FDF85FEE05FB}" dt="2025-04-20T14:32:10.451" v="45" actId="2696"/>
        <pc:sldMkLst>
          <pc:docMk/>
          <pc:sldMk cId="140683555" sldId="687"/>
        </pc:sldMkLst>
      </pc:sldChg>
      <pc:sldChg chg="del">
        <pc:chgData name="Mohammed Fasha" userId="cc64f42d-a1a6-4f08-b97b-0c37f877119f" providerId="ADAL" clId="{8DFC6787-4569-4AEF-BB23-FDF85FEE05FB}" dt="2025-04-20T14:32:10.451" v="45" actId="2696"/>
        <pc:sldMkLst>
          <pc:docMk/>
          <pc:sldMk cId="1788308240" sldId="688"/>
        </pc:sldMkLst>
      </pc:sldChg>
      <pc:sldChg chg="del">
        <pc:chgData name="Mohammed Fasha" userId="cc64f42d-a1a6-4f08-b97b-0c37f877119f" providerId="ADAL" clId="{8DFC6787-4569-4AEF-BB23-FDF85FEE05FB}" dt="2025-04-20T14:32:10.451" v="45" actId="2696"/>
        <pc:sldMkLst>
          <pc:docMk/>
          <pc:sldMk cId="1660737293" sldId="689"/>
        </pc:sldMkLst>
      </pc:sldChg>
      <pc:sldChg chg="del">
        <pc:chgData name="Mohammed Fasha" userId="cc64f42d-a1a6-4f08-b97b-0c37f877119f" providerId="ADAL" clId="{8DFC6787-4569-4AEF-BB23-FDF85FEE05FB}" dt="2025-04-20T14:32:10.451" v="45" actId="2696"/>
        <pc:sldMkLst>
          <pc:docMk/>
          <pc:sldMk cId="1987101698" sldId="690"/>
        </pc:sldMkLst>
      </pc:sldChg>
      <pc:sldChg chg="del">
        <pc:chgData name="Mohammed Fasha" userId="cc64f42d-a1a6-4f08-b97b-0c37f877119f" providerId="ADAL" clId="{8DFC6787-4569-4AEF-BB23-FDF85FEE05FB}" dt="2025-04-20T14:32:10.451" v="45" actId="2696"/>
        <pc:sldMkLst>
          <pc:docMk/>
          <pc:sldMk cId="1982708772" sldId="692"/>
        </pc:sldMkLst>
      </pc:sldChg>
      <pc:sldChg chg="del">
        <pc:chgData name="Mohammed Fasha" userId="cc64f42d-a1a6-4f08-b97b-0c37f877119f" providerId="ADAL" clId="{8DFC6787-4569-4AEF-BB23-FDF85FEE05FB}" dt="2025-04-20T14:32:10.451" v="45" actId="2696"/>
        <pc:sldMkLst>
          <pc:docMk/>
          <pc:sldMk cId="3424197979" sldId="694"/>
        </pc:sldMkLst>
      </pc:sldChg>
      <pc:sldChg chg="del">
        <pc:chgData name="Mohammed Fasha" userId="cc64f42d-a1a6-4f08-b97b-0c37f877119f" providerId="ADAL" clId="{8DFC6787-4569-4AEF-BB23-FDF85FEE05FB}" dt="2025-04-20T14:32:10.451" v="45" actId="2696"/>
        <pc:sldMkLst>
          <pc:docMk/>
          <pc:sldMk cId="1697141369" sldId="695"/>
        </pc:sldMkLst>
      </pc:sldChg>
      <pc:sldChg chg="del">
        <pc:chgData name="Mohammed Fasha" userId="cc64f42d-a1a6-4f08-b97b-0c37f877119f" providerId="ADAL" clId="{8DFC6787-4569-4AEF-BB23-FDF85FEE05FB}" dt="2025-04-20T14:32:10.451" v="45" actId="2696"/>
        <pc:sldMkLst>
          <pc:docMk/>
          <pc:sldMk cId="1317643237" sldId="696"/>
        </pc:sldMkLst>
      </pc:sldChg>
      <pc:sldChg chg="del">
        <pc:chgData name="Mohammed Fasha" userId="cc64f42d-a1a6-4f08-b97b-0c37f877119f" providerId="ADAL" clId="{8DFC6787-4569-4AEF-BB23-FDF85FEE05FB}" dt="2025-04-20T14:32:10.451" v="45" actId="2696"/>
        <pc:sldMkLst>
          <pc:docMk/>
          <pc:sldMk cId="265576630" sldId="698"/>
        </pc:sldMkLst>
      </pc:sldChg>
      <pc:sldChg chg="del">
        <pc:chgData name="Mohammed Fasha" userId="cc64f42d-a1a6-4f08-b97b-0c37f877119f" providerId="ADAL" clId="{8DFC6787-4569-4AEF-BB23-FDF85FEE05FB}" dt="2025-04-20T14:32:10.451" v="45" actId="2696"/>
        <pc:sldMkLst>
          <pc:docMk/>
          <pc:sldMk cId="4247717824" sldId="700"/>
        </pc:sldMkLst>
      </pc:sldChg>
      <pc:sldChg chg="del">
        <pc:chgData name="Mohammed Fasha" userId="cc64f42d-a1a6-4f08-b97b-0c37f877119f" providerId="ADAL" clId="{8DFC6787-4569-4AEF-BB23-FDF85FEE05FB}" dt="2025-04-20T14:32:10.451" v="45" actId="2696"/>
        <pc:sldMkLst>
          <pc:docMk/>
          <pc:sldMk cId="3085160177" sldId="704"/>
        </pc:sldMkLst>
      </pc:sldChg>
      <pc:sldChg chg="del">
        <pc:chgData name="Mohammed Fasha" userId="cc64f42d-a1a6-4f08-b97b-0c37f877119f" providerId="ADAL" clId="{8DFC6787-4569-4AEF-BB23-FDF85FEE05FB}" dt="2025-04-20T14:32:10.451" v="45" actId="2696"/>
        <pc:sldMkLst>
          <pc:docMk/>
          <pc:sldMk cId="1862107672" sldId="705"/>
        </pc:sldMkLst>
      </pc:sldChg>
      <pc:sldChg chg="del">
        <pc:chgData name="Mohammed Fasha" userId="cc64f42d-a1a6-4f08-b97b-0c37f877119f" providerId="ADAL" clId="{8DFC6787-4569-4AEF-BB23-FDF85FEE05FB}" dt="2025-04-20T14:32:10.451" v="45" actId="2696"/>
        <pc:sldMkLst>
          <pc:docMk/>
          <pc:sldMk cId="1142780366" sldId="706"/>
        </pc:sldMkLst>
      </pc:sldChg>
      <pc:sldChg chg="del">
        <pc:chgData name="Mohammed Fasha" userId="cc64f42d-a1a6-4f08-b97b-0c37f877119f" providerId="ADAL" clId="{8DFC6787-4569-4AEF-BB23-FDF85FEE05FB}" dt="2025-04-20T14:32:10.451" v="45" actId="2696"/>
        <pc:sldMkLst>
          <pc:docMk/>
          <pc:sldMk cId="1972625976" sldId="707"/>
        </pc:sldMkLst>
      </pc:sldChg>
      <pc:sldChg chg="del">
        <pc:chgData name="Mohammed Fasha" userId="cc64f42d-a1a6-4f08-b97b-0c37f877119f" providerId="ADAL" clId="{8DFC6787-4569-4AEF-BB23-FDF85FEE05FB}" dt="2025-04-20T14:32:10.451" v="45" actId="2696"/>
        <pc:sldMkLst>
          <pc:docMk/>
          <pc:sldMk cId="32004852" sldId="708"/>
        </pc:sldMkLst>
      </pc:sldChg>
      <pc:sldChg chg="del">
        <pc:chgData name="Mohammed Fasha" userId="cc64f42d-a1a6-4f08-b97b-0c37f877119f" providerId="ADAL" clId="{8DFC6787-4569-4AEF-BB23-FDF85FEE05FB}" dt="2025-04-20T14:32:10.451" v="45" actId="2696"/>
        <pc:sldMkLst>
          <pc:docMk/>
          <pc:sldMk cId="67871309" sldId="709"/>
        </pc:sldMkLst>
      </pc:sldChg>
      <pc:sldChg chg="del">
        <pc:chgData name="Mohammed Fasha" userId="cc64f42d-a1a6-4f08-b97b-0c37f877119f" providerId="ADAL" clId="{8DFC6787-4569-4AEF-BB23-FDF85FEE05FB}" dt="2025-04-20T14:32:10.451" v="45" actId="2696"/>
        <pc:sldMkLst>
          <pc:docMk/>
          <pc:sldMk cId="4114896152" sldId="710"/>
        </pc:sldMkLst>
      </pc:sldChg>
      <pc:sldChg chg="del">
        <pc:chgData name="Mohammed Fasha" userId="cc64f42d-a1a6-4f08-b97b-0c37f877119f" providerId="ADAL" clId="{8DFC6787-4569-4AEF-BB23-FDF85FEE05FB}" dt="2025-04-20T14:32:10.451" v="45" actId="2696"/>
        <pc:sldMkLst>
          <pc:docMk/>
          <pc:sldMk cId="3794385322" sldId="711"/>
        </pc:sldMkLst>
      </pc:sldChg>
      <pc:sldChg chg="del">
        <pc:chgData name="Mohammed Fasha" userId="cc64f42d-a1a6-4f08-b97b-0c37f877119f" providerId="ADAL" clId="{8DFC6787-4569-4AEF-BB23-FDF85FEE05FB}" dt="2025-04-20T14:32:10.451" v="45" actId="2696"/>
        <pc:sldMkLst>
          <pc:docMk/>
          <pc:sldMk cId="3701206727" sldId="712"/>
        </pc:sldMkLst>
      </pc:sldChg>
      <pc:sldChg chg="del">
        <pc:chgData name="Mohammed Fasha" userId="cc64f42d-a1a6-4f08-b97b-0c37f877119f" providerId="ADAL" clId="{8DFC6787-4569-4AEF-BB23-FDF85FEE05FB}" dt="2025-04-20T14:32:10.451" v="45" actId="2696"/>
        <pc:sldMkLst>
          <pc:docMk/>
          <pc:sldMk cId="1499972066" sldId="713"/>
        </pc:sldMkLst>
      </pc:sldChg>
      <pc:sldChg chg="del">
        <pc:chgData name="Mohammed Fasha" userId="cc64f42d-a1a6-4f08-b97b-0c37f877119f" providerId="ADAL" clId="{8DFC6787-4569-4AEF-BB23-FDF85FEE05FB}" dt="2025-04-20T14:32:10.451" v="45" actId="2696"/>
        <pc:sldMkLst>
          <pc:docMk/>
          <pc:sldMk cId="1270641495" sldId="714"/>
        </pc:sldMkLst>
      </pc:sldChg>
      <pc:sldChg chg="del">
        <pc:chgData name="Mohammed Fasha" userId="cc64f42d-a1a6-4f08-b97b-0c37f877119f" providerId="ADAL" clId="{8DFC6787-4569-4AEF-BB23-FDF85FEE05FB}" dt="2025-04-20T14:32:10.451" v="45" actId="2696"/>
        <pc:sldMkLst>
          <pc:docMk/>
          <pc:sldMk cId="1096386322" sldId="715"/>
        </pc:sldMkLst>
      </pc:sldChg>
      <pc:sldChg chg="del">
        <pc:chgData name="Mohammed Fasha" userId="cc64f42d-a1a6-4f08-b97b-0c37f877119f" providerId="ADAL" clId="{8DFC6787-4569-4AEF-BB23-FDF85FEE05FB}" dt="2025-04-20T14:32:10.451" v="45" actId="2696"/>
        <pc:sldMkLst>
          <pc:docMk/>
          <pc:sldMk cId="1784058309" sldId="716"/>
        </pc:sldMkLst>
      </pc:sldChg>
      <pc:sldChg chg="del">
        <pc:chgData name="Mohammed Fasha" userId="cc64f42d-a1a6-4f08-b97b-0c37f877119f" providerId="ADAL" clId="{8DFC6787-4569-4AEF-BB23-FDF85FEE05FB}" dt="2025-04-20T14:32:10.451" v="45" actId="2696"/>
        <pc:sldMkLst>
          <pc:docMk/>
          <pc:sldMk cId="3139017106" sldId="717"/>
        </pc:sldMkLst>
      </pc:sldChg>
      <pc:sldChg chg="del">
        <pc:chgData name="Mohammed Fasha" userId="cc64f42d-a1a6-4f08-b97b-0c37f877119f" providerId="ADAL" clId="{8DFC6787-4569-4AEF-BB23-FDF85FEE05FB}" dt="2025-04-20T14:32:10.451" v="45" actId="2696"/>
        <pc:sldMkLst>
          <pc:docMk/>
          <pc:sldMk cId="3043812923" sldId="718"/>
        </pc:sldMkLst>
      </pc:sldChg>
      <pc:sldChg chg="del">
        <pc:chgData name="Mohammed Fasha" userId="cc64f42d-a1a6-4f08-b97b-0c37f877119f" providerId="ADAL" clId="{8DFC6787-4569-4AEF-BB23-FDF85FEE05FB}" dt="2025-04-20T14:32:10.451" v="45" actId="2696"/>
        <pc:sldMkLst>
          <pc:docMk/>
          <pc:sldMk cId="555545871" sldId="719"/>
        </pc:sldMkLst>
      </pc:sldChg>
      <pc:sldChg chg="del">
        <pc:chgData name="Mohammed Fasha" userId="cc64f42d-a1a6-4f08-b97b-0c37f877119f" providerId="ADAL" clId="{8DFC6787-4569-4AEF-BB23-FDF85FEE05FB}" dt="2025-04-20T14:32:10.451" v="45" actId="2696"/>
        <pc:sldMkLst>
          <pc:docMk/>
          <pc:sldMk cId="3150550060" sldId="720"/>
        </pc:sldMkLst>
      </pc:sldChg>
      <pc:sldChg chg="del">
        <pc:chgData name="Mohammed Fasha" userId="cc64f42d-a1a6-4f08-b97b-0c37f877119f" providerId="ADAL" clId="{8DFC6787-4569-4AEF-BB23-FDF85FEE05FB}" dt="2025-04-20T14:32:10.451" v="45" actId="2696"/>
        <pc:sldMkLst>
          <pc:docMk/>
          <pc:sldMk cId="1915229598" sldId="721"/>
        </pc:sldMkLst>
      </pc:sldChg>
      <pc:sldChg chg="del">
        <pc:chgData name="Mohammed Fasha" userId="cc64f42d-a1a6-4f08-b97b-0c37f877119f" providerId="ADAL" clId="{8DFC6787-4569-4AEF-BB23-FDF85FEE05FB}" dt="2025-04-20T14:32:10.451" v="45" actId="2696"/>
        <pc:sldMkLst>
          <pc:docMk/>
          <pc:sldMk cId="3417524918" sldId="722"/>
        </pc:sldMkLst>
      </pc:sldChg>
      <pc:sldChg chg="del">
        <pc:chgData name="Mohammed Fasha" userId="cc64f42d-a1a6-4f08-b97b-0c37f877119f" providerId="ADAL" clId="{8DFC6787-4569-4AEF-BB23-FDF85FEE05FB}" dt="2025-04-20T14:32:10.451" v="45" actId="2696"/>
        <pc:sldMkLst>
          <pc:docMk/>
          <pc:sldMk cId="218477773" sldId="723"/>
        </pc:sldMkLst>
      </pc:sldChg>
      <pc:sldChg chg="del">
        <pc:chgData name="Mohammed Fasha" userId="cc64f42d-a1a6-4f08-b97b-0c37f877119f" providerId="ADAL" clId="{8DFC6787-4569-4AEF-BB23-FDF85FEE05FB}" dt="2025-04-20T14:32:10.451" v="45" actId="2696"/>
        <pc:sldMkLst>
          <pc:docMk/>
          <pc:sldMk cId="3056700689" sldId="724"/>
        </pc:sldMkLst>
      </pc:sldChg>
      <pc:sldChg chg="add del">
        <pc:chgData name="Mohammed Fasha" userId="cc64f42d-a1a6-4f08-b97b-0c37f877119f" providerId="ADAL" clId="{8DFC6787-4569-4AEF-BB23-FDF85FEE05FB}" dt="2025-04-20T15:30:01.015" v="706" actId="2696"/>
        <pc:sldMkLst>
          <pc:docMk/>
          <pc:sldMk cId="201332996" sldId="884"/>
        </pc:sldMkLst>
      </pc:sldChg>
      <pc:sldChg chg="add del">
        <pc:chgData name="Mohammed Fasha" userId="cc64f42d-a1a6-4f08-b97b-0c37f877119f" providerId="ADAL" clId="{8DFC6787-4569-4AEF-BB23-FDF85FEE05FB}" dt="2025-04-20T15:38:17.984" v="732" actId="2696"/>
        <pc:sldMkLst>
          <pc:docMk/>
          <pc:sldMk cId="1601380146" sldId="885"/>
        </pc:sldMkLst>
      </pc:sldChg>
      <pc:sldChg chg="modSp add del">
        <pc:chgData name="Mohammed Fasha" userId="cc64f42d-a1a6-4f08-b97b-0c37f877119f" providerId="ADAL" clId="{8DFC6787-4569-4AEF-BB23-FDF85FEE05FB}" dt="2025-04-20T15:41:34.643" v="830" actId="2696"/>
        <pc:sldMkLst>
          <pc:docMk/>
          <pc:sldMk cId="3788531374" sldId="885"/>
        </pc:sldMkLst>
        <pc:graphicFrameChg chg="mod">
          <ac:chgData name="Mohammed Fasha" userId="cc64f42d-a1a6-4f08-b97b-0c37f877119f" providerId="ADAL" clId="{8DFC6787-4569-4AEF-BB23-FDF85FEE05FB}" dt="2025-04-20T15:41:27.053" v="821" actId="21"/>
          <ac:graphicFrameMkLst>
            <pc:docMk/>
            <pc:sldMk cId="3788531374" sldId="885"/>
            <ac:graphicFrameMk id="5" creationId="{B3771725-32B9-128B-3F28-0483991387C3}"/>
          </ac:graphicFrameMkLst>
        </pc:graphicFrameChg>
      </pc:sldChg>
      <pc:sldChg chg="add del">
        <pc:chgData name="Mohammed Fasha" userId="cc64f42d-a1a6-4f08-b97b-0c37f877119f" providerId="ADAL" clId="{8DFC6787-4569-4AEF-BB23-FDF85FEE05FB}" dt="2025-04-20T15:29:34.362" v="700"/>
        <pc:sldMkLst>
          <pc:docMk/>
          <pc:sldMk cId="4235808696" sldId="885"/>
        </pc:sldMkLst>
      </pc:sldChg>
      <pc:sldMasterChg chg="delSldLayout">
        <pc:chgData name="Mohammed Fasha" userId="cc64f42d-a1a6-4f08-b97b-0c37f877119f" providerId="ADAL" clId="{8DFC6787-4569-4AEF-BB23-FDF85FEE05FB}" dt="2025-04-20T15:30:01.015" v="706" actId="2696"/>
        <pc:sldMasterMkLst>
          <pc:docMk/>
          <pc:sldMasterMk cId="742811419" sldId="2147483648"/>
        </pc:sldMasterMkLst>
        <pc:sldLayoutChg chg="del">
          <pc:chgData name="Mohammed Fasha" userId="cc64f42d-a1a6-4f08-b97b-0c37f877119f" providerId="ADAL" clId="{8DFC6787-4569-4AEF-BB23-FDF85FEE05FB}" dt="2025-04-20T15:26:11.867" v="596" actId="2696"/>
          <pc:sldLayoutMkLst>
            <pc:docMk/>
            <pc:sldMasterMk cId="742811419" sldId="2147483648"/>
            <pc:sldLayoutMk cId="1784671854" sldId="2147483660"/>
          </pc:sldLayoutMkLst>
        </pc:sldLayoutChg>
        <pc:sldLayoutChg chg="del">
          <pc:chgData name="Mohammed Fasha" userId="cc64f42d-a1a6-4f08-b97b-0c37f877119f" providerId="ADAL" clId="{8DFC6787-4569-4AEF-BB23-FDF85FEE05FB}" dt="2025-04-20T15:30:01.015" v="706" actId="2696"/>
          <pc:sldLayoutMkLst>
            <pc:docMk/>
            <pc:sldMasterMk cId="742811419" sldId="2147483648"/>
            <pc:sldLayoutMk cId="3151167875" sldId="2147483660"/>
          </pc:sldLayoutMkLst>
        </pc:sldLayoutChg>
      </pc:sldMasterChg>
    </pc:docChg>
  </pc:docChgLst>
  <pc:docChgLst>
    <pc:chgData name="Mohammed Fasha" userId="cc64f42d-a1a6-4f08-b97b-0c37f877119f" providerId="ADAL" clId="{25C05559-E4DC-4EE1-91BC-1444D09EE869}"/>
    <pc:docChg chg="undo custSel modSld sldOrd">
      <pc:chgData name="Mohammed Fasha" userId="cc64f42d-a1a6-4f08-b97b-0c37f877119f" providerId="ADAL" clId="{25C05559-E4DC-4EE1-91BC-1444D09EE869}" dt="2025-04-16T06:49:10.468" v="48" actId="404"/>
      <pc:docMkLst>
        <pc:docMk/>
      </pc:docMkLst>
      <pc:sldChg chg="modSp mod">
        <pc:chgData name="Mohammed Fasha" userId="cc64f42d-a1a6-4f08-b97b-0c37f877119f" providerId="ADAL" clId="{25C05559-E4DC-4EE1-91BC-1444D09EE869}" dt="2025-04-16T06:14:55.232" v="16" actId="1076"/>
        <pc:sldMkLst>
          <pc:docMk/>
          <pc:sldMk cId="1499958888" sldId="394"/>
        </pc:sldMkLst>
      </pc:sldChg>
      <pc:sldChg chg="delSp modSp mod delAnim">
        <pc:chgData name="Mohammed Fasha" userId="cc64f42d-a1a6-4f08-b97b-0c37f877119f" providerId="ADAL" clId="{25C05559-E4DC-4EE1-91BC-1444D09EE869}" dt="2025-04-16T06:43:36.666" v="20" actId="478"/>
        <pc:sldMkLst>
          <pc:docMk/>
          <pc:sldMk cId="2905491798" sldId="440"/>
        </pc:sldMkLst>
      </pc:sldChg>
      <pc:sldChg chg="modSp mod">
        <pc:chgData name="Mohammed Fasha" userId="cc64f42d-a1a6-4f08-b97b-0c37f877119f" providerId="ADAL" clId="{25C05559-E4DC-4EE1-91BC-1444D09EE869}" dt="2025-04-09T06:23:26.187" v="0" actId="20577"/>
        <pc:sldMkLst>
          <pc:docMk/>
          <pc:sldMk cId="2297456757" sldId="483"/>
        </pc:sldMkLst>
        <pc:spChg chg="mod">
          <ac:chgData name="Mohammed Fasha" userId="cc64f42d-a1a6-4f08-b97b-0c37f877119f" providerId="ADAL" clId="{25C05559-E4DC-4EE1-91BC-1444D09EE869}" dt="2025-04-09T06:23:26.187" v="0" actId="20577"/>
          <ac:spMkLst>
            <pc:docMk/>
            <pc:sldMk cId="2297456757" sldId="483"/>
            <ac:spMk id="5" creationId="{89403830-E271-DAA0-8838-E295A84A8B5B}"/>
          </ac:spMkLst>
        </pc:spChg>
      </pc:sldChg>
      <pc:sldChg chg="ord">
        <pc:chgData name="Mohammed Fasha" userId="cc64f42d-a1a6-4f08-b97b-0c37f877119f" providerId="ADAL" clId="{25C05559-E4DC-4EE1-91BC-1444D09EE869}" dt="2025-04-16T06:46:21.733" v="23" actId="20578"/>
        <pc:sldMkLst>
          <pc:docMk/>
          <pc:sldMk cId="3480194047" sldId="599"/>
        </pc:sldMkLst>
      </pc:sldChg>
      <pc:sldChg chg="modSp mod">
        <pc:chgData name="Mohammed Fasha" userId="cc64f42d-a1a6-4f08-b97b-0c37f877119f" providerId="ADAL" clId="{25C05559-E4DC-4EE1-91BC-1444D09EE869}" dt="2025-04-16T06:46:47.902" v="27" actId="404"/>
        <pc:sldMkLst>
          <pc:docMk/>
          <pc:sldMk cId="3146452721" sldId="600"/>
        </pc:sldMkLst>
      </pc:sldChg>
      <pc:sldChg chg="delSp mod">
        <pc:chgData name="Mohammed Fasha" userId="cc64f42d-a1a6-4f08-b97b-0c37f877119f" providerId="ADAL" clId="{25C05559-E4DC-4EE1-91BC-1444D09EE869}" dt="2025-04-16T06:47:57.131" v="35" actId="21"/>
        <pc:sldMkLst>
          <pc:docMk/>
          <pc:sldMk cId="202107314" sldId="647"/>
        </pc:sldMkLst>
      </pc:sldChg>
      <pc:sldChg chg="modSp mod">
        <pc:chgData name="Mohammed Fasha" userId="cc64f42d-a1a6-4f08-b97b-0c37f877119f" providerId="ADAL" clId="{25C05559-E4DC-4EE1-91BC-1444D09EE869}" dt="2025-04-16T06:48:42.467" v="40" actId="14100"/>
        <pc:sldMkLst>
          <pc:docMk/>
          <pc:sldMk cId="3454522070" sldId="679"/>
        </pc:sldMkLst>
      </pc:sldChg>
      <pc:sldChg chg="modSp mod">
        <pc:chgData name="Mohammed Fasha" userId="cc64f42d-a1a6-4f08-b97b-0c37f877119f" providerId="ADAL" clId="{25C05559-E4DC-4EE1-91BC-1444D09EE869}" dt="2025-04-16T06:49:10.468" v="48" actId="404"/>
        <pc:sldMkLst>
          <pc:docMk/>
          <pc:sldMk cId="2856814121" sldId="681"/>
        </pc:sldMkLst>
      </pc:sldChg>
      <pc:sldChg chg="modSp mod">
        <pc:chgData name="Mohammed Fasha" userId="cc64f42d-a1a6-4f08-b97b-0c37f877119f" providerId="ADAL" clId="{25C05559-E4DC-4EE1-91BC-1444D09EE869}" dt="2025-04-16T06:48:55.287" v="46" actId="27636"/>
        <pc:sldMkLst>
          <pc:docMk/>
          <pc:sldMk cId="265576630" sldId="698"/>
        </pc:sldMkLst>
      </pc:sldChg>
      <pc:sldChg chg="modSp">
        <pc:chgData name="Mohammed Fasha" userId="cc64f42d-a1a6-4f08-b97b-0c37f877119f" providerId="ADAL" clId="{25C05559-E4DC-4EE1-91BC-1444D09EE869}" dt="2025-04-16T06:48:02.658" v="36" actId="1076"/>
        <pc:sldMkLst>
          <pc:docMk/>
          <pc:sldMk cId="3085160177" sldId="704"/>
        </pc:sldMkLst>
      </pc:sldChg>
      <pc:sldChg chg="modSp mod">
        <pc:chgData name="Mohammed Fasha" userId="cc64f42d-a1a6-4f08-b97b-0c37f877119f" providerId="ADAL" clId="{25C05559-E4DC-4EE1-91BC-1444D09EE869}" dt="2025-04-16T06:47:18.630" v="34" actId="1076"/>
        <pc:sldMkLst>
          <pc:docMk/>
          <pc:sldMk cId="32004852" sldId="708"/>
        </pc:sldMkLst>
      </pc:sldChg>
      <pc:sldChg chg="addSp delSp modSp mod">
        <pc:chgData name="Mohammed Fasha" userId="cc64f42d-a1a6-4f08-b97b-0c37f877119f" providerId="ADAL" clId="{25C05559-E4DC-4EE1-91BC-1444D09EE869}" dt="2025-04-16T06:14:10.424" v="11" actId="167"/>
        <pc:sldMkLst>
          <pc:docMk/>
          <pc:sldMk cId="3150550060" sldId="720"/>
        </pc:sldMkLst>
      </pc:sldChg>
    </pc:docChg>
  </pc:docChgLst>
  <pc:docChgLst>
    <pc:chgData name="Mohammed Fasha" userId="cc64f42d-a1a6-4f08-b97b-0c37f877119f" providerId="ADAL" clId="{6804A8E6-8D7F-46E3-B091-66A8F6B926BF}"/>
    <pc:docChg chg="custSel modMainMaster">
      <pc:chgData name="Mohammed Fasha" userId="cc64f42d-a1a6-4f08-b97b-0c37f877119f" providerId="ADAL" clId="{6804A8E6-8D7F-46E3-B091-66A8F6B926BF}" dt="2024-11-09T05:15:35.019" v="2" actId="1076"/>
      <pc:docMkLst>
        <pc:docMk/>
      </pc:docMkLst>
      <pc:sldMasterChg chg="delSp mod modSldLayout">
        <pc:chgData name="Mohammed Fasha" userId="cc64f42d-a1a6-4f08-b97b-0c37f877119f" providerId="ADAL" clId="{6804A8E6-8D7F-46E3-B091-66A8F6B926BF}" dt="2024-11-09T05:15:35.019" v="2" actId="1076"/>
        <pc:sldMasterMkLst>
          <pc:docMk/>
          <pc:sldMasterMk cId="742811419" sldId="2147483648"/>
        </pc:sldMasterMkLst>
        <pc:sldLayoutChg chg="addSp modSp mod">
          <pc:chgData name="Mohammed Fasha" userId="cc64f42d-a1a6-4f08-b97b-0c37f877119f" providerId="ADAL" clId="{6804A8E6-8D7F-46E3-B091-66A8F6B926BF}" dt="2024-11-09T05:15:35.019" v="2" actId="1076"/>
          <pc:sldLayoutMkLst>
            <pc:docMk/>
            <pc:sldMasterMk cId="742811419" sldId="2147483648"/>
            <pc:sldLayoutMk cId="4063788262" sldId="2147483649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3BA03A4-B9F1-404C-8A74-B1AFD6480953}" type="datetimeFigureOut">
              <a:rPr lang="en-US" smtClean="0"/>
              <a:t>4/20/2025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3C3971-340B-41A2-ABD3-FB1A577E48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60510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3C3971-340B-41A2-ABD3-FB1A577E480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15165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jp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29B88D-A571-8D68-DA1D-4734ED37AE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433490-0BE8-AA6E-9BD9-B3AE42C098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2B6175-CE1C-2163-F07B-89B1D44CD7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4/20/2025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231D7E-9560-9E2E-E325-EA9FF2B4F1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F25B4A-CC9F-DFD4-9C8C-EC0E3A6CB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5615635-BBAD-7E56-C59A-73312B1693C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136525"/>
            <a:ext cx="2123320" cy="4476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37882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61AE11-FE2F-E8C7-76F8-4648B97755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97523"/>
            <a:ext cx="10515600" cy="748208"/>
          </a:xfrm>
          <a:solidFill>
            <a:srgbClr val="67337A"/>
          </a:solidFill>
        </p:spPr>
        <p:txBody>
          <a:bodyPr>
            <a:normAutofit/>
          </a:bodyPr>
          <a:lstStyle>
            <a:lvl1pPr>
              <a:defRPr sz="2800" b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FDCCF6-2612-A73C-C264-680D145698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6007"/>
            <a:ext cx="10515600" cy="4991039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5735335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C3632C-6DEE-7253-7D28-277A733B96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429001"/>
            <a:ext cx="10515600" cy="1410566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46F207-EFC1-8D09-1A43-C1BC66F4BC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956175"/>
            <a:ext cx="10515600" cy="1133475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7066E6-0CE4-B283-4609-6B87CF61ED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4/20/2025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88F228-7BFB-DECA-1E8A-FE22303A6A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017116-D906-F8F1-9544-2F31FF8B39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1FD8420-94D8-A22A-437F-9C232747176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99908" y="103770"/>
            <a:ext cx="403127" cy="57042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9A4E6A3-979F-577C-6B28-090C8441D5A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965" y="160954"/>
            <a:ext cx="2120835" cy="63657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CF73805-8742-DDA0-8BA4-18F7B6B60B67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55278" y="43208"/>
            <a:ext cx="1171576" cy="59403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3945453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BD320A-5856-7025-B675-5175C87BA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A02420-256F-86BB-2069-DC7FC15985C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4A8B5D-BE76-5309-6B35-5BB623D549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C55F1A-4711-E07F-4060-9DFA24B5F8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4/20/2025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4BDB2D-A305-9686-67A1-5E6D04DD8A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5DA501-D721-9762-F1D7-F2633610BC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912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9D67AB-B0CB-34AE-FB11-E6E73297D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F1467F-4D04-1AE5-F976-549357D164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1D808E-728B-7E91-40BC-CEDF06A29F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DAC8E04-B37B-1721-DBCE-7A749BD7ACD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485EBE9-C42B-6432-1518-88FD8B1A9EC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F0A973D-A9C2-1CA6-05F5-A7C82D4020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4/20/2025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B61A04-2021-047C-B370-D0B428F9B2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1AC7FB-EE3D-80A6-4C1A-80E359A3FC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93820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043EC8-462D-17BF-D668-48071F09B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D1285AC-0A2F-4AE5-D1B6-5C319BFFE4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4/20/2025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1CD249-9162-ABF9-19A3-977BDD9DA2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EE01C95-124F-0B3B-A8D9-B9C970F19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26622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C829541-D653-384C-D771-DD8F69A080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4/20/2025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EC33C97-264B-3724-11ED-5BB6B8F25B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EE226B-01EA-120B-3387-6F48FDAFBC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89801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929331-9622-1254-250C-1A826F8675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A61744-6E94-694D-5ACD-A392EBB2B1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72829D-7E3F-4729-5630-2FC6FC3388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9A95737-F397-134D-F032-CB1CF8533C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4/20/2025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9454794-C979-4A92-C271-06A8ACAB14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3CABCC-6A8A-037D-30F0-16F152A1C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920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B35548-3058-3FF3-095A-5746EA91D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8594BFE-AD4C-39A4-E6D7-3D67D9AF064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1C17F4F-1D08-F5A7-0483-99EBD45B355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2418C9-6621-9F77-5D27-62F1D1DA50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4/20/2025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B3E588C-5B83-3F14-34CB-FBF668EE84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59B9B1A-60F9-9274-969E-5776570FA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90602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489562-02BA-F69E-C391-546A16C2F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AC2F76-E2E8-15A6-A3C8-6CB5142D8A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76A671-E219-71C5-2625-4964456C4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4/20/2025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58E91A-8EA7-3C4C-E581-D2E7DE801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2236E2-4C17-03F4-B4DC-034FD967F5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90143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97CBBF0-FFDE-1DC2-A2E8-4E454811897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A26B3BF-C276-8333-A7E7-B8D443C6A9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9EB368-D24B-9EA8-8A8F-0AB2C5F185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4/20/2025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BD0D11-FA10-A88B-DAAF-BDC5D659D7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9B60E9-3F05-AAE4-101F-3125133F20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8035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72762C5-8E42-00DD-5440-4A44E725ED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4D4F47-A5A1-F247-D7EC-43901BD919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71E946-8B54-76FA-E3B0-E48F8BEE744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B78E95-DE77-44D3-BDB9-E242948FB112}" type="datetimeFigureOut">
              <a:rPr lang="en-US" smtClean="0"/>
              <a:t>4/20/2025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E851E2-F7B0-D02A-22FA-EC3877EEE5D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2B3EB4-6884-55A1-71B3-B7A4121171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594C39A-D09F-3FB5-FC83-3461D4B26A9C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99908" y="103770"/>
            <a:ext cx="403127" cy="57042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541B7E3-0100-0D6B-212C-A14E821244AF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55278" y="43208"/>
            <a:ext cx="1171576" cy="59403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7428114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53E9DF1-2223-C2DE-EF40-211A8D65CA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51144" y="4162236"/>
            <a:ext cx="9144000" cy="871599"/>
          </a:xfrm>
        </p:spPr>
        <p:txBody>
          <a:bodyPr>
            <a:normAutofit/>
          </a:bodyPr>
          <a:lstStyle/>
          <a:p>
            <a:r>
              <a:rPr lang="en-US" sz="4800" b="0" dirty="0"/>
              <a:t>307401 Big Data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89403830-E271-DAA0-8838-E295A84A8B5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1144" y="5125911"/>
            <a:ext cx="9144000" cy="1655762"/>
          </a:xfrm>
        </p:spPr>
        <p:txBody>
          <a:bodyPr>
            <a:normAutofit/>
          </a:bodyPr>
          <a:lstStyle/>
          <a:p>
            <a:r>
              <a:rPr lang="en-US" sz="3200" b="0" dirty="0"/>
              <a:t>Introduction to AWS Data Engineering</a:t>
            </a:r>
          </a:p>
          <a:p>
            <a:r>
              <a:rPr lang="en-US" sz="3200" dirty="0"/>
              <a:t>2024-2</a:t>
            </a:r>
          </a:p>
        </p:txBody>
      </p:sp>
      <p:pic>
        <p:nvPicPr>
          <p:cNvPr id="3076" name="Picture 4" descr="AWS Development Services | Amazon Cloud Application Consulting - Radixweb">
            <a:extLst>
              <a:ext uri="{FF2B5EF4-FFF2-40B4-BE49-F238E27FC236}">
                <a16:creationId xmlns:a16="http://schemas.microsoft.com/office/drawing/2014/main" id="{38B7DCD3-CA20-063C-2119-4CA1A1EA3B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65297" y="904208"/>
            <a:ext cx="4461406" cy="28334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974567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conveyor dir="l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15DAE2A-A21B-6A10-041E-C57E66546A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 dirty="0"/>
              <a:t>Ingesting Data by Batch or Stream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89F26BB-0036-88DE-2065-CC18B917A9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20032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F41056-3CCF-726C-9331-F91DE29415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Ingesting by Batch or Stream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049CBB-D1A2-1818-AE17-B2EAAB6FA1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b="1" dirty="0"/>
              <a:t>Objective:</a:t>
            </a:r>
            <a:r>
              <a:rPr lang="en-US" dirty="0"/>
              <a:t> Understand how to design, build, and scale data ingestion pipelines using AWS services.</a:t>
            </a:r>
          </a:p>
          <a:p>
            <a:pPr>
              <a:buNone/>
            </a:pPr>
            <a:r>
              <a:rPr lang="en-US" b="1" dirty="0"/>
              <a:t>You will learn to: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Identify the tasks involved in building an ingestion layer.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Compare batch and stream ingestion strategies.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Understand AWS Glue for batch ingestion.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Learn about Amazon Kinesis for stream ingestion.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Explore ingestion for IoT data using AWS IoT Core and AWS IoT Analytics.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Address performance and scaling considerations in ingestion pipelines.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951912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B32ACF-2BBE-4D3E-BAFD-94E514F1D0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460CD4-C9D4-7D81-592B-82AE901729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Comparing Batch and Stream Ingestion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678EF9-E764-A624-249B-0121025858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>
              <a:buNone/>
            </a:pPr>
            <a:r>
              <a:rPr lang="en-US" b="1" dirty="0"/>
              <a:t>Batch Ingestion: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Collects and processes data in fixed-size datasets.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Triggered on demand, by schedule, or events.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Ideal for periodic reporting and aggregated analytics.</a:t>
            </a:r>
          </a:p>
          <a:p>
            <a:pPr>
              <a:buNone/>
            </a:pPr>
            <a:r>
              <a:rPr lang="en-US" b="1" dirty="0"/>
              <a:t>Streaming Ingestion: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Continuously collects data in near real-time.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Processes data immediately upon arrival.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Suitable for real-time dashboards, recommendations, and alerts.</a:t>
            </a:r>
          </a:p>
          <a:p>
            <a:pPr>
              <a:buNone/>
            </a:pPr>
            <a:r>
              <a:rPr lang="en-US" b="1" dirty="0"/>
              <a:t>Key Decision Factors: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Volume:</a:t>
            </a:r>
            <a:r>
              <a:rPr lang="en-US" dirty="0"/>
              <a:t> Total amount of data to ingest.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Velocity:</a:t>
            </a:r>
            <a:r>
              <a:rPr lang="en-US" dirty="0"/>
              <a:t> Frequency at which data arrives.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Use Case Examples: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Batch: Retail sales aggregated daily.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Stream: Website clickstream analysis.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911730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69D728-667F-C7CC-B25C-F42E6FD0ED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1DA89E-8F6E-164D-E8EE-A45616CF6F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Batch Ingestion Pipeline – Tasks and Considerations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52B6AF-0CC1-F2E4-6AD4-B0D6024CD4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b="1" dirty="0"/>
              <a:t>Common Steps: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Extract:</a:t>
            </a:r>
            <a:r>
              <a:rPr lang="en-US" dirty="0"/>
              <a:t> Read from source systems.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Transform/Load:</a:t>
            </a:r>
            <a:r>
              <a:rPr lang="en-US" dirty="0"/>
              <a:t> Clean and modify data.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Load/Transform:</a:t>
            </a:r>
            <a:r>
              <a:rPr lang="en-US" dirty="0"/>
              <a:t> Load into target system and transform in place.</a:t>
            </a:r>
          </a:p>
          <a:p>
            <a:pPr>
              <a:buNone/>
            </a:pPr>
            <a:r>
              <a:rPr lang="en-US" b="1" dirty="0"/>
              <a:t>Design Requirements: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Ease of Use:</a:t>
            </a:r>
            <a:r>
              <a:rPr lang="en-US" dirty="0"/>
              <a:t> Low-code or no-code tools; serverless options.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Scalability:</a:t>
            </a:r>
            <a:r>
              <a:rPr lang="en-US" dirty="0"/>
              <a:t> Ability to handle large, diverse data volumes.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Monitoring:</a:t>
            </a:r>
            <a:r>
              <a:rPr lang="en-US" dirty="0"/>
              <a:t> Workflow orchestration, logging, alerting.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Cost Optimization:</a:t>
            </a:r>
            <a:r>
              <a:rPr lang="en-US" dirty="0"/>
              <a:t> Pay-as-you-go models and auto-scaling.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99994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D92FBE-2658-AA94-A2F6-07A411E98E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A98531-D82A-4787-B364-9F4E9573AA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Purpose-Built AWS Tools for Batch Ingestion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BA33975F-AFC3-C6A6-C4D3-8E90C74CCEC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61692813"/>
              </p:ext>
            </p:extLst>
          </p:nvPr>
        </p:nvGraphicFramePr>
        <p:xfrm>
          <a:off x="838200" y="1776481"/>
          <a:ext cx="10515600" cy="26517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3002831535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1854493357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199687142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Tool</a:t>
                      </a:r>
                      <a:endParaRPr lang="en-US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Best For</a:t>
                      </a:r>
                      <a:endParaRPr lang="en-US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Example Use Case</a:t>
                      </a:r>
                      <a:endParaRPr lang="en-US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373853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/>
                        <a:t>Amazon AppFlow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SaaS data integration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Ingesting support tickets from Zendesk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9626427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/>
                        <a:t>AWS DMS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Relational database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Oracle to Amazon Redshift data migration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4112412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/>
                        <a:t>AWS DataSync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File system data transfer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Genome files to Amazon S3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19961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AWS Data Exchange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Ingesting third-party datasets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Clinical health data from data providers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294183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380995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7E69E5-379B-35B8-EA82-20D242F394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53E392-75F2-5612-F4EE-5F4BB316B5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AWS Glue – Simplifying Batch Ingestion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809E26-CE1C-1D45-4BE3-DED2F60E1D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b="1" dirty="0"/>
              <a:t>What it Offers: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Schema Detection:</a:t>
            </a:r>
            <a:r>
              <a:rPr lang="en-US" dirty="0"/>
              <a:t> Crawlers infer schema from raw data.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Central Catalog:</a:t>
            </a:r>
            <a:r>
              <a:rPr lang="en-US" dirty="0"/>
              <a:t> AWS Glue Data Catalog stores metadata.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Job Authoring:</a:t>
            </a:r>
            <a:r>
              <a:rPr lang="en-US" dirty="0"/>
              <a:t> Visual ETL development with Glue Studio.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Serverless ETL:</a:t>
            </a:r>
            <a:r>
              <a:rPr lang="en-US" dirty="0"/>
              <a:t> Spark-based jobs without managing servers.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Orchestration:</a:t>
            </a:r>
            <a:r>
              <a:rPr lang="en-US" dirty="0"/>
              <a:t> Workflows with triggers, dependencies, retries.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Monitoring:</a:t>
            </a:r>
            <a:r>
              <a:rPr lang="en-US" dirty="0"/>
              <a:t> CloudWatch insights, Spark UI, job logs.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09327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A73861-1BD4-7740-1607-4AB783DAE4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089B40-D5AD-03DA-0672-F995FC0793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Scaling Batch Processing with AWS Glue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99211E-2B07-8ACA-B364-C04594F6E3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b="1" dirty="0"/>
              <a:t>Performance Goals: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Complete within time limits, stay within budget, and reduce failures.</a:t>
            </a:r>
          </a:p>
          <a:p>
            <a:pPr>
              <a:buNone/>
            </a:pPr>
            <a:r>
              <a:rPr lang="en-US" b="1" dirty="0"/>
              <a:t>Scaling Options: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Horizontal Scaling:</a:t>
            </a:r>
            <a:r>
              <a:rPr lang="en-US" dirty="0"/>
              <a:t> Add more Glue workers. Best for large datasets.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Vertical Scaling:</a:t>
            </a:r>
            <a:r>
              <a:rPr lang="en-US" dirty="0"/>
              <a:t> Use more powerful workers. Ideal for memory-heavy tasks.</a:t>
            </a:r>
          </a:p>
          <a:p>
            <a:pPr>
              <a:buNone/>
            </a:pPr>
            <a:r>
              <a:rPr lang="en-US" b="1" dirty="0"/>
              <a:t>Optimization Tip: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Use fewer large files (</a:t>
            </a:r>
            <a:r>
              <a:rPr lang="en-US" dirty="0" err="1"/>
              <a:t>splittable</a:t>
            </a:r>
            <a:r>
              <a:rPr lang="en-US" dirty="0"/>
              <a:t>) over many small files to reduce overhead.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78520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DC667D-D38E-BC19-84C3-1171D9A2F8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FA1556-6A50-A8B7-966D-7B71FDDA55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Streaming Ingestion with Kinesis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5E9C68-557E-5436-63E6-9AA3787D68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b="1" dirty="0"/>
              <a:t>Tasks in a Streaming Pipeline: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Extract:</a:t>
            </a:r>
            <a:r>
              <a:rPr lang="en-US" dirty="0"/>
              <a:t> Producers push events to stream.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Transform/Load:</a:t>
            </a:r>
            <a:r>
              <a:rPr lang="en-US" dirty="0"/>
              <a:t> Consumers process and store data.</a:t>
            </a:r>
          </a:p>
          <a:p>
            <a:pPr>
              <a:buNone/>
            </a:pPr>
            <a:r>
              <a:rPr lang="en-US" b="1" dirty="0"/>
              <a:t>Design Features: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High Throughput:</a:t>
            </a:r>
            <a:r>
              <a:rPr lang="en-US" dirty="0"/>
              <a:t> Handle large-scale, fast-moving data.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Loose Coupling:</a:t>
            </a:r>
            <a:r>
              <a:rPr lang="en-US" dirty="0"/>
              <a:t> Producers and consumers work independently.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Parallelism:</a:t>
            </a:r>
            <a:r>
              <a:rPr lang="en-US" dirty="0"/>
              <a:t> Multiple consumers can process the same stream.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Fault Tolerance:</a:t>
            </a:r>
            <a:r>
              <a:rPr lang="en-US" dirty="0"/>
              <a:t> Replay events and checkpoint processing progress.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35627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5988B2-B048-908D-5D24-949295FDE4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1498BB-D673-73AF-5265-07A86C1EB9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Purpose-Built Kinesis Services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CD9B5C-72CB-E5FC-801B-48A23EB45C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6060477"/>
            <a:ext cx="10515600" cy="636569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Integration:</a:t>
            </a:r>
            <a:r>
              <a:rPr lang="en-US" dirty="0"/>
              <a:t> Ingests from IoT devices, web sources, apps, or other AWS services.</a:t>
            </a:r>
          </a:p>
          <a:p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D6A2CBB-0546-70D0-7668-1B3DD0C72C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538377"/>
              </p:ext>
            </p:extLst>
          </p:nvPr>
        </p:nvGraphicFramePr>
        <p:xfrm>
          <a:off x="733168" y="1824034"/>
          <a:ext cx="10515600" cy="14630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1965831150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31911854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b="1"/>
                        <a:t>Service</a:t>
                      </a:r>
                      <a:endParaRPr lang="en-US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Role in Pipeline</a:t>
                      </a:r>
                      <a:endParaRPr lang="en-US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301486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/>
                        <a:t>Kinesis Data Streams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Store and transport data in real-time shards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70573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/>
                        <a:t>Kinesis Firehose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Apply transformations and load into storage (e.g., S3)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1330150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/>
                        <a:t>Kinesis Data Analytics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Run SQL/Java/Python/Scala analytics in real time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78787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38646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E916F-7762-C1D3-2462-BF8C9DB921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AACBB4-F8FA-40A2-E250-9E99DCA8B7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Scaling Stream Processing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1D95ED-3A52-8312-DB42-32D7D7460A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b="1" dirty="0"/>
              <a:t>Key Configurations: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Retention:</a:t>
            </a:r>
            <a:r>
              <a:rPr lang="en-US" dirty="0"/>
              <a:t> Define how long data stays on stream.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Write Capacity:</a:t>
            </a:r>
            <a:r>
              <a:rPr lang="en-US" dirty="0"/>
              <a:t> Set throughput for producers.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Read Capacity:</a:t>
            </a:r>
            <a:r>
              <a:rPr lang="en-US" dirty="0"/>
              <a:t> Optimize for consumer performance.</a:t>
            </a:r>
          </a:p>
          <a:p>
            <a:pPr>
              <a:buNone/>
            </a:pPr>
            <a:r>
              <a:rPr lang="en-US" b="1" dirty="0"/>
              <a:t>Monitoring Tools: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CloudWatch:</a:t>
            </a:r>
            <a:r>
              <a:rPr lang="en-US" dirty="0"/>
              <a:t> Track latency, failures, throttling.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CloudTrail:</a:t>
            </a:r>
            <a:r>
              <a:rPr lang="en-US" dirty="0"/>
              <a:t> Audit configuration changes and data access.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99168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960F77-FB82-0BEB-DAF9-DE81CA60ED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C179C6-7A36-7A66-DFDF-6E71926F7C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IoT Data Ingestion – AWS Services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75390B-F6FD-07E9-80A1-5AEA88C568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b="1" dirty="0"/>
              <a:t>AWS IoT Core: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Connect, authenticate, and route data from IoT devices.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Supports MQTT protocol and publish/subscribe model.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Routes data via rules engine to S3, Kinesis, Lambda, etc.</a:t>
            </a:r>
          </a:p>
          <a:p>
            <a:pPr>
              <a:buNone/>
            </a:pPr>
            <a:r>
              <a:rPr lang="en-US" b="1" dirty="0"/>
              <a:t>AWS IoT Analytics: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Ingests unstructured IoT data.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Transforms and stores time-series data.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Enables visualization and analysis.</a:t>
            </a:r>
          </a:p>
          <a:p>
            <a:r>
              <a:rPr lang="en-US" b="1" dirty="0"/>
              <a:t>Architecture Tip:</a:t>
            </a:r>
            <a:r>
              <a:rPr lang="en-US" dirty="0"/>
              <a:t> Use IoT Core for ingestion, and IoT Analytics for transformation and storage.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50723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4DF2DF9-F23E-D01B-3488-2220940C4D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 dirty="0"/>
              <a:t>Storing and Organizing Data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3E09212-E8F6-4810-738E-D891FBFDC2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84704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D0CBD5-5CAC-3949-33FD-557A0FD731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263238-F3D6-19CC-FF6F-AE744639F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Storing and Organizing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6F4B7C-5CEB-7662-7DB9-BCA30A1B90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b="1" dirty="0"/>
              <a:t>Objective:</a:t>
            </a:r>
            <a:r>
              <a:rPr lang="en-US" dirty="0"/>
              <a:t> Learn how to select, use, and secure cloud-based storage solutions in a modern data architecture.</a:t>
            </a:r>
          </a:p>
          <a:p>
            <a:pPr>
              <a:buNone/>
            </a:pPr>
            <a:r>
              <a:rPr lang="en-US" b="1" dirty="0"/>
              <a:t>By the end of this module, you will be able to: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Define key storage types used in cloud data architectures.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Differentiate between data lakes, data warehouses, and purpose-built databases.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Match storage types with data processing needs.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Implement security best practices for cloud-based storage.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1128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46FA0A-8C5C-2EC0-8BA3-F659608605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6BF23-C77A-C8CC-25B0-BAD20BC3B0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Storage in Cloud Data Architectures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A1BCF8-0011-BD9F-46DD-40AEB9A367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>
              <a:buNone/>
            </a:pPr>
            <a:r>
              <a:rPr lang="en-US" b="1" dirty="0"/>
              <a:t>Block Storage: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Provides low-latency, high-performance storage blocks.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Suitable for databases and boot volumes.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Example: </a:t>
            </a:r>
            <a:r>
              <a:rPr lang="en-US" b="1" dirty="0"/>
              <a:t>Amazon Elastic Block Store (EBS).</a:t>
            </a:r>
            <a:endParaRPr lang="en-US" dirty="0"/>
          </a:p>
          <a:p>
            <a:pPr>
              <a:buNone/>
            </a:pPr>
            <a:r>
              <a:rPr lang="en-US" b="1" dirty="0"/>
              <a:t>File Storage: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Organizes data in a hierarchical file system.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Ideal for shared access to media, content, and backups.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Example: </a:t>
            </a:r>
            <a:r>
              <a:rPr lang="en-US" b="1" dirty="0"/>
              <a:t>Amazon Elastic File System (EFS).</a:t>
            </a:r>
            <a:endParaRPr lang="en-US" dirty="0"/>
          </a:p>
          <a:p>
            <a:pPr>
              <a:buNone/>
            </a:pPr>
            <a:r>
              <a:rPr lang="en-US" b="1" dirty="0"/>
              <a:t>Object Storage: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Stores data as individual objects with metadata and unique identifiers.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Supports massive scalability and cost efficiency.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Example: </a:t>
            </a:r>
            <a:r>
              <a:rPr lang="en-US" b="1" dirty="0"/>
              <a:t>Amazon Simple Storage Service (S3).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4375771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92F841-EC2A-DC4E-739F-2BDDE7CD16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C7A372-5DF8-4A43-F835-9E625B0BBA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Understanding the Storage Layer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82813C-AC3A-98E7-23A1-882384E2F7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The </a:t>
            </a:r>
            <a:r>
              <a:rPr lang="en-US" b="1" dirty="0"/>
              <a:t>storage layer</a:t>
            </a:r>
            <a:r>
              <a:rPr lang="en-US" dirty="0"/>
              <a:t> is the foundation of any data pipeline.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It integrates natively with AWS services and enables scalable storage for various data types.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Choosing the right storage type ensures performance, cost-effectiveness, and reliability.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3218740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835906-EF1A-C1A3-793B-15D41A447F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2C27C-A4E3-DF5A-2C0A-F409DE80B0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Data Lake Storage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C68F4A-3750-3B29-BC87-EB539F3906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b="1" dirty="0"/>
              <a:t>What is a Data Lake?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A centralized repository for storing structured, semi-structured, and unstructured data.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Allows you to store data in its raw form without requiring a predefined schema.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Built using </a:t>
            </a:r>
            <a:r>
              <a:rPr lang="en-US" b="1" dirty="0"/>
              <a:t>Amazon S3</a:t>
            </a:r>
            <a:r>
              <a:rPr lang="en-US" dirty="0"/>
              <a:t> as the foundational storage layer.</a:t>
            </a:r>
          </a:p>
          <a:p>
            <a:pPr>
              <a:buNone/>
            </a:pPr>
            <a:r>
              <a:rPr lang="en-US" b="1" dirty="0"/>
              <a:t>Core Features: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Unlimited scale and low-cost storage.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In-place querying using services like Athena or Redshift Spectrum.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Integration with analytics and ML tools.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Secure data access using </a:t>
            </a:r>
            <a:r>
              <a:rPr lang="en-US" b="1" dirty="0"/>
              <a:t>Lake Formation</a:t>
            </a:r>
            <a:r>
              <a:rPr lang="en-US" dirty="0"/>
              <a:t>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55681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A0183E-8DE4-7474-B655-DFB7583E4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A464DD-6BF2-A5E3-4DD8-5109406210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Amazon S3 – Data Lake Backbone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3160A9-C438-3E46-C63E-4E56F4495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Highly durable, cost-effective, and secure.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Offers </a:t>
            </a:r>
            <a:r>
              <a:rPr lang="en-US" b="1" dirty="0"/>
              <a:t>storage classes</a:t>
            </a:r>
            <a:r>
              <a:rPr lang="en-US" dirty="0"/>
              <a:t> (e.g., Standard, Glacier) for cost optimization based on access frequency.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Supports </a:t>
            </a:r>
            <a:r>
              <a:rPr lang="en-US" b="1" dirty="0"/>
              <a:t>multipart uploads</a:t>
            </a:r>
            <a:r>
              <a:rPr lang="en-US" dirty="0"/>
              <a:t> and </a:t>
            </a:r>
            <a:r>
              <a:rPr lang="en-US" b="1" dirty="0"/>
              <a:t>strong consistency</a:t>
            </a:r>
            <a:r>
              <a:rPr lang="en-US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Can serve as both active storage and archival.</a:t>
            </a:r>
          </a:p>
          <a:p>
            <a:pPr>
              <a:buNone/>
            </a:pPr>
            <a:r>
              <a:rPr lang="en-US" b="1" dirty="0"/>
              <a:t>Amazon Lake Formation: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Simplifies creation and management of secure data lakes.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Adds support for ACID transactions using governed tables.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Extends IAM with fine-grained access control.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798950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5064CB-2C6A-3C08-A198-273E48AD4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4D3EBB-961B-BA69-9080-790C5A91B0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Data Warehouse Storage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F1B748-EFFF-0EF8-5459-CE29294EEE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b="1" dirty="0"/>
              <a:t>What is a Data Warehouse?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A centralized system for storing structured and semi-structured data optimized for analytics.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Separates storage from transactional systems to focus on querying and reporting.</a:t>
            </a:r>
          </a:p>
          <a:p>
            <a:pPr>
              <a:buNone/>
            </a:pPr>
            <a:r>
              <a:rPr lang="en-US" b="1" dirty="0"/>
              <a:t>Amazon Redshift: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Fully managed, cloud-native data warehouse.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Uses </a:t>
            </a:r>
            <a:r>
              <a:rPr lang="en-US" b="1" dirty="0"/>
              <a:t>columnar storage</a:t>
            </a:r>
            <a:r>
              <a:rPr lang="en-US" dirty="0"/>
              <a:t> for high-speed queries.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Supports </a:t>
            </a:r>
            <a:r>
              <a:rPr lang="en-US" b="1" dirty="0"/>
              <a:t>Redshift Spectrum</a:t>
            </a:r>
            <a:r>
              <a:rPr lang="en-US" dirty="0"/>
              <a:t> to query S3 data directly.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142224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8FA921-B71C-DECD-3C30-A8D46B7B4E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3C829C-88BE-0F00-51A2-308418E6E7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Lakes vs. Data Warehouses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7935372F-0C1D-EE12-4CFF-C1CE5C5E076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9187077"/>
              </p:ext>
            </p:extLst>
          </p:nvPr>
        </p:nvGraphicFramePr>
        <p:xfrm>
          <a:off x="838200" y="1806138"/>
          <a:ext cx="10515600" cy="24688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1366612356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1554697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125171949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Feature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Data Lake (S3)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Data Warehouse (Redshift)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730446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/>
                        <a:t>Data Type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Structured, semi-structured, unstructured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Structured, semi-structured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0395306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/>
                        <a:t>Schema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Schema-on-read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Schema-on-write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7840756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/>
                        <a:t>Storage Cost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Lower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Higher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2755528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/>
                        <a:t>Use Case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ML, raw data, flexible exploration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BI, dashboards, structured analytics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1078417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/>
                        <a:t>Query Engines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Athena, EMR, Redshift Spectrum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Redshift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716142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3033784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19C49E-4960-E30B-0C3D-B9F34519C0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809C68-B75A-B064-732F-6393AB232A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Purpose-Built Databases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5B8019-46D5-A8DC-D2C3-D7A02282E5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b="1" dirty="0"/>
              <a:t>Choosing a Purpose-Built Database Depends on: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Application Workload:</a:t>
            </a:r>
            <a:r>
              <a:rPr lang="en-US" dirty="0"/>
              <a:t> OLTP, caching, analytics, etc.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Data Shape:</a:t>
            </a:r>
            <a:r>
              <a:rPr lang="en-US" dirty="0"/>
              <a:t> Tabular, document, graph, key-value, etc.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Performance Requirements:</a:t>
            </a:r>
            <a:r>
              <a:rPr lang="en-US" dirty="0"/>
              <a:t> Query latency, data volume.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Operations Burden:</a:t>
            </a:r>
            <a:r>
              <a:rPr lang="en-US" dirty="0"/>
              <a:t> Backup, scaling, recovery, failover.</a:t>
            </a:r>
          </a:p>
          <a:p>
            <a:pPr>
              <a:buNone/>
            </a:pPr>
            <a:r>
              <a:rPr lang="en-US" b="1" dirty="0"/>
              <a:t>Examples of AWS Purpose-Built Databases: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RDS:</a:t>
            </a:r>
            <a:r>
              <a:rPr lang="en-US" dirty="0"/>
              <a:t> Relational data (MySQL, PostgreSQL, etc.)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DynamoDB:</a:t>
            </a:r>
            <a:r>
              <a:rPr lang="en-US" dirty="0"/>
              <a:t> NoSQL key-value and document.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Aurora:</a:t>
            </a:r>
            <a:r>
              <a:rPr lang="en-US" dirty="0"/>
              <a:t> High-performance relational DB.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Neptune:</a:t>
            </a:r>
            <a:r>
              <a:rPr lang="en-US" dirty="0"/>
              <a:t> Graph databases.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04621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E9F1F1-F8CA-10F2-ED8A-75F9053AA7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7B0CC-9EA3-2089-260A-8AA680969E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Storage in Support of ETL vs. ELT Pipelines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E8A736-63FA-4968-09E9-B91E06081D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b="1" dirty="0"/>
              <a:t>ETL (Extract, Transform, Load):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Data is transformed before being stored.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Typically uses intermediate storage during processing.</a:t>
            </a:r>
          </a:p>
          <a:p>
            <a:pPr>
              <a:buNone/>
            </a:pPr>
            <a:r>
              <a:rPr lang="en-US" b="1" dirty="0"/>
              <a:t>ELT (Extract, Load, Transform):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Data is loaded into the storage first.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Transformation is done after storage, enabling full flexibility and reusability.</a:t>
            </a:r>
          </a:p>
          <a:p>
            <a:pPr>
              <a:buNone/>
            </a:pPr>
            <a:r>
              <a:rPr lang="en-US" b="1" dirty="0"/>
              <a:t>Storage Types in Pipelines: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ETL:</a:t>
            </a:r>
            <a:r>
              <a:rPr lang="en-US" dirty="0"/>
              <a:t> Uses temp storage and targets like S3 or Redshift.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ELT:</a:t>
            </a:r>
            <a:r>
              <a:rPr lang="en-US" dirty="0"/>
              <a:t> Loads raw data directly into S3 or Redshift and transforms it using SQL or Glue.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73859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20368B-110D-0903-FAE4-0D10A74CC0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672513-A7D3-8A7B-35B8-19354FBC72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Securing Cloud Storage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BFDA7F-9483-2571-A7BE-CB1F316E0B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b="1" dirty="0"/>
              <a:t>Amazon S3 Security Features: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Resource-based and user IAM policies.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Encryption options: SSE-S3, SSE-KMS, client-side encryption.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Fine-grained access using S3 Access Points and tags.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Governed access via Lake Formation.</a:t>
            </a:r>
          </a:p>
          <a:p>
            <a:pPr>
              <a:buNone/>
            </a:pPr>
            <a:r>
              <a:rPr lang="en-US" b="1" dirty="0"/>
              <a:t>Amazon Redshift Security: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Handles </a:t>
            </a:r>
            <a:r>
              <a:rPr lang="en-US" b="1" dirty="0"/>
              <a:t>service-level</a:t>
            </a:r>
            <a:r>
              <a:rPr lang="en-US" dirty="0"/>
              <a:t> and </a:t>
            </a:r>
            <a:r>
              <a:rPr lang="en-US" b="1" dirty="0"/>
              <a:t>database-level</a:t>
            </a:r>
            <a:r>
              <a:rPr lang="en-US" dirty="0"/>
              <a:t> security separately.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Integrates with </a:t>
            </a:r>
            <a:r>
              <a:rPr lang="en-US" b="1" dirty="0"/>
              <a:t>CloudWatch, CloudTrail</a:t>
            </a:r>
            <a:r>
              <a:rPr lang="en-US" dirty="0"/>
              <a:t>, and </a:t>
            </a:r>
            <a:r>
              <a:rPr lang="en-US" b="1" dirty="0"/>
              <a:t>Security Hub</a:t>
            </a:r>
            <a:r>
              <a:rPr lang="en-US" dirty="0"/>
              <a:t> for auditing.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Supports compliance and governance requirements for regulated workloads.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435026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24DFEFC-442B-4D10-E3C1-1614E2C491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 dirty="0"/>
              <a:t>Processing Big Data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130CAD-8D6A-6933-F828-2A63CC4D22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52279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7594A0-8A9F-CD41-3C70-36FFD2E6DC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336A66-F998-2E06-BDCD-367DBA1AEF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Processing Big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08CEFF-C16E-A4B0-DA1F-B909B18BEE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b="1" dirty="0"/>
              <a:t>Objective:</a:t>
            </a:r>
            <a:r>
              <a:rPr lang="en-US" dirty="0"/>
              <a:t> Learn to select, configure, and operate big data processing frameworks using AWS tools.</a:t>
            </a:r>
          </a:p>
          <a:p>
            <a:pPr>
              <a:buNone/>
            </a:pPr>
            <a:r>
              <a:rPr lang="en-US" b="1" dirty="0"/>
              <a:t>By the end of this module, you will be able to: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Compare batch vs. streaming big data processing.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Understand Apache Hadoop and Apache Spark.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Deploy and manage Amazon EMR clusters.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Use Apache Hudi for near real-time data updates.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55714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4DDAC3-66D6-D33F-E8BC-83240359A4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195E22-8B15-11C2-981E-133F3774E7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Big Data Processing Concepts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E704A8-2091-9BA1-DBA0-A22FBF06E1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None/>
            </a:pPr>
            <a:r>
              <a:rPr lang="en-US" b="1" dirty="0"/>
              <a:t>Types of Processing:</a:t>
            </a:r>
            <a:endParaRPr lang="en-US" dirty="0"/>
          </a:p>
          <a:p>
            <a:pPr>
              <a:buNone/>
            </a:pPr>
            <a:r>
              <a:rPr lang="en-US" b="1" dirty="0"/>
              <a:t>Batch Processing: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Handles large volumes of historical (cold) data.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Processes data in scheduled intervals or batches.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Suitable for deep, complex analysis.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Tools: Amazon EMR, Hadoop, Spark (batch mode).</a:t>
            </a:r>
          </a:p>
          <a:p>
            <a:pPr>
              <a:buNone/>
            </a:pPr>
            <a:r>
              <a:rPr lang="en-US" b="1" dirty="0"/>
              <a:t>Streaming Processing: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Ingests and processes real-time (hot) data as it arrives.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Handles continuous, unpredictable data flows.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Supports low-latency analytics and event-driven systems.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Tools: Apache Spark Streaming, Amazon Kinesis.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94862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7018F9-9C48-0E3C-032C-132B4FEBF3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0DAB52-1AD0-419E-342C-9E530CC175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Apache Hadoop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2E8FA5-4A07-42FC-C825-FED4335E74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b="1" dirty="0"/>
              <a:t>What is Hadoop?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An open-source distributed framework for storage and processing.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Executes jobs across clusters of servers.</a:t>
            </a:r>
          </a:p>
          <a:p>
            <a:pPr>
              <a:buNone/>
            </a:pPr>
            <a:r>
              <a:rPr lang="en-US" b="1" dirty="0"/>
              <a:t>Core Components: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HDFS (Hadoop Distributed File System):</a:t>
            </a:r>
            <a:r>
              <a:rPr lang="en-US" dirty="0"/>
              <a:t> Stores data in blocks with replication.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YARN:</a:t>
            </a:r>
            <a:r>
              <a:rPr lang="en-US" dirty="0"/>
              <a:t> Allocates cluster resources and manages job execution.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MapReduce:</a:t>
            </a:r>
            <a:r>
              <a:rPr lang="en-US" dirty="0"/>
              <a:t> Splits jobs into map and reduce tasks for parallel execution.</a:t>
            </a:r>
          </a:p>
          <a:p>
            <a:pPr>
              <a:buNone/>
            </a:pPr>
            <a:r>
              <a:rPr lang="en-US" b="1" dirty="0"/>
              <a:t>Hadoop is best for: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Handling massive datasets with high fault tolerance.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Traditional batch analytics workloads.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903404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3C4FBB-5FEC-00FF-E3D0-8911A47C02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B55A3A-1A55-32E6-C6B3-3B421667A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Hadoop Ecosystem Tools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767636-8189-7662-6F7C-1B4E4CD531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Apache Hive:</a:t>
            </a:r>
            <a:r>
              <a:rPr lang="en-US" dirty="0"/>
              <a:t> SQL-like queries on large datasets without writing MapReduce code.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Apache Pig:</a:t>
            </a:r>
            <a:r>
              <a:rPr lang="en-US" dirty="0"/>
              <a:t> Data flow scripting for parallel execution.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Apache Flink:</a:t>
            </a:r>
            <a:r>
              <a:rPr lang="en-US" dirty="0"/>
              <a:t> Optimized for both stream and batch processing.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Presto:</a:t>
            </a:r>
            <a:r>
              <a:rPr lang="en-US" dirty="0"/>
              <a:t> Fast, in-memory query engine ideal for interactive queries.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225748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7A03B4-3BF2-D560-EC06-8010968DB9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609D8F-E577-4BB7-95B1-7BCE7291B1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Apache Spark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AF9928-8F9D-DBE6-013A-18E93CD350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b="1" dirty="0"/>
              <a:t>What is Spark?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A distributed data processing framework with in-memory computation.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Optimized for speed, supports iterative ML and interactive analytics.</a:t>
            </a:r>
          </a:p>
          <a:p>
            <a:pPr>
              <a:buNone/>
            </a:pPr>
            <a:r>
              <a:rPr lang="en-US" b="1" dirty="0"/>
              <a:t>Spark Architecture: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Driver Program:</a:t>
            </a:r>
            <a:r>
              <a:rPr lang="en-US" dirty="0"/>
              <a:t> Manages the overall job.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Executors:</a:t>
            </a:r>
            <a:r>
              <a:rPr lang="en-US" dirty="0"/>
              <a:t> Execute tasks and store data in memory for reuse.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 err="1"/>
              <a:t>SparkContext</a:t>
            </a:r>
            <a:r>
              <a:rPr lang="en-US" b="1" dirty="0"/>
              <a:t> &amp; Cluster Manager:</a:t>
            </a:r>
            <a:r>
              <a:rPr lang="en-US" dirty="0"/>
              <a:t> Coordinate resources and tasks.</a:t>
            </a:r>
          </a:p>
          <a:p>
            <a:pPr>
              <a:buNone/>
            </a:pPr>
            <a:r>
              <a:rPr lang="en-US" b="1" dirty="0"/>
              <a:t>Spark Components: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Spark Core, Spark SQL, Spark </a:t>
            </a:r>
            <a:r>
              <a:rPr lang="en-US" dirty="0" err="1"/>
              <a:t>MLlib</a:t>
            </a:r>
            <a:r>
              <a:rPr lang="en-US" dirty="0"/>
              <a:t> (ML), Spark Streaming, </a:t>
            </a:r>
            <a:r>
              <a:rPr lang="en-US" dirty="0" err="1"/>
              <a:t>GraphX</a:t>
            </a:r>
            <a:r>
              <a:rPr lang="en-US" dirty="0"/>
              <a:t>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33991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6D4B16-9879-7EBE-1CF2-CAFC9B9276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32EE2A-1C01-7290-A136-8B5D19CB31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Amazon EMR – Managed Hadoop and Spark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15233F-0035-4294-5F31-9A33FF0E98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b="1" dirty="0"/>
              <a:t>Amazon EMR (Elastic MapReduce):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AWS-managed service to run open-source tools like Hadoop, Spark, Hive, and Hudi.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Supports petabyte-scale data processing.</a:t>
            </a:r>
          </a:p>
          <a:p>
            <a:pPr>
              <a:buNone/>
            </a:pPr>
            <a:r>
              <a:rPr lang="en-US" b="1" dirty="0"/>
              <a:t>Use Cases: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ETL, machine learning, interactive analytics, and log processing.</a:t>
            </a:r>
          </a:p>
          <a:p>
            <a:pPr>
              <a:buNone/>
            </a:pPr>
            <a:r>
              <a:rPr lang="en-US" b="1" dirty="0"/>
              <a:t>Node Types: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Main Node:</a:t>
            </a:r>
            <a:r>
              <a:rPr lang="en-US" dirty="0"/>
              <a:t> Controls cluster and manages tasks.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Core Nodes:</a:t>
            </a:r>
            <a:r>
              <a:rPr lang="en-US" dirty="0"/>
              <a:t> Store data in HDFS and run tasks.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Task Nodes:</a:t>
            </a:r>
            <a:r>
              <a:rPr lang="en-US" dirty="0"/>
              <a:t> Execute tasks only.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975181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2AC0C8-8B9E-6F78-A759-55F260B58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56D089-2B89-4FF1-5142-10F8657EB6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EMR Cluster Setup and Management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3F8F36-C80D-0F77-B36A-E9D702BCEB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None/>
            </a:pPr>
            <a:r>
              <a:rPr lang="en-US" b="1" dirty="0"/>
              <a:t>Ways to Launch Clusters: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Interactive Mode (AWS Console)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Command Line Interface (CLI)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APIs (Automation)</a:t>
            </a:r>
          </a:p>
          <a:p>
            <a:pPr>
              <a:buNone/>
            </a:pPr>
            <a:r>
              <a:rPr lang="en-US" b="1" dirty="0"/>
              <a:t>Cluster Types: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Long-Running Clusters:</a:t>
            </a:r>
            <a:r>
              <a:rPr lang="en-US" dirty="0"/>
              <a:t> Persistent jobs and state.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Transient Clusters:</a:t>
            </a:r>
            <a:r>
              <a:rPr lang="en-US" dirty="0"/>
              <a:t> Temporary, shut down after processing.</a:t>
            </a:r>
          </a:p>
          <a:p>
            <a:pPr>
              <a:buNone/>
            </a:pPr>
            <a:r>
              <a:rPr lang="en-US" b="1" dirty="0"/>
              <a:t>Scaling EMR: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Manual Scaling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EMR Managed Scaling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Custom Auto-Scaling Policies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69327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8E1D30-1EB8-6ACF-F367-7BB06BBF3F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F9BD2-20E3-1E9B-4042-B2ED2466D1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Connecting to EMR Clusters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30B23A-C3F2-1625-3E32-2ADB4A65DF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Connect via SSH to the main node using its public DNS.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Security groups must be configured for access.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Clusters must be running to allow any interaction.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748549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1FD4F6-F495-FEC9-A7AA-75409BDB6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8B8462-D9AA-0653-8850-DB482DF80F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Apache Hudi – Managing Dynamic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228356-0E0C-9EBE-77EF-5423D91C54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b="1" dirty="0"/>
              <a:t>What is Apache Hudi?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A data management framework optimized for fast ingestion and updates.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Works well with Spark, Hive, and Presto.</a:t>
            </a:r>
          </a:p>
          <a:p>
            <a:pPr>
              <a:buNone/>
            </a:pPr>
            <a:r>
              <a:rPr lang="en-US" b="1" dirty="0"/>
              <a:t>Storage Modes: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Copy on Write (</a:t>
            </a:r>
            <a:r>
              <a:rPr lang="en-US" b="1" dirty="0" err="1"/>
              <a:t>CoW</a:t>
            </a:r>
            <a:r>
              <a:rPr lang="en-US" b="1" dirty="0"/>
              <a:t>):</a:t>
            </a:r>
            <a:r>
              <a:rPr lang="en-US" dirty="0"/>
              <a:t> Writes entire files; ideal for frequent reads.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Merge on Read (</a:t>
            </a:r>
            <a:r>
              <a:rPr lang="en-US" b="1" dirty="0" err="1"/>
              <a:t>MoR</a:t>
            </a:r>
            <a:r>
              <a:rPr lang="en-US" b="1" dirty="0"/>
              <a:t>):</a:t>
            </a:r>
            <a:r>
              <a:rPr lang="en-US" dirty="0"/>
              <a:t> Logs changes separately and merges during read.</a:t>
            </a:r>
          </a:p>
          <a:p>
            <a:pPr>
              <a:buNone/>
            </a:pPr>
            <a:r>
              <a:rPr lang="en-US" b="1" dirty="0"/>
              <a:t>Views: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Read-Optimized View:</a:t>
            </a:r>
            <a:r>
              <a:rPr lang="en-US" dirty="0"/>
              <a:t> For quick reads.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Incremental View:</a:t>
            </a:r>
            <a:r>
              <a:rPr lang="en-US" dirty="0"/>
              <a:t> Shows data changes.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Real-Time View:</a:t>
            </a:r>
            <a:r>
              <a:rPr lang="en-US" dirty="0"/>
              <a:t> Combines base files and logs for up-to-date reads.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189715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CF5B88-06B5-D424-BDD4-DC8C6FAA26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2204B2-8A4F-D675-D383-799E196E73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Real-Time Data Updating with Hudi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62BAAF-51FF-451F-DD6F-BE653BB249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Hudi </a:t>
            </a:r>
            <a:r>
              <a:rPr lang="en-US" b="1" dirty="0" err="1"/>
              <a:t>DeltaStreamer</a:t>
            </a:r>
            <a:r>
              <a:rPr lang="en-US" dirty="0"/>
              <a:t> automates ingesting and updating datasets.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Maintains ACID transactions for concurrent data operations.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Enables schema evolution and data versioning in S3-based lakes.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048092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091DA19-5D52-C4A6-6EBE-AC936A921E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 dirty="0"/>
              <a:t>Analyzing and Visualizing Data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03EEF92-5C01-367D-8A40-6668275AB9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658794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F2F2A9-DD98-8BC4-9F02-01520C4884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E632D6-131C-22AF-6585-6DEAA41246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Analyzing and Visualizing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BB235B-3B36-355A-91AE-5E9990924C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b="1" dirty="0"/>
              <a:t>Objective:</a:t>
            </a:r>
            <a:r>
              <a:rPr lang="en-US" dirty="0"/>
              <a:t> Understand how to choose and apply AWS tools to analyze and visualize data effectively.</a:t>
            </a:r>
          </a:p>
          <a:p>
            <a:pPr>
              <a:buNone/>
            </a:pPr>
            <a:r>
              <a:rPr lang="en-US" b="1" dirty="0"/>
              <a:t>By the end of this module, you will be able to: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Identify factors that influence the choice of analysis and visualization tools.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Compare AWS services for data analysis and visualization.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Select the right tool based on business needs, data characteristics, and access requirements.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904829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2AA5F3-CA12-230B-7856-D0DBDAD5D9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C5D917-6C15-3C88-26DB-4136BA8E8B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Factors That Influence Tool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B80DA7-B450-0581-8F9E-1A8F085548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>
              <a:buNone/>
            </a:pPr>
            <a:r>
              <a:rPr lang="en-US" b="1" dirty="0"/>
              <a:t>1. Business Needs: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What decisions must be supported by the analysis?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What types of insights or KPIs are required?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Do users need dashboards, reports, or both?</a:t>
            </a:r>
          </a:p>
          <a:p>
            <a:pPr>
              <a:buNone/>
            </a:pPr>
            <a:r>
              <a:rPr lang="en-US" b="1" dirty="0"/>
              <a:t>2. Data Characteristics: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What is the size (volume) and speed (velocity) of the data?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Is the data structured or unstructured?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How often is the data updated?</a:t>
            </a:r>
          </a:p>
          <a:p>
            <a:pPr>
              <a:buNone/>
            </a:pPr>
            <a:r>
              <a:rPr lang="en-US" b="1" dirty="0"/>
              <a:t>3. Access to Data: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Where is the data stored, and who needs access?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What access levels should be granted (read, write, analyze)?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Follow the principle of least privilege.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92734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91E303-0086-5E72-A2E7-20929D50EE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45EB2B-3A39-D5F3-D927-BE41858882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Business Needs – Types of Visualizations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403268BA-354B-4F56-032D-9CE08DAE613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17502059"/>
              </p:ext>
            </p:extLst>
          </p:nvPr>
        </p:nvGraphicFramePr>
        <p:xfrm>
          <a:off x="838200" y="1775246"/>
          <a:ext cx="10515600" cy="24688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3537356892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362530417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199907362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b="1"/>
                        <a:t>Insight Type</a:t>
                      </a:r>
                      <a:endParaRPr lang="en-US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/>
                        <a:t>Description</a:t>
                      </a:r>
                      <a:endParaRPr lang="en-US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Examples</a:t>
                      </a:r>
                      <a:endParaRPr lang="en-US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694836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/>
                        <a:t>KPIs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Track performance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Revenue, retention rate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6181078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/>
                        <a:t>Relationships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Show variable interactions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User actions vs. outcomes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4787194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/>
                        <a:t>Comparisons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Examine differences over time or between groups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Monthly sales by region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8489232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/>
                        <a:t>Distributions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Display data spread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Error rates, response times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930873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/>
                        <a:t>Compositions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Highlight parts of a whole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Sales by category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302694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9513267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55140E-940A-41A0-9315-E73905FC48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6E6936-6DDC-57B4-D089-0FF24EF598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Characteristics – Examples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D7473AE8-CBB8-B262-AB9B-10A5F5277AD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84886586"/>
              </p:ext>
            </p:extLst>
          </p:nvPr>
        </p:nvGraphicFramePr>
        <p:xfrm>
          <a:off x="838200" y="1825909"/>
          <a:ext cx="10515600" cy="21945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1512278392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24153921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b="1"/>
                        <a:t>Data Type</a:t>
                      </a:r>
                      <a:endParaRPr lang="en-US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Use Case</a:t>
                      </a:r>
                      <a:endParaRPr lang="en-US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933546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/>
                        <a:t>Historical data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Drill-down on yearly sales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0757807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/>
                        <a:t>Real-time (IoT)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Monitor live sensor error rates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8079492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/>
                        <a:t>Structured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Query customer support logs in RDS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925258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/>
                        <a:t>Unstructured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Analyze email sentiment using NLP tools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0783548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/>
                        <a:t>Mixed sources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Aggregate sales, logs, and social data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542552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5942174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A1573C-D95D-B587-9354-5713C9607A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1A164B-BA8B-1A6C-7DF9-D11384E516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Comparing AWS Tools and Services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76220F68-8FAC-E752-D22F-6ADF1C9AA2F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33004832"/>
              </p:ext>
            </p:extLst>
          </p:nvPr>
        </p:nvGraphicFramePr>
        <p:xfrm>
          <a:off x="838200" y="1872864"/>
          <a:ext cx="10515600" cy="22860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1901898189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777428734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51394222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b="1"/>
                        <a:t>Tool</a:t>
                      </a:r>
                      <a:endParaRPr lang="en-US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/>
                        <a:t>Primary Use</a:t>
                      </a:r>
                      <a:endParaRPr lang="en-US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Highlights</a:t>
                      </a:r>
                      <a:endParaRPr lang="en-US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118041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/>
                        <a:t>Amazon Athena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SQL queries on S3 data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Serverless, one-time queries, Apache Iceberg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9282069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/>
                        <a:t>Amazon QuickSight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Dashboards and BI reporting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Natural language queries with QuickSight Q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8179450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/>
                        <a:t>Amazon OpenSearch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Real-time log and telemetry analytics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Integrated with OpenSearch Dashboards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3930643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644287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774AAD-93BC-6361-0F89-D6FC07D01F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314B55-4482-C9B1-F6A9-F92AF3ABC4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Amazon Athena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ADC10D-F620-1E7A-5683-5961E651C8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Interactive query service using SQL.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Works directly with data in Amazon S3.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Serverless—no infrastructure to manage.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Integrated with BI tools like </a:t>
            </a:r>
            <a:r>
              <a:rPr lang="en-US" dirty="0" err="1"/>
              <a:t>QuickSight</a:t>
            </a:r>
            <a:r>
              <a:rPr lang="en-US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Supports </a:t>
            </a:r>
            <a:r>
              <a:rPr lang="en-US" b="1" dirty="0"/>
              <a:t>data modification</a:t>
            </a:r>
            <a:r>
              <a:rPr lang="en-US" dirty="0"/>
              <a:t> via Apache Iceberg (insert, update, delete, version control).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998091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0AFA04-2F0C-C3E2-5478-7A0F6C4887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7236A9-0D0A-569C-3DCB-7106B9B18B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Amazon </a:t>
            </a:r>
            <a:r>
              <a:rPr lang="en-US" dirty="0" err="1"/>
              <a:t>QuickSight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687D92-7AEE-8170-63C2-954FB244B5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Scalable business intelligence (BI) service.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Connects to various data sources.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Provides interactive dashboards, KPIs, forecasts.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Features </a:t>
            </a:r>
            <a:r>
              <a:rPr lang="en-US" b="1" dirty="0" err="1"/>
              <a:t>QuickSight</a:t>
            </a:r>
            <a:r>
              <a:rPr lang="en-US" b="1" dirty="0"/>
              <a:t> Q</a:t>
            </a:r>
            <a:r>
              <a:rPr lang="en-US" dirty="0"/>
              <a:t>: Use natural language to ask questions and get instant visual answers.</a:t>
            </a:r>
          </a:p>
          <a:p>
            <a:r>
              <a:rPr lang="en-US" b="1" dirty="0"/>
              <a:t>Example:</a:t>
            </a:r>
            <a:r>
              <a:rPr lang="en-US" dirty="0"/>
              <a:t> “Show last year’s weekly sales in California.”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729502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11F290-FB2B-AEA9-F034-D89404B5B6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543DD0-758E-8FFA-1D4E-1D70C0534E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Amazon OpenSearch Service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E6711B-65A9-4AD4-3CDF-71A6203C46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Managed open-source search and analytics engine.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Ideal for log analytics, app monitoring, clickstream analysis.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Integrated with </a:t>
            </a:r>
            <a:r>
              <a:rPr lang="en-US" b="1" dirty="0"/>
              <a:t>OpenSearch Dashboards</a:t>
            </a:r>
            <a:r>
              <a:rPr lang="en-US" dirty="0"/>
              <a:t> (formerly Kibana).</a:t>
            </a:r>
          </a:p>
          <a:p>
            <a:pPr>
              <a:buNone/>
            </a:pPr>
            <a:r>
              <a:rPr lang="en-US" b="1" dirty="0"/>
              <a:t>Example Use Case: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Visualize customer call transcripts using S3 + Comprehend.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Use pie charts, bar charts, and histograms to track call sentiment and keyword trends.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036358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2DEC21-1C61-C733-D9DB-CB92A4FAEC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79A4DE-107A-D635-9B98-3D1E35BBD2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Use Case – Gaming Analytics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8C48D0-339D-853C-A80D-F1C896F789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b="1" dirty="0"/>
              <a:t>Three Personas:</a:t>
            </a:r>
            <a:endParaRPr lang="en-US" dirty="0"/>
          </a:p>
          <a:p>
            <a:pPr>
              <a:buFont typeface="+mj-lt"/>
              <a:buAutoNum type="arabicPeriod"/>
            </a:pPr>
            <a:r>
              <a:rPr lang="en-US" b="1" dirty="0"/>
              <a:t>Analyst:</a:t>
            </a:r>
            <a:r>
              <a:rPr lang="en-US" dirty="0"/>
              <a:t> Uses Athena to query player usage data.</a:t>
            </a:r>
          </a:p>
          <a:p>
            <a:pPr>
              <a:buFont typeface="+mj-lt"/>
              <a:buAutoNum type="arabicPeriod"/>
            </a:pPr>
            <a:r>
              <a:rPr lang="en-US" b="1" dirty="0"/>
              <a:t>Business User:</a:t>
            </a:r>
            <a:r>
              <a:rPr lang="en-US" dirty="0"/>
              <a:t> Uses </a:t>
            </a:r>
            <a:r>
              <a:rPr lang="en-US" dirty="0" err="1"/>
              <a:t>QuickSight</a:t>
            </a:r>
            <a:r>
              <a:rPr lang="en-US" dirty="0"/>
              <a:t> to visualize revenue and retention KPIs.</a:t>
            </a:r>
          </a:p>
          <a:p>
            <a:pPr>
              <a:buFont typeface="+mj-lt"/>
              <a:buAutoNum type="arabicPeriod"/>
            </a:pPr>
            <a:r>
              <a:rPr lang="en-US" b="1" dirty="0"/>
              <a:t>DevOps Engineer:</a:t>
            </a:r>
            <a:r>
              <a:rPr lang="en-US" dirty="0"/>
              <a:t> Uses OpenSearch to monitor server performance in real-time.</a:t>
            </a:r>
          </a:p>
          <a:p>
            <a:pPr>
              <a:buNone/>
            </a:pPr>
            <a:r>
              <a:rPr lang="en-US" b="1" dirty="0"/>
              <a:t>Key Tools in Use Case: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Athena:</a:t>
            </a:r>
            <a:r>
              <a:rPr lang="en-US" dirty="0"/>
              <a:t> For daily aggregated data queries.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 err="1"/>
              <a:t>QuickSight</a:t>
            </a:r>
            <a:r>
              <a:rPr lang="en-US" b="1" dirty="0"/>
              <a:t>:</a:t>
            </a:r>
            <a:r>
              <a:rPr lang="en-US" dirty="0"/>
              <a:t> For high-level KPI dashboards.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OpenSearch:</a:t>
            </a:r>
            <a:r>
              <a:rPr lang="en-US" dirty="0"/>
              <a:t> For live telemetry and log analysis.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435903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06C9265-CEE7-252A-3C6B-480911750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 dirty="0"/>
              <a:t>Automating the Pipeline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BFBF26A-EC86-3947-28FD-F6FCB5DBB4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549031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C759FA-533B-6623-FD5F-9C68C27A33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13C77D-563B-B40A-FA0F-A24613682E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Automating the Pipeline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3AE058-2A38-BDF2-E52E-58485BBA91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b="1" dirty="0"/>
              <a:t>Objective:</a:t>
            </a:r>
            <a:r>
              <a:rPr lang="en-US" dirty="0"/>
              <a:t> Learn how to automate infrastructure and data workflows using DevOps principles and AWS Step Functions.</a:t>
            </a:r>
          </a:p>
          <a:p>
            <a:pPr>
              <a:buNone/>
            </a:pPr>
            <a:r>
              <a:rPr lang="en-US" b="1" dirty="0"/>
              <a:t>By the end of this module, you will be able to: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Identify the advantages of pipeline automation.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Understand the CI/CD process in data pipelines.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Describe the components and states of AWS Step Functions.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Build automated workflows using Step Functions and Athena.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845512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813629-02FD-E12C-3318-12BC7AB204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83582A-6969-C451-E62D-BAAE9F09A6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Automating Infrastructure Deployment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FE5CB3-5DE6-7E56-5B9E-82DB1DD2F3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b="1" dirty="0"/>
              <a:t>Why automate?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Reduces manual effort, risk of human error, and downtime.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Ensures repeatable, consistent environment setup.</a:t>
            </a:r>
          </a:p>
          <a:p>
            <a:pPr>
              <a:buNone/>
            </a:pPr>
            <a:r>
              <a:rPr lang="en-US" b="1" dirty="0"/>
              <a:t>Infrastructure as Code (</a:t>
            </a:r>
            <a:r>
              <a:rPr lang="en-US" b="1" dirty="0" err="1"/>
              <a:t>IaC</a:t>
            </a:r>
            <a:r>
              <a:rPr lang="en-US" b="1" dirty="0"/>
              <a:t>):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Define infrastructure in scripts (JSON, YAML, or Terraform).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Benefits: </a:t>
            </a:r>
            <a:r>
              <a:rPr lang="en-US" b="1" dirty="0"/>
              <a:t>Repeatability</a:t>
            </a:r>
            <a:r>
              <a:rPr lang="en-US" dirty="0"/>
              <a:t> and </a:t>
            </a:r>
            <a:r>
              <a:rPr lang="en-US" b="1" dirty="0"/>
              <a:t>Reusability</a:t>
            </a:r>
            <a:r>
              <a:rPr lang="en-US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Automatically recreate environments for testing, deployment, and disaster recovery.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843997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945504-0187-31AB-55BB-8F1728367C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CI/CD and DevOps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4BF42D-EC6A-69D7-4769-0FA6C029B9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None/>
            </a:pPr>
            <a:r>
              <a:rPr lang="en-US" b="1" dirty="0"/>
              <a:t>CI/CD (Continuous Integration / Continuous Delivery):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Part of the </a:t>
            </a:r>
            <a:r>
              <a:rPr lang="en-US" b="1" dirty="0"/>
              <a:t>DevOps lifecycle</a:t>
            </a:r>
            <a:r>
              <a:rPr lang="en-US" dirty="0"/>
              <a:t>, focused on rapid, reliable software delivery.</a:t>
            </a:r>
          </a:p>
          <a:p>
            <a:pPr>
              <a:buNone/>
            </a:pPr>
            <a:r>
              <a:rPr lang="en-US" b="1" dirty="0"/>
              <a:t>CI (Continuous Integration):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Developers regularly merge code into a shared repo.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Automated builds and tests validate changes.</a:t>
            </a:r>
          </a:p>
          <a:p>
            <a:pPr>
              <a:buNone/>
            </a:pPr>
            <a:r>
              <a:rPr lang="en-US" b="1" dirty="0"/>
              <a:t>CD (Continuous Delivery/Deployment):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Code changes automatically released to production.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Reduces risk and speeds up releases.</a:t>
            </a:r>
          </a:p>
          <a:p>
            <a:pPr>
              <a:buNone/>
            </a:pPr>
            <a:r>
              <a:rPr lang="en-US" b="1" dirty="0"/>
              <a:t>Benefits in Data Engineering: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Automates transformation pipelines.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Reduces delays in deploying analytics or ML updates.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067063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3E534A-613B-FA7D-BCAE-13B4A22864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11320-F4BC-478A-466E-DE82167A4C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Introduction to AWS Step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83A5C1-CCDA-0638-D557-DB317ACBB3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b="1" dirty="0"/>
              <a:t>What are Step Functions?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A fully managed </a:t>
            </a:r>
            <a:r>
              <a:rPr lang="en-US" b="1" dirty="0"/>
              <a:t>workflow orchestration service</a:t>
            </a:r>
            <a:r>
              <a:rPr lang="en-US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Coordinates components of distributed apps and microservices using </a:t>
            </a:r>
            <a:r>
              <a:rPr lang="en-US" b="1" dirty="0"/>
              <a:t>visual workflows</a:t>
            </a:r>
            <a:r>
              <a:rPr lang="en-US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Manages retries, logging, and state transitions automatically.</a:t>
            </a:r>
          </a:p>
          <a:p>
            <a:pPr>
              <a:buNone/>
            </a:pPr>
            <a:r>
              <a:rPr lang="en-US" b="1" dirty="0"/>
              <a:t>Key Uses: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Automate ETL, analytics workflows, and batch processing pipelines.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Integrate with </a:t>
            </a:r>
            <a:r>
              <a:rPr lang="en-US" b="1" dirty="0"/>
              <a:t>Amazon Athena</a:t>
            </a:r>
            <a:r>
              <a:rPr lang="en-US" dirty="0"/>
              <a:t>, </a:t>
            </a:r>
            <a:r>
              <a:rPr lang="en-US" b="1" dirty="0"/>
              <a:t>Lambda</a:t>
            </a:r>
            <a:r>
              <a:rPr lang="en-US" dirty="0"/>
              <a:t>, </a:t>
            </a:r>
            <a:r>
              <a:rPr lang="en-US" b="1" dirty="0"/>
              <a:t>Glue</a:t>
            </a:r>
            <a:r>
              <a:rPr lang="en-US" dirty="0"/>
              <a:t>, and more.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496350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EB595E-76A4-2A1B-C381-2CC859885D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163206-9B7B-C560-1F37-B5C9281784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Step Functions Interface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7154C0-A6BE-5E0E-802A-DDE10F5B67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Canvas:</a:t>
            </a:r>
            <a:r>
              <a:rPr lang="en-US" dirty="0"/>
              <a:t> Visual editor where you drag and drop states.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States Browser &amp; Actions Panel:</a:t>
            </a:r>
            <a:r>
              <a:rPr lang="en-US" dirty="0"/>
              <a:t> Predefined elements you can use.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Inspector:</a:t>
            </a:r>
            <a:r>
              <a:rPr lang="en-US" dirty="0"/>
              <a:t> Displays auto-generated code (JSON/YAML) for each state.</a:t>
            </a:r>
          </a:p>
          <a:p>
            <a:pPr>
              <a:buNone/>
            </a:pPr>
            <a:r>
              <a:rPr lang="en-US" b="1" dirty="0"/>
              <a:t>Workflow = State Machine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Each step = State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Transitions define the order of operations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Code is auto-generated but fully customizable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671971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514830-1F83-5EA5-0DCC-58C0B44EC1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20F36-FCCE-711E-0E53-24BB0FCB33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States in Step Functions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5E8BEB50-80A0-7D14-50E2-3B775B7D365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85340732"/>
              </p:ext>
            </p:extLst>
          </p:nvPr>
        </p:nvGraphicFramePr>
        <p:xfrm>
          <a:off x="838200" y="1783080"/>
          <a:ext cx="10515600" cy="32918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252993037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60695653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b="1"/>
                        <a:t>State Type</a:t>
                      </a:r>
                      <a:endParaRPr lang="en-US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Purpose</a:t>
                      </a:r>
                      <a:endParaRPr lang="en-US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268932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/>
                        <a:t>Task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Executes work using services like Lambda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8554326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/>
                        <a:t>Pass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Transfers input to output, no computation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3066566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/>
                        <a:t>Choice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Branches workflow based on condition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9009317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/>
                        <a:t>Parallel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Executes multiple branches concurrently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7252334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/>
                        <a:t>Wait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Pauses workflow for a defined duration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2562037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/>
                        <a:t>Map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Iterates over items like a loop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3203244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/>
                        <a:t>Succeed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Marks workflow as successful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2075098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/>
                        <a:t>Fail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Marks workflow as failed with error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404145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6701002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1E1994-1691-E7EB-E723-116B500DFA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649820-86E6-67A0-D14C-C6BF1D5F34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Code Examples – State Types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8AC2521-8172-F53F-CA69-13EBD8148B7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653585" y="1706563"/>
            <a:ext cx="6884829" cy="4991100"/>
          </a:xfrm>
        </p:spPr>
      </p:pic>
    </p:spTree>
    <p:extLst>
      <p:ext uri="{BB962C8B-B14F-4D97-AF65-F5344CB8AC3E}">
        <p14:creationId xmlns:p14="http://schemas.microsoft.com/office/powerpoint/2010/main" val="346921730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D1AA5B-6C74-0D04-3610-02676E691A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CA9743-B231-D96B-839C-111F97C900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Simplifying ETL with Step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CF089C-9CA2-6401-5EFB-771546845F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Integrates seamlessly</a:t>
            </a:r>
            <a:r>
              <a:rPr lang="en-US" dirty="0"/>
              <a:t> with Amazon Athena and AWS Glue.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Enables conditional branching to check if Glue tables exist.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Allows </a:t>
            </a:r>
            <a:r>
              <a:rPr lang="en-US" b="1" dirty="0"/>
              <a:t>dynamic workflow creation</a:t>
            </a:r>
            <a:r>
              <a:rPr lang="en-US" dirty="0"/>
              <a:t> based on dataset metadata.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Supports advanced formats like </a:t>
            </a:r>
            <a:r>
              <a:rPr lang="en-US" b="1" dirty="0"/>
              <a:t>Parquet</a:t>
            </a:r>
            <a:r>
              <a:rPr lang="en-US" dirty="0"/>
              <a:t> with </a:t>
            </a:r>
            <a:r>
              <a:rPr lang="en-US" b="1" dirty="0"/>
              <a:t>Snappy compression</a:t>
            </a:r>
            <a:r>
              <a:rPr lang="en-US" dirty="0"/>
              <a:t> to optimize storage and query performance.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05040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E7481E-E98F-681E-4163-219D080BED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4AD889-3134-4145-8ABE-6B3A783014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Lab Summary – Orchestrating ETL with Step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84AFE7-3528-047C-3F54-29CCF698D7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b="1" dirty="0"/>
              <a:t>Lab Highlights: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Use </a:t>
            </a:r>
            <a:r>
              <a:rPr lang="en-US" b="1" dirty="0"/>
              <a:t>Step Functions</a:t>
            </a:r>
            <a:r>
              <a:rPr lang="en-US" dirty="0"/>
              <a:t> to coordinate Athena queries.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Build logic to check for existing tables and create them if needed.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Store transformed data in compressed Parquet format using </a:t>
            </a:r>
            <a:r>
              <a:rPr lang="en-US" b="1" dirty="0"/>
              <a:t>Snappy</a:t>
            </a:r>
            <a:r>
              <a:rPr lang="en-US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Benefit: Reduces storage costs, improves query speed, and supports schema evolution.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73553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7612</TotalTime>
  <Words>3226</Words>
  <Application>Microsoft Office PowerPoint</Application>
  <PresentationFormat>Widescreen</PresentationFormat>
  <Paragraphs>465</Paragraphs>
  <Slides>54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58" baseType="lpstr">
      <vt:lpstr>Arial</vt:lpstr>
      <vt:lpstr>Calibri</vt:lpstr>
      <vt:lpstr>Calibri Light</vt:lpstr>
      <vt:lpstr>Office Theme</vt:lpstr>
      <vt:lpstr>307401 Big Data</vt:lpstr>
      <vt:lpstr>Ingesting Data by Batch or Stream</vt:lpstr>
      <vt:lpstr>Ingesting by Batch or Stream</vt:lpstr>
      <vt:lpstr>Comparing Batch and Stream Ingestion</vt:lpstr>
      <vt:lpstr>Batch Ingestion Pipeline – Tasks and Considerations</vt:lpstr>
      <vt:lpstr>Purpose-Built AWS Tools for Batch Ingestion</vt:lpstr>
      <vt:lpstr>AWS Glue – Simplifying Batch Ingestion</vt:lpstr>
      <vt:lpstr>Scaling Batch Processing with AWS Glue</vt:lpstr>
      <vt:lpstr>Streaming Ingestion with Kinesis</vt:lpstr>
      <vt:lpstr>Purpose-Built Kinesis Services</vt:lpstr>
      <vt:lpstr>Scaling Stream Processing</vt:lpstr>
      <vt:lpstr>IoT Data Ingestion – AWS Services</vt:lpstr>
      <vt:lpstr>Storing and Organizing Data</vt:lpstr>
      <vt:lpstr>Storing and Organizing Data</vt:lpstr>
      <vt:lpstr>Types of Storage in Cloud Data Architectures</vt:lpstr>
      <vt:lpstr>Understanding the Storage Layer</vt:lpstr>
      <vt:lpstr>Data Lake Storage</vt:lpstr>
      <vt:lpstr>Amazon S3 – Data Lake Backbone</vt:lpstr>
      <vt:lpstr>Data Warehouse Storage</vt:lpstr>
      <vt:lpstr>Data Lakes vs. Data Warehouses</vt:lpstr>
      <vt:lpstr>Purpose-Built Databases</vt:lpstr>
      <vt:lpstr>Storage in Support of ETL vs. ELT Pipelines</vt:lpstr>
      <vt:lpstr>Securing Cloud Storage</vt:lpstr>
      <vt:lpstr>Processing Big Data</vt:lpstr>
      <vt:lpstr>Processing Big Data</vt:lpstr>
      <vt:lpstr>Big Data Processing Concepts</vt:lpstr>
      <vt:lpstr>Apache Hadoop Overview</vt:lpstr>
      <vt:lpstr>Hadoop Ecosystem Tools</vt:lpstr>
      <vt:lpstr>Apache Spark Overview</vt:lpstr>
      <vt:lpstr>Amazon EMR – Managed Hadoop and Spark</vt:lpstr>
      <vt:lpstr>EMR Cluster Setup and Management</vt:lpstr>
      <vt:lpstr>Connecting to EMR Clusters</vt:lpstr>
      <vt:lpstr>Apache Hudi – Managing Dynamic Data</vt:lpstr>
      <vt:lpstr>Real-Time Data Updating with Hudi</vt:lpstr>
      <vt:lpstr>Analyzing and Visualizing Data</vt:lpstr>
      <vt:lpstr>Analyzing and Visualizing Data</vt:lpstr>
      <vt:lpstr>Factors That Influence Tool Selection</vt:lpstr>
      <vt:lpstr>Business Needs – Types of Visualizations</vt:lpstr>
      <vt:lpstr>Data Characteristics – Examples</vt:lpstr>
      <vt:lpstr>Comparing AWS Tools and Services</vt:lpstr>
      <vt:lpstr>Amazon Athena</vt:lpstr>
      <vt:lpstr>Amazon QuickSight</vt:lpstr>
      <vt:lpstr>Amazon OpenSearch Service</vt:lpstr>
      <vt:lpstr>Use Case – Gaming Analytics</vt:lpstr>
      <vt:lpstr>Automating the Pipeline</vt:lpstr>
      <vt:lpstr>Automating the Pipeline</vt:lpstr>
      <vt:lpstr>Automating Infrastructure Deployment</vt:lpstr>
      <vt:lpstr>CI/CD and DevOps</vt:lpstr>
      <vt:lpstr>Introduction to AWS Step Functions</vt:lpstr>
      <vt:lpstr>Step Functions Interface Overview</vt:lpstr>
      <vt:lpstr>Types of States in Step Functions</vt:lpstr>
      <vt:lpstr>Code Examples – State Types</vt:lpstr>
      <vt:lpstr>Simplifying ETL with Step Functions</vt:lpstr>
      <vt:lpstr>Lab Summary – Orchestrating ETL with Step Functions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Probability Distribution Functions</dc:title>
  <dc:creator>Mohammed Fasha</dc:creator>
  <cp:lastModifiedBy>Mohammed Fasha</cp:lastModifiedBy>
  <cp:revision>1115</cp:revision>
  <dcterms:created xsi:type="dcterms:W3CDTF">2023-03-26T11:17:23Z</dcterms:created>
  <dcterms:modified xsi:type="dcterms:W3CDTF">2025-04-20T19:47:06Z</dcterms:modified>
</cp:coreProperties>
</file>