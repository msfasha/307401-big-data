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4"/>
  </p:notesMasterIdLst>
  <p:sldIdLst>
    <p:sldId id="483" r:id="rId2"/>
    <p:sldId id="591" r:id="rId3"/>
    <p:sldId id="596" r:id="rId4"/>
    <p:sldId id="597" r:id="rId5"/>
    <p:sldId id="598" r:id="rId6"/>
    <p:sldId id="560" r:id="rId7"/>
    <p:sldId id="582" r:id="rId8"/>
    <p:sldId id="564" r:id="rId9"/>
    <p:sldId id="565" r:id="rId10"/>
    <p:sldId id="583" r:id="rId11"/>
    <p:sldId id="566" r:id="rId12"/>
    <p:sldId id="567" r:id="rId13"/>
    <p:sldId id="563" r:id="rId14"/>
    <p:sldId id="568" r:id="rId15"/>
    <p:sldId id="569" r:id="rId16"/>
    <p:sldId id="570" r:id="rId17"/>
    <p:sldId id="571" r:id="rId18"/>
    <p:sldId id="572" r:id="rId19"/>
    <p:sldId id="573" r:id="rId20"/>
    <p:sldId id="559" r:id="rId21"/>
    <p:sldId id="542" r:id="rId22"/>
    <p:sldId id="599" r:id="rId23"/>
    <p:sldId id="588" r:id="rId24"/>
    <p:sldId id="600" r:id="rId25"/>
    <p:sldId id="601" r:id="rId26"/>
    <p:sldId id="602" r:id="rId27"/>
    <p:sldId id="603" r:id="rId28"/>
    <p:sldId id="606" r:id="rId29"/>
    <p:sldId id="607" r:id="rId30"/>
    <p:sldId id="549" r:id="rId31"/>
    <p:sldId id="547" r:id="rId32"/>
    <p:sldId id="604" r:id="rId33"/>
    <p:sldId id="585" r:id="rId34"/>
    <p:sldId id="608" r:id="rId35"/>
    <p:sldId id="609" r:id="rId36"/>
    <p:sldId id="462" r:id="rId37"/>
    <p:sldId id="610" r:id="rId38"/>
    <p:sldId id="611" r:id="rId39"/>
    <p:sldId id="612" r:id="rId40"/>
    <p:sldId id="620" r:id="rId41"/>
    <p:sldId id="621" r:id="rId42"/>
    <p:sldId id="619" r:id="rId43"/>
    <p:sldId id="622" r:id="rId44"/>
    <p:sldId id="605" r:id="rId45"/>
    <p:sldId id="613" r:id="rId46"/>
    <p:sldId id="623" r:id="rId47"/>
    <p:sldId id="624" r:id="rId48"/>
    <p:sldId id="614" r:id="rId49"/>
    <p:sldId id="615" r:id="rId50"/>
    <p:sldId id="616" r:id="rId51"/>
    <p:sldId id="618" r:id="rId52"/>
    <p:sldId id="625" r:id="rId53"/>
    <p:sldId id="626" r:id="rId54"/>
    <p:sldId id="627" r:id="rId55"/>
    <p:sldId id="628" r:id="rId56"/>
    <p:sldId id="629" r:id="rId57"/>
    <p:sldId id="630" r:id="rId58"/>
    <p:sldId id="631" r:id="rId59"/>
    <p:sldId id="632" r:id="rId60"/>
    <p:sldId id="633" r:id="rId61"/>
    <p:sldId id="634" r:id="rId62"/>
    <p:sldId id="635" r:id="rId63"/>
    <p:sldId id="636" r:id="rId64"/>
    <p:sldId id="637" r:id="rId65"/>
    <p:sldId id="638" r:id="rId66"/>
    <p:sldId id="639" r:id="rId67"/>
    <p:sldId id="640" r:id="rId68"/>
    <p:sldId id="641" r:id="rId69"/>
    <p:sldId id="642" r:id="rId70"/>
    <p:sldId id="643" r:id="rId71"/>
    <p:sldId id="644" r:id="rId72"/>
    <p:sldId id="645"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11567F-3985-45FD-B7D3-CBACEEBB75BA}" v="246" dt="2025-05-03T15:30:36.0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38" autoAdjust="0"/>
    <p:restoredTop sz="94660"/>
  </p:normalViewPr>
  <p:slideViewPr>
    <p:cSldViewPr snapToGrid="0">
      <p:cViewPr varScale="1">
        <p:scale>
          <a:sx n="119" d="100"/>
          <a:sy n="119" d="100"/>
        </p:scale>
        <p:origin x="132" y="9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sldChg chg="del">
        <pc:chgData name="Mohammed Fasha" userId="cc64f42d-a1a6-4f08-b97b-0c37f877119f" providerId="ADAL" clId="{4C71ED24-115E-432D-933D-C801DA3E52F1}" dt="2024-12-29T03:12:48.360" v="0" actId="47"/>
        <pc:sldMkLst>
          <pc:docMk/>
          <pc:sldMk cId="2341000601" sldId="701"/>
        </pc:sldMkLst>
      </pc:sldChg>
      <pc:sldChg chg="del">
        <pc:chgData name="Mohammed Fasha" userId="cc64f42d-a1a6-4f08-b97b-0c37f877119f" providerId="ADAL" clId="{4C71ED24-115E-432D-933D-C801DA3E52F1}" dt="2024-12-29T03:12:49.133" v="1" actId="47"/>
        <pc:sldMkLst>
          <pc:docMk/>
          <pc:sldMk cId="3519698944" sldId="702"/>
        </pc:sldMkLst>
      </pc:sldChg>
      <pc:sldChg chg="del">
        <pc:chgData name="Mohammed Fasha" userId="cc64f42d-a1a6-4f08-b97b-0c37f877119f" providerId="ADAL" clId="{4C71ED24-115E-432D-933D-C801DA3E52F1}" dt="2024-12-29T03:12:49.974" v="2" actId="47"/>
        <pc:sldMkLst>
          <pc:docMk/>
          <pc:sldMk cId="3934257344" sldId="703"/>
        </pc:sldMkLst>
      </pc:sldChg>
    </pc:docChg>
  </pc:docChgLst>
  <pc:docChgLst>
    <pc:chgData name="Mohammed Fasha" userId="S::mohammed.fasha@uop.edu.jo::cc64f42d-a1a6-4f08-b97b-0c37f877119f" providerId="AD" clId="Web-{E976F9BC-21A0-DD3B-A531-D3D581A316C2}"/>
    <pc:docChg chg="addSld modSld">
      <pc:chgData name="Mohammed Fasha" userId="S::mohammed.fasha@uop.edu.jo::cc64f42d-a1a6-4f08-b97b-0c37f877119f" providerId="AD" clId="Web-{E976F9BC-21A0-DD3B-A531-D3D581A316C2}" dt="2025-04-25T05:32:11.004" v="25" actId="20577"/>
      <pc:docMkLst>
        <pc:docMk/>
      </pc:docMkLst>
      <pc:sldChg chg="addSp delSp modSp new">
        <pc:chgData name="Mohammed Fasha" userId="S::mohammed.fasha@uop.edu.jo::cc64f42d-a1a6-4f08-b97b-0c37f877119f" providerId="AD" clId="Web-{E976F9BC-21A0-DD3B-A531-D3D581A316C2}" dt="2025-04-25T05:32:11.004" v="25" actId="20577"/>
        <pc:sldMkLst>
          <pc:docMk/>
          <pc:sldMk cId="1512065499" sldId="539"/>
        </pc:sldMkLst>
      </pc:sldChg>
    </pc:docChg>
  </pc:docChgLst>
  <pc:docChgLst>
    <pc:chgData name="Mohammed Fasha" userId="cc64f42d-a1a6-4f08-b97b-0c37f877119f" providerId="ADAL" clId="{2411567F-3985-45FD-B7D3-CBACEEBB75BA}"/>
    <pc:docChg chg="undo redo custSel addSld delSld modSld sldOrd">
      <pc:chgData name="Mohammed Fasha" userId="cc64f42d-a1a6-4f08-b97b-0c37f877119f" providerId="ADAL" clId="{2411567F-3985-45FD-B7D3-CBACEEBB75BA}" dt="2025-05-03T15:30:36.032" v="4771"/>
      <pc:docMkLst>
        <pc:docMk/>
      </pc:docMkLst>
      <pc:sldChg chg="add del">
        <pc:chgData name="Mohammed Fasha" userId="cc64f42d-a1a6-4f08-b97b-0c37f877119f" providerId="ADAL" clId="{2411567F-3985-45FD-B7D3-CBACEEBB75BA}" dt="2025-04-20T19:30:30.973" v="2" actId="47"/>
        <pc:sldMkLst>
          <pc:docMk/>
          <pc:sldMk cId="678552476" sldId="331"/>
        </pc:sldMkLst>
      </pc:sldChg>
      <pc:sldChg chg="add del">
        <pc:chgData name="Mohammed Fasha" userId="cc64f42d-a1a6-4f08-b97b-0c37f877119f" providerId="ADAL" clId="{2411567F-3985-45FD-B7D3-CBACEEBB75BA}" dt="2025-05-03T12:43:48.607" v="3906" actId="47"/>
        <pc:sldMkLst>
          <pc:docMk/>
          <pc:sldMk cId="2531162353" sldId="456"/>
        </pc:sldMkLst>
      </pc:sldChg>
      <pc:sldChg chg="addSp delSp modSp add mod ord chgLayout">
        <pc:chgData name="Mohammed Fasha" userId="cc64f42d-a1a6-4f08-b97b-0c37f877119f" providerId="ADAL" clId="{2411567F-3985-45FD-B7D3-CBACEEBB75BA}" dt="2025-05-03T12:33:37.978" v="3601" actId="403"/>
        <pc:sldMkLst>
          <pc:docMk/>
          <pc:sldMk cId="3198990967" sldId="462"/>
        </pc:sldMkLst>
        <pc:spChg chg="mod ord">
          <ac:chgData name="Mohammed Fasha" userId="cc64f42d-a1a6-4f08-b97b-0c37f877119f" providerId="ADAL" clId="{2411567F-3985-45FD-B7D3-CBACEEBB75BA}" dt="2025-05-03T12:33:32.028" v="3597" actId="700"/>
          <ac:spMkLst>
            <pc:docMk/>
            <pc:sldMk cId="3198990967" sldId="462"/>
            <ac:spMk id="2" creationId="{D1E615AF-86E5-F697-AAAC-0B381EC54073}"/>
          </ac:spMkLst>
        </pc:spChg>
        <pc:spChg chg="mod ord">
          <ac:chgData name="Mohammed Fasha" userId="cc64f42d-a1a6-4f08-b97b-0c37f877119f" providerId="ADAL" clId="{2411567F-3985-45FD-B7D3-CBACEEBB75BA}" dt="2025-05-03T12:33:37.978" v="3601" actId="403"/>
          <ac:spMkLst>
            <pc:docMk/>
            <pc:sldMk cId="3198990967" sldId="462"/>
            <ac:spMk id="3" creationId="{EA6A2339-14A1-09EE-FE07-F0F2DF511927}"/>
          </ac:spMkLst>
        </pc:spChg>
        <pc:picChg chg="add del mod">
          <ac:chgData name="Mohammed Fasha" userId="cc64f42d-a1a6-4f08-b97b-0c37f877119f" providerId="ADAL" clId="{2411567F-3985-45FD-B7D3-CBACEEBB75BA}" dt="2025-05-03T12:33:28.750" v="3596" actId="21"/>
          <ac:picMkLst>
            <pc:docMk/>
            <pc:sldMk cId="3198990967" sldId="462"/>
            <ac:picMk id="9218" creationId="{803F6751-E16B-E26A-0BCF-FC5D0C6F086C}"/>
          </ac:picMkLst>
        </pc:picChg>
      </pc:sldChg>
      <pc:sldChg chg="add del">
        <pc:chgData name="Mohammed Fasha" userId="cc64f42d-a1a6-4f08-b97b-0c37f877119f" providerId="ADAL" clId="{2411567F-3985-45FD-B7D3-CBACEEBB75BA}" dt="2025-04-20T19:30:30.973" v="2" actId="47"/>
        <pc:sldMkLst>
          <pc:docMk/>
          <pc:sldMk cId="961461304" sldId="470"/>
        </pc:sldMkLst>
      </pc:sldChg>
      <pc:sldChg chg="modSp add del mod">
        <pc:chgData name="Mohammed Fasha" userId="cc64f42d-a1a6-4f08-b97b-0c37f877119f" providerId="ADAL" clId="{2411567F-3985-45FD-B7D3-CBACEEBB75BA}" dt="2025-04-20T19:30:47.636" v="30" actId="6549"/>
        <pc:sldMkLst>
          <pc:docMk/>
          <pc:sldMk cId="2297456757" sldId="483"/>
        </pc:sldMkLst>
        <pc:spChg chg="mod">
          <ac:chgData name="Mohammed Fasha" userId="cc64f42d-a1a6-4f08-b97b-0c37f877119f" providerId="ADAL" clId="{2411567F-3985-45FD-B7D3-CBACEEBB75BA}" dt="2025-04-20T19:30:47.636" v="30" actId="6549"/>
          <ac:spMkLst>
            <pc:docMk/>
            <pc:sldMk cId="2297456757" sldId="483"/>
            <ac:spMk id="5" creationId="{89403830-E271-DAA0-8838-E295A84A8B5B}"/>
          </ac:spMkLst>
        </pc:spChg>
      </pc:sldChg>
      <pc:sldChg chg="add del">
        <pc:chgData name="Mohammed Fasha" userId="cc64f42d-a1a6-4f08-b97b-0c37f877119f" providerId="ADAL" clId="{2411567F-3985-45FD-B7D3-CBACEEBB75BA}" dt="2025-04-20T19:30:30.973" v="2" actId="47"/>
        <pc:sldMkLst>
          <pc:docMk/>
          <pc:sldMk cId="1157739513" sldId="484"/>
        </pc:sldMkLst>
      </pc:sldChg>
      <pc:sldChg chg="modSp new del mod">
        <pc:chgData name="Mohammed Fasha" userId="cc64f42d-a1a6-4f08-b97b-0c37f877119f" providerId="ADAL" clId="{2411567F-3985-45FD-B7D3-CBACEEBB75BA}" dt="2025-05-03T11:55:22.048" v="3131" actId="2696"/>
        <pc:sldMkLst>
          <pc:docMk/>
          <pc:sldMk cId="3095191240" sldId="484"/>
        </pc:sldMkLst>
      </pc:sldChg>
      <pc:sldChg chg="add del">
        <pc:chgData name="Mohammed Fasha" userId="cc64f42d-a1a6-4f08-b97b-0c37f877119f" providerId="ADAL" clId="{2411567F-3985-45FD-B7D3-CBACEEBB75BA}" dt="2025-04-20T19:30:30.973" v="2" actId="47"/>
        <pc:sldMkLst>
          <pc:docMk/>
          <pc:sldMk cId="1041433416" sldId="485"/>
        </pc:sldMkLst>
      </pc:sldChg>
      <pc:sldChg chg="modSp add del mod">
        <pc:chgData name="Mohammed Fasha" userId="cc64f42d-a1a6-4f08-b97b-0c37f877119f" providerId="ADAL" clId="{2411567F-3985-45FD-B7D3-CBACEEBB75BA}" dt="2025-05-03T11:55:22.048" v="3131" actId="2696"/>
        <pc:sldMkLst>
          <pc:docMk/>
          <pc:sldMk cId="2291173066" sldId="485"/>
        </pc:sldMkLst>
      </pc:sldChg>
      <pc:sldChg chg="modSp add del mod">
        <pc:chgData name="Mohammed Fasha" userId="cc64f42d-a1a6-4f08-b97b-0c37f877119f" providerId="ADAL" clId="{2411567F-3985-45FD-B7D3-CBACEEBB75BA}" dt="2025-05-03T11:55:22.048" v="3131" actId="2696"/>
        <pc:sldMkLst>
          <pc:docMk/>
          <pc:sldMk cId="659999424" sldId="486"/>
        </pc:sldMkLst>
      </pc:sldChg>
      <pc:sldChg chg="add del">
        <pc:chgData name="Mohammed Fasha" userId="cc64f42d-a1a6-4f08-b97b-0c37f877119f" providerId="ADAL" clId="{2411567F-3985-45FD-B7D3-CBACEEBB75BA}" dt="2025-04-20T19:30:30.973" v="2" actId="47"/>
        <pc:sldMkLst>
          <pc:docMk/>
          <pc:sldMk cId="3032146913" sldId="486"/>
        </pc:sldMkLst>
      </pc:sldChg>
      <pc:sldChg chg="addSp delSp modSp add del mod">
        <pc:chgData name="Mohammed Fasha" userId="cc64f42d-a1a6-4f08-b97b-0c37f877119f" providerId="ADAL" clId="{2411567F-3985-45FD-B7D3-CBACEEBB75BA}" dt="2025-05-03T11:55:22.048" v="3131" actId="2696"/>
        <pc:sldMkLst>
          <pc:docMk/>
          <pc:sldMk cId="1338099508" sldId="487"/>
        </pc:sldMkLst>
      </pc:sldChg>
      <pc:sldChg chg="add del">
        <pc:chgData name="Mohammed Fasha" userId="cc64f42d-a1a6-4f08-b97b-0c37f877119f" providerId="ADAL" clId="{2411567F-3985-45FD-B7D3-CBACEEBB75BA}" dt="2025-04-20T19:30:30.973" v="2" actId="47"/>
        <pc:sldMkLst>
          <pc:docMk/>
          <pc:sldMk cId="3938091334" sldId="487"/>
        </pc:sldMkLst>
      </pc:sldChg>
      <pc:sldChg chg="modSp add del mod">
        <pc:chgData name="Mohammed Fasha" userId="cc64f42d-a1a6-4f08-b97b-0c37f877119f" providerId="ADAL" clId="{2411567F-3985-45FD-B7D3-CBACEEBB75BA}" dt="2025-05-03T11:55:22.048" v="3131" actId="2696"/>
        <pc:sldMkLst>
          <pc:docMk/>
          <pc:sldMk cId="2070932789" sldId="488"/>
        </pc:sldMkLst>
      </pc:sldChg>
      <pc:sldChg chg="add del">
        <pc:chgData name="Mohammed Fasha" userId="cc64f42d-a1a6-4f08-b97b-0c37f877119f" providerId="ADAL" clId="{2411567F-3985-45FD-B7D3-CBACEEBB75BA}" dt="2025-04-20T19:30:30.973" v="2" actId="47"/>
        <pc:sldMkLst>
          <pc:docMk/>
          <pc:sldMk cId="2278481155" sldId="488"/>
        </pc:sldMkLst>
      </pc:sldChg>
      <pc:sldChg chg="add del">
        <pc:chgData name="Mohammed Fasha" userId="cc64f42d-a1a6-4f08-b97b-0c37f877119f" providerId="ADAL" clId="{2411567F-3985-45FD-B7D3-CBACEEBB75BA}" dt="2025-04-20T19:30:30.973" v="2" actId="47"/>
        <pc:sldMkLst>
          <pc:docMk/>
          <pc:sldMk cId="1156889741" sldId="489"/>
        </pc:sldMkLst>
      </pc:sldChg>
      <pc:sldChg chg="modSp add del mod">
        <pc:chgData name="Mohammed Fasha" userId="cc64f42d-a1a6-4f08-b97b-0c37f877119f" providerId="ADAL" clId="{2411567F-3985-45FD-B7D3-CBACEEBB75BA}" dt="2025-05-03T11:55:22.048" v="3131" actId="2696"/>
        <pc:sldMkLst>
          <pc:docMk/>
          <pc:sldMk cId="1997852019" sldId="489"/>
        </pc:sldMkLst>
      </pc:sldChg>
      <pc:sldChg chg="add del">
        <pc:chgData name="Mohammed Fasha" userId="cc64f42d-a1a6-4f08-b97b-0c37f877119f" providerId="ADAL" clId="{2411567F-3985-45FD-B7D3-CBACEEBB75BA}" dt="2025-04-20T19:30:30.973" v="2" actId="47"/>
        <pc:sldMkLst>
          <pc:docMk/>
          <pc:sldMk cId="1757417059" sldId="490"/>
        </pc:sldMkLst>
      </pc:sldChg>
      <pc:sldChg chg="modSp add del mod">
        <pc:chgData name="Mohammed Fasha" userId="cc64f42d-a1a6-4f08-b97b-0c37f877119f" providerId="ADAL" clId="{2411567F-3985-45FD-B7D3-CBACEEBB75BA}" dt="2025-05-03T11:55:22.048" v="3131" actId="2696"/>
        <pc:sldMkLst>
          <pc:docMk/>
          <pc:sldMk cId="2993562741" sldId="490"/>
        </pc:sldMkLst>
      </pc:sldChg>
      <pc:sldChg chg="addSp modSp add del mod">
        <pc:chgData name="Mohammed Fasha" userId="cc64f42d-a1a6-4f08-b97b-0c37f877119f" providerId="ADAL" clId="{2411567F-3985-45FD-B7D3-CBACEEBB75BA}" dt="2025-05-03T11:55:22.048" v="3131" actId="2696"/>
        <pc:sldMkLst>
          <pc:docMk/>
          <pc:sldMk cId="403864655" sldId="491"/>
        </pc:sldMkLst>
      </pc:sldChg>
      <pc:sldChg chg="add del">
        <pc:chgData name="Mohammed Fasha" userId="cc64f42d-a1a6-4f08-b97b-0c37f877119f" providerId="ADAL" clId="{2411567F-3985-45FD-B7D3-CBACEEBB75BA}" dt="2025-04-20T19:30:30.973" v="2" actId="47"/>
        <pc:sldMkLst>
          <pc:docMk/>
          <pc:sldMk cId="2994235587" sldId="491"/>
        </pc:sldMkLst>
      </pc:sldChg>
      <pc:sldChg chg="add del">
        <pc:chgData name="Mohammed Fasha" userId="cc64f42d-a1a6-4f08-b97b-0c37f877119f" providerId="ADAL" clId="{2411567F-3985-45FD-B7D3-CBACEEBB75BA}" dt="2025-04-20T19:30:30.973" v="2" actId="47"/>
        <pc:sldMkLst>
          <pc:docMk/>
          <pc:sldMk cId="346894193" sldId="492"/>
        </pc:sldMkLst>
      </pc:sldChg>
      <pc:sldChg chg="modSp add del mod">
        <pc:chgData name="Mohammed Fasha" userId="cc64f42d-a1a6-4f08-b97b-0c37f877119f" providerId="ADAL" clId="{2411567F-3985-45FD-B7D3-CBACEEBB75BA}" dt="2025-05-03T11:55:22.048" v="3131" actId="2696"/>
        <pc:sldMkLst>
          <pc:docMk/>
          <pc:sldMk cId="1009916886" sldId="492"/>
        </pc:sldMkLst>
      </pc:sldChg>
      <pc:sldChg chg="add del">
        <pc:chgData name="Mohammed Fasha" userId="cc64f42d-a1a6-4f08-b97b-0c37f877119f" providerId="ADAL" clId="{2411567F-3985-45FD-B7D3-CBACEEBB75BA}" dt="2025-04-20T19:30:30.973" v="2" actId="47"/>
        <pc:sldMkLst>
          <pc:docMk/>
          <pc:sldMk cId="2492520158" sldId="493"/>
        </pc:sldMkLst>
      </pc:sldChg>
      <pc:sldChg chg="modSp add del mod">
        <pc:chgData name="Mohammed Fasha" userId="cc64f42d-a1a6-4f08-b97b-0c37f877119f" providerId="ADAL" clId="{2411567F-3985-45FD-B7D3-CBACEEBB75BA}" dt="2025-05-03T11:55:22.048" v="3131" actId="2696"/>
        <pc:sldMkLst>
          <pc:docMk/>
          <pc:sldMk cId="2905072372" sldId="493"/>
        </pc:sldMkLst>
      </pc:sldChg>
      <pc:sldChg chg="modSp add del mod">
        <pc:chgData name="Mohammed Fasha" userId="cc64f42d-a1a6-4f08-b97b-0c37f877119f" providerId="ADAL" clId="{2411567F-3985-45FD-B7D3-CBACEEBB75BA}" dt="2025-05-03T11:55:22.048" v="3131" actId="2696"/>
        <pc:sldMkLst>
          <pc:docMk/>
          <pc:sldMk cId="113112822" sldId="494"/>
        </pc:sldMkLst>
      </pc:sldChg>
      <pc:sldChg chg="add del">
        <pc:chgData name="Mohammed Fasha" userId="cc64f42d-a1a6-4f08-b97b-0c37f877119f" providerId="ADAL" clId="{2411567F-3985-45FD-B7D3-CBACEEBB75BA}" dt="2025-04-20T19:30:30.973" v="2" actId="47"/>
        <pc:sldMkLst>
          <pc:docMk/>
          <pc:sldMk cId="274101089" sldId="494"/>
        </pc:sldMkLst>
      </pc:sldChg>
      <pc:sldChg chg="modSp add del mod">
        <pc:chgData name="Mohammed Fasha" userId="cc64f42d-a1a6-4f08-b97b-0c37f877119f" providerId="ADAL" clId="{2411567F-3985-45FD-B7D3-CBACEEBB75BA}" dt="2025-05-03T11:55:22.048" v="3131" actId="2696"/>
        <pc:sldMkLst>
          <pc:docMk/>
          <pc:sldMk cId="1043757718" sldId="495"/>
        </pc:sldMkLst>
      </pc:sldChg>
      <pc:sldChg chg="add del">
        <pc:chgData name="Mohammed Fasha" userId="cc64f42d-a1a6-4f08-b97b-0c37f877119f" providerId="ADAL" clId="{2411567F-3985-45FD-B7D3-CBACEEBB75BA}" dt="2025-04-20T19:30:30.973" v="2" actId="47"/>
        <pc:sldMkLst>
          <pc:docMk/>
          <pc:sldMk cId="4061804934" sldId="495"/>
        </pc:sldMkLst>
      </pc:sldChg>
      <pc:sldChg chg="addSp delSp modSp add del mod">
        <pc:chgData name="Mohammed Fasha" userId="cc64f42d-a1a6-4f08-b97b-0c37f877119f" providerId="ADAL" clId="{2411567F-3985-45FD-B7D3-CBACEEBB75BA}" dt="2025-05-03T11:55:22.048" v="3131" actId="2696"/>
        <pc:sldMkLst>
          <pc:docMk/>
          <pc:sldMk cId="3632187406" sldId="496"/>
        </pc:sldMkLst>
      </pc:sldChg>
      <pc:sldChg chg="modSp add del mod">
        <pc:chgData name="Mohammed Fasha" userId="cc64f42d-a1a6-4f08-b97b-0c37f877119f" providerId="ADAL" clId="{2411567F-3985-45FD-B7D3-CBACEEBB75BA}" dt="2025-05-03T11:55:22.048" v="3131" actId="2696"/>
        <pc:sldMkLst>
          <pc:docMk/>
          <pc:sldMk cId="1955568160" sldId="497"/>
        </pc:sldMkLst>
      </pc:sldChg>
      <pc:sldChg chg="add del">
        <pc:chgData name="Mohammed Fasha" userId="cc64f42d-a1a6-4f08-b97b-0c37f877119f" providerId="ADAL" clId="{2411567F-3985-45FD-B7D3-CBACEEBB75BA}" dt="2025-04-20T19:30:30.973" v="2" actId="47"/>
        <pc:sldMkLst>
          <pc:docMk/>
          <pc:sldMk cId="3785505166" sldId="497"/>
        </pc:sldMkLst>
      </pc:sldChg>
      <pc:sldChg chg="modSp add del mod">
        <pc:chgData name="Mohammed Fasha" userId="cc64f42d-a1a6-4f08-b97b-0c37f877119f" providerId="ADAL" clId="{2411567F-3985-45FD-B7D3-CBACEEBB75BA}" dt="2025-05-03T11:55:22.048" v="3131" actId="2696"/>
        <pc:sldMkLst>
          <pc:docMk/>
          <pc:sldMk cId="2557989503" sldId="498"/>
        </pc:sldMkLst>
      </pc:sldChg>
      <pc:sldChg chg="add del">
        <pc:chgData name="Mohammed Fasha" userId="cc64f42d-a1a6-4f08-b97b-0c37f877119f" providerId="ADAL" clId="{2411567F-3985-45FD-B7D3-CBACEEBB75BA}" dt="2025-04-20T19:30:30.973" v="2" actId="47"/>
        <pc:sldMkLst>
          <pc:docMk/>
          <pc:sldMk cId="3900601116" sldId="498"/>
        </pc:sldMkLst>
      </pc:sldChg>
      <pc:sldChg chg="modSp add del mod">
        <pc:chgData name="Mohammed Fasha" userId="cc64f42d-a1a6-4f08-b97b-0c37f877119f" providerId="ADAL" clId="{2411567F-3985-45FD-B7D3-CBACEEBB75BA}" dt="2025-05-03T11:55:22.048" v="3131" actId="2696"/>
        <pc:sldMkLst>
          <pc:docMk/>
          <pc:sldMk cId="1671422244" sldId="499"/>
        </pc:sldMkLst>
      </pc:sldChg>
      <pc:sldChg chg="add del">
        <pc:chgData name="Mohammed Fasha" userId="cc64f42d-a1a6-4f08-b97b-0c37f877119f" providerId="ADAL" clId="{2411567F-3985-45FD-B7D3-CBACEEBB75BA}" dt="2025-04-20T19:30:30.973" v="2" actId="47"/>
        <pc:sldMkLst>
          <pc:docMk/>
          <pc:sldMk cId="2467848175" sldId="499"/>
        </pc:sldMkLst>
      </pc:sldChg>
      <pc:sldChg chg="addSp delSp modSp add del mod">
        <pc:chgData name="Mohammed Fasha" userId="cc64f42d-a1a6-4f08-b97b-0c37f877119f" providerId="ADAL" clId="{2411567F-3985-45FD-B7D3-CBACEEBB75BA}" dt="2025-05-03T11:55:22.048" v="3131" actId="2696"/>
        <pc:sldMkLst>
          <pc:docMk/>
          <pc:sldMk cId="3130337840" sldId="500"/>
        </pc:sldMkLst>
      </pc:sldChg>
      <pc:sldChg chg="add del">
        <pc:chgData name="Mohammed Fasha" userId="cc64f42d-a1a6-4f08-b97b-0c37f877119f" providerId="ADAL" clId="{2411567F-3985-45FD-B7D3-CBACEEBB75BA}" dt="2025-04-20T19:30:30.973" v="2" actId="47"/>
        <pc:sldMkLst>
          <pc:docMk/>
          <pc:sldMk cId="3327834872" sldId="500"/>
        </pc:sldMkLst>
      </pc:sldChg>
      <pc:sldChg chg="modSp add del mod">
        <pc:chgData name="Mohammed Fasha" userId="cc64f42d-a1a6-4f08-b97b-0c37f877119f" providerId="ADAL" clId="{2411567F-3985-45FD-B7D3-CBACEEBB75BA}" dt="2025-05-03T11:55:22.048" v="3131" actId="2696"/>
        <pc:sldMkLst>
          <pc:docMk/>
          <pc:sldMk cId="291046217" sldId="501"/>
        </pc:sldMkLst>
      </pc:sldChg>
      <pc:sldChg chg="add del">
        <pc:chgData name="Mohammed Fasha" userId="cc64f42d-a1a6-4f08-b97b-0c37f877119f" providerId="ADAL" clId="{2411567F-3985-45FD-B7D3-CBACEEBB75BA}" dt="2025-04-20T19:30:30.973" v="2" actId="47"/>
        <pc:sldMkLst>
          <pc:docMk/>
          <pc:sldMk cId="1095751481" sldId="501"/>
        </pc:sldMkLst>
      </pc:sldChg>
      <pc:sldChg chg="modSp add del mod">
        <pc:chgData name="Mohammed Fasha" userId="cc64f42d-a1a6-4f08-b97b-0c37f877119f" providerId="ADAL" clId="{2411567F-3985-45FD-B7D3-CBACEEBB75BA}" dt="2025-05-03T11:55:22.048" v="3131" actId="2696"/>
        <pc:sldMkLst>
          <pc:docMk/>
          <pc:sldMk cId="230738594" sldId="502"/>
        </pc:sldMkLst>
      </pc:sldChg>
      <pc:sldChg chg="add del">
        <pc:chgData name="Mohammed Fasha" userId="cc64f42d-a1a6-4f08-b97b-0c37f877119f" providerId="ADAL" clId="{2411567F-3985-45FD-B7D3-CBACEEBB75BA}" dt="2025-04-20T19:30:30.973" v="2" actId="47"/>
        <pc:sldMkLst>
          <pc:docMk/>
          <pc:sldMk cId="1571885319" sldId="502"/>
        </pc:sldMkLst>
      </pc:sldChg>
      <pc:sldChg chg="modSp add del mod">
        <pc:chgData name="Mohammed Fasha" userId="cc64f42d-a1a6-4f08-b97b-0c37f877119f" providerId="ADAL" clId="{2411567F-3985-45FD-B7D3-CBACEEBB75BA}" dt="2025-05-03T11:55:22.048" v="3131" actId="2696"/>
        <pc:sldMkLst>
          <pc:docMk/>
          <pc:sldMk cId="2094350260" sldId="503"/>
        </pc:sldMkLst>
      </pc:sldChg>
      <pc:sldChg chg="modSp add del mod">
        <pc:chgData name="Mohammed Fasha" userId="cc64f42d-a1a6-4f08-b97b-0c37f877119f" providerId="ADAL" clId="{2411567F-3985-45FD-B7D3-CBACEEBB75BA}" dt="2025-05-03T11:55:22.048" v="3131" actId="2696"/>
        <pc:sldMkLst>
          <pc:docMk/>
          <pc:sldMk cId="345557149" sldId="504"/>
        </pc:sldMkLst>
      </pc:sldChg>
      <pc:sldChg chg="add del">
        <pc:chgData name="Mohammed Fasha" userId="cc64f42d-a1a6-4f08-b97b-0c37f877119f" providerId="ADAL" clId="{2411567F-3985-45FD-B7D3-CBACEEBB75BA}" dt="2025-04-20T19:30:30.973" v="2" actId="47"/>
        <pc:sldMkLst>
          <pc:docMk/>
          <pc:sldMk cId="952400947" sldId="504"/>
        </pc:sldMkLst>
      </pc:sldChg>
      <pc:sldChg chg="modSp add del mod">
        <pc:chgData name="Mohammed Fasha" userId="cc64f42d-a1a6-4f08-b97b-0c37f877119f" providerId="ADAL" clId="{2411567F-3985-45FD-B7D3-CBACEEBB75BA}" dt="2025-05-03T11:55:22.048" v="3131" actId="2696"/>
        <pc:sldMkLst>
          <pc:docMk/>
          <pc:sldMk cId="390948629" sldId="505"/>
        </pc:sldMkLst>
      </pc:sldChg>
      <pc:sldChg chg="modSp add del mod">
        <pc:chgData name="Mohammed Fasha" userId="cc64f42d-a1a6-4f08-b97b-0c37f877119f" providerId="ADAL" clId="{2411567F-3985-45FD-B7D3-CBACEEBB75BA}" dt="2025-05-03T11:55:22.048" v="3131" actId="2696"/>
        <pc:sldMkLst>
          <pc:docMk/>
          <pc:sldMk cId="3789034041" sldId="506"/>
        </pc:sldMkLst>
      </pc:sldChg>
      <pc:sldChg chg="addSp delSp modSp add del mod">
        <pc:chgData name="Mohammed Fasha" userId="cc64f42d-a1a6-4f08-b97b-0c37f877119f" providerId="ADAL" clId="{2411567F-3985-45FD-B7D3-CBACEEBB75BA}" dt="2025-05-03T11:55:22.048" v="3131" actId="2696"/>
        <pc:sldMkLst>
          <pc:docMk/>
          <pc:sldMk cId="1342257487" sldId="507"/>
        </pc:sldMkLst>
      </pc:sldChg>
      <pc:sldChg chg="modSp add del mod">
        <pc:chgData name="Mohammed Fasha" userId="cc64f42d-a1a6-4f08-b97b-0c37f877119f" providerId="ADAL" clId="{2411567F-3985-45FD-B7D3-CBACEEBB75BA}" dt="2025-05-03T11:55:22.048" v="3131" actId="2696"/>
        <pc:sldMkLst>
          <pc:docMk/>
          <pc:sldMk cId="128339916" sldId="508"/>
        </pc:sldMkLst>
      </pc:sldChg>
      <pc:sldChg chg="add del">
        <pc:chgData name="Mohammed Fasha" userId="cc64f42d-a1a6-4f08-b97b-0c37f877119f" providerId="ADAL" clId="{2411567F-3985-45FD-B7D3-CBACEEBB75BA}" dt="2025-04-20T19:30:30.973" v="2" actId="47"/>
        <pc:sldMkLst>
          <pc:docMk/>
          <pc:sldMk cId="141115565" sldId="509"/>
        </pc:sldMkLst>
      </pc:sldChg>
      <pc:sldChg chg="modSp add del mod">
        <pc:chgData name="Mohammed Fasha" userId="cc64f42d-a1a6-4f08-b97b-0c37f877119f" providerId="ADAL" clId="{2411567F-3985-45FD-B7D3-CBACEEBB75BA}" dt="2025-05-03T11:55:22.048" v="3131" actId="2696"/>
        <pc:sldMkLst>
          <pc:docMk/>
          <pc:sldMk cId="1219751810" sldId="509"/>
        </pc:sldMkLst>
      </pc:sldChg>
      <pc:sldChg chg="modSp add del mod">
        <pc:chgData name="Mohammed Fasha" userId="cc64f42d-a1a6-4f08-b97b-0c37f877119f" providerId="ADAL" clId="{2411567F-3985-45FD-B7D3-CBACEEBB75BA}" dt="2025-05-03T11:55:22.048" v="3131" actId="2696"/>
        <pc:sldMkLst>
          <pc:docMk/>
          <pc:sldMk cId="394693278" sldId="510"/>
        </pc:sldMkLst>
      </pc:sldChg>
      <pc:sldChg chg="add del">
        <pc:chgData name="Mohammed Fasha" userId="cc64f42d-a1a6-4f08-b97b-0c37f877119f" providerId="ADAL" clId="{2411567F-3985-45FD-B7D3-CBACEEBB75BA}" dt="2025-04-20T19:30:30.973" v="2" actId="47"/>
        <pc:sldMkLst>
          <pc:docMk/>
          <pc:sldMk cId="4047405113" sldId="510"/>
        </pc:sldMkLst>
      </pc:sldChg>
      <pc:sldChg chg="modSp add del mod">
        <pc:chgData name="Mohammed Fasha" userId="cc64f42d-a1a6-4f08-b97b-0c37f877119f" providerId="ADAL" clId="{2411567F-3985-45FD-B7D3-CBACEEBB75BA}" dt="2025-05-03T11:55:22.048" v="3131" actId="2696"/>
        <pc:sldMkLst>
          <pc:docMk/>
          <pc:sldMk cId="2377485495" sldId="511"/>
        </pc:sldMkLst>
      </pc:sldChg>
      <pc:sldChg chg="add del">
        <pc:chgData name="Mohammed Fasha" userId="cc64f42d-a1a6-4f08-b97b-0c37f877119f" providerId="ADAL" clId="{2411567F-3985-45FD-B7D3-CBACEEBB75BA}" dt="2025-04-20T19:30:30.973" v="2" actId="47"/>
        <pc:sldMkLst>
          <pc:docMk/>
          <pc:sldMk cId="2629241566" sldId="511"/>
        </pc:sldMkLst>
      </pc:sldChg>
      <pc:sldChg chg="modSp add del mod">
        <pc:chgData name="Mohammed Fasha" userId="cc64f42d-a1a6-4f08-b97b-0c37f877119f" providerId="ADAL" clId="{2411567F-3985-45FD-B7D3-CBACEEBB75BA}" dt="2025-05-03T11:55:22.048" v="3131" actId="2696"/>
        <pc:sldMkLst>
          <pc:docMk/>
          <pc:sldMk cId="811897159" sldId="512"/>
        </pc:sldMkLst>
      </pc:sldChg>
      <pc:sldChg chg="add del">
        <pc:chgData name="Mohammed Fasha" userId="cc64f42d-a1a6-4f08-b97b-0c37f877119f" providerId="ADAL" clId="{2411567F-3985-45FD-B7D3-CBACEEBB75BA}" dt="2025-04-20T19:30:30.973" v="2" actId="47"/>
        <pc:sldMkLst>
          <pc:docMk/>
          <pc:sldMk cId="4081930743" sldId="512"/>
        </pc:sldMkLst>
      </pc:sldChg>
      <pc:sldChg chg="modSp add del mod">
        <pc:chgData name="Mohammed Fasha" userId="cc64f42d-a1a6-4f08-b97b-0c37f877119f" providerId="ADAL" clId="{2411567F-3985-45FD-B7D3-CBACEEBB75BA}" dt="2025-05-03T11:55:22.048" v="3131" actId="2696"/>
        <pc:sldMkLst>
          <pc:docMk/>
          <pc:sldMk cId="1900480923" sldId="513"/>
        </pc:sldMkLst>
      </pc:sldChg>
      <pc:sldChg chg="add del">
        <pc:chgData name="Mohammed Fasha" userId="cc64f42d-a1a6-4f08-b97b-0c37f877119f" providerId="ADAL" clId="{2411567F-3985-45FD-B7D3-CBACEEBB75BA}" dt="2025-04-20T19:30:30.973" v="2" actId="47"/>
        <pc:sldMkLst>
          <pc:docMk/>
          <pc:sldMk cId="3132154303" sldId="513"/>
        </pc:sldMkLst>
      </pc:sldChg>
      <pc:sldChg chg="add del">
        <pc:chgData name="Mohammed Fasha" userId="cc64f42d-a1a6-4f08-b97b-0c37f877119f" providerId="ADAL" clId="{2411567F-3985-45FD-B7D3-CBACEEBB75BA}" dt="2025-04-20T19:30:30.973" v="2" actId="47"/>
        <pc:sldMkLst>
          <pc:docMk/>
          <pc:sldMk cId="1406483951" sldId="514"/>
        </pc:sldMkLst>
      </pc:sldChg>
      <pc:sldChg chg="modSp add del mod">
        <pc:chgData name="Mohammed Fasha" userId="cc64f42d-a1a6-4f08-b97b-0c37f877119f" providerId="ADAL" clId="{2411567F-3985-45FD-B7D3-CBACEEBB75BA}" dt="2025-05-03T11:55:22.048" v="3131" actId="2696"/>
        <pc:sldMkLst>
          <pc:docMk/>
          <pc:sldMk cId="4249048296" sldId="514"/>
        </pc:sldMkLst>
      </pc:sldChg>
      <pc:sldChg chg="modSp add del mod">
        <pc:chgData name="Mohammed Fasha" userId="cc64f42d-a1a6-4f08-b97b-0c37f877119f" providerId="ADAL" clId="{2411567F-3985-45FD-B7D3-CBACEEBB75BA}" dt="2025-05-03T11:55:22.048" v="3131" actId="2696"/>
        <pc:sldMkLst>
          <pc:docMk/>
          <pc:sldMk cId="68927344" sldId="515"/>
        </pc:sldMkLst>
      </pc:sldChg>
      <pc:sldChg chg="add del">
        <pc:chgData name="Mohammed Fasha" userId="cc64f42d-a1a6-4f08-b97b-0c37f877119f" providerId="ADAL" clId="{2411567F-3985-45FD-B7D3-CBACEEBB75BA}" dt="2025-04-20T19:30:30.973" v="2" actId="47"/>
        <pc:sldMkLst>
          <pc:docMk/>
          <pc:sldMk cId="3647485116" sldId="515"/>
        </pc:sldMkLst>
      </pc:sldChg>
      <pc:sldChg chg="add del">
        <pc:chgData name="Mohammed Fasha" userId="cc64f42d-a1a6-4f08-b97b-0c37f877119f" providerId="ADAL" clId="{2411567F-3985-45FD-B7D3-CBACEEBB75BA}" dt="2025-04-20T19:30:30.973" v="2" actId="47"/>
        <pc:sldMkLst>
          <pc:docMk/>
          <pc:sldMk cId="2689584689" sldId="516"/>
        </pc:sldMkLst>
      </pc:sldChg>
      <pc:sldChg chg="addSp delSp modSp add del mod">
        <pc:chgData name="Mohammed Fasha" userId="cc64f42d-a1a6-4f08-b97b-0c37f877119f" providerId="ADAL" clId="{2411567F-3985-45FD-B7D3-CBACEEBB75BA}" dt="2025-05-03T11:55:22.048" v="3131" actId="2696"/>
        <pc:sldMkLst>
          <pc:docMk/>
          <pc:sldMk cId="4095132677" sldId="516"/>
        </pc:sldMkLst>
      </pc:sldChg>
      <pc:sldChg chg="addSp delSp modSp add del mod">
        <pc:chgData name="Mohammed Fasha" userId="cc64f42d-a1a6-4f08-b97b-0c37f877119f" providerId="ADAL" clId="{2411567F-3985-45FD-B7D3-CBACEEBB75BA}" dt="2025-05-03T11:55:22.048" v="3131" actId="2696"/>
        <pc:sldMkLst>
          <pc:docMk/>
          <pc:sldMk cId="1759421747" sldId="517"/>
        </pc:sldMkLst>
      </pc:sldChg>
      <pc:sldChg chg="add del">
        <pc:chgData name="Mohammed Fasha" userId="cc64f42d-a1a6-4f08-b97b-0c37f877119f" providerId="ADAL" clId="{2411567F-3985-45FD-B7D3-CBACEEBB75BA}" dt="2025-04-20T19:30:30.973" v="2" actId="47"/>
        <pc:sldMkLst>
          <pc:docMk/>
          <pc:sldMk cId="1882562879" sldId="517"/>
        </pc:sldMkLst>
      </pc:sldChg>
      <pc:sldChg chg="addSp delSp modSp add del mod">
        <pc:chgData name="Mohammed Fasha" userId="cc64f42d-a1a6-4f08-b97b-0c37f877119f" providerId="ADAL" clId="{2411567F-3985-45FD-B7D3-CBACEEBB75BA}" dt="2025-05-03T11:55:22.048" v="3131" actId="2696"/>
        <pc:sldMkLst>
          <pc:docMk/>
          <pc:sldMk cId="256442872" sldId="518"/>
        </pc:sldMkLst>
      </pc:sldChg>
      <pc:sldChg chg="add del">
        <pc:chgData name="Mohammed Fasha" userId="cc64f42d-a1a6-4f08-b97b-0c37f877119f" providerId="ADAL" clId="{2411567F-3985-45FD-B7D3-CBACEEBB75BA}" dt="2025-04-20T19:30:30.973" v="2" actId="47"/>
        <pc:sldMkLst>
          <pc:docMk/>
          <pc:sldMk cId="767635333" sldId="518"/>
        </pc:sldMkLst>
      </pc:sldChg>
      <pc:sldChg chg="modSp add del mod">
        <pc:chgData name="Mohammed Fasha" userId="cc64f42d-a1a6-4f08-b97b-0c37f877119f" providerId="ADAL" clId="{2411567F-3985-45FD-B7D3-CBACEEBB75BA}" dt="2025-05-03T11:55:22.048" v="3131" actId="2696"/>
        <pc:sldMkLst>
          <pc:docMk/>
          <pc:sldMk cId="1709980919" sldId="519"/>
        </pc:sldMkLst>
      </pc:sldChg>
      <pc:sldChg chg="add del">
        <pc:chgData name="Mohammed Fasha" userId="cc64f42d-a1a6-4f08-b97b-0c37f877119f" providerId="ADAL" clId="{2411567F-3985-45FD-B7D3-CBACEEBB75BA}" dt="2025-04-20T19:30:30.973" v="2" actId="47"/>
        <pc:sldMkLst>
          <pc:docMk/>
          <pc:sldMk cId="2862893919" sldId="519"/>
        </pc:sldMkLst>
      </pc:sldChg>
      <pc:sldChg chg="modSp add del mod">
        <pc:chgData name="Mohammed Fasha" userId="cc64f42d-a1a6-4f08-b97b-0c37f877119f" providerId="ADAL" clId="{2411567F-3985-45FD-B7D3-CBACEEBB75BA}" dt="2025-05-03T11:55:22.048" v="3131" actId="2696"/>
        <pc:sldMkLst>
          <pc:docMk/>
          <pc:sldMk cId="747295024" sldId="520"/>
        </pc:sldMkLst>
      </pc:sldChg>
      <pc:sldChg chg="add del">
        <pc:chgData name="Mohammed Fasha" userId="cc64f42d-a1a6-4f08-b97b-0c37f877119f" providerId="ADAL" clId="{2411567F-3985-45FD-B7D3-CBACEEBB75BA}" dt="2025-04-20T19:30:30.973" v="2" actId="47"/>
        <pc:sldMkLst>
          <pc:docMk/>
          <pc:sldMk cId="2300469145" sldId="520"/>
        </pc:sldMkLst>
      </pc:sldChg>
      <pc:sldChg chg="modSp add del mod">
        <pc:chgData name="Mohammed Fasha" userId="cc64f42d-a1a6-4f08-b97b-0c37f877119f" providerId="ADAL" clId="{2411567F-3985-45FD-B7D3-CBACEEBB75BA}" dt="2025-05-03T11:55:22.048" v="3131" actId="2696"/>
        <pc:sldMkLst>
          <pc:docMk/>
          <pc:sldMk cId="1550363585" sldId="521"/>
        </pc:sldMkLst>
      </pc:sldChg>
      <pc:sldChg chg="add del">
        <pc:chgData name="Mohammed Fasha" userId="cc64f42d-a1a6-4f08-b97b-0c37f877119f" providerId="ADAL" clId="{2411567F-3985-45FD-B7D3-CBACEEBB75BA}" dt="2025-04-20T19:30:30.973" v="2" actId="47"/>
        <pc:sldMkLst>
          <pc:docMk/>
          <pc:sldMk cId="3034463171" sldId="521"/>
        </pc:sldMkLst>
      </pc:sldChg>
      <pc:sldChg chg="modSp add del mod">
        <pc:chgData name="Mohammed Fasha" userId="cc64f42d-a1a6-4f08-b97b-0c37f877119f" providerId="ADAL" clId="{2411567F-3985-45FD-B7D3-CBACEEBB75BA}" dt="2025-05-03T11:55:22.048" v="3131" actId="2696"/>
        <pc:sldMkLst>
          <pc:docMk/>
          <pc:sldMk cId="1054359035" sldId="522"/>
        </pc:sldMkLst>
      </pc:sldChg>
      <pc:sldChg chg="add del">
        <pc:chgData name="Mohammed Fasha" userId="cc64f42d-a1a6-4f08-b97b-0c37f877119f" providerId="ADAL" clId="{2411567F-3985-45FD-B7D3-CBACEEBB75BA}" dt="2025-04-20T19:30:30.973" v="2" actId="47"/>
        <pc:sldMkLst>
          <pc:docMk/>
          <pc:sldMk cId="2784107051" sldId="522"/>
        </pc:sldMkLst>
      </pc:sldChg>
      <pc:sldChg chg="add del">
        <pc:chgData name="Mohammed Fasha" userId="cc64f42d-a1a6-4f08-b97b-0c37f877119f" providerId="ADAL" clId="{2411567F-3985-45FD-B7D3-CBACEEBB75BA}" dt="2025-04-20T19:30:30.973" v="2" actId="47"/>
        <pc:sldMkLst>
          <pc:docMk/>
          <pc:sldMk cId="2884749228" sldId="523"/>
        </pc:sldMkLst>
      </pc:sldChg>
      <pc:sldChg chg="modSp add del mod">
        <pc:chgData name="Mohammed Fasha" userId="cc64f42d-a1a6-4f08-b97b-0c37f877119f" providerId="ADAL" clId="{2411567F-3985-45FD-B7D3-CBACEEBB75BA}" dt="2025-05-03T11:55:22.048" v="3131" actId="2696"/>
        <pc:sldMkLst>
          <pc:docMk/>
          <pc:sldMk cId="3368455129" sldId="523"/>
        </pc:sldMkLst>
      </pc:sldChg>
      <pc:sldChg chg="modSp add del mod">
        <pc:chgData name="Mohammed Fasha" userId="cc64f42d-a1a6-4f08-b97b-0c37f877119f" providerId="ADAL" clId="{2411567F-3985-45FD-B7D3-CBACEEBB75BA}" dt="2025-05-03T11:55:22.048" v="3131" actId="2696"/>
        <pc:sldMkLst>
          <pc:docMk/>
          <pc:sldMk cId="978439977" sldId="524"/>
        </pc:sldMkLst>
      </pc:sldChg>
      <pc:sldChg chg="add del">
        <pc:chgData name="Mohammed Fasha" userId="cc64f42d-a1a6-4f08-b97b-0c37f877119f" providerId="ADAL" clId="{2411567F-3985-45FD-B7D3-CBACEEBB75BA}" dt="2025-04-20T19:30:30.973" v="2" actId="47"/>
        <pc:sldMkLst>
          <pc:docMk/>
          <pc:sldMk cId="4275001740" sldId="524"/>
        </pc:sldMkLst>
      </pc:sldChg>
      <pc:sldChg chg="add del">
        <pc:chgData name="Mohammed Fasha" userId="cc64f42d-a1a6-4f08-b97b-0c37f877119f" providerId="ADAL" clId="{2411567F-3985-45FD-B7D3-CBACEEBB75BA}" dt="2025-04-20T19:30:30.973" v="2" actId="47"/>
        <pc:sldMkLst>
          <pc:docMk/>
          <pc:sldMk cId="402301686" sldId="525"/>
        </pc:sldMkLst>
      </pc:sldChg>
      <pc:sldChg chg="addSp delSp modSp new del mod modClrScheme chgLayout">
        <pc:chgData name="Mohammed Fasha" userId="cc64f42d-a1a6-4f08-b97b-0c37f877119f" providerId="ADAL" clId="{2411567F-3985-45FD-B7D3-CBACEEBB75BA}" dt="2025-05-03T11:55:22.048" v="3131" actId="2696"/>
        <pc:sldMkLst>
          <pc:docMk/>
          <pc:sldMk cId="1742003254" sldId="525"/>
        </pc:sldMkLst>
      </pc:sldChg>
      <pc:sldChg chg="addSp delSp modSp new del mod modClrScheme chgLayout">
        <pc:chgData name="Mohammed Fasha" userId="cc64f42d-a1a6-4f08-b97b-0c37f877119f" providerId="ADAL" clId="{2411567F-3985-45FD-B7D3-CBACEEBB75BA}" dt="2025-05-03T11:55:22.048" v="3131" actId="2696"/>
        <pc:sldMkLst>
          <pc:docMk/>
          <pc:sldMk cId="658470431" sldId="526"/>
        </pc:sldMkLst>
      </pc:sldChg>
      <pc:sldChg chg="add del">
        <pc:chgData name="Mohammed Fasha" userId="cc64f42d-a1a6-4f08-b97b-0c37f877119f" providerId="ADAL" clId="{2411567F-3985-45FD-B7D3-CBACEEBB75BA}" dt="2025-04-20T19:30:30.973" v="2" actId="47"/>
        <pc:sldMkLst>
          <pc:docMk/>
          <pc:sldMk cId="3836701463" sldId="526"/>
        </pc:sldMkLst>
      </pc:sldChg>
      <pc:sldChg chg="add del">
        <pc:chgData name="Mohammed Fasha" userId="cc64f42d-a1a6-4f08-b97b-0c37f877119f" providerId="ADAL" clId="{2411567F-3985-45FD-B7D3-CBACEEBB75BA}" dt="2025-04-20T19:30:30.973" v="2" actId="47"/>
        <pc:sldMkLst>
          <pc:docMk/>
          <pc:sldMk cId="2486995565" sldId="527"/>
        </pc:sldMkLst>
      </pc:sldChg>
      <pc:sldChg chg="addSp delSp modSp new del mod modClrScheme chgLayout">
        <pc:chgData name="Mohammed Fasha" userId="cc64f42d-a1a6-4f08-b97b-0c37f877119f" providerId="ADAL" clId="{2411567F-3985-45FD-B7D3-CBACEEBB75BA}" dt="2025-05-03T11:55:22.048" v="3131" actId="2696"/>
        <pc:sldMkLst>
          <pc:docMk/>
          <pc:sldMk cId="3736522797" sldId="527"/>
        </pc:sldMkLst>
      </pc:sldChg>
      <pc:sldChg chg="add del">
        <pc:chgData name="Mohammed Fasha" userId="cc64f42d-a1a6-4f08-b97b-0c37f877119f" providerId="ADAL" clId="{2411567F-3985-45FD-B7D3-CBACEEBB75BA}" dt="2025-04-20T19:30:30.973" v="2" actId="47"/>
        <pc:sldMkLst>
          <pc:docMk/>
          <pc:sldMk cId="1649687093" sldId="528"/>
        </pc:sldMkLst>
      </pc:sldChg>
      <pc:sldChg chg="addSp delSp modSp new del mod modClrScheme chgLayout">
        <pc:chgData name="Mohammed Fasha" userId="cc64f42d-a1a6-4f08-b97b-0c37f877119f" providerId="ADAL" clId="{2411567F-3985-45FD-B7D3-CBACEEBB75BA}" dt="2025-05-03T11:55:22.048" v="3131" actId="2696"/>
        <pc:sldMkLst>
          <pc:docMk/>
          <pc:sldMk cId="3866587945" sldId="528"/>
        </pc:sldMkLst>
      </pc:sldChg>
      <pc:sldChg chg="add del">
        <pc:chgData name="Mohammed Fasha" userId="cc64f42d-a1a6-4f08-b97b-0c37f877119f" providerId="ADAL" clId="{2411567F-3985-45FD-B7D3-CBACEEBB75BA}" dt="2025-04-20T19:30:30.973" v="2" actId="47"/>
        <pc:sldMkLst>
          <pc:docMk/>
          <pc:sldMk cId="1225925495" sldId="529"/>
        </pc:sldMkLst>
      </pc:sldChg>
      <pc:sldChg chg="addSp delSp modSp new del mod modClrScheme chgLayout">
        <pc:chgData name="Mohammed Fasha" userId="cc64f42d-a1a6-4f08-b97b-0c37f877119f" providerId="ADAL" clId="{2411567F-3985-45FD-B7D3-CBACEEBB75BA}" dt="2025-05-03T11:55:22.048" v="3131" actId="2696"/>
        <pc:sldMkLst>
          <pc:docMk/>
          <pc:sldMk cId="3405490312" sldId="529"/>
        </pc:sldMkLst>
      </pc:sldChg>
      <pc:sldChg chg="add del">
        <pc:chgData name="Mohammed Fasha" userId="cc64f42d-a1a6-4f08-b97b-0c37f877119f" providerId="ADAL" clId="{2411567F-3985-45FD-B7D3-CBACEEBB75BA}" dt="2025-04-20T19:30:30.973" v="2" actId="47"/>
        <pc:sldMkLst>
          <pc:docMk/>
          <pc:sldMk cId="193360162" sldId="530"/>
        </pc:sldMkLst>
      </pc:sldChg>
      <pc:sldChg chg="modSp new del mod">
        <pc:chgData name="Mohammed Fasha" userId="cc64f42d-a1a6-4f08-b97b-0c37f877119f" providerId="ADAL" clId="{2411567F-3985-45FD-B7D3-CBACEEBB75BA}" dt="2025-05-03T11:55:22.048" v="3131" actId="2696"/>
        <pc:sldMkLst>
          <pc:docMk/>
          <pc:sldMk cId="2000670635" sldId="530"/>
        </pc:sldMkLst>
      </pc:sldChg>
      <pc:sldChg chg="add del">
        <pc:chgData name="Mohammed Fasha" userId="cc64f42d-a1a6-4f08-b97b-0c37f877119f" providerId="ADAL" clId="{2411567F-3985-45FD-B7D3-CBACEEBB75BA}" dt="2025-04-20T19:30:30.973" v="2" actId="47"/>
        <pc:sldMkLst>
          <pc:docMk/>
          <pc:sldMk cId="2241217429" sldId="531"/>
        </pc:sldMkLst>
      </pc:sldChg>
      <pc:sldChg chg="modSp add del mod">
        <pc:chgData name="Mohammed Fasha" userId="cc64f42d-a1a6-4f08-b97b-0c37f877119f" providerId="ADAL" clId="{2411567F-3985-45FD-B7D3-CBACEEBB75BA}" dt="2025-05-03T11:55:22.048" v="3131" actId="2696"/>
        <pc:sldMkLst>
          <pc:docMk/>
          <pc:sldMk cId="2414963508" sldId="531"/>
        </pc:sldMkLst>
      </pc:sldChg>
      <pc:sldChg chg="add del">
        <pc:chgData name="Mohammed Fasha" userId="cc64f42d-a1a6-4f08-b97b-0c37f877119f" providerId="ADAL" clId="{2411567F-3985-45FD-B7D3-CBACEEBB75BA}" dt="2025-04-20T19:30:30.973" v="2" actId="47"/>
        <pc:sldMkLst>
          <pc:docMk/>
          <pc:sldMk cId="153827184" sldId="532"/>
        </pc:sldMkLst>
      </pc:sldChg>
      <pc:sldChg chg="modSp add del mod">
        <pc:chgData name="Mohammed Fasha" userId="cc64f42d-a1a6-4f08-b97b-0c37f877119f" providerId="ADAL" clId="{2411567F-3985-45FD-B7D3-CBACEEBB75BA}" dt="2025-05-03T11:55:22.048" v="3131" actId="2696"/>
        <pc:sldMkLst>
          <pc:docMk/>
          <pc:sldMk cId="2696719718" sldId="532"/>
        </pc:sldMkLst>
      </pc:sldChg>
      <pc:sldChg chg="addSp delSp modSp add del mod">
        <pc:chgData name="Mohammed Fasha" userId="cc64f42d-a1a6-4f08-b97b-0c37f877119f" providerId="ADAL" clId="{2411567F-3985-45FD-B7D3-CBACEEBB75BA}" dt="2025-05-03T11:55:22.048" v="3131" actId="2696"/>
        <pc:sldMkLst>
          <pc:docMk/>
          <pc:sldMk cId="1467010027" sldId="533"/>
        </pc:sldMkLst>
      </pc:sldChg>
      <pc:sldChg chg="add del">
        <pc:chgData name="Mohammed Fasha" userId="cc64f42d-a1a6-4f08-b97b-0c37f877119f" providerId="ADAL" clId="{2411567F-3985-45FD-B7D3-CBACEEBB75BA}" dt="2025-04-20T19:30:30.973" v="2" actId="47"/>
        <pc:sldMkLst>
          <pc:docMk/>
          <pc:sldMk cId="2207611031" sldId="533"/>
        </pc:sldMkLst>
      </pc:sldChg>
      <pc:sldChg chg="add del">
        <pc:chgData name="Mohammed Fasha" userId="cc64f42d-a1a6-4f08-b97b-0c37f877119f" providerId="ADAL" clId="{2411567F-3985-45FD-B7D3-CBACEEBB75BA}" dt="2025-04-20T19:30:30.973" v="2" actId="47"/>
        <pc:sldMkLst>
          <pc:docMk/>
          <pc:sldMk cId="1925859816" sldId="534"/>
        </pc:sldMkLst>
      </pc:sldChg>
      <pc:sldChg chg="addSp delSp modSp add del mod">
        <pc:chgData name="Mohammed Fasha" userId="cc64f42d-a1a6-4f08-b97b-0c37f877119f" providerId="ADAL" clId="{2411567F-3985-45FD-B7D3-CBACEEBB75BA}" dt="2025-05-03T11:55:22.048" v="3131" actId="2696"/>
        <pc:sldMkLst>
          <pc:docMk/>
          <pc:sldMk cId="3469217301" sldId="534"/>
        </pc:sldMkLst>
      </pc:sldChg>
      <pc:sldChg chg="modSp add del mod">
        <pc:chgData name="Mohammed Fasha" userId="cc64f42d-a1a6-4f08-b97b-0c37f877119f" providerId="ADAL" clId="{2411567F-3985-45FD-B7D3-CBACEEBB75BA}" dt="2025-05-03T11:55:22.048" v="3131" actId="2696"/>
        <pc:sldMkLst>
          <pc:docMk/>
          <pc:sldMk cId="182050409" sldId="535"/>
        </pc:sldMkLst>
      </pc:sldChg>
      <pc:sldChg chg="add del">
        <pc:chgData name="Mohammed Fasha" userId="cc64f42d-a1a6-4f08-b97b-0c37f877119f" providerId="ADAL" clId="{2411567F-3985-45FD-B7D3-CBACEEBB75BA}" dt="2025-04-20T19:30:30.973" v="2" actId="47"/>
        <pc:sldMkLst>
          <pc:docMk/>
          <pc:sldMk cId="691279895" sldId="535"/>
        </pc:sldMkLst>
      </pc:sldChg>
      <pc:sldChg chg="add del">
        <pc:chgData name="Mohammed Fasha" userId="cc64f42d-a1a6-4f08-b97b-0c37f877119f" providerId="ADAL" clId="{2411567F-3985-45FD-B7D3-CBACEEBB75BA}" dt="2025-04-20T19:30:30.973" v="2" actId="47"/>
        <pc:sldMkLst>
          <pc:docMk/>
          <pc:sldMk cId="974044099" sldId="536"/>
        </pc:sldMkLst>
      </pc:sldChg>
      <pc:sldChg chg="modSp add del mod">
        <pc:chgData name="Mohammed Fasha" userId="cc64f42d-a1a6-4f08-b97b-0c37f877119f" providerId="ADAL" clId="{2411567F-3985-45FD-B7D3-CBACEEBB75BA}" dt="2025-05-03T11:55:22.048" v="3131" actId="2696"/>
        <pc:sldMkLst>
          <pc:docMk/>
          <pc:sldMk cId="3937355315" sldId="536"/>
        </pc:sldMkLst>
      </pc:sldChg>
      <pc:sldChg chg="del">
        <pc:chgData name="Mohammed Fasha" userId="cc64f42d-a1a6-4f08-b97b-0c37f877119f" providerId="ADAL" clId="{2411567F-3985-45FD-B7D3-CBACEEBB75BA}" dt="2025-05-03T11:55:22.048" v="3131" actId="2696"/>
        <pc:sldMkLst>
          <pc:docMk/>
          <pc:sldMk cId="469775294" sldId="537"/>
        </pc:sldMkLst>
      </pc:sldChg>
      <pc:sldChg chg="add del">
        <pc:chgData name="Mohammed Fasha" userId="cc64f42d-a1a6-4f08-b97b-0c37f877119f" providerId="ADAL" clId="{2411567F-3985-45FD-B7D3-CBACEEBB75BA}" dt="2025-04-20T19:47:01.183" v="444" actId="47"/>
        <pc:sldMkLst>
          <pc:docMk/>
          <pc:sldMk cId="3360368736" sldId="537"/>
        </pc:sldMkLst>
      </pc:sldChg>
      <pc:sldChg chg="add del">
        <pc:chgData name="Mohammed Fasha" userId="cc64f42d-a1a6-4f08-b97b-0c37f877119f" providerId="ADAL" clId="{2411567F-3985-45FD-B7D3-CBACEEBB75BA}" dt="2025-04-20T19:30:30.973" v="2" actId="47"/>
        <pc:sldMkLst>
          <pc:docMk/>
          <pc:sldMk cId="3850774780" sldId="537"/>
        </pc:sldMkLst>
      </pc:sldChg>
      <pc:sldChg chg="add del">
        <pc:chgData name="Mohammed Fasha" userId="cc64f42d-a1a6-4f08-b97b-0c37f877119f" providerId="ADAL" clId="{2411567F-3985-45FD-B7D3-CBACEEBB75BA}" dt="2025-04-20T19:30:30.973" v="2" actId="47"/>
        <pc:sldMkLst>
          <pc:docMk/>
          <pc:sldMk cId="2084523023" sldId="538"/>
        </pc:sldMkLst>
      </pc:sldChg>
      <pc:sldChg chg="add del">
        <pc:chgData name="Mohammed Fasha" userId="cc64f42d-a1a6-4f08-b97b-0c37f877119f" providerId="ADAL" clId="{2411567F-3985-45FD-B7D3-CBACEEBB75BA}" dt="2025-04-20T19:47:01.759" v="445" actId="47"/>
        <pc:sldMkLst>
          <pc:docMk/>
          <pc:sldMk cId="2996772708" sldId="538"/>
        </pc:sldMkLst>
      </pc:sldChg>
      <pc:sldChg chg="del">
        <pc:chgData name="Mohammed Fasha" userId="cc64f42d-a1a6-4f08-b97b-0c37f877119f" providerId="ADAL" clId="{2411567F-3985-45FD-B7D3-CBACEEBB75BA}" dt="2025-05-03T11:55:22.048" v="3131" actId="2696"/>
        <pc:sldMkLst>
          <pc:docMk/>
          <pc:sldMk cId="3560187721" sldId="538"/>
        </pc:sldMkLst>
      </pc:sldChg>
      <pc:sldChg chg="add del">
        <pc:chgData name="Mohammed Fasha" userId="cc64f42d-a1a6-4f08-b97b-0c37f877119f" providerId="ADAL" clId="{2411567F-3985-45FD-B7D3-CBACEEBB75BA}" dt="2025-04-20T19:30:30.973" v="2" actId="47"/>
        <pc:sldMkLst>
          <pc:docMk/>
          <pc:sldMk cId="535607353" sldId="539"/>
        </pc:sldMkLst>
      </pc:sldChg>
      <pc:sldChg chg="del">
        <pc:chgData name="Mohammed Fasha" userId="cc64f42d-a1a6-4f08-b97b-0c37f877119f" providerId="ADAL" clId="{2411567F-3985-45FD-B7D3-CBACEEBB75BA}" dt="2025-05-03T11:55:22.048" v="3131" actId="2696"/>
        <pc:sldMkLst>
          <pc:docMk/>
          <pc:sldMk cId="1512065499" sldId="539"/>
        </pc:sldMkLst>
      </pc:sldChg>
      <pc:sldChg chg="add del">
        <pc:chgData name="Mohammed Fasha" userId="cc64f42d-a1a6-4f08-b97b-0c37f877119f" providerId="ADAL" clId="{2411567F-3985-45FD-B7D3-CBACEEBB75BA}" dt="2025-04-20T19:47:02.345" v="446" actId="47"/>
        <pc:sldMkLst>
          <pc:docMk/>
          <pc:sldMk cId="3878883472" sldId="539"/>
        </pc:sldMkLst>
      </pc:sldChg>
      <pc:sldChg chg="addSp delSp modSp new del mod ord modClrScheme chgLayout">
        <pc:chgData name="Mohammed Fasha" userId="cc64f42d-a1a6-4f08-b97b-0c37f877119f" providerId="ADAL" clId="{2411567F-3985-45FD-B7D3-CBACEEBB75BA}" dt="2025-05-03T12:20:57.735" v="3495" actId="2696"/>
        <pc:sldMkLst>
          <pc:docMk/>
          <pc:sldMk cId="594510145" sldId="540"/>
        </pc:sldMkLst>
      </pc:sldChg>
      <pc:sldChg chg="add del">
        <pc:chgData name="Mohammed Fasha" userId="cc64f42d-a1a6-4f08-b97b-0c37f877119f" providerId="ADAL" clId="{2411567F-3985-45FD-B7D3-CBACEEBB75BA}" dt="2025-04-20T19:30:30.973" v="2" actId="47"/>
        <pc:sldMkLst>
          <pc:docMk/>
          <pc:sldMk cId="1965007340" sldId="540"/>
        </pc:sldMkLst>
      </pc:sldChg>
      <pc:sldChg chg="add del">
        <pc:chgData name="Mohammed Fasha" userId="cc64f42d-a1a6-4f08-b97b-0c37f877119f" providerId="ADAL" clId="{2411567F-3985-45FD-B7D3-CBACEEBB75BA}" dt="2025-05-03T12:21:13.683" v="3498" actId="2696"/>
        <pc:sldMkLst>
          <pc:docMk/>
          <pc:sldMk cId="4266133525" sldId="540"/>
        </pc:sldMkLst>
      </pc:sldChg>
      <pc:sldChg chg="modSp new del mod">
        <pc:chgData name="Mohammed Fasha" userId="cc64f42d-a1a6-4f08-b97b-0c37f877119f" providerId="ADAL" clId="{2411567F-3985-45FD-B7D3-CBACEEBB75BA}" dt="2025-05-03T11:20:59.784" v="1849" actId="47"/>
        <pc:sldMkLst>
          <pc:docMk/>
          <pc:sldMk cId="1131231009" sldId="541"/>
        </pc:sldMkLst>
      </pc:sldChg>
      <pc:sldChg chg="add del">
        <pc:chgData name="Mohammed Fasha" userId="cc64f42d-a1a6-4f08-b97b-0c37f877119f" providerId="ADAL" clId="{2411567F-3985-45FD-B7D3-CBACEEBB75BA}" dt="2025-04-20T19:30:30.973" v="2" actId="47"/>
        <pc:sldMkLst>
          <pc:docMk/>
          <pc:sldMk cId="3049387189" sldId="541"/>
        </pc:sldMkLst>
      </pc:sldChg>
      <pc:sldChg chg="modSp new del mod">
        <pc:chgData name="Mohammed Fasha" userId="cc64f42d-a1a6-4f08-b97b-0c37f877119f" providerId="ADAL" clId="{2411567F-3985-45FD-B7D3-CBACEEBB75BA}" dt="2025-05-03T09:33:01.564" v="1111" actId="2696"/>
        <pc:sldMkLst>
          <pc:docMk/>
          <pc:sldMk cId="412529278" sldId="542"/>
        </pc:sldMkLst>
      </pc:sldChg>
      <pc:sldChg chg="add del">
        <pc:chgData name="Mohammed Fasha" userId="cc64f42d-a1a6-4f08-b97b-0c37f877119f" providerId="ADAL" clId="{2411567F-3985-45FD-B7D3-CBACEEBB75BA}" dt="2025-04-20T19:30:30.973" v="2" actId="47"/>
        <pc:sldMkLst>
          <pc:docMk/>
          <pc:sldMk cId="1726072780" sldId="542"/>
        </pc:sldMkLst>
      </pc:sldChg>
      <pc:sldChg chg="addSp modSp add mod">
        <pc:chgData name="Mohammed Fasha" userId="cc64f42d-a1a6-4f08-b97b-0c37f877119f" providerId="ADAL" clId="{2411567F-3985-45FD-B7D3-CBACEEBB75BA}" dt="2025-05-03T12:11:46.603" v="3323" actId="27636"/>
        <pc:sldMkLst>
          <pc:docMk/>
          <pc:sldMk cId="2565389146" sldId="542"/>
        </pc:sldMkLst>
        <pc:spChg chg="mod">
          <ac:chgData name="Mohammed Fasha" userId="cc64f42d-a1a6-4f08-b97b-0c37f877119f" providerId="ADAL" clId="{2411567F-3985-45FD-B7D3-CBACEEBB75BA}" dt="2025-05-03T12:11:46.603" v="3323" actId="27636"/>
          <ac:spMkLst>
            <pc:docMk/>
            <pc:sldMk cId="2565389146" sldId="542"/>
            <ac:spMk id="3" creationId="{A2A9E809-04F2-90E2-FE4A-90B426AB242C}"/>
          </ac:spMkLst>
        </pc:spChg>
        <pc:spChg chg="add">
          <ac:chgData name="Mohammed Fasha" userId="cc64f42d-a1a6-4f08-b97b-0c37f877119f" providerId="ADAL" clId="{2411567F-3985-45FD-B7D3-CBACEEBB75BA}" dt="2025-05-03T12:04:52.331" v="3163"/>
          <ac:spMkLst>
            <pc:docMk/>
            <pc:sldMk cId="2565389146" sldId="542"/>
            <ac:spMk id="4" creationId="{B122DCAE-05FA-4629-A7C3-8EEAF5680F3A}"/>
          </ac:spMkLst>
        </pc:spChg>
      </pc:sldChg>
      <pc:sldChg chg="add del">
        <pc:chgData name="Mohammed Fasha" userId="cc64f42d-a1a6-4f08-b97b-0c37f877119f" providerId="ADAL" clId="{2411567F-3985-45FD-B7D3-CBACEEBB75BA}" dt="2025-04-20T19:30:30.973" v="2" actId="47"/>
        <pc:sldMkLst>
          <pc:docMk/>
          <pc:sldMk cId="1046126438" sldId="543"/>
        </pc:sldMkLst>
      </pc:sldChg>
      <pc:sldChg chg="modSp add del mod">
        <pc:chgData name="Mohammed Fasha" userId="cc64f42d-a1a6-4f08-b97b-0c37f877119f" providerId="ADAL" clId="{2411567F-3985-45FD-B7D3-CBACEEBB75BA}" dt="2025-05-03T09:33:01.564" v="1111" actId="2696"/>
        <pc:sldMkLst>
          <pc:docMk/>
          <pc:sldMk cId="1572767234" sldId="543"/>
        </pc:sldMkLst>
      </pc:sldChg>
      <pc:sldChg chg="add del">
        <pc:chgData name="Mohammed Fasha" userId="cc64f42d-a1a6-4f08-b97b-0c37f877119f" providerId="ADAL" clId="{2411567F-3985-45FD-B7D3-CBACEEBB75BA}" dt="2025-05-03T11:54:58.677" v="3124" actId="47"/>
        <pc:sldMkLst>
          <pc:docMk/>
          <pc:sldMk cId="2610676483" sldId="543"/>
        </pc:sldMkLst>
      </pc:sldChg>
      <pc:sldChg chg="add del">
        <pc:chgData name="Mohammed Fasha" userId="cc64f42d-a1a6-4f08-b97b-0c37f877119f" providerId="ADAL" clId="{2411567F-3985-45FD-B7D3-CBACEEBB75BA}" dt="2025-04-20T19:30:30.973" v="2" actId="47"/>
        <pc:sldMkLst>
          <pc:docMk/>
          <pc:sldMk cId="2367421114" sldId="544"/>
        </pc:sldMkLst>
      </pc:sldChg>
      <pc:sldChg chg="modSp add del mod ord">
        <pc:chgData name="Mohammed Fasha" userId="cc64f42d-a1a6-4f08-b97b-0c37f877119f" providerId="ADAL" clId="{2411567F-3985-45FD-B7D3-CBACEEBB75BA}" dt="2025-05-03T09:40:28.031" v="1167" actId="2696"/>
        <pc:sldMkLst>
          <pc:docMk/>
          <pc:sldMk cId="2598106454" sldId="544"/>
        </pc:sldMkLst>
      </pc:sldChg>
      <pc:sldChg chg="addSp delSp modSp add del">
        <pc:chgData name="Mohammed Fasha" userId="cc64f42d-a1a6-4f08-b97b-0c37f877119f" providerId="ADAL" clId="{2411567F-3985-45FD-B7D3-CBACEEBB75BA}" dt="2025-04-28T07:14:22.461" v="563" actId="47"/>
        <pc:sldMkLst>
          <pc:docMk/>
          <pc:sldMk cId="110907974" sldId="545"/>
        </pc:sldMkLst>
      </pc:sldChg>
      <pc:sldChg chg="add del">
        <pc:chgData name="Mohammed Fasha" userId="cc64f42d-a1a6-4f08-b97b-0c37f877119f" providerId="ADAL" clId="{2411567F-3985-45FD-B7D3-CBACEEBB75BA}" dt="2025-04-20T19:30:30.973" v="2" actId="47"/>
        <pc:sldMkLst>
          <pc:docMk/>
          <pc:sldMk cId="2873219672" sldId="545"/>
        </pc:sldMkLst>
      </pc:sldChg>
      <pc:sldChg chg="add del">
        <pc:chgData name="Mohammed Fasha" userId="cc64f42d-a1a6-4f08-b97b-0c37f877119f" providerId="ADAL" clId="{2411567F-3985-45FD-B7D3-CBACEEBB75BA}" dt="2025-05-03T12:21:44.651" v="3511" actId="47"/>
        <pc:sldMkLst>
          <pc:docMk/>
          <pc:sldMk cId="1405580002" sldId="546"/>
        </pc:sldMkLst>
      </pc:sldChg>
      <pc:sldChg chg="addSp delSp modSp add del mod ord">
        <pc:chgData name="Mohammed Fasha" userId="cc64f42d-a1a6-4f08-b97b-0c37f877119f" providerId="ADAL" clId="{2411567F-3985-45FD-B7D3-CBACEEBB75BA}" dt="2025-05-03T12:20:57.735" v="3495" actId="2696"/>
        <pc:sldMkLst>
          <pc:docMk/>
          <pc:sldMk cId="2102369482" sldId="546"/>
        </pc:sldMkLst>
      </pc:sldChg>
      <pc:sldChg chg="add del">
        <pc:chgData name="Mohammed Fasha" userId="cc64f42d-a1a6-4f08-b97b-0c37f877119f" providerId="ADAL" clId="{2411567F-3985-45FD-B7D3-CBACEEBB75BA}" dt="2025-04-20T19:30:30.973" v="2" actId="47"/>
        <pc:sldMkLst>
          <pc:docMk/>
          <pc:sldMk cId="3251816614" sldId="546"/>
        </pc:sldMkLst>
      </pc:sldChg>
      <pc:sldChg chg="add del">
        <pc:chgData name="Mohammed Fasha" userId="cc64f42d-a1a6-4f08-b97b-0c37f877119f" providerId="ADAL" clId="{2411567F-3985-45FD-B7D3-CBACEEBB75BA}" dt="2025-04-20T19:30:30.973" v="2" actId="47"/>
        <pc:sldMkLst>
          <pc:docMk/>
          <pc:sldMk cId="911742515" sldId="547"/>
        </pc:sldMkLst>
      </pc:sldChg>
      <pc:sldChg chg="addSp delSp modSp add del mod">
        <pc:chgData name="Mohammed Fasha" userId="cc64f42d-a1a6-4f08-b97b-0c37f877119f" providerId="ADAL" clId="{2411567F-3985-45FD-B7D3-CBACEEBB75BA}" dt="2025-05-03T11:32:38.872" v="2208" actId="2696"/>
        <pc:sldMkLst>
          <pc:docMk/>
          <pc:sldMk cId="1011802275" sldId="547"/>
        </pc:sldMkLst>
      </pc:sldChg>
      <pc:sldChg chg="add">
        <pc:chgData name="Mohammed Fasha" userId="cc64f42d-a1a6-4f08-b97b-0c37f877119f" providerId="ADAL" clId="{2411567F-3985-45FD-B7D3-CBACEEBB75BA}" dt="2025-05-03T11:32:42.708" v="2209"/>
        <pc:sldMkLst>
          <pc:docMk/>
          <pc:sldMk cId="1536007102" sldId="547"/>
        </pc:sldMkLst>
      </pc:sldChg>
      <pc:sldChg chg="add del">
        <pc:chgData name="Mohammed Fasha" userId="cc64f42d-a1a6-4f08-b97b-0c37f877119f" providerId="ADAL" clId="{2411567F-3985-45FD-B7D3-CBACEEBB75BA}" dt="2025-05-03T12:21:47.101" v="3512" actId="47"/>
        <pc:sldMkLst>
          <pc:docMk/>
          <pc:sldMk cId="1724176156" sldId="548"/>
        </pc:sldMkLst>
      </pc:sldChg>
      <pc:sldChg chg="addSp delSp modSp new del mod ord">
        <pc:chgData name="Mohammed Fasha" userId="cc64f42d-a1a6-4f08-b97b-0c37f877119f" providerId="ADAL" clId="{2411567F-3985-45FD-B7D3-CBACEEBB75BA}" dt="2025-05-03T12:20:57.735" v="3495" actId="2696"/>
        <pc:sldMkLst>
          <pc:docMk/>
          <pc:sldMk cId="1966780146" sldId="548"/>
        </pc:sldMkLst>
      </pc:sldChg>
      <pc:sldChg chg="add del">
        <pc:chgData name="Mohammed Fasha" userId="cc64f42d-a1a6-4f08-b97b-0c37f877119f" providerId="ADAL" clId="{2411567F-3985-45FD-B7D3-CBACEEBB75BA}" dt="2025-04-20T19:30:30.973" v="2" actId="47"/>
        <pc:sldMkLst>
          <pc:docMk/>
          <pc:sldMk cId="4271525347" sldId="548"/>
        </pc:sldMkLst>
      </pc:sldChg>
      <pc:sldChg chg="modSp new del mod ord">
        <pc:chgData name="Mohammed Fasha" userId="cc64f42d-a1a6-4f08-b97b-0c37f877119f" providerId="ADAL" clId="{2411567F-3985-45FD-B7D3-CBACEEBB75BA}" dt="2025-05-03T11:32:38.872" v="2208" actId="2696"/>
        <pc:sldMkLst>
          <pc:docMk/>
          <pc:sldMk cId="1124237886" sldId="549"/>
        </pc:sldMkLst>
      </pc:sldChg>
      <pc:sldChg chg="modSp add mod">
        <pc:chgData name="Mohammed Fasha" userId="cc64f42d-a1a6-4f08-b97b-0c37f877119f" providerId="ADAL" clId="{2411567F-3985-45FD-B7D3-CBACEEBB75BA}" dt="2025-05-03T11:33:00.941" v="2210"/>
        <pc:sldMkLst>
          <pc:docMk/>
          <pc:sldMk cId="2595644531" sldId="549"/>
        </pc:sldMkLst>
        <pc:spChg chg="mod">
          <ac:chgData name="Mohammed Fasha" userId="cc64f42d-a1a6-4f08-b97b-0c37f877119f" providerId="ADAL" clId="{2411567F-3985-45FD-B7D3-CBACEEBB75BA}" dt="2025-05-03T11:33:00.941" v="2210"/>
          <ac:spMkLst>
            <pc:docMk/>
            <pc:sldMk cId="2595644531" sldId="549"/>
            <ac:spMk id="2" creationId="{83FB8500-1400-DEF0-F78D-0968C5535036}"/>
          </ac:spMkLst>
        </pc:spChg>
      </pc:sldChg>
      <pc:sldChg chg="add del">
        <pc:chgData name="Mohammed Fasha" userId="cc64f42d-a1a6-4f08-b97b-0c37f877119f" providerId="ADAL" clId="{2411567F-3985-45FD-B7D3-CBACEEBB75BA}" dt="2025-04-20T19:30:30.973" v="2" actId="47"/>
        <pc:sldMkLst>
          <pc:docMk/>
          <pc:sldMk cId="3792898422" sldId="549"/>
        </pc:sldMkLst>
      </pc:sldChg>
      <pc:sldChg chg="add del">
        <pc:chgData name="Mohammed Fasha" userId="cc64f42d-a1a6-4f08-b97b-0c37f877119f" providerId="ADAL" clId="{2411567F-3985-45FD-B7D3-CBACEEBB75BA}" dt="2025-05-03T11:54:59.559" v="3125" actId="47"/>
        <pc:sldMkLst>
          <pc:docMk/>
          <pc:sldMk cId="922864436" sldId="550"/>
        </pc:sldMkLst>
      </pc:sldChg>
      <pc:sldChg chg="add del">
        <pc:chgData name="Mohammed Fasha" userId="cc64f42d-a1a6-4f08-b97b-0c37f877119f" providerId="ADAL" clId="{2411567F-3985-45FD-B7D3-CBACEEBB75BA}" dt="2025-04-20T19:30:30.973" v="2" actId="47"/>
        <pc:sldMkLst>
          <pc:docMk/>
          <pc:sldMk cId="1904661062" sldId="550"/>
        </pc:sldMkLst>
      </pc:sldChg>
      <pc:sldChg chg="addSp delSp modSp new add del mod">
        <pc:chgData name="Mohammed Fasha" userId="cc64f42d-a1a6-4f08-b97b-0c37f877119f" providerId="ADAL" clId="{2411567F-3985-45FD-B7D3-CBACEEBB75BA}" dt="2025-05-03T09:30:56.979" v="1046" actId="2696"/>
        <pc:sldMkLst>
          <pc:docMk/>
          <pc:sldMk cId="3257927812" sldId="550"/>
        </pc:sldMkLst>
      </pc:sldChg>
      <pc:sldChg chg="add del">
        <pc:chgData name="Mohammed Fasha" userId="cc64f42d-a1a6-4f08-b97b-0c37f877119f" providerId="ADAL" clId="{2411567F-3985-45FD-B7D3-CBACEEBB75BA}" dt="2025-04-20T19:30:30.973" v="2" actId="47"/>
        <pc:sldMkLst>
          <pc:docMk/>
          <pc:sldMk cId="1778249791" sldId="551"/>
        </pc:sldMkLst>
      </pc:sldChg>
      <pc:sldChg chg="modSp add del mod">
        <pc:chgData name="Mohammed Fasha" userId="cc64f42d-a1a6-4f08-b97b-0c37f877119f" providerId="ADAL" clId="{2411567F-3985-45FD-B7D3-CBACEEBB75BA}" dt="2025-05-03T09:30:56.979" v="1046" actId="2696"/>
        <pc:sldMkLst>
          <pc:docMk/>
          <pc:sldMk cId="3367128951" sldId="551"/>
        </pc:sldMkLst>
      </pc:sldChg>
      <pc:sldChg chg="add del">
        <pc:chgData name="Mohammed Fasha" userId="cc64f42d-a1a6-4f08-b97b-0c37f877119f" providerId="ADAL" clId="{2411567F-3985-45FD-B7D3-CBACEEBB75BA}" dt="2025-05-03T11:55:01.254" v="3126" actId="47"/>
        <pc:sldMkLst>
          <pc:docMk/>
          <pc:sldMk cId="3646551334" sldId="551"/>
        </pc:sldMkLst>
      </pc:sldChg>
      <pc:sldChg chg="add del">
        <pc:chgData name="Mohammed Fasha" userId="cc64f42d-a1a6-4f08-b97b-0c37f877119f" providerId="ADAL" clId="{2411567F-3985-45FD-B7D3-CBACEEBB75BA}" dt="2025-05-03T11:55:02.283" v="3127" actId="47"/>
        <pc:sldMkLst>
          <pc:docMk/>
          <pc:sldMk cId="319708413" sldId="552"/>
        </pc:sldMkLst>
      </pc:sldChg>
      <pc:sldChg chg="modSp add del mod">
        <pc:chgData name="Mohammed Fasha" userId="cc64f42d-a1a6-4f08-b97b-0c37f877119f" providerId="ADAL" clId="{2411567F-3985-45FD-B7D3-CBACEEBB75BA}" dt="2025-05-03T09:30:56.979" v="1046" actId="2696"/>
        <pc:sldMkLst>
          <pc:docMk/>
          <pc:sldMk cId="2601048008" sldId="552"/>
        </pc:sldMkLst>
      </pc:sldChg>
      <pc:sldChg chg="add del">
        <pc:chgData name="Mohammed Fasha" userId="cc64f42d-a1a6-4f08-b97b-0c37f877119f" providerId="ADAL" clId="{2411567F-3985-45FD-B7D3-CBACEEBB75BA}" dt="2025-04-20T19:30:30.973" v="2" actId="47"/>
        <pc:sldMkLst>
          <pc:docMk/>
          <pc:sldMk cId="3613121118" sldId="552"/>
        </pc:sldMkLst>
      </pc:sldChg>
      <pc:sldChg chg="modSp new del mod">
        <pc:chgData name="Mohammed Fasha" userId="cc64f42d-a1a6-4f08-b97b-0c37f877119f" providerId="ADAL" clId="{2411567F-3985-45FD-B7D3-CBACEEBB75BA}" dt="2025-05-03T09:30:56.979" v="1046" actId="2696"/>
        <pc:sldMkLst>
          <pc:docMk/>
          <pc:sldMk cId="157959671" sldId="553"/>
        </pc:sldMkLst>
      </pc:sldChg>
      <pc:sldChg chg="add del">
        <pc:chgData name="Mohammed Fasha" userId="cc64f42d-a1a6-4f08-b97b-0c37f877119f" providerId="ADAL" clId="{2411567F-3985-45FD-B7D3-CBACEEBB75BA}" dt="2025-04-20T19:30:30.973" v="2" actId="47"/>
        <pc:sldMkLst>
          <pc:docMk/>
          <pc:sldMk cId="1591255543" sldId="553"/>
        </pc:sldMkLst>
      </pc:sldChg>
      <pc:sldChg chg="add del">
        <pc:chgData name="Mohammed Fasha" userId="cc64f42d-a1a6-4f08-b97b-0c37f877119f" providerId="ADAL" clId="{2411567F-3985-45FD-B7D3-CBACEEBB75BA}" dt="2025-05-03T11:55:10.936" v="3130" actId="47"/>
        <pc:sldMkLst>
          <pc:docMk/>
          <pc:sldMk cId="2557002426" sldId="553"/>
        </pc:sldMkLst>
      </pc:sldChg>
      <pc:sldChg chg="add del">
        <pc:chgData name="Mohammed Fasha" userId="cc64f42d-a1a6-4f08-b97b-0c37f877119f" providerId="ADAL" clId="{2411567F-3985-45FD-B7D3-CBACEEBB75BA}" dt="2025-04-28T07:27:45.186" v="836" actId="47"/>
        <pc:sldMkLst>
          <pc:docMk/>
          <pc:sldMk cId="764081069" sldId="554"/>
        </pc:sldMkLst>
      </pc:sldChg>
      <pc:sldChg chg="add del">
        <pc:chgData name="Mohammed Fasha" userId="cc64f42d-a1a6-4f08-b97b-0c37f877119f" providerId="ADAL" clId="{2411567F-3985-45FD-B7D3-CBACEEBB75BA}" dt="2025-04-20T19:30:30.973" v="2" actId="47"/>
        <pc:sldMkLst>
          <pc:docMk/>
          <pc:sldMk cId="1163823271" sldId="554"/>
        </pc:sldMkLst>
      </pc:sldChg>
      <pc:sldChg chg="addSp delSp modSp add del mod ord">
        <pc:chgData name="Mohammed Fasha" userId="cc64f42d-a1a6-4f08-b97b-0c37f877119f" providerId="ADAL" clId="{2411567F-3985-45FD-B7D3-CBACEEBB75BA}" dt="2025-05-03T09:30:56.979" v="1046" actId="2696"/>
        <pc:sldMkLst>
          <pc:docMk/>
          <pc:sldMk cId="395404841" sldId="555"/>
        </pc:sldMkLst>
      </pc:sldChg>
      <pc:sldChg chg="add del">
        <pc:chgData name="Mohammed Fasha" userId="cc64f42d-a1a6-4f08-b97b-0c37f877119f" providerId="ADAL" clId="{2411567F-3985-45FD-B7D3-CBACEEBB75BA}" dt="2025-05-03T11:55:10.164" v="3129" actId="47"/>
        <pc:sldMkLst>
          <pc:docMk/>
          <pc:sldMk cId="503848991" sldId="555"/>
        </pc:sldMkLst>
      </pc:sldChg>
      <pc:sldChg chg="add del">
        <pc:chgData name="Mohammed Fasha" userId="cc64f42d-a1a6-4f08-b97b-0c37f877119f" providerId="ADAL" clId="{2411567F-3985-45FD-B7D3-CBACEEBB75BA}" dt="2025-04-20T19:30:30.973" v="2" actId="47"/>
        <pc:sldMkLst>
          <pc:docMk/>
          <pc:sldMk cId="2123342641" sldId="555"/>
        </pc:sldMkLst>
      </pc:sldChg>
      <pc:sldChg chg="add del">
        <pc:chgData name="Mohammed Fasha" userId="cc64f42d-a1a6-4f08-b97b-0c37f877119f" providerId="ADAL" clId="{2411567F-3985-45FD-B7D3-CBACEEBB75BA}" dt="2025-04-20T19:30:30.973" v="2" actId="47"/>
        <pc:sldMkLst>
          <pc:docMk/>
          <pc:sldMk cId="369462326" sldId="556"/>
        </pc:sldMkLst>
      </pc:sldChg>
      <pc:sldChg chg="addSp delSp modSp new del mod">
        <pc:chgData name="Mohammed Fasha" userId="cc64f42d-a1a6-4f08-b97b-0c37f877119f" providerId="ADAL" clId="{2411567F-3985-45FD-B7D3-CBACEEBB75BA}" dt="2025-05-03T09:30:56.979" v="1046" actId="2696"/>
        <pc:sldMkLst>
          <pc:docMk/>
          <pc:sldMk cId="517398731" sldId="556"/>
        </pc:sldMkLst>
      </pc:sldChg>
      <pc:sldChg chg="add del">
        <pc:chgData name="Mohammed Fasha" userId="cc64f42d-a1a6-4f08-b97b-0c37f877119f" providerId="ADAL" clId="{2411567F-3985-45FD-B7D3-CBACEEBB75BA}" dt="2025-05-03T11:55:08.826" v="3128" actId="47"/>
        <pc:sldMkLst>
          <pc:docMk/>
          <pc:sldMk cId="3802064284" sldId="556"/>
        </pc:sldMkLst>
      </pc:sldChg>
      <pc:sldChg chg="add del">
        <pc:chgData name="Mohammed Fasha" userId="cc64f42d-a1a6-4f08-b97b-0c37f877119f" providerId="ADAL" clId="{2411567F-3985-45FD-B7D3-CBACEEBB75BA}" dt="2025-04-20T19:30:30.973" v="2" actId="47"/>
        <pc:sldMkLst>
          <pc:docMk/>
          <pc:sldMk cId="1059666236" sldId="557"/>
        </pc:sldMkLst>
      </pc:sldChg>
      <pc:sldChg chg="addSp delSp modSp new del mod modClrScheme chgLayout">
        <pc:chgData name="Mohammed Fasha" userId="cc64f42d-a1a6-4f08-b97b-0c37f877119f" providerId="ADAL" clId="{2411567F-3985-45FD-B7D3-CBACEEBB75BA}" dt="2025-05-03T11:03:41.920" v="1321" actId="47"/>
        <pc:sldMkLst>
          <pc:docMk/>
          <pc:sldMk cId="2675208487" sldId="557"/>
        </pc:sldMkLst>
        <pc:spChg chg="del mod ord">
          <ac:chgData name="Mohammed Fasha" userId="cc64f42d-a1a6-4f08-b97b-0c37f877119f" providerId="ADAL" clId="{2411567F-3985-45FD-B7D3-CBACEEBB75BA}" dt="2025-05-03T08:55:57.413" v="884" actId="700"/>
          <ac:spMkLst>
            <pc:docMk/>
            <pc:sldMk cId="2675208487" sldId="557"/>
            <ac:spMk id="2" creationId="{9254AEAF-D3FA-6CC0-96E6-32B0BEB90EEB}"/>
          </ac:spMkLst>
        </pc:spChg>
        <pc:spChg chg="del mod ord">
          <ac:chgData name="Mohammed Fasha" userId="cc64f42d-a1a6-4f08-b97b-0c37f877119f" providerId="ADAL" clId="{2411567F-3985-45FD-B7D3-CBACEEBB75BA}" dt="2025-05-03T08:55:57.413" v="884" actId="700"/>
          <ac:spMkLst>
            <pc:docMk/>
            <pc:sldMk cId="2675208487" sldId="557"/>
            <ac:spMk id="3" creationId="{885B9F24-8297-D091-B338-4338E4EEE445}"/>
          </ac:spMkLst>
        </pc:spChg>
        <pc:spChg chg="add mod ord">
          <ac:chgData name="Mohammed Fasha" userId="cc64f42d-a1a6-4f08-b97b-0c37f877119f" providerId="ADAL" clId="{2411567F-3985-45FD-B7D3-CBACEEBB75BA}" dt="2025-05-03T08:55:57.413" v="884" actId="700"/>
          <ac:spMkLst>
            <pc:docMk/>
            <pc:sldMk cId="2675208487" sldId="557"/>
            <ac:spMk id="4" creationId="{E364943F-8548-F80E-9601-8E721F9DB7F7}"/>
          </ac:spMkLst>
        </pc:spChg>
        <pc:spChg chg="add mod ord">
          <ac:chgData name="Mohammed Fasha" userId="cc64f42d-a1a6-4f08-b97b-0c37f877119f" providerId="ADAL" clId="{2411567F-3985-45FD-B7D3-CBACEEBB75BA}" dt="2025-05-03T08:55:57.413" v="884" actId="700"/>
          <ac:spMkLst>
            <pc:docMk/>
            <pc:sldMk cId="2675208487" sldId="557"/>
            <ac:spMk id="5" creationId="{1F5CC630-5326-5F59-22A1-523D7504E021}"/>
          </ac:spMkLst>
        </pc:spChg>
      </pc:sldChg>
      <pc:sldChg chg="addSp delSp modSp new mod">
        <pc:chgData name="Mohammed Fasha" userId="cc64f42d-a1a6-4f08-b97b-0c37f877119f" providerId="ADAL" clId="{2411567F-3985-45FD-B7D3-CBACEEBB75BA}" dt="2025-04-28T07:36:24.292" v="877" actId="20577"/>
        <pc:sldMkLst>
          <pc:docMk/>
          <pc:sldMk cId="3228443338" sldId="557"/>
        </pc:sldMkLst>
      </pc:sldChg>
      <pc:sldChg chg="add del">
        <pc:chgData name="Mohammed Fasha" userId="cc64f42d-a1a6-4f08-b97b-0c37f877119f" providerId="ADAL" clId="{2411567F-3985-45FD-B7D3-CBACEEBB75BA}" dt="2025-04-20T19:30:30.973" v="2" actId="47"/>
        <pc:sldMkLst>
          <pc:docMk/>
          <pc:sldMk cId="880183050" sldId="558"/>
        </pc:sldMkLst>
      </pc:sldChg>
      <pc:sldChg chg="addSp delSp modSp new del mod ord">
        <pc:chgData name="Mohammed Fasha" userId="cc64f42d-a1a6-4f08-b97b-0c37f877119f" providerId="ADAL" clId="{2411567F-3985-45FD-B7D3-CBACEEBB75BA}" dt="2025-05-03T09:42:12.959" v="1206" actId="47"/>
        <pc:sldMkLst>
          <pc:docMk/>
          <pc:sldMk cId="2992347463" sldId="558"/>
        </pc:sldMkLst>
        <pc:spChg chg="mod">
          <ac:chgData name="Mohammed Fasha" userId="cc64f42d-a1a6-4f08-b97b-0c37f877119f" providerId="ADAL" clId="{2411567F-3985-45FD-B7D3-CBACEEBB75BA}" dt="2025-05-03T09:02:03.607" v="890"/>
          <ac:spMkLst>
            <pc:docMk/>
            <pc:sldMk cId="2992347463" sldId="558"/>
            <ac:spMk id="2" creationId="{F32EA494-8053-C8A1-41C9-CD6370C4A9A8}"/>
          </ac:spMkLst>
        </pc:spChg>
        <pc:spChg chg="mod">
          <ac:chgData name="Mohammed Fasha" userId="cc64f42d-a1a6-4f08-b97b-0c37f877119f" providerId="ADAL" clId="{2411567F-3985-45FD-B7D3-CBACEEBB75BA}" dt="2025-05-03T09:41:30.442" v="1183" actId="21"/>
          <ac:spMkLst>
            <pc:docMk/>
            <pc:sldMk cId="2992347463" sldId="558"/>
            <ac:spMk id="3" creationId="{2B486384-5A1F-1E0B-C7A1-A95884A84785}"/>
          </ac:spMkLst>
        </pc:spChg>
        <pc:picChg chg="add del mod">
          <ac:chgData name="Mohammed Fasha" userId="cc64f42d-a1a6-4f08-b97b-0c37f877119f" providerId="ADAL" clId="{2411567F-3985-45FD-B7D3-CBACEEBB75BA}" dt="2025-05-03T09:09:12.579" v="956" actId="478"/>
          <ac:picMkLst>
            <pc:docMk/>
            <pc:sldMk cId="2992347463" sldId="558"/>
            <ac:picMk id="5" creationId="{4917A9D0-2F0D-4ACB-C7ED-FD10EAEB74B7}"/>
          </ac:picMkLst>
        </pc:picChg>
        <pc:picChg chg="add del mod">
          <ac:chgData name="Mohammed Fasha" userId="cc64f42d-a1a6-4f08-b97b-0c37f877119f" providerId="ADAL" clId="{2411567F-3985-45FD-B7D3-CBACEEBB75BA}" dt="2025-05-03T09:10:43.216" v="979" actId="478"/>
          <ac:picMkLst>
            <pc:docMk/>
            <pc:sldMk cId="2992347463" sldId="558"/>
            <ac:picMk id="7" creationId="{E159AE35-F670-77F7-EA76-0C40C7FE3894}"/>
          </ac:picMkLst>
        </pc:picChg>
        <pc:picChg chg="add del mod">
          <ac:chgData name="Mohammed Fasha" userId="cc64f42d-a1a6-4f08-b97b-0c37f877119f" providerId="ADAL" clId="{2411567F-3985-45FD-B7D3-CBACEEBB75BA}" dt="2025-05-03T09:11:37.254" v="987" actId="478"/>
          <ac:picMkLst>
            <pc:docMk/>
            <pc:sldMk cId="2992347463" sldId="558"/>
            <ac:picMk id="9" creationId="{FE42BB0A-E570-4744-8E0D-1136D62A1E48}"/>
          </ac:picMkLst>
        </pc:picChg>
        <pc:picChg chg="add del mod">
          <ac:chgData name="Mohammed Fasha" userId="cc64f42d-a1a6-4f08-b97b-0c37f877119f" providerId="ADAL" clId="{2411567F-3985-45FD-B7D3-CBACEEBB75BA}" dt="2025-05-03T09:40:33.373" v="1168" actId="21"/>
          <ac:picMkLst>
            <pc:docMk/>
            <pc:sldMk cId="2992347463" sldId="558"/>
            <ac:picMk id="11" creationId="{C9C53912-FD49-39F1-DE3C-EA1033F69C5D}"/>
          </ac:picMkLst>
        </pc:picChg>
      </pc:sldChg>
      <pc:sldChg chg="addSp delSp modSp add mod">
        <pc:chgData name="Mohammed Fasha" userId="cc64f42d-a1a6-4f08-b97b-0c37f877119f" providerId="ADAL" clId="{2411567F-3985-45FD-B7D3-CBACEEBB75BA}" dt="2025-05-03T15:29:57.343" v="4767"/>
        <pc:sldMkLst>
          <pc:docMk/>
          <pc:sldMk cId="761191041" sldId="559"/>
        </pc:sldMkLst>
        <pc:spChg chg="add del mod">
          <ac:chgData name="Mohammed Fasha" userId="cc64f42d-a1a6-4f08-b97b-0c37f877119f" providerId="ADAL" clId="{2411567F-3985-45FD-B7D3-CBACEEBB75BA}" dt="2025-05-03T15:29:55.799" v="4766" actId="478"/>
          <ac:spMkLst>
            <pc:docMk/>
            <pc:sldMk cId="761191041" sldId="559"/>
            <ac:spMk id="3" creationId="{9545B619-7440-E814-4685-AC37ECA69D32}"/>
          </ac:spMkLst>
        </pc:spChg>
        <pc:spChg chg="del">
          <ac:chgData name="Mohammed Fasha" userId="cc64f42d-a1a6-4f08-b97b-0c37f877119f" providerId="ADAL" clId="{2411567F-3985-45FD-B7D3-CBACEEBB75BA}" dt="2025-05-03T15:29:55.226" v="4765" actId="478"/>
          <ac:spMkLst>
            <pc:docMk/>
            <pc:sldMk cId="761191041" sldId="559"/>
            <ac:spMk id="4" creationId="{8D6B6343-823D-0FBE-B153-26B51E61314D}"/>
          </ac:spMkLst>
        </pc:spChg>
        <pc:picChg chg="add">
          <ac:chgData name="Mohammed Fasha" userId="cc64f42d-a1a6-4f08-b97b-0c37f877119f" providerId="ADAL" clId="{2411567F-3985-45FD-B7D3-CBACEEBB75BA}" dt="2025-05-03T15:29:57.343" v="4767"/>
          <ac:picMkLst>
            <pc:docMk/>
            <pc:sldMk cId="761191041" sldId="559"/>
            <ac:picMk id="3074" creationId="{DB76A47D-663B-3F4C-275A-00C501509F73}"/>
          </ac:picMkLst>
        </pc:picChg>
      </pc:sldChg>
      <pc:sldChg chg="addSp delSp modSp new del mod modClrScheme chgLayout">
        <pc:chgData name="Mohammed Fasha" userId="cc64f42d-a1a6-4f08-b97b-0c37f877119f" providerId="ADAL" clId="{2411567F-3985-45FD-B7D3-CBACEEBB75BA}" dt="2025-05-03T09:33:01.564" v="1111" actId="2696"/>
        <pc:sldMkLst>
          <pc:docMk/>
          <pc:sldMk cId="1297834496" sldId="559"/>
        </pc:sldMkLst>
        <pc:spChg chg="del mod ord">
          <ac:chgData name="Mohammed Fasha" userId="cc64f42d-a1a6-4f08-b97b-0c37f877119f" providerId="ADAL" clId="{2411567F-3985-45FD-B7D3-CBACEEBB75BA}" dt="2025-05-03T09:03:26.088" v="914" actId="700"/>
          <ac:spMkLst>
            <pc:docMk/>
            <pc:sldMk cId="1297834496" sldId="559"/>
            <ac:spMk id="2" creationId="{5906B204-CD6A-A688-A145-0C33E959A218}"/>
          </ac:spMkLst>
        </pc:spChg>
        <pc:spChg chg="del mod ord">
          <ac:chgData name="Mohammed Fasha" userId="cc64f42d-a1a6-4f08-b97b-0c37f877119f" providerId="ADAL" clId="{2411567F-3985-45FD-B7D3-CBACEEBB75BA}" dt="2025-05-03T09:03:26.088" v="914" actId="700"/>
          <ac:spMkLst>
            <pc:docMk/>
            <pc:sldMk cId="1297834496" sldId="559"/>
            <ac:spMk id="3" creationId="{B4E179B0-ACE2-7A95-B742-058AA1881144}"/>
          </ac:spMkLst>
        </pc:spChg>
        <pc:spChg chg="add mod ord">
          <ac:chgData name="Mohammed Fasha" userId="cc64f42d-a1a6-4f08-b97b-0c37f877119f" providerId="ADAL" clId="{2411567F-3985-45FD-B7D3-CBACEEBB75BA}" dt="2025-05-03T09:03:32.635" v="940" actId="20577"/>
          <ac:spMkLst>
            <pc:docMk/>
            <pc:sldMk cId="1297834496" sldId="559"/>
            <ac:spMk id="4" creationId="{8D6B6343-823D-0FBE-B153-26B51E61314D}"/>
          </ac:spMkLst>
        </pc:spChg>
        <pc:spChg chg="add mod ord">
          <ac:chgData name="Mohammed Fasha" userId="cc64f42d-a1a6-4f08-b97b-0c37f877119f" providerId="ADAL" clId="{2411567F-3985-45FD-B7D3-CBACEEBB75BA}" dt="2025-05-03T09:03:26.088" v="914" actId="700"/>
          <ac:spMkLst>
            <pc:docMk/>
            <pc:sldMk cId="1297834496" sldId="559"/>
            <ac:spMk id="5" creationId="{C34D0F33-F7BE-4265-2E16-1FD552E7ABD0}"/>
          </ac:spMkLst>
        </pc:spChg>
      </pc:sldChg>
      <pc:sldChg chg="add del">
        <pc:chgData name="Mohammed Fasha" userId="cc64f42d-a1a6-4f08-b97b-0c37f877119f" providerId="ADAL" clId="{2411567F-3985-45FD-B7D3-CBACEEBB75BA}" dt="2025-04-20T19:30:30.973" v="2" actId="47"/>
        <pc:sldMkLst>
          <pc:docMk/>
          <pc:sldMk cId="3113957299" sldId="559"/>
        </pc:sldMkLst>
      </pc:sldChg>
      <pc:sldChg chg="addSp delSp modSp add mod">
        <pc:chgData name="Mohammed Fasha" userId="cc64f42d-a1a6-4f08-b97b-0c37f877119f" providerId="ADAL" clId="{2411567F-3985-45FD-B7D3-CBACEEBB75BA}" dt="2025-05-03T15:29:34.267" v="4764" actId="478"/>
        <pc:sldMkLst>
          <pc:docMk/>
          <pc:sldMk cId="281614212" sldId="560"/>
        </pc:sldMkLst>
        <pc:spChg chg="add del mod">
          <ac:chgData name="Mohammed Fasha" userId="cc64f42d-a1a6-4f08-b97b-0c37f877119f" providerId="ADAL" clId="{2411567F-3985-45FD-B7D3-CBACEEBB75BA}" dt="2025-05-03T15:29:08.089" v="4754" actId="478"/>
          <ac:spMkLst>
            <pc:docMk/>
            <pc:sldMk cId="281614212" sldId="560"/>
            <ac:spMk id="3" creationId="{42E271EE-1D4C-A851-A133-78D51517A593}"/>
          </ac:spMkLst>
        </pc:spChg>
        <pc:spChg chg="del mod">
          <ac:chgData name="Mohammed Fasha" userId="cc64f42d-a1a6-4f08-b97b-0c37f877119f" providerId="ADAL" clId="{2411567F-3985-45FD-B7D3-CBACEEBB75BA}" dt="2025-05-03T15:29:07.492" v="4753" actId="478"/>
          <ac:spMkLst>
            <pc:docMk/>
            <pc:sldMk cId="281614212" sldId="560"/>
            <ac:spMk id="4" creationId="{3A32C3A6-2628-B54F-DA2C-0639ECC55F4B}"/>
          </ac:spMkLst>
        </pc:spChg>
        <pc:picChg chg="add del mod">
          <ac:chgData name="Mohammed Fasha" userId="cc64f42d-a1a6-4f08-b97b-0c37f877119f" providerId="ADAL" clId="{2411567F-3985-45FD-B7D3-CBACEEBB75BA}" dt="2025-05-03T15:29:34.267" v="4764" actId="478"/>
          <ac:picMkLst>
            <pc:docMk/>
            <pc:sldMk cId="281614212" sldId="560"/>
            <ac:picMk id="2050" creationId="{1AC8A3E5-EFA6-72AB-E310-B0A96C3724CA}"/>
          </ac:picMkLst>
        </pc:picChg>
        <pc:picChg chg="add mod">
          <ac:chgData name="Mohammed Fasha" userId="cc64f42d-a1a6-4f08-b97b-0c37f877119f" providerId="ADAL" clId="{2411567F-3985-45FD-B7D3-CBACEEBB75BA}" dt="2025-05-03T15:29:33.380" v="4763" actId="14100"/>
          <ac:picMkLst>
            <pc:docMk/>
            <pc:sldMk cId="281614212" sldId="560"/>
            <ac:picMk id="2052" creationId="{505E8E87-0D23-0959-8C7B-AC1C5918171D}"/>
          </ac:picMkLst>
        </pc:picChg>
      </pc:sldChg>
      <pc:sldChg chg="add del">
        <pc:chgData name="Mohammed Fasha" userId="cc64f42d-a1a6-4f08-b97b-0c37f877119f" providerId="ADAL" clId="{2411567F-3985-45FD-B7D3-CBACEEBB75BA}" dt="2025-04-20T19:30:30.973" v="2" actId="47"/>
        <pc:sldMkLst>
          <pc:docMk/>
          <pc:sldMk cId="1318437956" sldId="560"/>
        </pc:sldMkLst>
      </pc:sldChg>
      <pc:sldChg chg="modSp new del mod">
        <pc:chgData name="Mohammed Fasha" userId="cc64f42d-a1a6-4f08-b97b-0c37f877119f" providerId="ADAL" clId="{2411567F-3985-45FD-B7D3-CBACEEBB75BA}" dt="2025-05-03T09:17:28.735" v="999" actId="2696"/>
        <pc:sldMkLst>
          <pc:docMk/>
          <pc:sldMk cId="2899198674" sldId="561"/>
        </pc:sldMkLst>
        <pc:spChg chg="mod">
          <ac:chgData name="Mohammed Fasha" userId="cc64f42d-a1a6-4f08-b97b-0c37f877119f" providerId="ADAL" clId="{2411567F-3985-45FD-B7D3-CBACEEBB75BA}" dt="2025-05-03T09:13:33.389" v="998"/>
          <ac:spMkLst>
            <pc:docMk/>
            <pc:sldMk cId="2899198674" sldId="561"/>
            <ac:spMk id="3" creationId="{0AE545B7-9771-FE06-8F1D-C58D55456BAE}"/>
          </ac:spMkLst>
        </pc:spChg>
      </pc:sldChg>
      <pc:sldChg chg="add del">
        <pc:chgData name="Mohammed Fasha" userId="cc64f42d-a1a6-4f08-b97b-0c37f877119f" providerId="ADAL" clId="{2411567F-3985-45FD-B7D3-CBACEEBB75BA}" dt="2025-04-20T19:30:30.973" v="2" actId="47"/>
        <pc:sldMkLst>
          <pc:docMk/>
          <pc:sldMk cId="3428783325" sldId="561"/>
        </pc:sldMkLst>
      </pc:sldChg>
      <pc:sldChg chg="modSp new del mod ord">
        <pc:chgData name="Mohammed Fasha" userId="cc64f42d-a1a6-4f08-b97b-0c37f877119f" providerId="ADAL" clId="{2411567F-3985-45FD-B7D3-CBACEEBB75BA}" dt="2025-05-03T09:42:19.821" v="1207" actId="47"/>
        <pc:sldMkLst>
          <pc:docMk/>
          <pc:sldMk cId="4143653192" sldId="561"/>
        </pc:sldMkLst>
        <pc:spChg chg="mod">
          <ac:chgData name="Mohammed Fasha" userId="cc64f42d-a1a6-4f08-b97b-0c37f877119f" providerId="ADAL" clId="{2411567F-3985-45FD-B7D3-CBACEEBB75BA}" dt="2025-05-03T09:20:06.823" v="1043" actId="21"/>
          <ac:spMkLst>
            <pc:docMk/>
            <pc:sldMk cId="4143653192" sldId="561"/>
            <ac:spMk id="2" creationId="{87CC36B7-9DC0-4408-1072-C615F67B113B}"/>
          </ac:spMkLst>
        </pc:spChg>
        <pc:spChg chg="mod">
          <ac:chgData name="Mohammed Fasha" userId="cc64f42d-a1a6-4f08-b97b-0c37f877119f" providerId="ADAL" clId="{2411567F-3985-45FD-B7D3-CBACEEBB75BA}" dt="2025-05-03T09:33:48.424" v="1115" actId="27636"/>
          <ac:spMkLst>
            <pc:docMk/>
            <pc:sldMk cId="4143653192" sldId="561"/>
            <ac:spMk id="3" creationId="{AC539310-DA2A-E3E7-4444-8115FA98B984}"/>
          </ac:spMkLst>
        </pc:spChg>
      </pc:sldChg>
      <pc:sldChg chg="modSp new del mod">
        <pc:chgData name="Mohammed Fasha" userId="cc64f42d-a1a6-4f08-b97b-0c37f877119f" providerId="ADAL" clId="{2411567F-3985-45FD-B7D3-CBACEEBB75BA}" dt="2025-05-03T09:33:51.775" v="1116" actId="2696"/>
        <pc:sldMkLst>
          <pc:docMk/>
          <pc:sldMk cId="1165317478" sldId="562"/>
        </pc:sldMkLst>
        <pc:spChg chg="mod">
          <ac:chgData name="Mohammed Fasha" userId="cc64f42d-a1a6-4f08-b97b-0c37f877119f" providerId="ADAL" clId="{2411567F-3985-45FD-B7D3-CBACEEBB75BA}" dt="2025-05-03T09:19:35.845" v="1016"/>
          <ac:spMkLst>
            <pc:docMk/>
            <pc:sldMk cId="1165317478" sldId="562"/>
            <ac:spMk id="2" creationId="{1D1A9570-E456-2EE7-1089-8E4525A6AB0D}"/>
          </ac:spMkLst>
        </pc:spChg>
        <pc:spChg chg="mod">
          <ac:chgData name="Mohammed Fasha" userId="cc64f42d-a1a6-4f08-b97b-0c37f877119f" providerId="ADAL" clId="{2411567F-3985-45FD-B7D3-CBACEEBB75BA}" dt="2025-05-03T09:33:44.996" v="1113" actId="21"/>
          <ac:spMkLst>
            <pc:docMk/>
            <pc:sldMk cId="1165317478" sldId="562"/>
            <ac:spMk id="3" creationId="{5E126BB8-11A4-0D35-6C6D-C50F06CA2865}"/>
          </ac:spMkLst>
        </pc:spChg>
      </pc:sldChg>
      <pc:sldChg chg="add del">
        <pc:chgData name="Mohammed Fasha" userId="cc64f42d-a1a6-4f08-b97b-0c37f877119f" providerId="ADAL" clId="{2411567F-3985-45FD-B7D3-CBACEEBB75BA}" dt="2025-04-20T19:30:30.973" v="2" actId="47"/>
        <pc:sldMkLst>
          <pc:docMk/>
          <pc:sldMk cId="2026840369" sldId="562"/>
        </pc:sldMkLst>
      </pc:sldChg>
      <pc:sldChg chg="add del">
        <pc:chgData name="Mohammed Fasha" userId="cc64f42d-a1a6-4f08-b97b-0c37f877119f" providerId="ADAL" clId="{2411567F-3985-45FD-B7D3-CBACEEBB75BA}" dt="2025-04-20T19:30:30.973" v="2" actId="47"/>
        <pc:sldMkLst>
          <pc:docMk/>
          <pc:sldMk cId="111678867" sldId="563"/>
        </pc:sldMkLst>
      </pc:sldChg>
      <pc:sldChg chg="addSp delSp modSp add mod modClrScheme chgLayout">
        <pc:chgData name="Mohammed Fasha" userId="cc64f42d-a1a6-4f08-b97b-0c37f877119f" providerId="ADAL" clId="{2411567F-3985-45FD-B7D3-CBACEEBB75BA}" dt="2025-05-03T09:49:24.231" v="1312" actId="1076"/>
        <pc:sldMkLst>
          <pc:docMk/>
          <pc:sldMk cId="1389953794" sldId="563"/>
        </pc:sldMkLst>
        <pc:spChg chg="del mod ord">
          <ac:chgData name="Mohammed Fasha" userId="cc64f42d-a1a6-4f08-b97b-0c37f877119f" providerId="ADAL" clId="{2411567F-3985-45FD-B7D3-CBACEEBB75BA}" dt="2025-05-03T09:49:16.008" v="1307" actId="478"/>
          <ac:spMkLst>
            <pc:docMk/>
            <pc:sldMk cId="1389953794" sldId="563"/>
            <ac:spMk id="2" creationId="{78F7F953-3239-84AD-30A4-81A8219702F5}"/>
          </ac:spMkLst>
        </pc:spChg>
        <pc:spChg chg="add del mod">
          <ac:chgData name="Mohammed Fasha" userId="cc64f42d-a1a6-4f08-b97b-0c37f877119f" providerId="ADAL" clId="{2411567F-3985-45FD-B7D3-CBACEEBB75BA}" dt="2025-05-03T09:49:12.977" v="1305" actId="700"/>
          <ac:spMkLst>
            <pc:docMk/>
            <pc:sldMk cId="1389953794" sldId="563"/>
            <ac:spMk id="3" creationId="{BEEF358C-BF8A-00F4-1E3F-5951941409AD}"/>
          </ac:spMkLst>
        </pc:spChg>
        <pc:picChg chg="del">
          <ac:chgData name="Mohammed Fasha" userId="cc64f42d-a1a6-4f08-b97b-0c37f877119f" providerId="ADAL" clId="{2411567F-3985-45FD-B7D3-CBACEEBB75BA}" dt="2025-05-03T09:49:08.259" v="1304" actId="478"/>
          <ac:picMkLst>
            <pc:docMk/>
            <pc:sldMk cId="1389953794" sldId="563"/>
            <ac:picMk id="1026" creationId="{785D188B-ADCB-D77D-AEC7-2D0DF77224C7}"/>
          </ac:picMkLst>
        </pc:picChg>
        <pc:picChg chg="mod">
          <ac:chgData name="Mohammed Fasha" userId="cc64f42d-a1a6-4f08-b97b-0c37f877119f" providerId="ADAL" clId="{2411567F-3985-45FD-B7D3-CBACEEBB75BA}" dt="2025-05-03T09:49:24.231" v="1312" actId="1076"/>
          <ac:picMkLst>
            <pc:docMk/>
            <pc:sldMk cId="1389953794" sldId="563"/>
            <ac:picMk id="1028" creationId="{5693772D-A2C2-AE26-7164-B1FDF6A281C2}"/>
          </ac:picMkLst>
        </pc:picChg>
      </pc:sldChg>
      <pc:sldChg chg="addSp delSp modSp new del mod">
        <pc:chgData name="Mohammed Fasha" userId="cc64f42d-a1a6-4f08-b97b-0c37f877119f" providerId="ADAL" clId="{2411567F-3985-45FD-B7D3-CBACEEBB75BA}" dt="2025-05-03T09:48:45.708" v="1300" actId="2696"/>
        <pc:sldMkLst>
          <pc:docMk/>
          <pc:sldMk cId="3793604416" sldId="563"/>
        </pc:sldMkLst>
        <pc:spChg chg="mod">
          <ac:chgData name="Mohammed Fasha" userId="cc64f42d-a1a6-4f08-b97b-0c37f877119f" providerId="ADAL" clId="{2411567F-3985-45FD-B7D3-CBACEEBB75BA}" dt="2025-05-03T09:34:03.480" v="1122" actId="20577"/>
          <ac:spMkLst>
            <pc:docMk/>
            <pc:sldMk cId="3793604416" sldId="563"/>
            <ac:spMk id="2" creationId="{78F7F953-3239-84AD-30A4-81A8219702F5}"/>
          </ac:spMkLst>
        </pc:spChg>
        <pc:spChg chg="del">
          <ac:chgData name="Mohammed Fasha" userId="cc64f42d-a1a6-4f08-b97b-0c37f877119f" providerId="ADAL" clId="{2411567F-3985-45FD-B7D3-CBACEEBB75BA}" dt="2025-05-03T09:30:29.990" v="1045"/>
          <ac:spMkLst>
            <pc:docMk/>
            <pc:sldMk cId="3793604416" sldId="563"/>
            <ac:spMk id="3" creationId="{D9185C35-5E7A-0017-C580-0AE8EA5A510E}"/>
          </ac:spMkLst>
        </pc:spChg>
        <pc:picChg chg="add mod">
          <ac:chgData name="Mohammed Fasha" userId="cc64f42d-a1a6-4f08-b97b-0c37f877119f" providerId="ADAL" clId="{2411567F-3985-45FD-B7D3-CBACEEBB75BA}" dt="2025-05-03T09:32:04.890" v="1079" actId="1038"/>
          <ac:picMkLst>
            <pc:docMk/>
            <pc:sldMk cId="3793604416" sldId="563"/>
            <ac:picMk id="1026" creationId="{785D188B-ADCB-D77D-AEC7-2D0DF77224C7}"/>
          </ac:picMkLst>
        </pc:picChg>
        <pc:picChg chg="add mod">
          <ac:chgData name="Mohammed Fasha" userId="cc64f42d-a1a6-4f08-b97b-0c37f877119f" providerId="ADAL" clId="{2411567F-3985-45FD-B7D3-CBACEEBB75BA}" dt="2025-05-03T09:32:04.890" v="1079" actId="1038"/>
          <ac:picMkLst>
            <pc:docMk/>
            <pc:sldMk cId="3793604416" sldId="563"/>
            <ac:picMk id="1028" creationId="{5693772D-A2C2-AE26-7164-B1FDF6A281C2}"/>
          </ac:picMkLst>
        </pc:picChg>
      </pc:sldChg>
      <pc:sldChg chg="add del">
        <pc:chgData name="Mohammed Fasha" userId="cc64f42d-a1a6-4f08-b97b-0c37f877119f" providerId="ADAL" clId="{2411567F-3985-45FD-B7D3-CBACEEBB75BA}" dt="2025-04-20T19:30:30.973" v="2" actId="47"/>
        <pc:sldMkLst>
          <pc:docMk/>
          <pc:sldMk cId="1207130840" sldId="564"/>
        </pc:sldMkLst>
      </pc:sldChg>
      <pc:sldChg chg="addSp delSp modSp new mod modClrScheme chgLayout">
        <pc:chgData name="Mohammed Fasha" userId="cc64f42d-a1a6-4f08-b97b-0c37f877119f" providerId="ADAL" clId="{2411567F-3985-45FD-B7D3-CBACEEBB75BA}" dt="2025-05-03T09:39:30.350" v="1141" actId="20577"/>
        <pc:sldMkLst>
          <pc:docMk/>
          <pc:sldMk cId="2448052162" sldId="564"/>
        </pc:sldMkLst>
        <pc:spChg chg="del mod ord">
          <ac:chgData name="Mohammed Fasha" userId="cc64f42d-a1a6-4f08-b97b-0c37f877119f" providerId="ADAL" clId="{2411567F-3985-45FD-B7D3-CBACEEBB75BA}" dt="2025-05-03T09:38:56.627" v="1124" actId="700"/>
          <ac:spMkLst>
            <pc:docMk/>
            <pc:sldMk cId="2448052162" sldId="564"/>
            <ac:spMk id="2" creationId="{0D989427-D217-B172-DD4D-DA9F6161C650}"/>
          </ac:spMkLst>
        </pc:spChg>
        <pc:spChg chg="del mod ord">
          <ac:chgData name="Mohammed Fasha" userId="cc64f42d-a1a6-4f08-b97b-0c37f877119f" providerId="ADAL" clId="{2411567F-3985-45FD-B7D3-CBACEEBB75BA}" dt="2025-05-03T09:38:56.627" v="1124" actId="700"/>
          <ac:spMkLst>
            <pc:docMk/>
            <pc:sldMk cId="2448052162" sldId="564"/>
            <ac:spMk id="3" creationId="{8EE04C59-7E1A-0A98-872B-B73D1118171B}"/>
          </ac:spMkLst>
        </pc:spChg>
        <pc:spChg chg="add mod ord">
          <ac:chgData name="Mohammed Fasha" userId="cc64f42d-a1a6-4f08-b97b-0c37f877119f" providerId="ADAL" clId="{2411567F-3985-45FD-B7D3-CBACEEBB75BA}" dt="2025-05-03T09:39:03.103" v="1132" actId="113"/>
          <ac:spMkLst>
            <pc:docMk/>
            <pc:sldMk cId="2448052162" sldId="564"/>
            <ac:spMk id="4" creationId="{48E97147-FFBD-FE63-99C9-AFD7AC14B46B}"/>
          </ac:spMkLst>
        </pc:spChg>
        <pc:spChg chg="add mod ord">
          <ac:chgData name="Mohammed Fasha" userId="cc64f42d-a1a6-4f08-b97b-0c37f877119f" providerId="ADAL" clId="{2411567F-3985-45FD-B7D3-CBACEEBB75BA}" dt="2025-05-03T09:39:30.350" v="1141" actId="20577"/>
          <ac:spMkLst>
            <pc:docMk/>
            <pc:sldMk cId="2448052162" sldId="564"/>
            <ac:spMk id="5" creationId="{625FF0EB-9ADE-4024-664D-847D5C5A5AFA}"/>
          </ac:spMkLst>
        </pc:spChg>
      </pc:sldChg>
      <pc:sldChg chg="add del">
        <pc:chgData name="Mohammed Fasha" userId="cc64f42d-a1a6-4f08-b97b-0c37f877119f" providerId="ADAL" clId="{2411567F-3985-45FD-B7D3-CBACEEBB75BA}" dt="2025-04-20T19:30:30.973" v="2" actId="47"/>
        <pc:sldMkLst>
          <pc:docMk/>
          <pc:sldMk cId="458402484" sldId="565"/>
        </pc:sldMkLst>
      </pc:sldChg>
      <pc:sldChg chg="addSp modSp new mod">
        <pc:chgData name="Mohammed Fasha" userId="cc64f42d-a1a6-4f08-b97b-0c37f877119f" providerId="ADAL" clId="{2411567F-3985-45FD-B7D3-CBACEEBB75BA}" dt="2025-05-03T09:42:05.234" v="1205" actId="20577"/>
        <pc:sldMkLst>
          <pc:docMk/>
          <pc:sldMk cId="4256597432" sldId="565"/>
        </pc:sldMkLst>
        <pc:spChg chg="mod">
          <ac:chgData name="Mohammed Fasha" userId="cc64f42d-a1a6-4f08-b97b-0c37f877119f" providerId="ADAL" clId="{2411567F-3985-45FD-B7D3-CBACEEBB75BA}" dt="2025-05-03T09:39:48.308" v="1151" actId="113"/>
          <ac:spMkLst>
            <pc:docMk/>
            <pc:sldMk cId="4256597432" sldId="565"/>
            <ac:spMk id="2" creationId="{1418F77E-DF13-FBEC-AF79-269BBB5C84D4}"/>
          </ac:spMkLst>
        </pc:spChg>
        <pc:spChg chg="mod">
          <ac:chgData name="Mohammed Fasha" userId="cc64f42d-a1a6-4f08-b97b-0c37f877119f" providerId="ADAL" clId="{2411567F-3985-45FD-B7D3-CBACEEBB75BA}" dt="2025-05-03T09:42:05.234" v="1205" actId="20577"/>
          <ac:spMkLst>
            <pc:docMk/>
            <pc:sldMk cId="4256597432" sldId="565"/>
            <ac:spMk id="3" creationId="{72065814-BC19-DAFA-4544-96B8885CC973}"/>
          </ac:spMkLst>
        </pc:spChg>
        <pc:picChg chg="add mod">
          <ac:chgData name="Mohammed Fasha" userId="cc64f42d-a1a6-4f08-b97b-0c37f877119f" providerId="ADAL" clId="{2411567F-3985-45FD-B7D3-CBACEEBB75BA}" dt="2025-05-03T09:40:37.521" v="1171"/>
          <ac:picMkLst>
            <pc:docMk/>
            <pc:sldMk cId="4256597432" sldId="565"/>
            <ac:picMk id="11" creationId="{C9C53912-FD49-39F1-DE3C-EA1033F69C5D}"/>
          </ac:picMkLst>
        </pc:picChg>
      </pc:sldChg>
      <pc:sldChg chg="modSp new mod">
        <pc:chgData name="Mohammed Fasha" userId="cc64f42d-a1a6-4f08-b97b-0c37f877119f" providerId="ADAL" clId="{2411567F-3985-45FD-B7D3-CBACEEBB75BA}" dt="2025-05-03T09:41:11.036" v="1181" actId="20577"/>
        <pc:sldMkLst>
          <pc:docMk/>
          <pc:sldMk cId="432163698" sldId="566"/>
        </pc:sldMkLst>
        <pc:spChg chg="mod">
          <ac:chgData name="Mohammed Fasha" userId="cc64f42d-a1a6-4f08-b97b-0c37f877119f" providerId="ADAL" clId="{2411567F-3985-45FD-B7D3-CBACEEBB75BA}" dt="2025-05-03T09:40:53.865" v="1178" actId="113"/>
          <ac:spMkLst>
            <pc:docMk/>
            <pc:sldMk cId="432163698" sldId="566"/>
            <ac:spMk id="2" creationId="{2292E497-5184-4773-3A20-C6208146EE1B}"/>
          </ac:spMkLst>
        </pc:spChg>
        <pc:spChg chg="mod">
          <ac:chgData name="Mohammed Fasha" userId="cc64f42d-a1a6-4f08-b97b-0c37f877119f" providerId="ADAL" clId="{2411567F-3985-45FD-B7D3-CBACEEBB75BA}" dt="2025-05-03T09:41:11.036" v="1181" actId="20577"/>
          <ac:spMkLst>
            <pc:docMk/>
            <pc:sldMk cId="432163698" sldId="566"/>
            <ac:spMk id="3" creationId="{466D27F7-E65D-B671-F92E-DEFBDBA338EF}"/>
          </ac:spMkLst>
        </pc:spChg>
      </pc:sldChg>
      <pc:sldChg chg="add del">
        <pc:chgData name="Mohammed Fasha" userId="cc64f42d-a1a6-4f08-b97b-0c37f877119f" providerId="ADAL" clId="{2411567F-3985-45FD-B7D3-CBACEEBB75BA}" dt="2025-04-20T19:30:30.973" v="2" actId="47"/>
        <pc:sldMkLst>
          <pc:docMk/>
          <pc:sldMk cId="2278083572" sldId="566"/>
        </pc:sldMkLst>
      </pc:sldChg>
      <pc:sldChg chg="add del">
        <pc:chgData name="Mohammed Fasha" userId="cc64f42d-a1a6-4f08-b97b-0c37f877119f" providerId="ADAL" clId="{2411567F-3985-45FD-B7D3-CBACEEBB75BA}" dt="2025-04-20T19:30:30.973" v="2" actId="47"/>
        <pc:sldMkLst>
          <pc:docMk/>
          <pc:sldMk cId="1014027306" sldId="567"/>
        </pc:sldMkLst>
      </pc:sldChg>
      <pc:sldChg chg="modSp new mod">
        <pc:chgData name="Mohammed Fasha" userId="cc64f42d-a1a6-4f08-b97b-0c37f877119f" providerId="ADAL" clId="{2411567F-3985-45FD-B7D3-CBACEEBB75BA}" dt="2025-05-03T09:42:46.155" v="1218" actId="5793"/>
        <pc:sldMkLst>
          <pc:docMk/>
          <pc:sldMk cId="2178118988" sldId="567"/>
        </pc:sldMkLst>
        <pc:spChg chg="mod">
          <ac:chgData name="Mohammed Fasha" userId="cc64f42d-a1a6-4f08-b97b-0c37f877119f" providerId="ADAL" clId="{2411567F-3985-45FD-B7D3-CBACEEBB75BA}" dt="2025-05-03T09:42:38.705" v="1215" actId="113"/>
          <ac:spMkLst>
            <pc:docMk/>
            <pc:sldMk cId="2178118988" sldId="567"/>
            <ac:spMk id="2" creationId="{7D6D87C5-6B57-9FBD-835B-9A1670E1E82A}"/>
          </ac:spMkLst>
        </pc:spChg>
        <pc:spChg chg="mod">
          <ac:chgData name="Mohammed Fasha" userId="cc64f42d-a1a6-4f08-b97b-0c37f877119f" providerId="ADAL" clId="{2411567F-3985-45FD-B7D3-CBACEEBB75BA}" dt="2025-05-03T09:42:46.155" v="1218" actId="5793"/>
          <ac:spMkLst>
            <pc:docMk/>
            <pc:sldMk cId="2178118988" sldId="567"/>
            <ac:spMk id="3" creationId="{E39E8820-FF0B-FC0F-4F58-4DE946F23E5A}"/>
          </ac:spMkLst>
        </pc:spChg>
      </pc:sldChg>
      <pc:sldChg chg="add del">
        <pc:chgData name="Mohammed Fasha" userId="cc64f42d-a1a6-4f08-b97b-0c37f877119f" providerId="ADAL" clId="{2411567F-3985-45FD-B7D3-CBACEEBB75BA}" dt="2025-04-20T19:30:30.973" v="2" actId="47"/>
        <pc:sldMkLst>
          <pc:docMk/>
          <pc:sldMk cId="488425355" sldId="568"/>
        </pc:sldMkLst>
      </pc:sldChg>
      <pc:sldChg chg="modSp new mod">
        <pc:chgData name="Mohammed Fasha" userId="cc64f42d-a1a6-4f08-b97b-0c37f877119f" providerId="ADAL" clId="{2411567F-3985-45FD-B7D3-CBACEEBB75BA}" dt="2025-05-03T09:43:19.420" v="1235" actId="21"/>
        <pc:sldMkLst>
          <pc:docMk/>
          <pc:sldMk cId="1560345438" sldId="568"/>
        </pc:sldMkLst>
        <pc:spChg chg="mod">
          <ac:chgData name="Mohammed Fasha" userId="cc64f42d-a1a6-4f08-b97b-0c37f877119f" providerId="ADAL" clId="{2411567F-3985-45FD-B7D3-CBACEEBB75BA}" dt="2025-05-03T09:43:07.700" v="1230" actId="113"/>
          <ac:spMkLst>
            <pc:docMk/>
            <pc:sldMk cId="1560345438" sldId="568"/>
            <ac:spMk id="2" creationId="{2BF97BAD-A2B1-86BD-E2AF-B42FBAF5F608}"/>
          </ac:spMkLst>
        </pc:spChg>
        <pc:spChg chg="mod">
          <ac:chgData name="Mohammed Fasha" userId="cc64f42d-a1a6-4f08-b97b-0c37f877119f" providerId="ADAL" clId="{2411567F-3985-45FD-B7D3-CBACEEBB75BA}" dt="2025-05-03T09:43:19.420" v="1235" actId="21"/>
          <ac:spMkLst>
            <pc:docMk/>
            <pc:sldMk cId="1560345438" sldId="568"/>
            <ac:spMk id="3" creationId="{C06BC55C-2EBB-BC9F-FED6-8DADA244F333}"/>
          </ac:spMkLst>
        </pc:spChg>
      </pc:sldChg>
      <pc:sldChg chg="addSp modSp add mod">
        <pc:chgData name="Mohammed Fasha" userId="cc64f42d-a1a6-4f08-b97b-0c37f877119f" providerId="ADAL" clId="{2411567F-3985-45FD-B7D3-CBACEEBB75BA}" dt="2025-05-03T09:44:08.025" v="1245" actId="21"/>
        <pc:sldMkLst>
          <pc:docMk/>
          <pc:sldMk cId="580981189" sldId="569"/>
        </pc:sldMkLst>
        <pc:spChg chg="mod">
          <ac:chgData name="Mohammed Fasha" userId="cc64f42d-a1a6-4f08-b97b-0c37f877119f" providerId="ADAL" clId="{2411567F-3985-45FD-B7D3-CBACEEBB75BA}" dt="2025-05-03T09:44:02.683" v="1243" actId="113"/>
          <ac:spMkLst>
            <pc:docMk/>
            <pc:sldMk cId="580981189" sldId="569"/>
            <ac:spMk id="2" creationId="{E0405B5D-A727-DD91-E9AD-5372B5591A01}"/>
          </ac:spMkLst>
        </pc:spChg>
        <pc:spChg chg="mod">
          <ac:chgData name="Mohammed Fasha" userId="cc64f42d-a1a6-4f08-b97b-0c37f877119f" providerId="ADAL" clId="{2411567F-3985-45FD-B7D3-CBACEEBB75BA}" dt="2025-05-03T09:44:08.025" v="1245" actId="21"/>
          <ac:spMkLst>
            <pc:docMk/>
            <pc:sldMk cId="580981189" sldId="569"/>
            <ac:spMk id="3" creationId="{FC76FF0D-A8F8-1B1B-050C-58A0923C0772}"/>
          </ac:spMkLst>
        </pc:spChg>
        <pc:spChg chg="add">
          <ac:chgData name="Mohammed Fasha" userId="cc64f42d-a1a6-4f08-b97b-0c37f877119f" providerId="ADAL" clId="{2411567F-3985-45FD-B7D3-CBACEEBB75BA}" dt="2025-05-03T09:43:48.721" v="1236"/>
          <ac:spMkLst>
            <pc:docMk/>
            <pc:sldMk cId="580981189" sldId="569"/>
            <ac:spMk id="4" creationId="{1EA5087A-3AEE-1BAD-4EA4-E557503D30BC}"/>
          </ac:spMkLst>
        </pc:spChg>
        <pc:spChg chg="add">
          <ac:chgData name="Mohammed Fasha" userId="cc64f42d-a1a6-4f08-b97b-0c37f877119f" providerId="ADAL" clId="{2411567F-3985-45FD-B7D3-CBACEEBB75BA}" dt="2025-05-03T09:43:48.721" v="1236"/>
          <ac:spMkLst>
            <pc:docMk/>
            <pc:sldMk cId="580981189" sldId="569"/>
            <ac:spMk id="5" creationId="{7082DC58-57DD-4919-B353-E3A2A2147784}"/>
          </ac:spMkLst>
        </pc:spChg>
        <pc:spChg chg="add">
          <ac:chgData name="Mohammed Fasha" userId="cc64f42d-a1a6-4f08-b97b-0c37f877119f" providerId="ADAL" clId="{2411567F-3985-45FD-B7D3-CBACEEBB75BA}" dt="2025-05-03T09:43:48.721" v="1236"/>
          <ac:spMkLst>
            <pc:docMk/>
            <pc:sldMk cId="580981189" sldId="569"/>
            <ac:spMk id="6" creationId="{55C0F1F6-0D6F-4145-7B34-6EBA7D433393}"/>
          </ac:spMkLst>
        </pc:spChg>
        <pc:spChg chg="add">
          <ac:chgData name="Mohammed Fasha" userId="cc64f42d-a1a6-4f08-b97b-0c37f877119f" providerId="ADAL" clId="{2411567F-3985-45FD-B7D3-CBACEEBB75BA}" dt="2025-05-03T09:43:48.721" v="1236"/>
          <ac:spMkLst>
            <pc:docMk/>
            <pc:sldMk cId="580981189" sldId="569"/>
            <ac:spMk id="7" creationId="{813BB000-DC89-2979-424C-134C01B532EF}"/>
          </ac:spMkLst>
        </pc:spChg>
        <pc:spChg chg="add">
          <ac:chgData name="Mohammed Fasha" userId="cc64f42d-a1a6-4f08-b97b-0c37f877119f" providerId="ADAL" clId="{2411567F-3985-45FD-B7D3-CBACEEBB75BA}" dt="2025-05-03T09:43:48.721" v="1236"/>
          <ac:spMkLst>
            <pc:docMk/>
            <pc:sldMk cId="580981189" sldId="569"/>
            <ac:spMk id="8" creationId="{0609C079-5DC2-9F62-0615-093055A418F3}"/>
          </ac:spMkLst>
        </pc:spChg>
      </pc:sldChg>
      <pc:sldChg chg="add del">
        <pc:chgData name="Mohammed Fasha" userId="cc64f42d-a1a6-4f08-b97b-0c37f877119f" providerId="ADAL" clId="{2411567F-3985-45FD-B7D3-CBACEEBB75BA}" dt="2025-04-20T19:30:30.973" v="2" actId="47"/>
        <pc:sldMkLst>
          <pc:docMk/>
          <pc:sldMk cId="2124297065" sldId="569"/>
        </pc:sldMkLst>
      </pc:sldChg>
      <pc:sldChg chg="add del">
        <pc:chgData name="Mohammed Fasha" userId="cc64f42d-a1a6-4f08-b97b-0c37f877119f" providerId="ADAL" clId="{2411567F-3985-45FD-B7D3-CBACEEBB75BA}" dt="2025-04-20T19:30:30.973" v="2" actId="47"/>
        <pc:sldMkLst>
          <pc:docMk/>
          <pc:sldMk cId="344335387" sldId="570"/>
        </pc:sldMkLst>
      </pc:sldChg>
      <pc:sldChg chg="addSp modSp add mod">
        <pc:chgData name="Mohammed Fasha" userId="cc64f42d-a1a6-4f08-b97b-0c37f877119f" providerId="ADAL" clId="{2411567F-3985-45FD-B7D3-CBACEEBB75BA}" dt="2025-05-03T11:24:51.498" v="1855" actId="1076"/>
        <pc:sldMkLst>
          <pc:docMk/>
          <pc:sldMk cId="3106699230" sldId="570"/>
        </pc:sldMkLst>
        <pc:spChg chg="mod">
          <ac:chgData name="Mohammed Fasha" userId="cc64f42d-a1a6-4f08-b97b-0c37f877119f" providerId="ADAL" clId="{2411567F-3985-45FD-B7D3-CBACEEBB75BA}" dt="2025-05-03T09:44:21.714" v="1255" actId="113"/>
          <ac:spMkLst>
            <pc:docMk/>
            <pc:sldMk cId="3106699230" sldId="570"/>
            <ac:spMk id="2" creationId="{1C4F0F06-4021-2D2C-145B-1A427FED152A}"/>
          </ac:spMkLst>
        </pc:spChg>
        <pc:spChg chg="mod">
          <ac:chgData name="Mohammed Fasha" userId="cc64f42d-a1a6-4f08-b97b-0c37f877119f" providerId="ADAL" clId="{2411567F-3985-45FD-B7D3-CBACEEBB75BA}" dt="2025-05-03T11:24:46.612" v="1852" actId="14100"/>
          <ac:spMkLst>
            <pc:docMk/>
            <pc:sldMk cId="3106699230" sldId="570"/>
            <ac:spMk id="3" creationId="{F9A6D65D-5A3B-50CC-4836-6A7C874D7DB1}"/>
          </ac:spMkLst>
        </pc:spChg>
        <pc:picChg chg="add mod">
          <ac:chgData name="Mohammed Fasha" userId="cc64f42d-a1a6-4f08-b97b-0c37f877119f" providerId="ADAL" clId="{2411567F-3985-45FD-B7D3-CBACEEBB75BA}" dt="2025-05-03T11:24:51.498" v="1855" actId="1076"/>
          <ac:picMkLst>
            <pc:docMk/>
            <pc:sldMk cId="3106699230" sldId="570"/>
            <ac:picMk id="5" creationId="{341F5F48-AD26-51CE-4C9E-B3C95103EA6C}"/>
          </ac:picMkLst>
        </pc:picChg>
      </pc:sldChg>
      <pc:sldChg chg="add del">
        <pc:chgData name="Mohammed Fasha" userId="cc64f42d-a1a6-4f08-b97b-0c37f877119f" providerId="ADAL" clId="{2411567F-3985-45FD-B7D3-CBACEEBB75BA}" dt="2025-04-20T19:30:30.973" v="2" actId="47"/>
        <pc:sldMkLst>
          <pc:docMk/>
          <pc:sldMk cId="1008267675" sldId="571"/>
        </pc:sldMkLst>
      </pc:sldChg>
      <pc:sldChg chg="modSp add mod">
        <pc:chgData name="Mohammed Fasha" userId="cc64f42d-a1a6-4f08-b97b-0c37f877119f" providerId="ADAL" clId="{2411567F-3985-45FD-B7D3-CBACEEBB75BA}" dt="2025-05-03T11:21:45.291" v="1851" actId="21"/>
        <pc:sldMkLst>
          <pc:docMk/>
          <pc:sldMk cId="3103620900" sldId="571"/>
        </pc:sldMkLst>
        <pc:spChg chg="mod">
          <ac:chgData name="Mohammed Fasha" userId="cc64f42d-a1a6-4f08-b97b-0c37f877119f" providerId="ADAL" clId="{2411567F-3985-45FD-B7D3-CBACEEBB75BA}" dt="2025-05-03T09:44:40.708" v="1262" actId="113"/>
          <ac:spMkLst>
            <pc:docMk/>
            <pc:sldMk cId="3103620900" sldId="571"/>
            <ac:spMk id="2" creationId="{6EB7AD98-93BB-9F4B-706C-0A0838FB30A2}"/>
          </ac:spMkLst>
        </pc:spChg>
        <pc:spChg chg="mod">
          <ac:chgData name="Mohammed Fasha" userId="cc64f42d-a1a6-4f08-b97b-0c37f877119f" providerId="ADAL" clId="{2411567F-3985-45FD-B7D3-CBACEEBB75BA}" dt="2025-05-03T11:21:45.291" v="1851" actId="21"/>
          <ac:spMkLst>
            <pc:docMk/>
            <pc:sldMk cId="3103620900" sldId="571"/>
            <ac:spMk id="3" creationId="{0B2D7AEA-6987-D43B-A758-411A6DB55536}"/>
          </ac:spMkLst>
        </pc:spChg>
      </pc:sldChg>
      <pc:sldChg chg="modSp add mod">
        <pc:chgData name="Mohammed Fasha" userId="cc64f42d-a1a6-4f08-b97b-0c37f877119f" providerId="ADAL" clId="{2411567F-3985-45FD-B7D3-CBACEEBB75BA}" dt="2025-05-03T09:45:04.618" v="1272" actId="21"/>
        <pc:sldMkLst>
          <pc:docMk/>
          <pc:sldMk cId="818971180" sldId="572"/>
        </pc:sldMkLst>
        <pc:spChg chg="mod">
          <ac:chgData name="Mohammed Fasha" userId="cc64f42d-a1a6-4f08-b97b-0c37f877119f" providerId="ADAL" clId="{2411567F-3985-45FD-B7D3-CBACEEBB75BA}" dt="2025-05-03T09:44:57.760" v="1270" actId="113"/>
          <ac:spMkLst>
            <pc:docMk/>
            <pc:sldMk cId="818971180" sldId="572"/>
            <ac:spMk id="2" creationId="{541F3920-672C-24AD-4C35-0AA7E8895427}"/>
          </ac:spMkLst>
        </pc:spChg>
        <pc:spChg chg="mod">
          <ac:chgData name="Mohammed Fasha" userId="cc64f42d-a1a6-4f08-b97b-0c37f877119f" providerId="ADAL" clId="{2411567F-3985-45FD-B7D3-CBACEEBB75BA}" dt="2025-05-03T09:45:04.618" v="1272" actId="21"/>
          <ac:spMkLst>
            <pc:docMk/>
            <pc:sldMk cId="818971180" sldId="572"/>
            <ac:spMk id="3" creationId="{6FA1D835-79D2-7629-3503-273E54BF0CB4}"/>
          </ac:spMkLst>
        </pc:spChg>
      </pc:sldChg>
      <pc:sldChg chg="add del">
        <pc:chgData name="Mohammed Fasha" userId="cc64f42d-a1a6-4f08-b97b-0c37f877119f" providerId="ADAL" clId="{2411567F-3985-45FD-B7D3-CBACEEBB75BA}" dt="2025-04-20T19:30:30.973" v="2" actId="47"/>
        <pc:sldMkLst>
          <pc:docMk/>
          <pc:sldMk cId="2977344403" sldId="572"/>
        </pc:sldMkLst>
      </pc:sldChg>
      <pc:sldChg chg="add del">
        <pc:chgData name="Mohammed Fasha" userId="cc64f42d-a1a6-4f08-b97b-0c37f877119f" providerId="ADAL" clId="{2411567F-3985-45FD-B7D3-CBACEEBB75BA}" dt="2025-04-20T19:30:30.973" v="2" actId="47"/>
        <pc:sldMkLst>
          <pc:docMk/>
          <pc:sldMk cId="1023332048" sldId="573"/>
        </pc:sldMkLst>
      </pc:sldChg>
      <pc:sldChg chg="modSp add mod">
        <pc:chgData name="Mohammed Fasha" userId="cc64f42d-a1a6-4f08-b97b-0c37f877119f" providerId="ADAL" clId="{2411567F-3985-45FD-B7D3-CBACEEBB75BA}" dt="2025-05-03T09:45:25.088" v="1279" actId="113"/>
        <pc:sldMkLst>
          <pc:docMk/>
          <pc:sldMk cId="3790624344" sldId="573"/>
        </pc:sldMkLst>
        <pc:spChg chg="mod">
          <ac:chgData name="Mohammed Fasha" userId="cc64f42d-a1a6-4f08-b97b-0c37f877119f" providerId="ADAL" clId="{2411567F-3985-45FD-B7D3-CBACEEBB75BA}" dt="2025-05-03T09:45:25.088" v="1279" actId="113"/>
          <ac:spMkLst>
            <pc:docMk/>
            <pc:sldMk cId="3790624344" sldId="573"/>
            <ac:spMk id="2" creationId="{98A56A98-162F-CB27-E5A8-0362BEADD47F}"/>
          </ac:spMkLst>
        </pc:spChg>
        <pc:spChg chg="mod">
          <ac:chgData name="Mohammed Fasha" userId="cc64f42d-a1a6-4f08-b97b-0c37f877119f" providerId="ADAL" clId="{2411567F-3985-45FD-B7D3-CBACEEBB75BA}" dt="2025-05-03T09:45:21.392" v="1274" actId="21"/>
          <ac:spMkLst>
            <pc:docMk/>
            <pc:sldMk cId="3790624344" sldId="573"/>
            <ac:spMk id="3" creationId="{CB3B7240-6F26-8DB2-33F4-D3F6672F1307}"/>
          </ac:spMkLst>
        </pc:spChg>
      </pc:sldChg>
      <pc:sldChg chg="new del">
        <pc:chgData name="Mohammed Fasha" userId="cc64f42d-a1a6-4f08-b97b-0c37f877119f" providerId="ADAL" clId="{2411567F-3985-45FD-B7D3-CBACEEBB75BA}" dt="2025-05-03T11:03:22.199" v="1313" actId="47"/>
        <pc:sldMkLst>
          <pc:docMk/>
          <pc:sldMk cId="2026703472" sldId="574"/>
        </pc:sldMkLst>
      </pc:sldChg>
      <pc:sldChg chg="add del">
        <pc:chgData name="Mohammed Fasha" userId="cc64f42d-a1a6-4f08-b97b-0c37f877119f" providerId="ADAL" clId="{2411567F-3985-45FD-B7D3-CBACEEBB75BA}" dt="2025-04-20T19:30:30.973" v="2" actId="47"/>
        <pc:sldMkLst>
          <pc:docMk/>
          <pc:sldMk cId="2948433726" sldId="574"/>
        </pc:sldMkLst>
      </pc:sldChg>
      <pc:sldChg chg="add del">
        <pc:chgData name="Mohammed Fasha" userId="cc64f42d-a1a6-4f08-b97b-0c37f877119f" providerId="ADAL" clId="{2411567F-3985-45FD-B7D3-CBACEEBB75BA}" dt="2025-04-20T19:30:30.973" v="2" actId="47"/>
        <pc:sldMkLst>
          <pc:docMk/>
          <pc:sldMk cId="1176656988" sldId="575"/>
        </pc:sldMkLst>
      </pc:sldChg>
      <pc:sldChg chg="add del">
        <pc:chgData name="Mohammed Fasha" userId="cc64f42d-a1a6-4f08-b97b-0c37f877119f" providerId="ADAL" clId="{2411567F-3985-45FD-B7D3-CBACEEBB75BA}" dt="2025-05-03T11:03:22.527" v="1314" actId="47"/>
        <pc:sldMkLst>
          <pc:docMk/>
          <pc:sldMk cId="1484632822" sldId="575"/>
        </pc:sldMkLst>
      </pc:sldChg>
      <pc:sldChg chg="add del">
        <pc:chgData name="Mohammed Fasha" userId="cc64f42d-a1a6-4f08-b97b-0c37f877119f" providerId="ADAL" clId="{2411567F-3985-45FD-B7D3-CBACEEBB75BA}" dt="2025-04-20T19:30:30.973" v="2" actId="47"/>
        <pc:sldMkLst>
          <pc:docMk/>
          <pc:sldMk cId="1672592268" sldId="576"/>
        </pc:sldMkLst>
      </pc:sldChg>
      <pc:sldChg chg="add del">
        <pc:chgData name="Mohammed Fasha" userId="cc64f42d-a1a6-4f08-b97b-0c37f877119f" providerId="ADAL" clId="{2411567F-3985-45FD-B7D3-CBACEEBB75BA}" dt="2025-05-03T11:03:23.233" v="1315" actId="47"/>
        <pc:sldMkLst>
          <pc:docMk/>
          <pc:sldMk cId="2166938421" sldId="576"/>
        </pc:sldMkLst>
      </pc:sldChg>
      <pc:sldChg chg="add del">
        <pc:chgData name="Mohammed Fasha" userId="cc64f42d-a1a6-4f08-b97b-0c37f877119f" providerId="ADAL" clId="{2411567F-3985-45FD-B7D3-CBACEEBB75BA}" dt="2025-05-03T11:03:23.695" v="1316" actId="47"/>
        <pc:sldMkLst>
          <pc:docMk/>
          <pc:sldMk cId="235390071" sldId="577"/>
        </pc:sldMkLst>
      </pc:sldChg>
      <pc:sldChg chg="add del">
        <pc:chgData name="Mohammed Fasha" userId="cc64f42d-a1a6-4f08-b97b-0c37f877119f" providerId="ADAL" clId="{2411567F-3985-45FD-B7D3-CBACEEBB75BA}" dt="2025-04-20T19:30:30.973" v="2" actId="47"/>
        <pc:sldMkLst>
          <pc:docMk/>
          <pc:sldMk cId="3540067521" sldId="577"/>
        </pc:sldMkLst>
      </pc:sldChg>
      <pc:sldChg chg="add del">
        <pc:chgData name="Mohammed Fasha" userId="cc64f42d-a1a6-4f08-b97b-0c37f877119f" providerId="ADAL" clId="{2411567F-3985-45FD-B7D3-CBACEEBB75BA}" dt="2025-05-03T11:03:25.384" v="1317" actId="47"/>
        <pc:sldMkLst>
          <pc:docMk/>
          <pc:sldMk cId="248297738" sldId="578"/>
        </pc:sldMkLst>
      </pc:sldChg>
      <pc:sldChg chg="add del">
        <pc:chgData name="Mohammed Fasha" userId="cc64f42d-a1a6-4f08-b97b-0c37f877119f" providerId="ADAL" clId="{2411567F-3985-45FD-B7D3-CBACEEBB75BA}" dt="2025-04-20T19:30:30.973" v="2" actId="47"/>
        <pc:sldMkLst>
          <pc:docMk/>
          <pc:sldMk cId="1268903903" sldId="578"/>
        </pc:sldMkLst>
      </pc:sldChg>
      <pc:sldChg chg="add del">
        <pc:chgData name="Mohammed Fasha" userId="cc64f42d-a1a6-4f08-b97b-0c37f877119f" providerId="ADAL" clId="{2411567F-3985-45FD-B7D3-CBACEEBB75BA}" dt="2025-04-20T19:30:30.973" v="2" actId="47"/>
        <pc:sldMkLst>
          <pc:docMk/>
          <pc:sldMk cId="1025754460" sldId="579"/>
        </pc:sldMkLst>
      </pc:sldChg>
      <pc:sldChg chg="add del">
        <pc:chgData name="Mohammed Fasha" userId="cc64f42d-a1a6-4f08-b97b-0c37f877119f" providerId="ADAL" clId="{2411567F-3985-45FD-B7D3-CBACEEBB75BA}" dt="2025-05-03T11:03:26.051" v="1318" actId="47"/>
        <pc:sldMkLst>
          <pc:docMk/>
          <pc:sldMk cId="1065828945" sldId="579"/>
        </pc:sldMkLst>
      </pc:sldChg>
      <pc:sldChg chg="add del">
        <pc:chgData name="Mohammed Fasha" userId="cc64f42d-a1a6-4f08-b97b-0c37f877119f" providerId="ADAL" clId="{2411567F-3985-45FD-B7D3-CBACEEBB75BA}" dt="2025-05-03T11:03:27.099" v="1319" actId="47"/>
        <pc:sldMkLst>
          <pc:docMk/>
          <pc:sldMk cId="2680069866" sldId="580"/>
        </pc:sldMkLst>
      </pc:sldChg>
      <pc:sldChg chg="add del">
        <pc:chgData name="Mohammed Fasha" userId="cc64f42d-a1a6-4f08-b97b-0c37f877119f" providerId="ADAL" clId="{2411567F-3985-45FD-B7D3-CBACEEBB75BA}" dt="2025-04-20T19:30:30.973" v="2" actId="47"/>
        <pc:sldMkLst>
          <pc:docMk/>
          <pc:sldMk cId="3611954685" sldId="580"/>
        </pc:sldMkLst>
      </pc:sldChg>
      <pc:sldChg chg="add del">
        <pc:chgData name="Mohammed Fasha" userId="cc64f42d-a1a6-4f08-b97b-0c37f877119f" providerId="ADAL" clId="{2411567F-3985-45FD-B7D3-CBACEEBB75BA}" dt="2025-05-03T11:03:29.476" v="1320" actId="47"/>
        <pc:sldMkLst>
          <pc:docMk/>
          <pc:sldMk cId="3608976800" sldId="581"/>
        </pc:sldMkLst>
      </pc:sldChg>
      <pc:sldChg chg="add del">
        <pc:chgData name="Mohammed Fasha" userId="cc64f42d-a1a6-4f08-b97b-0c37f877119f" providerId="ADAL" clId="{2411567F-3985-45FD-B7D3-CBACEEBB75BA}" dt="2025-04-20T19:30:30.973" v="2" actId="47"/>
        <pc:sldMkLst>
          <pc:docMk/>
          <pc:sldMk cId="3913947880" sldId="581"/>
        </pc:sldMkLst>
      </pc:sldChg>
      <pc:sldChg chg="add del">
        <pc:chgData name="Mohammed Fasha" userId="cc64f42d-a1a6-4f08-b97b-0c37f877119f" providerId="ADAL" clId="{2411567F-3985-45FD-B7D3-CBACEEBB75BA}" dt="2025-05-03T09:46:24.717" v="1295"/>
        <pc:sldMkLst>
          <pc:docMk/>
          <pc:sldMk cId="1395534086" sldId="582"/>
        </pc:sldMkLst>
      </pc:sldChg>
      <pc:sldChg chg="add del">
        <pc:chgData name="Mohammed Fasha" userId="cc64f42d-a1a6-4f08-b97b-0c37f877119f" providerId="ADAL" clId="{2411567F-3985-45FD-B7D3-CBACEEBB75BA}" dt="2025-04-20T19:30:30.973" v="2" actId="47"/>
        <pc:sldMkLst>
          <pc:docMk/>
          <pc:sldMk cId="1910666289" sldId="582"/>
        </pc:sldMkLst>
      </pc:sldChg>
      <pc:sldChg chg="addSp delSp modSp new add del mod modClrScheme chgLayout">
        <pc:chgData name="Mohammed Fasha" userId="cc64f42d-a1a6-4f08-b97b-0c37f877119f" providerId="ADAL" clId="{2411567F-3985-45FD-B7D3-CBACEEBB75BA}" dt="2025-05-03T09:46:25.385" v="1296" actId="2696"/>
        <pc:sldMkLst>
          <pc:docMk/>
          <pc:sldMk cId="2573600018" sldId="582"/>
        </pc:sldMkLst>
        <pc:spChg chg="del">
          <ac:chgData name="Mohammed Fasha" userId="cc64f42d-a1a6-4f08-b97b-0c37f877119f" providerId="ADAL" clId="{2411567F-3985-45FD-B7D3-CBACEEBB75BA}" dt="2025-05-03T09:46:00.050" v="1289" actId="700"/>
          <ac:spMkLst>
            <pc:docMk/>
            <pc:sldMk cId="2573600018" sldId="582"/>
            <ac:spMk id="2" creationId="{AB2457F8-9832-AB83-3833-9E1E5BA18475}"/>
          </ac:spMkLst>
        </pc:spChg>
        <pc:spChg chg="del">
          <ac:chgData name="Mohammed Fasha" userId="cc64f42d-a1a6-4f08-b97b-0c37f877119f" providerId="ADAL" clId="{2411567F-3985-45FD-B7D3-CBACEEBB75BA}" dt="2025-05-03T09:46:00.050" v="1289" actId="700"/>
          <ac:spMkLst>
            <pc:docMk/>
            <pc:sldMk cId="2573600018" sldId="582"/>
            <ac:spMk id="3" creationId="{F45A44FD-F263-465B-38CD-CC2F923C7C44}"/>
          </ac:spMkLst>
        </pc:spChg>
        <pc:picChg chg="add mod">
          <ac:chgData name="Mohammed Fasha" userId="cc64f42d-a1a6-4f08-b97b-0c37f877119f" providerId="ADAL" clId="{2411567F-3985-45FD-B7D3-CBACEEBB75BA}" dt="2025-05-03T09:46:08.702" v="1292" actId="1076"/>
          <ac:picMkLst>
            <pc:docMk/>
            <pc:sldMk cId="2573600018" sldId="582"/>
            <ac:picMk id="3074" creationId="{018DAB32-B32C-D5DF-930C-CAE823F235E8}"/>
          </ac:picMkLst>
        </pc:picChg>
      </pc:sldChg>
      <pc:sldChg chg="add del">
        <pc:chgData name="Mohammed Fasha" userId="cc64f42d-a1a6-4f08-b97b-0c37f877119f" providerId="ADAL" clId="{2411567F-3985-45FD-B7D3-CBACEEBB75BA}" dt="2025-04-20T19:30:30.973" v="2" actId="47"/>
        <pc:sldMkLst>
          <pc:docMk/>
          <pc:sldMk cId="2077761126" sldId="583"/>
        </pc:sldMkLst>
      </pc:sldChg>
      <pc:sldChg chg="addSp delSp new mod modClrScheme chgLayout">
        <pc:chgData name="Mohammed Fasha" userId="cc64f42d-a1a6-4f08-b97b-0c37f877119f" providerId="ADAL" clId="{2411567F-3985-45FD-B7D3-CBACEEBB75BA}" dt="2025-05-03T09:47:02.207" v="1299"/>
        <pc:sldMkLst>
          <pc:docMk/>
          <pc:sldMk cId="2141008025" sldId="583"/>
        </pc:sldMkLst>
        <pc:spChg chg="del">
          <ac:chgData name="Mohammed Fasha" userId="cc64f42d-a1a6-4f08-b97b-0c37f877119f" providerId="ADAL" clId="{2411567F-3985-45FD-B7D3-CBACEEBB75BA}" dt="2025-05-03T09:47:00.993" v="1298" actId="700"/>
          <ac:spMkLst>
            <pc:docMk/>
            <pc:sldMk cId="2141008025" sldId="583"/>
            <ac:spMk id="2" creationId="{42085602-31DB-F837-4BE7-149FE3505B5A}"/>
          </ac:spMkLst>
        </pc:spChg>
        <pc:spChg chg="del">
          <ac:chgData name="Mohammed Fasha" userId="cc64f42d-a1a6-4f08-b97b-0c37f877119f" providerId="ADAL" clId="{2411567F-3985-45FD-B7D3-CBACEEBB75BA}" dt="2025-05-03T09:47:00.993" v="1298" actId="700"/>
          <ac:spMkLst>
            <pc:docMk/>
            <pc:sldMk cId="2141008025" sldId="583"/>
            <ac:spMk id="3" creationId="{57BC0E4B-C71B-D834-1AF8-88720F53182F}"/>
          </ac:spMkLst>
        </pc:spChg>
        <pc:picChg chg="add">
          <ac:chgData name="Mohammed Fasha" userId="cc64f42d-a1a6-4f08-b97b-0c37f877119f" providerId="ADAL" clId="{2411567F-3985-45FD-B7D3-CBACEEBB75BA}" dt="2025-05-03T09:47:02.207" v="1299"/>
          <ac:picMkLst>
            <pc:docMk/>
            <pc:sldMk cId="2141008025" sldId="583"/>
            <ac:picMk id="4098" creationId="{AC23D1C9-E5DC-140C-FCC0-DE812D2F01E5}"/>
          </ac:picMkLst>
        </pc:picChg>
      </pc:sldChg>
      <pc:sldChg chg="add del">
        <pc:chgData name="Mohammed Fasha" userId="cc64f42d-a1a6-4f08-b97b-0c37f877119f" providerId="ADAL" clId="{2411567F-3985-45FD-B7D3-CBACEEBB75BA}" dt="2025-04-20T19:30:30.973" v="2" actId="47"/>
        <pc:sldMkLst>
          <pc:docMk/>
          <pc:sldMk cId="322781112" sldId="584"/>
        </pc:sldMkLst>
      </pc:sldChg>
      <pc:sldChg chg="addSp delSp modSp new del mod modClrScheme chgLayout">
        <pc:chgData name="Mohammed Fasha" userId="cc64f42d-a1a6-4f08-b97b-0c37f877119f" providerId="ADAL" clId="{2411567F-3985-45FD-B7D3-CBACEEBB75BA}" dt="2025-05-03T12:32:15.702" v="3587" actId="47"/>
        <pc:sldMkLst>
          <pc:docMk/>
          <pc:sldMk cId="2094121808" sldId="584"/>
        </pc:sldMkLst>
        <pc:spChg chg="del mod ord">
          <ac:chgData name="Mohammed Fasha" userId="cc64f42d-a1a6-4f08-b97b-0c37f877119f" providerId="ADAL" clId="{2411567F-3985-45FD-B7D3-CBACEEBB75BA}" dt="2025-05-03T11:03:54.140" v="1323" actId="700"/>
          <ac:spMkLst>
            <pc:docMk/>
            <pc:sldMk cId="2094121808" sldId="584"/>
            <ac:spMk id="2" creationId="{284EE1E4-547A-9F82-7205-B84AD1DEAEC2}"/>
          </ac:spMkLst>
        </pc:spChg>
        <pc:spChg chg="del">
          <ac:chgData name="Mohammed Fasha" userId="cc64f42d-a1a6-4f08-b97b-0c37f877119f" providerId="ADAL" clId="{2411567F-3985-45FD-B7D3-CBACEEBB75BA}" dt="2025-05-03T11:03:54.140" v="1323" actId="700"/>
          <ac:spMkLst>
            <pc:docMk/>
            <pc:sldMk cId="2094121808" sldId="584"/>
            <ac:spMk id="3" creationId="{6DBCE71B-AB18-2F28-94D8-67FA350C5F7B}"/>
          </ac:spMkLst>
        </pc:spChg>
        <pc:spChg chg="add del mod ord">
          <ac:chgData name="Mohammed Fasha" userId="cc64f42d-a1a6-4f08-b97b-0c37f877119f" providerId="ADAL" clId="{2411567F-3985-45FD-B7D3-CBACEEBB75BA}" dt="2025-05-03T11:03:58.055" v="1324" actId="700"/>
          <ac:spMkLst>
            <pc:docMk/>
            <pc:sldMk cId="2094121808" sldId="584"/>
            <ac:spMk id="4" creationId="{A60E5F00-C6DA-354F-93C4-AD92496C53DE}"/>
          </ac:spMkLst>
        </pc:spChg>
        <pc:spChg chg="add mod ord">
          <ac:chgData name="Mohammed Fasha" userId="cc64f42d-a1a6-4f08-b97b-0c37f877119f" providerId="ADAL" clId="{2411567F-3985-45FD-B7D3-CBACEEBB75BA}" dt="2025-05-03T12:16:28.357" v="3441" actId="20577"/>
          <ac:spMkLst>
            <pc:docMk/>
            <pc:sldMk cId="2094121808" sldId="584"/>
            <ac:spMk id="5" creationId="{8E5E4617-4402-4F23-05F1-5362DDB68564}"/>
          </ac:spMkLst>
        </pc:spChg>
        <pc:spChg chg="add mod ord">
          <ac:chgData name="Mohammed Fasha" userId="cc64f42d-a1a6-4f08-b97b-0c37f877119f" providerId="ADAL" clId="{2411567F-3985-45FD-B7D3-CBACEEBB75BA}" dt="2025-05-03T11:03:58.055" v="1324" actId="700"/>
          <ac:spMkLst>
            <pc:docMk/>
            <pc:sldMk cId="2094121808" sldId="584"/>
            <ac:spMk id="6" creationId="{61350FF2-5B4C-5E88-2D51-DCF4ABA6BF7A}"/>
          </ac:spMkLst>
        </pc:spChg>
      </pc:sldChg>
      <pc:sldChg chg="new del">
        <pc:chgData name="Mohammed Fasha" userId="cc64f42d-a1a6-4f08-b97b-0c37f877119f" providerId="ADAL" clId="{2411567F-3985-45FD-B7D3-CBACEEBB75BA}" dt="2025-05-03T09:49:03.586" v="1303" actId="2696"/>
        <pc:sldMkLst>
          <pc:docMk/>
          <pc:sldMk cId="2444302903" sldId="584"/>
        </pc:sldMkLst>
      </pc:sldChg>
      <pc:sldChg chg="modSp add mod">
        <pc:chgData name="Mohammed Fasha" userId="cc64f42d-a1a6-4f08-b97b-0c37f877119f" providerId="ADAL" clId="{2411567F-3985-45FD-B7D3-CBACEEBB75BA}" dt="2025-05-03T12:24:36.272" v="3548" actId="6549"/>
        <pc:sldMkLst>
          <pc:docMk/>
          <pc:sldMk cId="244592720" sldId="585"/>
        </pc:sldMkLst>
        <pc:spChg chg="mod">
          <ac:chgData name="Mohammed Fasha" userId="cc64f42d-a1a6-4f08-b97b-0c37f877119f" providerId="ADAL" clId="{2411567F-3985-45FD-B7D3-CBACEEBB75BA}" dt="2025-05-03T12:24:36.272" v="3548" actId="6549"/>
          <ac:spMkLst>
            <pc:docMk/>
            <pc:sldMk cId="244592720" sldId="585"/>
            <ac:spMk id="2" creationId="{E9AF544E-042D-F745-4D9F-AC7D4FB84F5F}"/>
          </ac:spMkLst>
        </pc:spChg>
        <pc:spChg chg="mod">
          <ac:chgData name="Mohammed Fasha" userId="cc64f42d-a1a6-4f08-b97b-0c37f877119f" providerId="ADAL" clId="{2411567F-3985-45FD-B7D3-CBACEEBB75BA}" dt="2025-05-03T12:21:26.572" v="3510" actId="20577"/>
          <ac:spMkLst>
            <pc:docMk/>
            <pc:sldMk cId="244592720" sldId="585"/>
            <ac:spMk id="3" creationId="{88C908DC-1F9C-FDAB-C897-BDECE5DBB02A}"/>
          </ac:spMkLst>
        </pc:spChg>
      </pc:sldChg>
      <pc:sldChg chg="add del">
        <pc:chgData name="Mohammed Fasha" userId="cc64f42d-a1a6-4f08-b97b-0c37f877119f" providerId="ADAL" clId="{2411567F-3985-45FD-B7D3-CBACEEBB75BA}" dt="2025-04-20T19:30:30.973" v="2" actId="47"/>
        <pc:sldMkLst>
          <pc:docMk/>
          <pc:sldMk cId="3067591480" sldId="585"/>
        </pc:sldMkLst>
      </pc:sldChg>
      <pc:sldChg chg="addSp modSp new del mod">
        <pc:chgData name="Mohammed Fasha" userId="cc64f42d-a1a6-4f08-b97b-0c37f877119f" providerId="ADAL" clId="{2411567F-3985-45FD-B7D3-CBACEEBB75BA}" dt="2025-05-03T12:20:57.735" v="3495" actId="2696"/>
        <pc:sldMkLst>
          <pc:docMk/>
          <pc:sldMk cId="3218875141" sldId="585"/>
        </pc:sldMkLst>
        <pc:spChg chg="mod">
          <ac:chgData name="Mohammed Fasha" userId="cc64f42d-a1a6-4f08-b97b-0c37f877119f" providerId="ADAL" clId="{2411567F-3985-45FD-B7D3-CBACEEBB75BA}" dt="2025-05-03T11:17:57.241" v="1652" actId="6549"/>
          <ac:spMkLst>
            <pc:docMk/>
            <pc:sldMk cId="3218875141" sldId="585"/>
            <ac:spMk id="2" creationId="{E9AF544E-042D-F745-4D9F-AC7D4FB84F5F}"/>
          </ac:spMkLst>
        </pc:spChg>
        <pc:spChg chg="mod ord">
          <ac:chgData name="Mohammed Fasha" userId="cc64f42d-a1a6-4f08-b97b-0c37f877119f" providerId="ADAL" clId="{2411567F-3985-45FD-B7D3-CBACEEBB75BA}" dt="2025-05-03T12:20:28.758" v="3494" actId="166"/>
          <ac:spMkLst>
            <pc:docMk/>
            <pc:sldMk cId="3218875141" sldId="585"/>
            <ac:spMk id="3" creationId="{88C908DC-1F9C-FDAB-C897-BDECE5DBB02A}"/>
          </ac:spMkLst>
        </pc:spChg>
        <pc:picChg chg="add mod">
          <ac:chgData name="Mohammed Fasha" userId="cc64f42d-a1a6-4f08-b97b-0c37f877119f" providerId="ADAL" clId="{2411567F-3985-45FD-B7D3-CBACEEBB75BA}" dt="2025-05-03T11:10:21.561" v="1350" actId="1076"/>
          <ac:picMkLst>
            <pc:docMk/>
            <pc:sldMk cId="3218875141" sldId="585"/>
            <ac:picMk id="4" creationId="{15E627D0-4C13-8D1B-10C0-F2C8C3505FC2}"/>
          </ac:picMkLst>
        </pc:picChg>
      </pc:sldChg>
      <pc:sldChg chg="add del">
        <pc:chgData name="Mohammed Fasha" userId="cc64f42d-a1a6-4f08-b97b-0c37f877119f" providerId="ADAL" clId="{2411567F-3985-45FD-B7D3-CBACEEBB75BA}" dt="2025-04-20T19:30:30.973" v="2" actId="47"/>
        <pc:sldMkLst>
          <pc:docMk/>
          <pc:sldMk cId="1822846115" sldId="586"/>
        </pc:sldMkLst>
      </pc:sldChg>
      <pc:sldChg chg="addSp delSp modSp new del mod modClrScheme chgLayout">
        <pc:chgData name="Mohammed Fasha" userId="cc64f42d-a1a6-4f08-b97b-0c37f877119f" providerId="ADAL" clId="{2411567F-3985-45FD-B7D3-CBACEEBB75BA}" dt="2025-05-03T11:35:27.947" v="2251" actId="47"/>
        <pc:sldMkLst>
          <pc:docMk/>
          <pc:sldMk cId="3282929450" sldId="586"/>
        </pc:sldMkLst>
        <pc:spChg chg="del mod ord">
          <ac:chgData name="Mohammed Fasha" userId="cc64f42d-a1a6-4f08-b97b-0c37f877119f" providerId="ADAL" clId="{2411567F-3985-45FD-B7D3-CBACEEBB75BA}" dt="2025-05-03T11:13:39.764" v="1508" actId="478"/>
          <ac:spMkLst>
            <pc:docMk/>
            <pc:sldMk cId="3282929450" sldId="586"/>
            <ac:spMk id="2" creationId="{39C89892-2B8F-F5A0-972D-5C3923D829A7}"/>
          </ac:spMkLst>
        </pc:spChg>
        <pc:spChg chg="mod ord">
          <ac:chgData name="Mohammed Fasha" userId="cc64f42d-a1a6-4f08-b97b-0c37f877119f" providerId="ADAL" clId="{2411567F-3985-45FD-B7D3-CBACEEBB75BA}" dt="2025-05-03T11:34:40.913" v="2231" actId="21"/>
          <ac:spMkLst>
            <pc:docMk/>
            <pc:sldMk cId="3282929450" sldId="586"/>
            <ac:spMk id="3" creationId="{C35EC18B-B1AC-D058-C64E-B954D34425AC}"/>
          </ac:spMkLst>
        </pc:spChg>
        <pc:spChg chg="add mod">
          <ac:chgData name="Mohammed Fasha" userId="cc64f42d-a1a6-4f08-b97b-0c37f877119f" providerId="ADAL" clId="{2411567F-3985-45FD-B7D3-CBACEEBB75BA}" dt="2025-05-03T11:14:59.587" v="1613" actId="21"/>
          <ac:spMkLst>
            <pc:docMk/>
            <pc:sldMk cId="3282929450" sldId="586"/>
            <ac:spMk id="4" creationId="{51AD054A-F5E1-2BB0-413C-373F7AB2D52C}"/>
          </ac:spMkLst>
        </pc:spChg>
        <pc:picChg chg="add mod">
          <ac:chgData name="Mohammed Fasha" userId="cc64f42d-a1a6-4f08-b97b-0c37f877119f" providerId="ADAL" clId="{2411567F-3985-45FD-B7D3-CBACEEBB75BA}" dt="2025-05-03T11:15:28.664" v="1635" actId="1076"/>
          <ac:picMkLst>
            <pc:docMk/>
            <pc:sldMk cId="3282929450" sldId="586"/>
            <ac:picMk id="1026" creationId="{365DB695-6F15-EC50-869C-C7C81D03BF80}"/>
          </ac:picMkLst>
        </pc:picChg>
      </pc:sldChg>
      <pc:sldChg chg="modSp new del mod">
        <pc:chgData name="Mohammed Fasha" userId="cc64f42d-a1a6-4f08-b97b-0c37f877119f" providerId="ADAL" clId="{2411567F-3985-45FD-B7D3-CBACEEBB75BA}" dt="2025-05-03T11:11:44.811" v="1485" actId="47"/>
        <pc:sldMkLst>
          <pc:docMk/>
          <pc:sldMk cId="3691209255" sldId="586"/>
        </pc:sldMkLst>
        <pc:spChg chg="mod">
          <ac:chgData name="Mohammed Fasha" userId="cc64f42d-a1a6-4f08-b97b-0c37f877119f" providerId="ADAL" clId="{2411567F-3985-45FD-B7D3-CBACEEBB75BA}" dt="2025-05-03T11:11:11.614" v="1472" actId="21"/>
          <ac:spMkLst>
            <pc:docMk/>
            <pc:sldMk cId="3691209255" sldId="586"/>
            <ac:spMk id="3" creationId="{0B780F8C-2A39-72AA-AFC1-1CF8F3369A5F}"/>
          </ac:spMkLst>
        </pc:spChg>
      </pc:sldChg>
      <pc:sldChg chg="addSp modSp new del mod modClrScheme chgLayout">
        <pc:chgData name="Mohammed Fasha" userId="cc64f42d-a1a6-4f08-b97b-0c37f877119f" providerId="ADAL" clId="{2411567F-3985-45FD-B7D3-CBACEEBB75BA}" dt="2025-05-03T11:47:38.156" v="2301" actId="47"/>
        <pc:sldMkLst>
          <pc:docMk/>
          <pc:sldMk cId="637739898" sldId="587"/>
        </pc:sldMkLst>
        <pc:spChg chg="add mod">
          <ac:chgData name="Mohammed Fasha" userId="cc64f42d-a1a6-4f08-b97b-0c37f877119f" providerId="ADAL" clId="{2411567F-3985-45FD-B7D3-CBACEEBB75BA}" dt="2025-05-03T11:36:10.686" v="2261" actId="113"/>
          <ac:spMkLst>
            <pc:docMk/>
            <pc:sldMk cId="637739898" sldId="587"/>
            <ac:spMk id="2" creationId="{C228CF4A-4ACC-AAC7-FDFC-08CB50133BA8}"/>
          </ac:spMkLst>
        </pc:spChg>
        <pc:spChg chg="add mod">
          <ac:chgData name="Mohammed Fasha" userId="cc64f42d-a1a6-4f08-b97b-0c37f877119f" providerId="ADAL" clId="{2411567F-3985-45FD-B7D3-CBACEEBB75BA}" dt="2025-05-03T11:36:07.517" v="2256" actId="27636"/>
          <ac:spMkLst>
            <pc:docMk/>
            <pc:sldMk cId="637739898" sldId="587"/>
            <ac:spMk id="3" creationId="{F82980C7-0081-C69D-9E40-7C937BD1BDE4}"/>
          </ac:spMkLst>
        </pc:spChg>
      </pc:sldChg>
      <pc:sldChg chg="add del">
        <pc:chgData name="Mohammed Fasha" userId="cc64f42d-a1a6-4f08-b97b-0c37f877119f" providerId="ADAL" clId="{2411567F-3985-45FD-B7D3-CBACEEBB75BA}" dt="2025-04-20T19:30:30.973" v="2" actId="47"/>
        <pc:sldMkLst>
          <pc:docMk/>
          <pc:sldMk cId="1196054167" sldId="587"/>
        </pc:sldMkLst>
      </pc:sldChg>
      <pc:sldChg chg="add del">
        <pc:chgData name="Mohammed Fasha" userId="cc64f42d-a1a6-4f08-b97b-0c37f877119f" providerId="ADAL" clId="{2411567F-3985-45FD-B7D3-CBACEEBB75BA}" dt="2025-04-20T19:30:30.973" v="2" actId="47"/>
        <pc:sldMkLst>
          <pc:docMk/>
          <pc:sldMk cId="313857250" sldId="588"/>
        </pc:sldMkLst>
      </pc:sldChg>
      <pc:sldChg chg="addSp modSp new del mod modClrScheme chgLayout">
        <pc:chgData name="Mohammed Fasha" userId="cc64f42d-a1a6-4f08-b97b-0c37f877119f" providerId="ADAL" clId="{2411567F-3985-45FD-B7D3-CBACEEBB75BA}" dt="2025-05-03T11:17:54.292" v="1649" actId="47"/>
        <pc:sldMkLst>
          <pc:docMk/>
          <pc:sldMk cId="1460978644" sldId="588"/>
        </pc:sldMkLst>
        <pc:spChg chg="add mod">
          <ac:chgData name="Mohammed Fasha" userId="cc64f42d-a1a6-4f08-b97b-0c37f877119f" providerId="ADAL" clId="{2411567F-3985-45FD-B7D3-CBACEEBB75BA}" dt="2025-05-03T11:15:57.977" v="1646" actId="27636"/>
          <ac:spMkLst>
            <pc:docMk/>
            <pc:sldMk cId="1460978644" sldId="588"/>
            <ac:spMk id="2" creationId="{58F6A1E2-7517-23D5-7E9E-A817AB6A31DC}"/>
          </ac:spMkLst>
        </pc:spChg>
        <pc:spChg chg="add mod">
          <ac:chgData name="Mohammed Fasha" userId="cc64f42d-a1a6-4f08-b97b-0c37f877119f" providerId="ADAL" clId="{2411567F-3985-45FD-B7D3-CBACEEBB75BA}" dt="2025-05-03T11:15:59.243" v="1647"/>
          <ac:spMkLst>
            <pc:docMk/>
            <pc:sldMk cId="1460978644" sldId="588"/>
            <ac:spMk id="3" creationId="{D534D983-2AE4-ADC8-36FE-9530C2AAB654}"/>
          </ac:spMkLst>
        </pc:spChg>
      </pc:sldChg>
      <pc:sldChg chg="addSp modSp new mod">
        <pc:chgData name="Mohammed Fasha" userId="cc64f42d-a1a6-4f08-b97b-0c37f877119f" providerId="ADAL" clId="{2411567F-3985-45FD-B7D3-CBACEEBB75BA}" dt="2025-05-03T11:30:31.322" v="2101" actId="14100"/>
        <pc:sldMkLst>
          <pc:docMk/>
          <pc:sldMk cId="1763817807" sldId="588"/>
        </pc:sldMkLst>
        <pc:spChg chg="mod">
          <ac:chgData name="Mohammed Fasha" userId="cc64f42d-a1a6-4f08-b97b-0c37f877119f" providerId="ADAL" clId="{2411567F-3985-45FD-B7D3-CBACEEBB75BA}" dt="2025-05-03T11:27:17.493" v="1868" actId="113"/>
          <ac:spMkLst>
            <pc:docMk/>
            <pc:sldMk cId="1763817807" sldId="588"/>
            <ac:spMk id="2" creationId="{6CC9E584-CE5E-D143-EF31-579BC9D43E4F}"/>
          </ac:spMkLst>
        </pc:spChg>
        <pc:spChg chg="mod">
          <ac:chgData name="Mohammed Fasha" userId="cc64f42d-a1a6-4f08-b97b-0c37f877119f" providerId="ADAL" clId="{2411567F-3985-45FD-B7D3-CBACEEBB75BA}" dt="2025-05-03T11:30:31.322" v="2101" actId="14100"/>
          <ac:spMkLst>
            <pc:docMk/>
            <pc:sldMk cId="1763817807" sldId="588"/>
            <ac:spMk id="3" creationId="{53673CF2-56F6-6CCA-9999-F624A23F97F1}"/>
          </ac:spMkLst>
        </pc:spChg>
        <pc:picChg chg="add mod">
          <ac:chgData name="Mohammed Fasha" userId="cc64f42d-a1a6-4f08-b97b-0c37f877119f" providerId="ADAL" clId="{2411567F-3985-45FD-B7D3-CBACEEBB75BA}" dt="2025-05-03T11:30:24.425" v="2100" actId="1076"/>
          <ac:picMkLst>
            <pc:docMk/>
            <pc:sldMk cId="1763817807" sldId="588"/>
            <ac:picMk id="5" creationId="{75282D84-8252-76A9-6524-B440A1156BE2}"/>
          </ac:picMkLst>
        </pc:picChg>
      </pc:sldChg>
      <pc:sldChg chg="modSp new del mod">
        <pc:chgData name="Mohammed Fasha" userId="cc64f42d-a1a6-4f08-b97b-0c37f877119f" providerId="ADAL" clId="{2411567F-3985-45FD-B7D3-CBACEEBB75BA}" dt="2025-05-03T12:01:30.217" v="3140" actId="47"/>
        <pc:sldMkLst>
          <pc:docMk/>
          <pc:sldMk cId="1833930321" sldId="589"/>
        </pc:sldMkLst>
        <pc:spChg chg="mod">
          <ac:chgData name="Mohammed Fasha" userId="cc64f42d-a1a6-4f08-b97b-0c37f877119f" providerId="ADAL" clId="{2411567F-3985-45FD-B7D3-CBACEEBB75BA}" dt="2025-05-03T11:28:38.735" v="2095" actId="113"/>
          <ac:spMkLst>
            <pc:docMk/>
            <pc:sldMk cId="1833930321" sldId="589"/>
            <ac:spMk id="2" creationId="{93C04959-40BC-58E9-E830-8A5B3600DBF2}"/>
          </ac:spMkLst>
        </pc:spChg>
        <pc:spChg chg="mod">
          <ac:chgData name="Mohammed Fasha" userId="cc64f42d-a1a6-4f08-b97b-0c37f877119f" providerId="ADAL" clId="{2411567F-3985-45FD-B7D3-CBACEEBB75BA}" dt="2025-05-03T11:28:34.952" v="2090" actId="21"/>
          <ac:spMkLst>
            <pc:docMk/>
            <pc:sldMk cId="1833930321" sldId="589"/>
            <ac:spMk id="3" creationId="{2515CC61-E30B-ED3D-A53F-5A1EC39852CC}"/>
          </ac:spMkLst>
        </pc:spChg>
      </pc:sldChg>
      <pc:sldChg chg="add del">
        <pc:chgData name="Mohammed Fasha" userId="cc64f42d-a1a6-4f08-b97b-0c37f877119f" providerId="ADAL" clId="{2411567F-3985-45FD-B7D3-CBACEEBB75BA}" dt="2025-04-20T19:30:30.973" v="2" actId="47"/>
        <pc:sldMkLst>
          <pc:docMk/>
          <pc:sldMk cId="3248123203" sldId="589"/>
        </pc:sldMkLst>
      </pc:sldChg>
      <pc:sldChg chg="modSp new add del mod">
        <pc:chgData name="Mohammed Fasha" userId="cc64f42d-a1a6-4f08-b97b-0c37f877119f" providerId="ADAL" clId="{2411567F-3985-45FD-B7D3-CBACEEBB75BA}" dt="2025-05-03T12:10:36.445" v="3281" actId="47"/>
        <pc:sldMkLst>
          <pc:docMk/>
          <pc:sldMk cId="2628657107" sldId="590"/>
        </pc:sldMkLst>
        <pc:spChg chg="mod">
          <ac:chgData name="Mohammed Fasha" userId="cc64f42d-a1a6-4f08-b97b-0c37f877119f" providerId="ADAL" clId="{2411567F-3985-45FD-B7D3-CBACEEBB75BA}" dt="2025-05-03T11:31:29.208" v="2110" actId="113"/>
          <ac:spMkLst>
            <pc:docMk/>
            <pc:sldMk cId="2628657107" sldId="590"/>
            <ac:spMk id="2" creationId="{B3AA0510-B12C-EE5D-489E-0A0906C6760D}"/>
          </ac:spMkLst>
        </pc:spChg>
        <pc:spChg chg="mod">
          <ac:chgData name="Mohammed Fasha" userId="cc64f42d-a1a6-4f08-b97b-0c37f877119f" providerId="ADAL" clId="{2411567F-3985-45FD-B7D3-CBACEEBB75BA}" dt="2025-05-03T11:31:45.261" v="2203" actId="20577"/>
          <ac:spMkLst>
            <pc:docMk/>
            <pc:sldMk cId="2628657107" sldId="590"/>
            <ac:spMk id="3" creationId="{B54541AD-EEB6-D63A-BCFF-D6A65BE887C5}"/>
          </ac:spMkLst>
        </pc:spChg>
      </pc:sldChg>
      <pc:sldChg chg="add del">
        <pc:chgData name="Mohammed Fasha" userId="cc64f42d-a1a6-4f08-b97b-0c37f877119f" providerId="ADAL" clId="{2411567F-3985-45FD-B7D3-CBACEEBB75BA}" dt="2025-04-20T19:30:30.973" v="2" actId="47"/>
        <pc:sldMkLst>
          <pc:docMk/>
          <pc:sldMk cId="2710591063" sldId="590"/>
        </pc:sldMkLst>
      </pc:sldChg>
      <pc:sldChg chg="add del">
        <pc:chgData name="Mohammed Fasha" userId="cc64f42d-a1a6-4f08-b97b-0c37f877119f" providerId="ADAL" clId="{2411567F-3985-45FD-B7D3-CBACEEBB75BA}" dt="2025-04-20T19:30:30.973" v="2" actId="47"/>
        <pc:sldMkLst>
          <pc:docMk/>
          <pc:sldMk cId="2099531688" sldId="591"/>
        </pc:sldMkLst>
      </pc:sldChg>
      <pc:sldChg chg="new del">
        <pc:chgData name="Mohammed Fasha" userId="cc64f42d-a1a6-4f08-b97b-0c37f877119f" providerId="ADAL" clId="{2411567F-3985-45FD-B7D3-CBACEEBB75BA}" dt="2025-05-03T11:33:05.680" v="2211" actId="47"/>
        <pc:sldMkLst>
          <pc:docMk/>
          <pc:sldMk cId="3452709233" sldId="591"/>
        </pc:sldMkLst>
      </pc:sldChg>
      <pc:sldChg chg="addSp modSp new mod modClrScheme chgLayout">
        <pc:chgData name="Mohammed Fasha" userId="cc64f42d-a1a6-4f08-b97b-0c37f877119f" providerId="ADAL" clId="{2411567F-3985-45FD-B7D3-CBACEEBB75BA}" dt="2025-05-03T12:19:51.496" v="3483" actId="1076"/>
        <pc:sldMkLst>
          <pc:docMk/>
          <pc:sldMk cId="4272025856" sldId="591"/>
        </pc:sldMkLst>
        <pc:spChg chg="add mod">
          <ac:chgData name="Mohammed Fasha" userId="cc64f42d-a1a6-4f08-b97b-0c37f877119f" providerId="ADAL" clId="{2411567F-3985-45FD-B7D3-CBACEEBB75BA}" dt="2025-05-03T11:34:21.602" v="2227" actId="113"/>
          <ac:spMkLst>
            <pc:docMk/>
            <pc:sldMk cId="4272025856" sldId="591"/>
            <ac:spMk id="2" creationId="{6CDC2B1A-56A6-621A-9C18-9373567AE2DB}"/>
          </ac:spMkLst>
        </pc:spChg>
        <pc:spChg chg="add mod">
          <ac:chgData name="Mohammed Fasha" userId="cc64f42d-a1a6-4f08-b97b-0c37f877119f" providerId="ADAL" clId="{2411567F-3985-45FD-B7D3-CBACEEBB75BA}" dt="2025-05-03T12:19:47.782" v="3482" actId="27636"/>
          <ac:spMkLst>
            <pc:docMk/>
            <pc:sldMk cId="4272025856" sldId="591"/>
            <ac:spMk id="3" creationId="{E2E0BD06-92AA-3781-6B33-14A0E8651776}"/>
          </ac:spMkLst>
        </pc:spChg>
        <pc:picChg chg="add mod">
          <ac:chgData name="Mohammed Fasha" userId="cc64f42d-a1a6-4f08-b97b-0c37f877119f" providerId="ADAL" clId="{2411567F-3985-45FD-B7D3-CBACEEBB75BA}" dt="2025-05-03T12:19:51.496" v="3483" actId="1076"/>
          <ac:picMkLst>
            <pc:docMk/>
            <pc:sldMk cId="4272025856" sldId="591"/>
            <ac:picMk id="4" creationId="{32F265C6-D037-7AE2-E877-00EFC046BE34}"/>
          </ac:picMkLst>
        </pc:picChg>
      </pc:sldChg>
      <pc:sldChg chg="modSp new del mod">
        <pc:chgData name="Mohammed Fasha" userId="cc64f42d-a1a6-4f08-b97b-0c37f877119f" providerId="ADAL" clId="{2411567F-3985-45FD-B7D3-CBACEEBB75BA}" dt="2025-05-03T11:48:14.282" v="2453" actId="47"/>
        <pc:sldMkLst>
          <pc:docMk/>
          <pc:sldMk cId="528253982" sldId="592"/>
        </pc:sldMkLst>
        <pc:spChg chg="mod">
          <ac:chgData name="Mohammed Fasha" userId="cc64f42d-a1a6-4f08-b97b-0c37f877119f" providerId="ADAL" clId="{2411567F-3985-45FD-B7D3-CBACEEBB75BA}" dt="2025-05-03T11:36:30.821" v="2273" actId="113"/>
          <ac:spMkLst>
            <pc:docMk/>
            <pc:sldMk cId="528253982" sldId="592"/>
            <ac:spMk id="2" creationId="{F9A8E61F-C3D8-2799-3E56-3306374C5AD8}"/>
          </ac:spMkLst>
        </pc:spChg>
        <pc:spChg chg="mod">
          <ac:chgData name="Mohammed Fasha" userId="cc64f42d-a1a6-4f08-b97b-0c37f877119f" providerId="ADAL" clId="{2411567F-3985-45FD-B7D3-CBACEEBB75BA}" dt="2025-05-03T11:36:27.264" v="2268" actId="27636"/>
          <ac:spMkLst>
            <pc:docMk/>
            <pc:sldMk cId="528253982" sldId="592"/>
            <ac:spMk id="3" creationId="{18937A86-22E1-9486-2086-31FAF1ACEBA4}"/>
          </ac:spMkLst>
        </pc:spChg>
      </pc:sldChg>
      <pc:sldChg chg="add del">
        <pc:chgData name="Mohammed Fasha" userId="cc64f42d-a1a6-4f08-b97b-0c37f877119f" providerId="ADAL" clId="{2411567F-3985-45FD-B7D3-CBACEEBB75BA}" dt="2025-04-20T19:30:30.973" v="2" actId="47"/>
        <pc:sldMkLst>
          <pc:docMk/>
          <pc:sldMk cId="679815193" sldId="592"/>
        </pc:sldMkLst>
      </pc:sldChg>
      <pc:sldChg chg="add del">
        <pc:chgData name="Mohammed Fasha" userId="cc64f42d-a1a6-4f08-b97b-0c37f877119f" providerId="ADAL" clId="{2411567F-3985-45FD-B7D3-CBACEEBB75BA}" dt="2025-05-03T11:33:10.893" v="2212" actId="47"/>
        <pc:sldMkLst>
          <pc:docMk/>
          <pc:sldMk cId="3273234062" sldId="592"/>
        </pc:sldMkLst>
      </pc:sldChg>
      <pc:sldChg chg="add del">
        <pc:chgData name="Mohammed Fasha" userId="cc64f42d-a1a6-4f08-b97b-0c37f877119f" providerId="ADAL" clId="{2411567F-3985-45FD-B7D3-CBACEEBB75BA}" dt="2025-05-03T11:33:10.994" v="2213" actId="47"/>
        <pc:sldMkLst>
          <pc:docMk/>
          <pc:sldMk cId="1971762368" sldId="593"/>
        </pc:sldMkLst>
      </pc:sldChg>
      <pc:sldChg chg="modSp add del mod">
        <pc:chgData name="Mohammed Fasha" userId="cc64f42d-a1a6-4f08-b97b-0c37f877119f" providerId="ADAL" clId="{2411567F-3985-45FD-B7D3-CBACEEBB75BA}" dt="2025-05-03T11:52:48.599" v="3024" actId="47"/>
        <pc:sldMkLst>
          <pc:docMk/>
          <pc:sldMk cId="2627421555" sldId="593"/>
        </pc:sldMkLst>
        <pc:spChg chg="mod">
          <ac:chgData name="Mohammed Fasha" userId="cc64f42d-a1a6-4f08-b97b-0c37f877119f" providerId="ADAL" clId="{2411567F-3985-45FD-B7D3-CBACEEBB75BA}" dt="2025-05-03T11:36:48.291" v="2282" actId="113"/>
          <ac:spMkLst>
            <pc:docMk/>
            <pc:sldMk cId="2627421555" sldId="593"/>
            <ac:spMk id="2" creationId="{74D038A7-FC6E-42B0-D444-B32097D0AABE}"/>
          </ac:spMkLst>
        </pc:spChg>
        <pc:spChg chg="mod">
          <ac:chgData name="Mohammed Fasha" userId="cc64f42d-a1a6-4f08-b97b-0c37f877119f" providerId="ADAL" clId="{2411567F-3985-45FD-B7D3-CBACEEBB75BA}" dt="2025-05-03T11:52:20.442" v="3008" actId="21"/>
          <ac:spMkLst>
            <pc:docMk/>
            <pc:sldMk cId="2627421555" sldId="593"/>
            <ac:spMk id="3" creationId="{841E2D14-792F-F124-00F1-BCFDD3F08A5C}"/>
          </ac:spMkLst>
        </pc:spChg>
      </pc:sldChg>
      <pc:sldChg chg="add del">
        <pc:chgData name="Mohammed Fasha" userId="cc64f42d-a1a6-4f08-b97b-0c37f877119f" providerId="ADAL" clId="{2411567F-3985-45FD-B7D3-CBACEEBB75BA}" dt="2025-04-20T19:30:30.973" v="2" actId="47"/>
        <pc:sldMkLst>
          <pc:docMk/>
          <pc:sldMk cId="3936032628" sldId="593"/>
        </pc:sldMkLst>
      </pc:sldChg>
      <pc:sldChg chg="add del">
        <pc:chgData name="Mohammed Fasha" userId="cc64f42d-a1a6-4f08-b97b-0c37f877119f" providerId="ADAL" clId="{2411567F-3985-45FD-B7D3-CBACEEBB75BA}" dt="2025-05-03T11:33:13.326" v="2214" actId="47"/>
        <pc:sldMkLst>
          <pc:docMk/>
          <pc:sldMk cId="853701030" sldId="594"/>
        </pc:sldMkLst>
      </pc:sldChg>
      <pc:sldChg chg="modSp add del mod">
        <pc:chgData name="Mohammed Fasha" userId="cc64f42d-a1a6-4f08-b97b-0c37f877119f" providerId="ADAL" clId="{2411567F-3985-45FD-B7D3-CBACEEBB75BA}" dt="2025-05-03T11:51:45.784" v="2996" actId="47"/>
        <pc:sldMkLst>
          <pc:docMk/>
          <pc:sldMk cId="1245521879" sldId="594"/>
        </pc:sldMkLst>
        <pc:spChg chg="mod">
          <ac:chgData name="Mohammed Fasha" userId="cc64f42d-a1a6-4f08-b97b-0c37f877119f" providerId="ADAL" clId="{2411567F-3985-45FD-B7D3-CBACEEBB75BA}" dt="2025-05-03T11:37:04.275" v="2289" actId="113"/>
          <ac:spMkLst>
            <pc:docMk/>
            <pc:sldMk cId="1245521879" sldId="594"/>
            <ac:spMk id="2" creationId="{ECB4276B-1086-F251-7974-0C0C920D8639}"/>
          </ac:spMkLst>
        </pc:spChg>
        <pc:spChg chg="mod">
          <ac:chgData name="Mohammed Fasha" userId="cc64f42d-a1a6-4f08-b97b-0c37f877119f" providerId="ADAL" clId="{2411567F-3985-45FD-B7D3-CBACEEBB75BA}" dt="2025-05-03T11:37:00.653" v="2284" actId="21"/>
          <ac:spMkLst>
            <pc:docMk/>
            <pc:sldMk cId="1245521879" sldId="594"/>
            <ac:spMk id="3" creationId="{93F73A26-E59D-A0D1-F3E9-979B1F0D0BD9}"/>
          </ac:spMkLst>
        </pc:spChg>
      </pc:sldChg>
      <pc:sldChg chg="add del">
        <pc:chgData name="Mohammed Fasha" userId="cc64f42d-a1a6-4f08-b97b-0c37f877119f" providerId="ADAL" clId="{2411567F-3985-45FD-B7D3-CBACEEBB75BA}" dt="2025-04-20T19:30:30.973" v="2" actId="47"/>
        <pc:sldMkLst>
          <pc:docMk/>
          <pc:sldMk cId="4127777656" sldId="594"/>
        </pc:sldMkLst>
      </pc:sldChg>
      <pc:sldChg chg="add del">
        <pc:chgData name="Mohammed Fasha" userId="cc64f42d-a1a6-4f08-b97b-0c37f877119f" providerId="ADAL" clId="{2411567F-3985-45FD-B7D3-CBACEEBB75BA}" dt="2025-04-20T19:30:30.973" v="2" actId="47"/>
        <pc:sldMkLst>
          <pc:docMk/>
          <pc:sldMk cId="3806487707" sldId="595"/>
        </pc:sldMkLst>
      </pc:sldChg>
      <pc:sldChg chg="modSp new del mod">
        <pc:chgData name="Mohammed Fasha" userId="cc64f42d-a1a6-4f08-b97b-0c37f877119f" providerId="ADAL" clId="{2411567F-3985-45FD-B7D3-CBACEEBB75BA}" dt="2025-05-03T11:51:44.171" v="2995" actId="47"/>
        <pc:sldMkLst>
          <pc:docMk/>
          <pc:sldMk cId="4259302923" sldId="595"/>
        </pc:sldMkLst>
        <pc:spChg chg="mod">
          <ac:chgData name="Mohammed Fasha" userId="cc64f42d-a1a6-4f08-b97b-0c37f877119f" providerId="ADAL" clId="{2411567F-3985-45FD-B7D3-CBACEEBB75BA}" dt="2025-05-03T11:37:22.941" v="2299" actId="113"/>
          <ac:spMkLst>
            <pc:docMk/>
            <pc:sldMk cId="4259302923" sldId="595"/>
            <ac:spMk id="2" creationId="{A53355F3-7A50-D19C-4B11-DDC3CA445332}"/>
          </ac:spMkLst>
        </pc:spChg>
        <pc:spChg chg="mod">
          <ac:chgData name="Mohammed Fasha" userId="cc64f42d-a1a6-4f08-b97b-0c37f877119f" providerId="ADAL" clId="{2411567F-3985-45FD-B7D3-CBACEEBB75BA}" dt="2025-05-03T11:37:19.426" v="2294" actId="27636"/>
          <ac:spMkLst>
            <pc:docMk/>
            <pc:sldMk cId="4259302923" sldId="595"/>
            <ac:spMk id="3" creationId="{B97BD063-31B4-8CE0-6B21-7EE4FFA13A95}"/>
          </ac:spMkLst>
        </pc:spChg>
      </pc:sldChg>
      <pc:sldChg chg="addSp modSp new mod">
        <pc:chgData name="Mohammed Fasha" userId="cc64f42d-a1a6-4f08-b97b-0c37f877119f" providerId="ADAL" clId="{2411567F-3985-45FD-B7D3-CBACEEBB75BA}" dt="2025-05-03T11:52:40.263" v="3023" actId="20577"/>
        <pc:sldMkLst>
          <pc:docMk/>
          <pc:sldMk cId="1266100504" sldId="596"/>
        </pc:sldMkLst>
        <pc:spChg chg="mod">
          <ac:chgData name="Mohammed Fasha" userId="cc64f42d-a1a6-4f08-b97b-0c37f877119f" providerId="ADAL" clId="{2411567F-3985-45FD-B7D3-CBACEEBB75BA}" dt="2025-05-03T11:47:56.591" v="2308" actId="113"/>
          <ac:spMkLst>
            <pc:docMk/>
            <pc:sldMk cId="1266100504" sldId="596"/>
            <ac:spMk id="2" creationId="{EF2D98D7-2695-B487-3086-6E61E8A49F1B}"/>
          </ac:spMkLst>
        </pc:spChg>
        <pc:spChg chg="mod">
          <ac:chgData name="Mohammed Fasha" userId="cc64f42d-a1a6-4f08-b97b-0c37f877119f" providerId="ADAL" clId="{2411567F-3985-45FD-B7D3-CBACEEBB75BA}" dt="2025-05-03T11:52:40.263" v="3023" actId="20577"/>
          <ac:spMkLst>
            <pc:docMk/>
            <pc:sldMk cId="1266100504" sldId="596"/>
            <ac:spMk id="3" creationId="{DDCE7AA7-395B-C305-9BED-D5211DB932DD}"/>
          </ac:spMkLst>
        </pc:spChg>
        <pc:spChg chg="add">
          <ac:chgData name="Mohammed Fasha" userId="cc64f42d-a1a6-4f08-b97b-0c37f877119f" providerId="ADAL" clId="{2411567F-3985-45FD-B7D3-CBACEEBB75BA}" dt="2025-05-03T11:48:59.162" v="2460"/>
          <ac:spMkLst>
            <pc:docMk/>
            <pc:sldMk cId="1266100504" sldId="596"/>
            <ac:spMk id="4" creationId="{3AEC2FE4-BD66-268A-EB70-DD03213D49D0}"/>
          </ac:spMkLst>
        </pc:spChg>
      </pc:sldChg>
      <pc:sldChg chg="addSp delSp modSp new mod">
        <pc:chgData name="Mohammed Fasha" userId="cc64f42d-a1a6-4f08-b97b-0c37f877119f" providerId="ADAL" clId="{2411567F-3985-45FD-B7D3-CBACEEBB75BA}" dt="2025-05-03T15:25:34.737" v="4745" actId="1076"/>
        <pc:sldMkLst>
          <pc:docMk/>
          <pc:sldMk cId="1421297824" sldId="597"/>
        </pc:sldMkLst>
        <pc:spChg chg="mod">
          <ac:chgData name="Mohammed Fasha" userId="cc64f42d-a1a6-4f08-b97b-0c37f877119f" providerId="ADAL" clId="{2411567F-3985-45FD-B7D3-CBACEEBB75BA}" dt="2025-05-03T11:49:54.969" v="2682" actId="113"/>
          <ac:spMkLst>
            <pc:docMk/>
            <pc:sldMk cId="1421297824" sldId="597"/>
            <ac:spMk id="2" creationId="{FD59F8BA-C4F4-0C5B-C2BC-F6B6110FEFE9}"/>
          </ac:spMkLst>
        </pc:spChg>
        <pc:spChg chg="add del mod">
          <ac:chgData name="Mohammed Fasha" userId="cc64f42d-a1a6-4f08-b97b-0c37f877119f" providerId="ADAL" clId="{2411567F-3985-45FD-B7D3-CBACEEBB75BA}" dt="2025-05-03T15:25:29.083" v="4744" actId="27636"/>
          <ac:spMkLst>
            <pc:docMk/>
            <pc:sldMk cId="1421297824" sldId="597"/>
            <ac:spMk id="3" creationId="{9CD8EC90-9FAD-69AC-D1EF-9A970E59BBB8}"/>
          </ac:spMkLst>
        </pc:spChg>
        <pc:spChg chg="add mod">
          <ac:chgData name="Mohammed Fasha" userId="cc64f42d-a1a6-4f08-b97b-0c37f877119f" providerId="ADAL" clId="{2411567F-3985-45FD-B7D3-CBACEEBB75BA}" dt="2025-05-03T11:48:45.623" v="2458"/>
          <ac:spMkLst>
            <pc:docMk/>
            <pc:sldMk cId="1421297824" sldId="597"/>
            <ac:spMk id="4" creationId="{463C51F9-0726-430F-B1A7-3EDACCFFAA48}"/>
          </ac:spMkLst>
        </pc:spChg>
        <pc:picChg chg="add mod">
          <ac:chgData name="Mohammed Fasha" userId="cc64f42d-a1a6-4f08-b97b-0c37f877119f" providerId="ADAL" clId="{2411567F-3985-45FD-B7D3-CBACEEBB75BA}" dt="2025-05-03T15:25:34.737" v="4745" actId="1076"/>
          <ac:picMkLst>
            <pc:docMk/>
            <pc:sldMk cId="1421297824" sldId="597"/>
            <ac:picMk id="4" creationId="{99CE666D-3FEA-8BD6-133F-172362456441}"/>
          </ac:picMkLst>
        </pc:picChg>
      </pc:sldChg>
      <pc:sldChg chg="modSp new mod">
        <pc:chgData name="Mohammed Fasha" userId="cc64f42d-a1a6-4f08-b97b-0c37f877119f" providerId="ADAL" clId="{2411567F-3985-45FD-B7D3-CBACEEBB75BA}" dt="2025-05-03T11:53:21.887" v="3121" actId="20577"/>
        <pc:sldMkLst>
          <pc:docMk/>
          <pc:sldMk cId="592586709" sldId="598"/>
        </pc:sldMkLst>
        <pc:spChg chg="mod">
          <ac:chgData name="Mohammed Fasha" userId="cc64f42d-a1a6-4f08-b97b-0c37f877119f" providerId="ADAL" clId="{2411567F-3985-45FD-B7D3-CBACEEBB75BA}" dt="2025-05-03T11:53:10.665" v="3032" actId="113"/>
          <ac:spMkLst>
            <pc:docMk/>
            <pc:sldMk cId="592586709" sldId="598"/>
            <ac:spMk id="2" creationId="{55CB8F2F-719A-66EA-9034-D9769C147961}"/>
          </ac:spMkLst>
        </pc:spChg>
        <pc:spChg chg="mod">
          <ac:chgData name="Mohammed Fasha" userId="cc64f42d-a1a6-4f08-b97b-0c37f877119f" providerId="ADAL" clId="{2411567F-3985-45FD-B7D3-CBACEEBB75BA}" dt="2025-05-03T11:53:21.887" v="3121" actId="20577"/>
          <ac:spMkLst>
            <pc:docMk/>
            <pc:sldMk cId="592586709" sldId="598"/>
            <ac:spMk id="3" creationId="{A8214A35-0D81-05B1-BBCD-D044CBAF5496}"/>
          </ac:spMkLst>
        </pc:spChg>
      </pc:sldChg>
      <pc:sldChg chg="modSp new mod">
        <pc:chgData name="Mohammed Fasha" userId="cc64f42d-a1a6-4f08-b97b-0c37f877119f" providerId="ADAL" clId="{2411567F-3985-45FD-B7D3-CBACEEBB75BA}" dt="2025-05-03T12:01:19.712" v="3139" actId="113"/>
        <pc:sldMkLst>
          <pc:docMk/>
          <pc:sldMk cId="849000209" sldId="599"/>
        </pc:sldMkLst>
        <pc:spChg chg="mod">
          <ac:chgData name="Mohammed Fasha" userId="cc64f42d-a1a6-4f08-b97b-0c37f877119f" providerId="ADAL" clId="{2411567F-3985-45FD-B7D3-CBACEEBB75BA}" dt="2025-05-03T12:01:19.712" v="3139" actId="113"/>
          <ac:spMkLst>
            <pc:docMk/>
            <pc:sldMk cId="849000209" sldId="599"/>
            <ac:spMk id="2" creationId="{FC1E3EB1-A367-57A9-5878-15AD22B09E53}"/>
          </ac:spMkLst>
        </pc:spChg>
        <pc:spChg chg="mod">
          <ac:chgData name="Mohammed Fasha" userId="cc64f42d-a1a6-4f08-b97b-0c37f877119f" providerId="ADAL" clId="{2411567F-3985-45FD-B7D3-CBACEEBB75BA}" dt="2025-05-03T12:01:15.400" v="3134" actId="21"/>
          <ac:spMkLst>
            <pc:docMk/>
            <pc:sldMk cId="849000209" sldId="599"/>
            <ac:spMk id="3" creationId="{6A120EC4-7B51-A1B4-5486-74B4123BBCB5}"/>
          </ac:spMkLst>
        </pc:spChg>
      </pc:sldChg>
      <pc:sldChg chg="modSp new mod">
        <pc:chgData name="Mohammed Fasha" userId="cc64f42d-a1a6-4f08-b97b-0c37f877119f" providerId="ADAL" clId="{2411567F-3985-45FD-B7D3-CBACEEBB75BA}" dt="2025-05-03T12:02:07.696" v="3148" actId="113"/>
        <pc:sldMkLst>
          <pc:docMk/>
          <pc:sldMk cId="2346103701" sldId="600"/>
        </pc:sldMkLst>
        <pc:spChg chg="mod">
          <ac:chgData name="Mohammed Fasha" userId="cc64f42d-a1a6-4f08-b97b-0c37f877119f" providerId="ADAL" clId="{2411567F-3985-45FD-B7D3-CBACEEBB75BA}" dt="2025-05-03T12:02:07.696" v="3148" actId="113"/>
          <ac:spMkLst>
            <pc:docMk/>
            <pc:sldMk cId="2346103701" sldId="600"/>
            <ac:spMk id="2" creationId="{50AA905A-B858-1032-0C18-11DBABAE1003}"/>
          </ac:spMkLst>
        </pc:spChg>
        <pc:spChg chg="mod">
          <ac:chgData name="Mohammed Fasha" userId="cc64f42d-a1a6-4f08-b97b-0c37f877119f" providerId="ADAL" clId="{2411567F-3985-45FD-B7D3-CBACEEBB75BA}" dt="2025-05-03T12:02:04.181" v="3143" actId="21"/>
          <ac:spMkLst>
            <pc:docMk/>
            <pc:sldMk cId="2346103701" sldId="600"/>
            <ac:spMk id="3" creationId="{4743E0FB-ABA2-EDBB-67DF-3404D756592C}"/>
          </ac:spMkLst>
        </pc:spChg>
      </pc:sldChg>
      <pc:sldChg chg="addSp modSp new mod">
        <pc:chgData name="Mohammed Fasha" userId="cc64f42d-a1a6-4f08-b97b-0c37f877119f" providerId="ADAL" clId="{2411567F-3985-45FD-B7D3-CBACEEBB75BA}" dt="2025-05-03T12:06:10.854" v="3174"/>
        <pc:sldMkLst>
          <pc:docMk/>
          <pc:sldMk cId="2560672885" sldId="601"/>
        </pc:sldMkLst>
        <pc:spChg chg="mod">
          <ac:chgData name="Mohammed Fasha" userId="cc64f42d-a1a6-4f08-b97b-0c37f877119f" providerId="ADAL" clId="{2411567F-3985-45FD-B7D3-CBACEEBB75BA}" dt="2025-05-03T12:03:06.310" v="3161" actId="113"/>
          <ac:spMkLst>
            <pc:docMk/>
            <pc:sldMk cId="2560672885" sldId="601"/>
            <ac:spMk id="2" creationId="{AA92B61D-18C6-CAEF-C463-55B83784E13A}"/>
          </ac:spMkLst>
        </pc:spChg>
        <pc:spChg chg="mod">
          <ac:chgData name="Mohammed Fasha" userId="cc64f42d-a1a6-4f08-b97b-0c37f877119f" providerId="ADAL" clId="{2411567F-3985-45FD-B7D3-CBACEEBB75BA}" dt="2025-05-03T12:06:10.854" v="3174"/>
          <ac:spMkLst>
            <pc:docMk/>
            <pc:sldMk cId="2560672885" sldId="601"/>
            <ac:spMk id="3" creationId="{90269474-C90C-FDE5-C402-C3E2672C3218}"/>
          </ac:spMkLst>
        </pc:spChg>
        <pc:spChg chg="add">
          <ac:chgData name="Mohammed Fasha" userId="cc64f42d-a1a6-4f08-b97b-0c37f877119f" providerId="ADAL" clId="{2411567F-3985-45FD-B7D3-CBACEEBB75BA}" dt="2025-05-03T12:05:57.007" v="3168"/>
          <ac:spMkLst>
            <pc:docMk/>
            <pc:sldMk cId="2560672885" sldId="601"/>
            <ac:spMk id="4" creationId="{1F9CDDE3-B0F8-852E-A0E0-3AC0A63A7FEA}"/>
          </ac:spMkLst>
        </pc:spChg>
      </pc:sldChg>
      <pc:sldChg chg="modSp add mod">
        <pc:chgData name="Mohammed Fasha" userId="cc64f42d-a1a6-4f08-b97b-0c37f877119f" providerId="ADAL" clId="{2411567F-3985-45FD-B7D3-CBACEEBB75BA}" dt="2025-05-03T12:09:03.841" v="3245" actId="20577"/>
        <pc:sldMkLst>
          <pc:docMk/>
          <pc:sldMk cId="729573670" sldId="602"/>
        </pc:sldMkLst>
        <pc:spChg chg="mod">
          <ac:chgData name="Mohammed Fasha" userId="cc64f42d-a1a6-4f08-b97b-0c37f877119f" providerId="ADAL" clId="{2411567F-3985-45FD-B7D3-CBACEEBB75BA}" dt="2025-05-03T12:09:03.841" v="3245" actId="20577"/>
          <ac:spMkLst>
            <pc:docMk/>
            <pc:sldMk cId="729573670" sldId="602"/>
            <ac:spMk id="2" creationId="{A7F1FD1D-7FC6-E4AA-7F24-6CD835656C41}"/>
          </ac:spMkLst>
        </pc:spChg>
        <pc:spChg chg="mod">
          <ac:chgData name="Mohammed Fasha" userId="cc64f42d-a1a6-4f08-b97b-0c37f877119f" providerId="ADAL" clId="{2411567F-3985-45FD-B7D3-CBACEEBB75BA}" dt="2025-05-03T12:07:37.630" v="3191" actId="20577"/>
          <ac:spMkLst>
            <pc:docMk/>
            <pc:sldMk cId="729573670" sldId="602"/>
            <ac:spMk id="3" creationId="{4D82E9B4-29E7-C0A6-0B94-263E89204E04}"/>
          </ac:spMkLst>
        </pc:spChg>
      </pc:sldChg>
      <pc:sldChg chg="addSp delSp modSp add mod">
        <pc:chgData name="Mohammed Fasha" userId="cc64f42d-a1a6-4f08-b97b-0c37f877119f" providerId="ADAL" clId="{2411567F-3985-45FD-B7D3-CBACEEBB75BA}" dt="2025-05-03T12:10:10.908" v="3279" actId="27636"/>
        <pc:sldMkLst>
          <pc:docMk/>
          <pc:sldMk cId="1313985663" sldId="603"/>
        </pc:sldMkLst>
        <pc:spChg chg="mod">
          <ac:chgData name="Mohammed Fasha" userId="cc64f42d-a1a6-4f08-b97b-0c37f877119f" providerId="ADAL" clId="{2411567F-3985-45FD-B7D3-CBACEEBB75BA}" dt="2025-05-03T12:09:24.226" v="3269" actId="20577"/>
          <ac:spMkLst>
            <pc:docMk/>
            <pc:sldMk cId="1313985663" sldId="603"/>
            <ac:spMk id="2" creationId="{6FCFC000-F634-6A6F-C705-0B40B50570C6}"/>
          </ac:spMkLst>
        </pc:spChg>
        <pc:spChg chg="add del mod">
          <ac:chgData name="Mohammed Fasha" userId="cc64f42d-a1a6-4f08-b97b-0c37f877119f" providerId="ADAL" clId="{2411567F-3985-45FD-B7D3-CBACEEBB75BA}" dt="2025-05-03T12:10:10.908" v="3279" actId="27636"/>
          <ac:spMkLst>
            <pc:docMk/>
            <pc:sldMk cId="1313985663" sldId="603"/>
            <ac:spMk id="3" creationId="{3D6EBE23-38D6-A810-E5EC-4B1660C325CE}"/>
          </ac:spMkLst>
        </pc:spChg>
        <pc:spChg chg="add mod">
          <ac:chgData name="Mohammed Fasha" userId="cc64f42d-a1a6-4f08-b97b-0c37f877119f" providerId="ADAL" clId="{2411567F-3985-45FD-B7D3-CBACEEBB75BA}" dt="2025-05-03T12:08:00.981" v="3193"/>
          <ac:spMkLst>
            <pc:docMk/>
            <pc:sldMk cId="1313985663" sldId="603"/>
            <ac:spMk id="4" creationId="{EFE68C06-F8F4-E75D-25B3-E410C86E176C}"/>
          </ac:spMkLst>
        </pc:spChg>
        <pc:spChg chg="add">
          <ac:chgData name="Mohammed Fasha" userId="cc64f42d-a1a6-4f08-b97b-0c37f877119f" providerId="ADAL" clId="{2411567F-3985-45FD-B7D3-CBACEEBB75BA}" dt="2025-05-03T12:08:08.208" v="3196"/>
          <ac:spMkLst>
            <pc:docMk/>
            <pc:sldMk cId="1313985663" sldId="603"/>
            <ac:spMk id="5" creationId="{4ABA959C-5605-A67D-14D5-896FCD4CFFE2}"/>
          </ac:spMkLst>
        </pc:spChg>
        <pc:spChg chg="add">
          <ac:chgData name="Mohammed Fasha" userId="cc64f42d-a1a6-4f08-b97b-0c37f877119f" providerId="ADAL" clId="{2411567F-3985-45FD-B7D3-CBACEEBB75BA}" dt="2025-05-03T12:08:08.208" v="3196"/>
          <ac:spMkLst>
            <pc:docMk/>
            <pc:sldMk cId="1313985663" sldId="603"/>
            <ac:spMk id="6" creationId="{5D86124C-A90C-82B3-4157-56BB6EACA9AB}"/>
          </ac:spMkLst>
        </pc:spChg>
        <pc:picChg chg="add mod">
          <ac:chgData name="Mohammed Fasha" userId="cc64f42d-a1a6-4f08-b97b-0c37f877119f" providerId="ADAL" clId="{2411567F-3985-45FD-B7D3-CBACEEBB75BA}" dt="2025-05-03T12:09:42.809" v="3272" actId="1076"/>
          <ac:picMkLst>
            <pc:docMk/>
            <pc:sldMk cId="1313985663" sldId="603"/>
            <ac:picMk id="8" creationId="{BF98A09D-535E-DAB0-C217-ACA1D7E5613A}"/>
          </ac:picMkLst>
        </pc:picChg>
      </pc:sldChg>
      <pc:sldChg chg="addSp modSp new mod">
        <pc:chgData name="Mohammed Fasha" userId="cc64f42d-a1a6-4f08-b97b-0c37f877119f" providerId="ADAL" clId="{2411567F-3985-45FD-B7D3-CBACEEBB75BA}" dt="2025-05-03T12:14:42.651" v="3419" actId="403"/>
        <pc:sldMkLst>
          <pc:docMk/>
          <pc:sldMk cId="90846082" sldId="604"/>
        </pc:sldMkLst>
        <pc:spChg chg="mod">
          <ac:chgData name="Mohammed Fasha" userId="cc64f42d-a1a6-4f08-b97b-0c37f877119f" providerId="ADAL" clId="{2411567F-3985-45FD-B7D3-CBACEEBB75BA}" dt="2025-05-03T12:13:11.735" v="3346" actId="20577"/>
          <ac:spMkLst>
            <pc:docMk/>
            <pc:sldMk cId="90846082" sldId="604"/>
            <ac:spMk id="2" creationId="{52A849FA-7E1A-DD65-4654-9F6AEC4DC614}"/>
          </ac:spMkLst>
        </pc:spChg>
        <pc:spChg chg="mod">
          <ac:chgData name="Mohammed Fasha" userId="cc64f42d-a1a6-4f08-b97b-0c37f877119f" providerId="ADAL" clId="{2411567F-3985-45FD-B7D3-CBACEEBB75BA}" dt="2025-05-03T12:13:06.587" v="3326" actId="21"/>
          <ac:spMkLst>
            <pc:docMk/>
            <pc:sldMk cId="90846082" sldId="604"/>
            <ac:spMk id="3" creationId="{88858F7B-62E9-3C38-3A7C-4ABABBF42A9A}"/>
          </ac:spMkLst>
        </pc:spChg>
        <pc:spChg chg="add mod">
          <ac:chgData name="Mohammed Fasha" userId="cc64f42d-a1a6-4f08-b97b-0c37f877119f" providerId="ADAL" clId="{2411567F-3985-45FD-B7D3-CBACEEBB75BA}" dt="2025-05-03T12:14:42.651" v="3419" actId="403"/>
          <ac:spMkLst>
            <pc:docMk/>
            <pc:sldMk cId="90846082" sldId="604"/>
            <ac:spMk id="4" creationId="{FC8910C7-C304-AEE4-6D34-C5D2BC8FEFEC}"/>
          </ac:spMkLst>
        </pc:spChg>
      </pc:sldChg>
      <pc:sldChg chg="add del">
        <pc:chgData name="Mohammed Fasha" userId="cc64f42d-a1a6-4f08-b97b-0c37f877119f" providerId="ADAL" clId="{2411567F-3985-45FD-B7D3-CBACEEBB75BA}" dt="2025-05-03T12:10:32.954" v="3280" actId="47"/>
        <pc:sldMkLst>
          <pc:docMk/>
          <pc:sldMk cId="1259311012" sldId="604"/>
        </pc:sldMkLst>
      </pc:sldChg>
      <pc:sldChg chg="addSp delSp modSp add mod">
        <pc:chgData name="Mohammed Fasha" userId="cc64f42d-a1a6-4f08-b97b-0c37f877119f" providerId="ADAL" clId="{2411567F-3985-45FD-B7D3-CBACEEBB75BA}" dt="2025-05-03T15:28:38.444" v="4752" actId="1076"/>
        <pc:sldMkLst>
          <pc:docMk/>
          <pc:sldMk cId="757460128" sldId="605"/>
        </pc:sldMkLst>
        <pc:spChg chg="del mod">
          <ac:chgData name="Mohammed Fasha" userId="cc64f42d-a1a6-4f08-b97b-0c37f877119f" providerId="ADAL" clId="{2411567F-3985-45FD-B7D3-CBACEEBB75BA}" dt="2025-05-03T15:28:35.358" v="4750" actId="478"/>
          <ac:spMkLst>
            <pc:docMk/>
            <pc:sldMk cId="757460128" sldId="605"/>
            <ac:spMk id="5" creationId="{5EF46F72-89B8-FA97-89D7-6D7D00D061FA}"/>
          </ac:spMkLst>
        </pc:spChg>
        <pc:picChg chg="add mod">
          <ac:chgData name="Mohammed Fasha" userId="cc64f42d-a1a6-4f08-b97b-0c37f877119f" providerId="ADAL" clId="{2411567F-3985-45FD-B7D3-CBACEEBB75BA}" dt="2025-05-03T15:28:38.444" v="4752" actId="1076"/>
          <ac:picMkLst>
            <pc:docMk/>
            <pc:sldMk cId="757460128" sldId="605"/>
            <ac:picMk id="1026" creationId="{7C8F9009-4F8D-4649-FA31-281207EF3F81}"/>
          </ac:picMkLst>
        </pc:picChg>
      </pc:sldChg>
      <pc:sldChg chg="modSp new del mod">
        <pc:chgData name="Mohammed Fasha" userId="cc64f42d-a1a6-4f08-b97b-0c37f877119f" providerId="ADAL" clId="{2411567F-3985-45FD-B7D3-CBACEEBB75BA}" dt="2025-05-03T12:14:45.068" v="3420" actId="2696"/>
        <pc:sldMkLst>
          <pc:docMk/>
          <pc:sldMk cId="2007555685" sldId="605"/>
        </pc:sldMkLst>
        <pc:spChg chg="mod">
          <ac:chgData name="Mohammed Fasha" userId="cc64f42d-a1a6-4f08-b97b-0c37f877119f" providerId="ADAL" clId="{2411567F-3985-45FD-B7D3-CBACEEBB75BA}" dt="2025-05-03T12:13:53.047" v="3354" actId="14100"/>
          <ac:spMkLst>
            <pc:docMk/>
            <pc:sldMk cId="2007555685" sldId="605"/>
            <ac:spMk id="3" creationId="{4B5054DC-F05F-C202-AC47-EB76CCF79CF8}"/>
          </ac:spMkLst>
        </pc:spChg>
      </pc:sldChg>
      <pc:sldChg chg="modSp new mod">
        <pc:chgData name="Mohammed Fasha" userId="cc64f42d-a1a6-4f08-b97b-0c37f877119f" providerId="ADAL" clId="{2411567F-3985-45FD-B7D3-CBACEEBB75BA}" dt="2025-05-03T12:18:14.259" v="3454" actId="179"/>
        <pc:sldMkLst>
          <pc:docMk/>
          <pc:sldMk cId="2010010373" sldId="606"/>
        </pc:sldMkLst>
        <pc:spChg chg="mod">
          <ac:chgData name="Mohammed Fasha" userId="cc64f42d-a1a6-4f08-b97b-0c37f877119f" providerId="ADAL" clId="{2411567F-3985-45FD-B7D3-CBACEEBB75BA}" dt="2025-05-03T12:18:08.163" v="3453" actId="113"/>
          <ac:spMkLst>
            <pc:docMk/>
            <pc:sldMk cId="2010010373" sldId="606"/>
            <ac:spMk id="2" creationId="{22540354-8713-93DF-1938-0875D35EBA37}"/>
          </ac:spMkLst>
        </pc:spChg>
        <pc:spChg chg="mod">
          <ac:chgData name="Mohammed Fasha" userId="cc64f42d-a1a6-4f08-b97b-0c37f877119f" providerId="ADAL" clId="{2411567F-3985-45FD-B7D3-CBACEEBB75BA}" dt="2025-05-03T12:18:14.259" v="3454" actId="179"/>
          <ac:spMkLst>
            <pc:docMk/>
            <pc:sldMk cId="2010010373" sldId="606"/>
            <ac:spMk id="3" creationId="{C003B8CC-7C52-D0D1-4828-EB4C1965477A}"/>
          </ac:spMkLst>
        </pc:spChg>
      </pc:sldChg>
      <pc:sldChg chg="modSp new mod">
        <pc:chgData name="Mohammed Fasha" userId="cc64f42d-a1a6-4f08-b97b-0c37f877119f" providerId="ADAL" clId="{2411567F-3985-45FD-B7D3-CBACEEBB75BA}" dt="2025-05-03T12:19:26.796" v="3479" actId="14100"/>
        <pc:sldMkLst>
          <pc:docMk/>
          <pc:sldMk cId="803029144" sldId="607"/>
        </pc:sldMkLst>
        <pc:spChg chg="mod">
          <ac:chgData name="Mohammed Fasha" userId="cc64f42d-a1a6-4f08-b97b-0c37f877119f" providerId="ADAL" clId="{2411567F-3985-45FD-B7D3-CBACEEBB75BA}" dt="2025-05-03T12:18:44.160" v="3468" actId="20577"/>
          <ac:spMkLst>
            <pc:docMk/>
            <pc:sldMk cId="803029144" sldId="607"/>
            <ac:spMk id="2" creationId="{68E7A1D9-D107-F68D-6784-0138D64B5A01}"/>
          </ac:spMkLst>
        </pc:spChg>
        <pc:spChg chg="mod">
          <ac:chgData name="Mohammed Fasha" userId="cc64f42d-a1a6-4f08-b97b-0c37f877119f" providerId="ADAL" clId="{2411567F-3985-45FD-B7D3-CBACEEBB75BA}" dt="2025-05-03T12:19:26.796" v="3479" actId="14100"/>
          <ac:spMkLst>
            <pc:docMk/>
            <pc:sldMk cId="803029144" sldId="607"/>
            <ac:spMk id="3" creationId="{87400C75-DB27-C405-2090-A5B57B02D6E5}"/>
          </ac:spMkLst>
        </pc:spChg>
      </pc:sldChg>
      <pc:sldChg chg="new del">
        <pc:chgData name="Mohammed Fasha" userId="cc64f42d-a1a6-4f08-b97b-0c37f877119f" providerId="ADAL" clId="{2411567F-3985-45FD-B7D3-CBACEEBB75BA}" dt="2025-05-03T12:21:51.322" v="3513" actId="47"/>
        <pc:sldMkLst>
          <pc:docMk/>
          <pc:sldMk cId="175270857" sldId="608"/>
        </pc:sldMkLst>
      </pc:sldChg>
      <pc:sldChg chg="addSp delSp modSp add mod">
        <pc:chgData name="Mohammed Fasha" userId="cc64f42d-a1a6-4f08-b97b-0c37f877119f" providerId="ADAL" clId="{2411567F-3985-45FD-B7D3-CBACEEBB75BA}" dt="2025-05-03T12:26:42.261" v="3563" actId="14100"/>
        <pc:sldMkLst>
          <pc:docMk/>
          <pc:sldMk cId="502099692" sldId="608"/>
        </pc:sldMkLst>
        <pc:spChg chg="mod">
          <ac:chgData name="Mohammed Fasha" userId="cc64f42d-a1a6-4f08-b97b-0c37f877119f" providerId="ADAL" clId="{2411567F-3985-45FD-B7D3-CBACEEBB75BA}" dt="2025-05-03T12:24:22.519" v="3536" actId="20577"/>
          <ac:spMkLst>
            <pc:docMk/>
            <pc:sldMk cId="502099692" sldId="608"/>
            <ac:spMk id="2" creationId="{0A696B0E-233C-A038-2E92-06702FF5044F}"/>
          </ac:spMkLst>
        </pc:spChg>
        <pc:spChg chg="mod">
          <ac:chgData name="Mohammed Fasha" userId="cc64f42d-a1a6-4f08-b97b-0c37f877119f" providerId="ADAL" clId="{2411567F-3985-45FD-B7D3-CBACEEBB75BA}" dt="2025-05-03T12:26:42.261" v="3563" actId="14100"/>
          <ac:spMkLst>
            <pc:docMk/>
            <pc:sldMk cId="502099692" sldId="608"/>
            <ac:spMk id="3" creationId="{5F3390D8-41D3-A76C-378C-2108E5C9B941}"/>
          </ac:spMkLst>
        </pc:spChg>
        <pc:spChg chg="add">
          <ac:chgData name="Mohammed Fasha" userId="cc64f42d-a1a6-4f08-b97b-0c37f877119f" providerId="ADAL" clId="{2411567F-3985-45FD-B7D3-CBACEEBB75BA}" dt="2025-05-03T12:23:45.493" v="3516"/>
          <ac:spMkLst>
            <pc:docMk/>
            <pc:sldMk cId="502099692" sldId="608"/>
            <ac:spMk id="5" creationId="{8B268AAD-B094-EE16-B52E-1E9BFF98A269}"/>
          </ac:spMkLst>
        </pc:spChg>
        <pc:picChg chg="del">
          <ac:chgData name="Mohammed Fasha" userId="cc64f42d-a1a6-4f08-b97b-0c37f877119f" providerId="ADAL" clId="{2411567F-3985-45FD-B7D3-CBACEEBB75BA}" dt="2025-05-03T12:23:40.479" v="3515" actId="478"/>
          <ac:picMkLst>
            <pc:docMk/>
            <pc:sldMk cId="502099692" sldId="608"/>
            <ac:picMk id="4" creationId="{EEB5B9F0-D641-9B56-2255-5B2570428E5A}"/>
          </ac:picMkLst>
        </pc:picChg>
        <pc:picChg chg="add mod">
          <ac:chgData name="Mohammed Fasha" userId="cc64f42d-a1a6-4f08-b97b-0c37f877119f" providerId="ADAL" clId="{2411567F-3985-45FD-B7D3-CBACEEBB75BA}" dt="2025-05-03T12:24:03.615" v="3520" actId="14100"/>
          <ac:picMkLst>
            <pc:docMk/>
            <pc:sldMk cId="502099692" sldId="608"/>
            <ac:picMk id="7" creationId="{234FF387-6459-3315-F5E2-15FC59A4BBE7}"/>
          </ac:picMkLst>
        </pc:picChg>
      </pc:sldChg>
      <pc:sldChg chg="addSp delSp modSp new mod modClrScheme chgLayout">
        <pc:chgData name="Mohammed Fasha" userId="cc64f42d-a1a6-4f08-b97b-0c37f877119f" providerId="ADAL" clId="{2411567F-3985-45FD-B7D3-CBACEEBB75BA}" dt="2025-05-03T15:30:36.032" v="4771"/>
        <pc:sldMkLst>
          <pc:docMk/>
          <pc:sldMk cId="2167430175" sldId="609"/>
        </pc:sldMkLst>
        <pc:spChg chg="del">
          <ac:chgData name="Mohammed Fasha" userId="cc64f42d-a1a6-4f08-b97b-0c37f877119f" providerId="ADAL" clId="{2411567F-3985-45FD-B7D3-CBACEEBB75BA}" dt="2025-05-03T12:32:02.534" v="3584" actId="700"/>
          <ac:spMkLst>
            <pc:docMk/>
            <pc:sldMk cId="2167430175" sldId="609"/>
            <ac:spMk id="2" creationId="{627F6604-8F7A-7301-F408-DC2C0B9E3E24}"/>
          </ac:spMkLst>
        </pc:spChg>
        <pc:spChg chg="del">
          <ac:chgData name="Mohammed Fasha" userId="cc64f42d-a1a6-4f08-b97b-0c37f877119f" providerId="ADAL" clId="{2411567F-3985-45FD-B7D3-CBACEEBB75BA}" dt="2025-05-03T12:32:02.534" v="3584" actId="700"/>
          <ac:spMkLst>
            <pc:docMk/>
            <pc:sldMk cId="2167430175" sldId="609"/>
            <ac:spMk id="3" creationId="{6F7029C6-1A0A-6E0E-5E64-AEA40387949B}"/>
          </ac:spMkLst>
        </pc:spChg>
        <pc:picChg chg="add del">
          <ac:chgData name="Mohammed Fasha" userId="cc64f42d-a1a6-4f08-b97b-0c37f877119f" providerId="ADAL" clId="{2411567F-3985-45FD-B7D3-CBACEEBB75BA}" dt="2025-05-03T15:30:34.281" v="4770" actId="478"/>
          <ac:picMkLst>
            <pc:docMk/>
            <pc:sldMk cId="2167430175" sldId="609"/>
            <ac:picMk id="4098" creationId="{D8C98133-EE6C-F01F-7A65-F35F2AA41743}"/>
          </ac:picMkLst>
        </pc:picChg>
        <pc:picChg chg="add">
          <ac:chgData name="Mohammed Fasha" userId="cc64f42d-a1a6-4f08-b97b-0c37f877119f" providerId="ADAL" clId="{2411567F-3985-45FD-B7D3-CBACEEBB75BA}" dt="2025-05-03T15:30:36.032" v="4771"/>
          <ac:picMkLst>
            <pc:docMk/>
            <pc:sldMk cId="2167430175" sldId="609"/>
            <ac:picMk id="4100" creationId="{86711816-D9A5-A6F9-B17A-937520942D03}"/>
          </ac:picMkLst>
        </pc:picChg>
        <pc:picChg chg="add del mod">
          <ac:chgData name="Mohammed Fasha" userId="cc64f42d-a1a6-4f08-b97b-0c37f877119f" providerId="ADAL" clId="{2411567F-3985-45FD-B7D3-CBACEEBB75BA}" dt="2025-05-03T15:30:21.650" v="4768" actId="478"/>
          <ac:picMkLst>
            <pc:docMk/>
            <pc:sldMk cId="2167430175" sldId="609"/>
            <ac:picMk id="10242" creationId="{24D652E3-68BE-1D4D-95B6-A56227C8A1ED}"/>
          </ac:picMkLst>
        </pc:picChg>
      </pc:sldChg>
      <pc:sldChg chg="addSp modSp new mod">
        <pc:chgData name="Mohammed Fasha" userId="cc64f42d-a1a6-4f08-b97b-0c37f877119f" providerId="ADAL" clId="{2411567F-3985-45FD-B7D3-CBACEEBB75BA}" dt="2025-05-03T12:34:03.654" v="3712" actId="20577"/>
        <pc:sldMkLst>
          <pc:docMk/>
          <pc:sldMk cId="3815175793" sldId="610"/>
        </pc:sldMkLst>
        <pc:spChg chg="mod">
          <ac:chgData name="Mohammed Fasha" userId="cc64f42d-a1a6-4f08-b97b-0c37f877119f" providerId="ADAL" clId="{2411567F-3985-45FD-B7D3-CBACEEBB75BA}" dt="2025-05-03T12:33:25.821" v="3595" actId="113"/>
          <ac:spMkLst>
            <pc:docMk/>
            <pc:sldMk cId="3815175793" sldId="610"/>
            <ac:spMk id="2" creationId="{49BACE72-3C12-5531-3B79-AD8DF551673D}"/>
          </ac:spMkLst>
        </pc:spChg>
        <pc:spChg chg="mod">
          <ac:chgData name="Mohammed Fasha" userId="cc64f42d-a1a6-4f08-b97b-0c37f877119f" providerId="ADAL" clId="{2411567F-3985-45FD-B7D3-CBACEEBB75BA}" dt="2025-05-03T12:34:03.654" v="3712" actId="20577"/>
          <ac:spMkLst>
            <pc:docMk/>
            <pc:sldMk cId="3815175793" sldId="610"/>
            <ac:spMk id="3" creationId="{AE1EA6CE-BC31-BD02-951E-B994F3F375FD}"/>
          </ac:spMkLst>
        </pc:spChg>
        <pc:picChg chg="add mod">
          <ac:chgData name="Mohammed Fasha" userId="cc64f42d-a1a6-4f08-b97b-0c37f877119f" providerId="ADAL" clId="{2411567F-3985-45FD-B7D3-CBACEEBB75BA}" dt="2025-05-03T12:33:46.536" v="3603"/>
          <ac:picMkLst>
            <pc:docMk/>
            <pc:sldMk cId="3815175793" sldId="610"/>
            <ac:picMk id="9218" creationId="{803F6751-E16B-E26A-0BCF-FC5D0C6F086C}"/>
          </ac:picMkLst>
        </pc:picChg>
      </pc:sldChg>
      <pc:sldChg chg="addSp delSp modSp new mod">
        <pc:chgData name="Mohammed Fasha" userId="cc64f42d-a1a6-4f08-b97b-0c37f877119f" providerId="ADAL" clId="{2411567F-3985-45FD-B7D3-CBACEEBB75BA}" dt="2025-05-03T12:38:16.182" v="3743" actId="1076"/>
        <pc:sldMkLst>
          <pc:docMk/>
          <pc:sldMk cId="3096789442" sldId="611"/>
        </pc:sldMkLst>
        <pc:spChg chg="mod">
          <ac:chgData name="Mohammed Fasha" userId="cc64f42d-a1a6-4f08-b97b-0c37f877119f" providerId="ADAL" clId="{2411567F-3985-45FD-B7D3-CBACEEBB75BA}" dt="2025-05-03T12:34:35.449" v="3725" actId="113"/>
          <ac:spMkLst>
            <pc:docMk/>
            <pc:sldMk cId="3096789442" sldId="611"/>
            <ac:spMk id="2" creationId="{D4B89D3A-463A-C3C7-51EC-361D79115936}"/>
          </ac:spMkLst>
        </pc:spChg>
        <pc:spChg chg="mod">
          <ac:chgData name="Mohammed Fasha" userId="cc64f42d-a1a6-4f08-b97b-0c37f877119f" providerId="ADAL" clId="{2411567F-3985-45FD-B7D3-CBACEEBB75BA}" dt="2025-05-03T12:35:26.999" v="3737" actId="14100"/>
          <ac:spMkLst>
            <pc:docMk/>
            <pc:sldMk cId="3096789442" sldId="611"/>
            <ac:spMk id="3" creationId="{60A38C79-8E9B-3E44-E5D3-222963EB1A49}"/>
          </ac:spMkLst>
        </pc:spChg>
        <pc:picChg chg="add del mod">
          <ac:chgData name="Mohammed Fasha" userId="cc64f42d-a1a6-4f08-b97b-0c37f877119f" providerId="ADAL" clId="{2411567F-3985-45FD-B7D3-CBACEEBB75BA}" dt="2025-05-03T12:38:11.345" v="3741" actId="478"/>
          <ac:picMkLst>
            <pc:docMk/>
            <pc:sldMk cId="3096789442" sldId="611"/>
            <ac:picMk id="11266" creationId="{52BCDD14-1720-D120-7913-F44CE688355D}"/>
          </ac:picMkLst>
        </pc:picChg>
        <pc:picChg chg="add mod">
          <ac:chgData name="Mohammed Fasha" userId="cc64f42d-a1a6-4f08-b97b-0c37f877119f" providerId="ADAL" clId="{2411567F-3985-45FD-B7D3-CBACEEBB75BA}" dt="2025-05-03T12:38:16.182" v="3743" actId="1076"/>
          <ac:picMkLst>
            <pc:docMk/>
            <pc:sldMk cId="3096789442" sldId="611"/>
            <ac:picMk id="11268" creationId="{0CB0592C-21D9-B2A7-5931-643B3EF54656}"/>
          </ac:picMkLst>
        </pc:picChg>
      </pc:sldChg>
      <pc:sldChg chg="addSp modSp new mod">
        <pc:chgData name="Mohammed Fasha" userId="cc64f42d-a1a6-4f08-b97b-0c37f877119f" providerId="ADAL" clId="{2411567F-3985-45FD-B7D3-CBACEEBB75BA}" dt="2025-05-03T12:40:28.332" v="3764" actId="1076"/>
        <pc:sldMkLst>
          <pc:docMk/>
          <pc:sldMk cId="3090132162" sldId="612"/>
        </pc:sldMkLst>
        <pc:spChg chg="mod">
          <ac:chgData name="Mohammed Fasha" userId="cc64f42d-a1a6-4f08-b97b-0c37f877119f" providerId="ADAL" clId="{2411567F-3985-45FD-B7D3-CBACEEBB75BA}" dt="2025-05-03T12:38:38.959" v="3750" actId="113"/>
          <ac:spMkLst>
            <pc:docMk/>
            <pc:sldMk cId="3090132162" sldId="612"/>
            <ac:spMk id="2" creationId="{A26FFCF9-C2B5-EB57-E8A0-690BF093B5E7}"/>
          </ac:spMkLst>
        </pc:spChg>
        <pc:spChg chg="mod">
          <ac:chgData name="Mohammed Fasha" userId="cc64f42d-a1a6-4f08-b97b-0c37f877119f" providerId="ADAL" clId="{2411567F-3985-45FD-B7D3-CBACEEBB75BA}" dt="2025-05-03T12:40:16.558" v="3759" actId="14100"/>
          <ac:spMkLst>
            <pc:docMk/>
            <pc:sldMk cId="3090132162" sldId="612"/>
            <ac:spMk id="3" creationId="{7CC322F2-73C0-A3A7-59AD-E2E6A3DAE270}"/>
          </ac:spMkLst>
        </pc:spChg>
        <pc:picChg chg="add mod">
          <ac:chgData name="Mohammed Fasha" userId="cc64f42d-a1a6-4f08-b97b-0c37f877119f" providerId="ADAL" clId="{2411567F-3985-45FD-B7D3-CBACEEBB75BA}" dt="2025-05-03T12:40:28.332" v="3764" actId="1076"/>
          <ac:picMkLst>
            <pc:docMk/>
            <pc:sldMk cId="3090132162" sldId="612"/>
            <ac:picMk id="13314" creationId="{897CB487-88FA-E240-5D36-218D49F3AC4D}"/>
          </ac:picMkLst>
        </pc:picChg>
      </pc:sldChg>
      <pc:sldChg chg="modSp new del mod">
        <pc:chgData name="Mohammed Fasha" userId="cc64f42d-a1a6-4f08-b97b-0c37f877119f" providerId="ADAL" clId="{2411567F-3985-45FD-B7D3-CBACEEBB75BA}" dt="2025-05-03T12:42:47.987" v="3828" actId="47"/>
        <pc:sldMkLst>
          <pc:docMk/>
          <pc:sldMk cId="2724396979" sldId="613"/>
        </pc:sldMkLst>
        <pc:spChg chg="mod">
          <ac:chgData name="Mohammed Fasha" userId="cc64f42d-a1a6-4f08-b97b-0c37f877119f" providerId="ADAL" clId="{2411567F-3985-45FD-B7D3-CBACEEBB75BA}" dt="2025-05-03T12:41:07.217" v="3771" actId="113"/>
          <ac:spMkLst>
            <pc:docMk/>
            <pc:sldMk cId="2724396979" sldId="613"/>
            <ac:spMk id="2" creationId="{61DA2DFF-929B-4366-F550-0F5C3C073B8C}"/>
          </ac:spMkLst>
        </pc:spChg>
        <pc:spChg chg="mod">
          <ac:chgData name="Mohammed Fasha" userId="cc64f42d-a1a6-4f08-b97b-0c37f877119f" providerId="ADAL" clId="{2411567F-3985-45FD-B7D3-CBACEEBB75BA}" dt="2025-05-03T12:41:14.605" v="3827" actId="20577"/>
          <ac:spMkLst>
            <pc:docMk/>
            <pc:sldMk cId="2724396979" sldId="613"/>
            <ac:spMk id="3" creationId="{A666295D-B728-FD39-B770-983113BF2A93}"/>
          </ac:spMkLst>
        </pc:spChg>
      </pc:sldChg>
      <pc:sldChg chg="addSp delSp modSp new add del mod modClrScheme chgLayout">
        <pc:chgData name="Mohammed Fasha" userId="cc64f42d-a1a6-4f08-b97b-0c37f877119f" providerId="ADAL" clId="{2411567F-3985-45FD-B7D3-CBACEEBB75BA}" dt="2025-05-03T13:04:28.141" v="4419" actId="113"/>
        <pc:sldMkLst>
          <pc:docMk/>
          <pc:sldMk cId="3614820500" sldId="613"/>
        </pc:sldMkLst>
        <pc:spChg chg="del mod ord">
          <ac:chgData name="Mohammed Fasha" userId="cc64f42d-a1a6-4f08-b97b-0c37f877119f" providerId="ADAL" clId="{2411567F-3985-45FD-B7D3-CBACEEBB75BA}" dt="2025-05-03T12:43:06.364" v="3833" actId="700"/>
          <ac:spMkLst>
            <pc:docMk/>
            <pc:sldMk cId="3614820500" sldId="613"/>
            <ac:spMk id="2" creationId="{024CF621-6289-0237-0B63-832FB7ECC261}"/>
          </ac:spMkLst>
        </pc:spChg>
        <pc:spChg chg="del mod ord">
          <ac:chgData name="Mohammed Fasha" userId="cc64f42d-a1a6-4f08-b97b-0c37f877119f" providerId="ADAL" clId="{2411567F-3985-45FD-B7D3-CBACEEBB75BA}" dt="2025-05-03T12:43:06.364" v="3833" actId="700"/>
          <ac:spMkLst>
            <pc:docMk/>
            <pc:sldMk cId="3614820500" sldId="613"/>
            <ac:spMk id="3" creationId="{9FF98DEF-E5CF-1875-74D0-83103ABF1ED8}"/>
          </ac:spMkLst>
        </pc:spChg>
        <pc:spChg chg="add mod ord">
          <ac:chgData name="Mohammed Fasha" userId="cc64f42d-a1a6-4f08-b97b-0c37f877119f" providerId="ADAL" clId="{2411567F-3985-45FD-B7D3-CBACEEBB75BA}" dt="2025-05-03T12:43:13.875" v="3842" actId="113"/>
          <ac:spMkLst>
            <pc:docMk/>
            <pc:sldMk cId="3614820500" sldId="613"/>
            <ac:spMk id="4" creationId="{45F3391C-74F8-068E-027E-291734885C4E}"/>
          </ac:spMkLst>
        </pc:spChg>
        <pc:spChg chg="add mod ord">
          <ac:chgData name="Mohammed Fasha" userId="cc64f42d-a1a6-4f08-b97b-0c37f877119f" providerId="ADAL" clId="{2411567F-3985-45FD-B7D3-CBACEEBB75BA}" dt="2025-05-03T13:04:28.141" v="4419" actId="113"/>
          <ac:spMkLst>
            <pc:docMk/>
            <pc:sldMk cId="3614820500" sldId="613"/>
            <ac:spMk id="5" creationId="{D8E77094-F979-5F6C-412A-5983BC852207}"/>
          </ac:spMkLst>
        </pc:spChg>
        <pc:spChg chg="add">
          <ac:chgData name="Mohammed Fasha" userId="cc64f42d-a1a6-4f08-b97b-0c37f877119f" providerId="ADAL" clId="{2411567F-3985-45FD-B7D3-CBACEEBB75BA}" dt="2025-05-03T13:03:19.207" v="4404"/>
          <ac:spMkLst>
            <pc:docMk/>
            <pc:sldMk cId="3614820500" sldId="613"/>
            <ac:spMk id="6" creationId="{818617E3-B86D-32B0-3981-076B0C9D154D}"/>
          </ac:spMkLst>
        </pc:spChg>
        <pc:spChg chg="add">
          <ac:chgData name="Mohammed Fasha" userId="cc64f42d-a1a6-4f08-b97b-0c37f877119f" providerId="ADAL" clId="{2411567F-3985-45FD-B7D3-CBACEEBB75BA}" dt="2025-05-03T13:03:43.402" v="4407"/>
          <ac:spMkLst>
            <pc:docMk/>
            <pc:sldMk cId="3614820500" sldId="613"/>
            <ac:spMk id="7" creationId="{60BA62CB-E880-CB2D-BE83-E24CB5B1993C}"/>
          </ac:spMkLst>
        </pc:spChg>
      </pc:sldChg>
      <pc:sldChg chg="modSp new mod">
        <pc:chgData name="Mohammed Fasha" userId="cc64f42d-a1a6-4f08-b97b-0c37f877119f" providerId="ADAL" clId="{2411567F-3985-45FD-B7D3-CBACEEBB75BA}" dt="2025-05-03T12:44:11.838" v="3994" actId="20577"/>
        <pc:sldMkLst>
          <pc:docMk/>
          <pc:sldMk cId="1875010365" sldId="614"/>
        </pc:sldMkLst>
        <pc:spChg chg="mod">
          <ac:chgData name="Mohammed Fasha" userId="cc64f42d-a1a6-4f08-b97b-0c37f877119f" providerId="ADAL" clId="{2411567F-3985-45FD-B7D3-CBACEEBB75BA}" dt="2025-05-03T12:43:59.702" v="3918" actId="113"/>
          <ac:spMkLst>
            <pc:docMk/>
            <pc:sldMk cId="1875010365" sldId="614"/>
            <ac:spMk id="2" creationId="{2CD7EC56-86D6-BE2F-7B78-27DCBF714086}"/>
          </ac:spMkLst>
        </pc:spChg>
        <pc:spChg chg="mod">
          <ac:chgData name="Mohammed Fasha" userId="cc64f42d-a1a6-4f08-b97b-0c37f877119f" providerId="ADAL" clId="{2411567F-3985-45FD-B7D3-CBACEEBB75BA}" dt="2025-05-03T12:44:11.838" v="3994" actId="20577"/>
          <ac:spMkLst>
            <pc:docMk/>
            <pc:sldMk cId="1875010365" sldId="614"/>
            <ac:spMk id="3" creationId="{1EF50DDF-74A4-EA65-3379-89A66E8EDBFC}"/>
          </ac:spMkLst>
        </pc:spChg>
      </pc:sldChg>
      <pc:sldChg chg="new del">
        <pc:chgData name="Mohammed Fasha" userId="cc64f42d-a1a6-4f08-b97b-0c37f877119f" providerId="ADAL" clId="{2411567F-3985-45FD-B7D3-CBACEEBB75BA}" dt="2025-05-03T12:42:48.594" v="3829" actId="47"/>
        <pc:sldMkLst>
          <pc:docMk/>
          <pc:sldMk cId="2638776309" sldId="614"/>
        </pc:sldMkLst>
      </pc:sldChg>
      <pc:sldChg chg="modSp new mod">
        <pc:chgData name="Mohammed Fasha" userId="cc64f42d-a1a6-4f08-b97b-0c37f877119f" providerId="ADAL" clId="{2411567F-3985-45FD-B7D3-CBACEEBB75BA}" dt="2025-05-03T12:45:16.417" v="4110"/>
        <pc:sldMkLst>
          <pc:docMk/>
          <pc:sldMk cId="294825615" sldId="615"/>
        </pc:sldMkLst>
        <pc:spChg chg="mod">
          <ac:chgData name="Mohammed Fasha" userId="cc64f42d-a1a6-4f08-b97b-0c37f877119f" providerId="ADAL" clId="{2411567F-3985-45FD-B7D3-CBACEEBB75BA}" dt="2025-05-03T12:44:32.868" v="4001" actId="113"/>
          <ac:spMkLst>
            <pc:docMk/>
            <pc:sldMk cId="294825615" sldId="615"/>
            <ac:spMk id="2" creationId="{47B28729-F5BF-296D-B879-53C649696812}"/>
          </ac:spMkLst>
        </pc:spChg>
        <pc:spChg chg="mod">
          <ac:chgData name="Mohammed Fasha" userId="cc64f42d-a1a6-4f08-b97b-0c37f877119f" providerId="ADAL" clId="{2411567F-3985-45FD-B7D3-CBACEEBB75BA}" dt="2025-05-03T12:45:16.417" v="4110"/>
          <ac:spMkLst>
            <pc:docMk/>
            <pc:sldMk cId="294825615" sldId="615"/>
            <ac:spMk id="3" creationId="{FE553B28-ABA4-BA25-8705-985FEBF2F2DD}"/>
          </ac:spMkLst>
        </pc:spChg>
      </pc:sldChg>
      <pc:sldChg chg="new del">
        <pc:chgData name="Mohammed Fasha" userId="cc64f42d-a1a6-4f08-b97b-0c37f877119f" providerId="ADAL" clId="{2411567F-3985-45FD-B7D3-CBACEEBB75BA}" dt="2025-05-03T12:42:49.502" v="3830" actId="47"/>
        <pc:sldMkLst>
          <pc:docMk/>
          <pc:sldMk cId="603107799" sldId="615"/>
        </pc:sldMkLst>
      </pc:sldChg>
      <pc:sldChg chg="modSp new mod">
        <pc:chgData name="Mohammed Fasha" userId="cc64f42d-a1a6-4f08-b97b-0c37f877119f" providerId="ADAL" clId="{2411567F-3985-45FD-B7D3-CBACEEBB75BA}" dt="2025-05-03T12:45:33.651" v="4185" actId="20577"/>
        <pc:sldMkLst>
          <pc:docMk/>
          <pc:sldMk cId="1968436131" sldId="616"/>
        </pc:sldMkLst>
        <pc:spChg chg="mod">
          <ac:chgData name="Mohammed Fasha" userId="cc64f42d-a1a6-4f08-b97b-0c37f877119f" providerId="ADAL" clId="{2411567F-3985-45FD-B7D3-CBACEEBB75BA}" dt="2025-05-03T12:45:23.645" v="4117" actId="113"/>
          <ac:spMkLst>
            <pc:docMk/>
            <pc:sldMk cId="1968436131" sldId="616"/>
            <ac:spMk id="2" creationId="{AFFC978E-3352-99B0-E86A-57C5889BE27A}"/>
          </ac:spMkLst>
        </pc:spChg>
        <pc:spChg chg="mod">
          <ac:chgData name="Mohammed Fasha" userId="cc64f42d-a1a6-4f08-b97b-0c37f877119f" providerId="ADAL" clId="{2411567F-3985-45FD-B7D3-CBACEEBB75BA}" dt="2025-05-03T12:45:33.651" v="4185" actId="20577"/>
          <ac:spMkLst>
            <pc:docMk/>
            <pc:sldMk cId="1968436131" sldId="616"/>
            <ac:spMk id="3" creationId="{C288CD06-901E-45E4-1BD4-2E9D2A9D688E}"/>
          </ac:spMkLst>
        </pc:spChg>
      </pc:sldChg>
      <pc:sldChg chg="new del">
        <pc:chgData name="Mohammed Fasha" userId="cc64f42d-a1a6-4f08-b97b-0c37f877119f" providerId="ADAL" clId="{2411567F-3985-45FD-B7D3-CBACEEBB75BA}" dt="2025-05-03T12:42:50.459" v="3831" actId="47"/>
        <pc:sldMkLst>
          <pc:docMk/>
          <pc:sldMk cId="3521442628" sldId="616"/>
        </pc:sldMkLst>
      </pc:sldChg>
      <pc:sldChg chg="modSp new del mod">
        <pc:chgData name="Mohammed Fasha" userId="cc64f42d-a1a6-4f08-b97b-0c37f877119f" providerId="ADAL" clId="{2411567F-3985-45FD-B7D3-CBACEEBB75BA}" dt="2025-05-03T13:05:03.921" v="4428" actId="2696"/>
        <pc:sldMkLst>
          <pc:docMk/>
          <pc:sldMk cId="2672361332" sldId="617"/>
        </pc:sldMkLst>
        <pc:spChg chg="mod">
          <ac:chgData name="Mohammed Fasha" userId="cc64f42d-a1a6-4f08-b97b-0c37f877119f" providerId="ADAL" clId="{2411567F-3985-45FD-B7D3-CBACEEBB75BA}" dt="2025-05-03T12:45:53.960" v="4194" actId="113"/>
          <ac:spMkLst>
            <pc:docMk/>
            <pc:sldMk cId="2672361332" sldId="617"/>
            <ac:spMk id="2" creationId="{94244F3D-D2BE-B259-DF2E-0D0515D8A0C3}"/>
          </ac:spMkLst>
        </pc:spChg>
        <pc:spChg chg="mod">
          <ac:chgData name="Mohammed Fasha" userId="cc64f42d-a1a6-4f08-b97b-0c37f877119f" providerId="ADAL" clId="{2411567F-3985-45FD-B7D3-CBACEEBB75BA}" dt="2025-05-03T12:46:12.789" v="4291" actId="20577"/>
          <ac:spMkLst>
            <pc:docMk/>
            <pc:sldMk cId="2672361332" sldId="617"/>
            <ac:spMk id="3" creationId="{4C910201-97F5-EBED-CD85-0F909B37F7B4}"/>
          </ac:spMkLst>
        </pc:spChg>
      </pc:sldChg>
      <pc:sldChg chg="modSp new mod">
        <pc:chgData name="Mohammed Fasha" userId="cc64f42d-a1a6-4f08-b97b-0c37f877119f" providerId="ADAL" clId="{2411567F-3985-45FD-B7D3-CBACEEBB75BA}" dt="2025-05-03T13:12:27.742" v="4515" actId="113"/>
        <pc:sldMkLst>
          <pc:docMk/>
          <pc:sldMk cId="2845889244" sldId="618"/>
        </pc:sldMkLst>
        <pc:spChg chg="mod">
          <ac:chgData name="Mohammed Fasha" userId="cc64f42d-a1a6-4f08-b97b-0c37f877119f" providerId="ADAL" clId="{2411567F-3985-45FD-B7D3-CBACEEBB75BA}" dt="2025-05-03T13:12:27.742" v="4515" actId="113"/>
          <ac:spMkLst>
            <pc:docMk/>
            <pc:sldMk cId="2845889244" sldId="618"/>
            <ac:spMk id="2" creationId="{1E1A8D9E-BBC7-0363-48A7-1DDB286CF6D0}"/>
          </ac:spMkLst>
        </pc:spChg>
        <pc:spChg chg="mod">
          <ac:chgData name="Mohammed Fasha" userId="cc64f42d-a1a6-4f08-b97b-0c37f877119f" providerId="ADAL" clId="{2411567F-3985-45FD-B7D3-CBACEEBB75BA}" dt="2025-05-03T13:07:04.303" v="4450" actId="179"/>
          <ac:spMkLst>
            <pc:docMk/>
            <pc:sldMk cId="2845889244" sldId="618"/>
            <ac:spMk id="3" creationId="{D576A33E-BDD1-7A1B-376B-4A8800EC168B}"/>
          </ac:spMkLst>
        </pc:spChg>
      </pc:sldChg>
      <pc:sldChg chg="modSp new mod">
        <pc:chgData name="Mohammed Fasha" userId="cc64f42d-a1a6-4f08-b97b-0c37f877119f" providerId="ADAL" clId="{2411567F-3985-45FD-B7D3-CBACEEBB75BA}" dt="2025-05-03T12:47:48.401" v="4334" actId="20577"/>
        <pc:sldMkLst>
          <pc:docMk/>
          <pc:sldMk cId="1080603050" sldId="619"/>
        </pc:sldMkLst>
        <pc:spChg chg="mod">
          <ac:chgData name="Mohammed Fasha" userId="cc64f42d-a1a6-4f08-b97b-0c37f877119f" providerId="ADAL" clId="{2411567F-3985-45FD-B7D3-CBACEEBB75BA}" dt="2025-05-03T12:47:40.910" v="4299" actId="113"/>
          <ac:spMkLst>
            <pc:docMk/>
            <pc:sldMk cId="1080603050" sldId="619"/>
            <ac:spMk id="2" creationId="{CE754AA6-5138-EF89-E817-A02641F53B19}"/>
          </ac:spMkLst>
        </pc:spChg>
        <pc:spChg chg="mod">
          <ac:chgData name="Mohammed Fasha" userId="cc64f42d-a1a6-4f08-b97b-0c37f877119f" providerId="ADAL" clId="{2411567F-3985-45FD-B7D3-CBACEEBB75BA}" dt="2025-05-03T12:47:48.401" v="4334" actId="20577"/>
          <ac:spMkLst>
            <pc:docMk/>
            <pc:sldMk cId="1080603050" sldId="619"/>
            <ac:spMk id="3" creationId="{41A4AC44-5C07-EB8A-FF7C-39C5889903C8}"/>
          </ac:spMkLst>
        </pc:spChg>
      </pc:sldChg>
      <pc:sldChg chg="modSp new mod">
        <pc:chgData name="Mohammed Fasha" userId="cc64f42d-a1a6-4f08-b97b-0c37f877119f" providerId="ADAL" clId="{2411567F-3985-45FD-B7D3-CBACEEBB75BA}" dt="2025-05-03T15:11:19.867" v="4536" actId="33524"/>
        <pc:sldMkLst>
          <pc:docMk/>
          <pc:sldMk cId="3684138974" sldId="620"/>
        </pc:sldMkLst>
        <pc:spChg chg="mod">
          <ac:chgData name="Mohammed Fasha" userId="cc64f42d-a1a6-4f08-b97b-0c37f877119f" providerId="ADAL" clId="{2411567F-3985-45FD-B7D3-CBACEEBB75BA}" dt="2025-05-03T12:52:37.365" v="4345" actId="6549"/>
          <ac:spMkLst>
            <pc:docMk/>
            <pc:sldMk cId="3684138974" sldId="620"/>
            <ac:spMk id="2" creationId="{8B9594C9-AF65-F049-CFF9-715B69A08AC1}"/>
          </ac:spMkLst>
        </pc:spChg>
        <pc:spChg chg="mod">
          <ac:chgData name="Mohammed Fasha" userId="cc64f42d-a1a6-4f08-b97b-0c37f877119f" providerId="ADAL" clId="{2411567F-3985-45FD-B7D3-CBACEEBB75BA}" dt="2025-05-03T15:11:19.867" v="4536" actId="33524"/>
          <ac:spMkLst>
            <pc:docMk/>
            <pc:sldMk cId="3684138974" sldId="620"/>
            <ac:spMk id="3" creationId="{24B75147-0CB0-B607-338C-DE3D10E75CEA}"/>
          </ac:spMkLst>
        </pc:spChg>
      </pc:sldChg>
      <pc:sldChg chg="modSp new mod">
        <pc:chgData name="Mohammed Fasha" userId="cc64f42d-a1a6-4f08-b97b-0c37f877119f" providerId="ADAL" clId="{2411567F-3985-45FD-B7D3-CBACEEBB75BA}" dt="2025-05-03T12:53:46.671" v="4367" actId="27636"/>
        <pc:sldMkLst>
          <pc:docMk/>
          <pc:sldMk cId="3189654355" sldId="621"/>
        </pc:sldMkLst>
        <pc:spChg chg="mod">
          <ac:chgData name="Mohammed Fasha" userId="cc64f42d-a1a6-4f08-b97b-0c37f877119f" providerId="ADAL" clId="{2411567F-3985-45FD-B7D3-CBACEEBB75BA}" dt="2025-05-03T12:53:43.678" v="4365" actId="113"/>
          <ac:spMkLst>
            <pc:docMk/>
            <pc:sldMk cId="3189654355" sldId="621"/>
            <ac:spMk id="2" creationId="{1B09D239-CEBD-5B49-CD6C-CD5AE8203880}"/>
          </ac:spMkLst>
        </pc:spChg>
        <pc:spChg chg="mod">
          <ac:chgData name="Mohammed Fasha" userId="cc64f42d-a1a6-4f08-b97b-0c37f877119f" providerId="ADAL" clId="{2411567F-3985-45FD-B7D3-CBACEEBB75BA}" dt="2025-05-03T12:53:46.671" v="4367" actId="27636"/>
          <ac:spMkLst>
            <pc:docMk/>
            <pc:sldMk cId="3189654355" sldId="621"/>
            <ac:spMk id="3" creationId="{3D99CABB-069A-393D-F8EC-459AA2F46187}"/>
          </ac:spMkLst>
        </pc:spChg>
      </pc:sldChg>
      <pc:sldChg chg="addSp delSp modSp new mod">
        <pc:chgData name="Mohammed Fasha" userId="cc64f42d-a1a6-4f08-b97b-0c37f877119f" providerId="ADAL" clId="{2411567F-3985-45FD-B7D3-CBACEEBB75BA}" dt="2025-05-03T12:59:03.849" v="4395" actId="14100"/>
        <pc:sldMkLst>
          <pc:docMk/>
          <pc:sldMk cId="1639121587" sldId="622"/>
        </pc:sldMkLst>
        <pc:spChg chg="mod">
          <ac:chgData name="Mohammed Fasha" userId="cc64f42d-a1a6-4f08-b97b-0c37f877119f" providerId="ADAL" clId="{2411567F-3985-45FD-B7D3-CBACEEBB75BA}" dt="2025-05-03T12:56:19.587" v="4375" actId="113"/>
          <ac:spMkLst>
            <pc:docMk/>
            <pc:sldMk cId="1639121587" sldId="622"/>
            <ac:spMk id="2" creationId="{ECA4CCC0-4849-FE0A-C1B9-EAAE1A5104D2}"/>
          </ac:spMkLst>
        </pc:spChg>
        <pc:spChg chg="mod">
          <ac:chgData name="Mohammed Fasha" userId="cc64f42d-a1a6-4f08-b97b-0c37f877119f" providerId="ADAL" clId="{2411567F-3985-45FD-B7D3-CBACEEBB75BA}" dt="2025-05-03T12:58:54.495" v="4392" actId="179"/>
          <ac:spMkLst>
            <pc:docMk/>
            <pc:sldMk cId="1639121587" sldId="622"/>
            <ac:spMk id="3" creationId="{3016C476-9902-4F06-D5F3-5DC4E5775393}"/>
          </ac:spMkLst>
        </pc:spChg>
        <pc:picChg chg="add del mod">
          <ac:chgData name="Mohammed Fasha" userId="cc64f42d-a1a6-4f08-b97b-0c37f877119f" providerId="ADAL" clId="{2411567F-3985-45FD-B7D3-CBACEEBB75BA}" dt="2025-05-03T12:56:38.741" v="4381" actId="22"/>
          <ac:picMkLst>
            <pc:docMk/>
            <pc:sldMk cId="1639121587" sldId="622"/>
            <ac:picMk id="5" creationId="{D65AA2B8-726B-AF02-973E-C1B062E5B3E8}"/>
          </ac:picMkLst>
        </pc:picChg>
        <pc:picChg chg="add mod">
          <ac:chgData name="Mohammed Fasha" userId="cc64f42d-a1a6-4f08-b97b-0c37f877119f" providerId="ADAL" clId="{2411567F-3985-45FD-B7D3-CBACEEBB75BA}" dt="2025-05-03T12:59:03.849" v="4395" actId="14100"/>
          <ac:picMkLst>
            <pc:docMk/>
            <pc:sldMk cId="1639121587" sldId="622"/>
            <ac:picMk id="7" creationId="{FAB526DD-E40E-3311-8B63-B009E82F101D}"/>
          </ac:picMkLst>
        </pc:picChg>
      </pc:sldChg>
      <pc:sldChg chg="modSp new mod">
        <pc:chgData name="Mohammed Fasha" userId="cc64f42d-a1a6-4f08-b97b-0c37f877119f" providerId="ADAL" clId="{2411567F-3985-45FD-B7D3-CBACEEBB75BA}" dt="2025-05-03T13:04:55.125" v="4427" actId="113"/>
        <pc:sldMkLst>
          <pc:docMk/>
          <pc:sldMk cId="2493462057" sldId="623"/>
        </pc:sldMkLst>
        <pc:spChg chg="mod">
          <ac:chgData name="Mohammed Fasha" userId="cc64f42d-a1a6-4f08-b97b-0c37f877119f" providerId="ADAL" clId="{2411567F-3985-45FD-B7D3-CBACEEBB75BA}" dt="2025-05-03T13:04:55.125" v="4427" actId="113"/>
          <ac:spMkLst>
            <pc:docMk/>
            <pc:sldMk cId="2493462057" sldId="623"/>
            <ac:spMk id="2" creationId="{BF569659-08C7-7967-D771-01B33804E5CA}"/>
          </ac:spMkLst>
        </pc:spChg>
        <pc:spChg chg="mod">
          <ac:chgData name="Mohammed Fasha" userId="cc64f42d-a1a6-4f08-b97b-0c37f877119f" providerId="ADAL" clId="{2411567F-3985-45FD-B7D3-CBACEEBB75BA}" dt="2025-05-03T13:04:48.805" v="4422" actId="21"/>
          <ac:spMkLst>
            <pc:docMk/>
            <pc:sldMk cId="2493462057" sldId="623"/>
            <ac:spMk id="3" creationId="{748FE772-7A6B-89B0-0111-DE65DEE72A89}"/>
          </ac:spMkLst>
        </pc:spChg>
      </pc:sldChg>
      <pc:sldChg chg="modSp new mod">
        <pc:chgData name="Mohammed Fasha" userId="cc64f42d-a1a6-4f08-b97b-0c37f877119f" providerId="ADAL" clId="{2411567F-3985-45FD-B7D3-CBACEEBB75BA}" dt="2025-05-03T13:05:55.107" v="4438" actId="113"/>
        <pc:sldMkLst>
          <pc:docMk/>
          <pc:sldMk cId="1180148054" sldId="624"/>
        </pc:sldMkLst>
        <pc:spChg chg="mod">
          <ac:chgData name="Mohammed Fasha" userId="cc64f42d-a1a6-4f08-b97b-0c37f877119f" providerId="ADAL" clId="{2411567F-3985-45FD-B7D3-CBACEEBB75BA}" dt="2025-05-03T13:05:55.107" v="4438" actId="113"/>
          <ac:spMkLst>
            <pc:docMk/>
            <pc:sldMk cId="1180148054" sldId="624"/>
            <ac:spMk id="2" creationId="{C77DBE8D-8349-BDC5-AAD9-777491A8DE01}"/>
          </ac:spMkLst>
        </pc:spChg>
        <pc:spChg chg="mod">
          <ac:chgData name="Mohammed Fasha" userId="cc64f42d-a1a6-4f08-b97b-0c37f877119f" providerId="ADAL" clId="{2411567F-3985-45FD-B7D3-CBACEEBB75BA}" dt="2025-05-03T13:05:42.496" v="4432" actId="21"/>
          <ac:spMkLst>
            <pc:docMk/>
            <pc:sldMk cId="1180148054" sldId="624"/>
            <ac:spMk id="3" creationId="{41592225-2C11-070C-67FC-0CAA0DCD232C}"/>
          </ac:spMkLst>
        </pc:spChg>
      </pc:sldChg>
      <pc:sldChg chg="modSp add mod">
        <pc:chgData name="Mohammed Fasha" userId="cc64f42d-a1a6-4f08-b97b-0c37f877119f" providerId="ADAL" clId="{2411567F-3985-45FD-B7D3-CBACEEBB75BA}" dt="2025-05-03T13:12:24.605" v="4514" actId="113"/>
        <pc:sldMkLst>
          <pc:docMk/>
          <pc:sldMk cId="211608422" sldId="625"/>
        </pc:sldMkLst>
        <pc:spChg chg="mod">
          <ac:chgData name="Mohammed Fasha" userId="cc64f42d-a1a6-4f08-b97b-0c37f877119f" providerId="ADAL" clId="{2411567F-3985-45FD-B7D3-CBACEEBB75BA}" dt="2025-05-03T13:12:24.605" v="4514" actId="113"/>
          <ac:spMkLst>
            <pc:docMk/>
            <pc:sldMk cId="211608422" sldId="625"/>
            <ac:spMk id="2" creationId="{1A7FF627-72A2-6E4D-F9BD-537DBACA6077}"/>
          </ac:spMkLst>
        </pc:spChg>
        <pc:spChg chg="mod">
          <ac:chgData name="Mohammed Fasha" userId="cc64f42d-a1a6-4f08-b97b-0c37f877119f" providerId="ADAL" clId="{2411567F-3985-45FD-B7D3-CBACEEBB75BA}" dt="2025-05-03T13:07:30.362" v="4462" actId="179"/>
          <ac:spMkLst>
            <pc:docMk/>
            <pc:sldMk cId="211608422" sldId="625"/>
            <ac:spMk id="3" creationId="{23573DC9-58AC-E8B5-615F-5254A4171A47}"/>
          </ac:spMkLst>
        </pc:spChg>
      </pc:sldChg>
      <pc:sldChg chg="modSp add mod">
        <pc:chgData name="Mohammed Fasha" userId="cc64f42d-a1a6-4f08-b97b-0c37f877119f" providerId="ADAL" clId="{2411567F-3985-45FD-B7D3-CBACEEBB75BA}" dt="2025-05-03T13:08:48.531" v="4507" actId="27636"/>
        <pc:sldMkLst>
          <pc:docMk/>
          <pc:sldMk cId="2237089531" sldId="626"/>
        </pc:sldMkLst>
        <pc:spChg chg="mod">
          <ac:chgData name="Mohammed Fasha" userId="cc64f42d-a1a6-4f08-b97b-0c37f877119f" providerId="ADAL" clId="{2411567F-3985-45FD-B7D3-CBACEEBB75BA}" dt="2025-05-03T13:08:44.895" v="4505" actId="20577"/>
          <ac:spMkLst>
            <pc:docMk/>
            <pc:sldMk cId="2237089531" sldId="626"/>
            <ac:spMk id="2" creationId="{07548F33-0617-5915-2BEF-9D3472FD3BDD}"/>
          </ac:spMkLst>
        </pc:spChg>
        <pc:spChg chg="mod">
          <ac:chgData name="Mohammed Fasha" userId="cc64f42d-a1a6-4f08-b97b-0c37f877119f" providerId="ADAL" clId="{2411567F-3985-45FD-B7D3-CBACEEBB75BA}" dt="2025-05-03T13:08:48.531" v="4507" actId="27636"/>
          <ac:spMkLst>
            <pc:docMk/>
            <pc:sldMk cId="2237089531" sldId="626"/>
            <ac:spMk id="3" creationId="{8CF42333-A4F7-ECEC-9339-ECBFCCA8B97C}"/>
          </ac:spMkLst>
        </pc:spChg>
      </pc:sldChg>
      <pc:sldChg chg="modSp add mod">
        <pc:chgData name="Mohammed Fasha" userId="cc64f42d-a1a6-4f08-b97b-0c37f877119f" providerId="ADAL" clId="{2411567F-3985-45FD-B7D3-CBACEEBB75BA}" dt="2025-05-03T13:12:43.310" v="4524" actId="113"/>
        <pc:sldMkLst>
          <pc:docMk/>
          <pc:sldMk cId="3115433428" sldId="627"/>
        </pc:sldMkLst>
        <pc:spChg chg="mod">
          <ac:chgData name="Mohammed Fasha" userId="cc64f42d-a1a6-4f08-b97b-0c37f877119f" providerId="ADAL" clId="{2411567F-3985-45FD-B7D3-CBACEEBB75BA}" dt="2025-05-03T13:12:43.310" v="4524" actId="113"/>
          <ac:spMkLst>
            <pc:docMk/>
            <pc:sldMk cId="3115433428" sldId="627"/>
            <ac:spMk id="2" creationId="{1B0F54E6-803F-046A-58BF-37767613E321}"/>
          </ac:spMkLst>
        </pc:spChg>
        <pc:spChg chg="mod">
          <ac:chgData name="Mohammed Fasha" userId="cc64f42d-a1a6-4f08-b97b-0c37f877119f" providerId="ADAL" clId="{2411567F-3985-45FD-B7D3-CBACEEBB75BA}" dt="2025-05-03T13:12:33.548" v="4519" actId="27636"/>
          <ac:spMkLst>
            <pc:docMk/>
            <pc:sldMk cId="3115433428" sldId="627"/>
            <ac:spMk id="3" creationId="{0A10BA82-A454-E8BC-B540-DB4296955C94}"/>
          </ac:spMkLst>
        </pc:spChg>
      </pc:sldChg>
      <pc:sldChg chg="modSp add mod">
        <pc:chgData name="Mohammed Fasha" userId="cc64f42d-a1a6-4f08-b97b-0c37f877119f" providerId="ADAL" clId="{2411567F-3985-45FD-B7D3-CBACEEBB75BA}" dt="2025-05-03T13:13:45.232" v="4533" actId="27636"/>
        <pc:sldMkLst>
          <pc:docMk/>
          <pc:sldMk cId="2552408223" sldId="628"/>
        </pc:sldMkLst>
        <pc:spChg chg="mod">
          <ac:chgData name="Mohammed Fasha" userId="cc64f42d-a1a6-4f08-b97b-0c37f877119f" providerId="ADAL" clId="{2411567F-3985-45FD-B7D3-CBACEEBB75BA}" dt="2025-05-03T13:13:45.232" v="4533" actId="27636"/>
          <ac:spMkLst>
            <pc:docMk/>
            <pc:sldMk cId="2552408223" sldId="628"/>
            <ac:spMk id="3" creationId="{B358DC3F-4DBA-DBB6-CC19-7A759DD372FF}"/>
          </ac:spMkLst>
        </pc:spChg>
      </pc:sldChg>
      <pc:sldChg chg="modSp add mod">
        <pc:chgData name="Mohammed Fasha" userId="cc64f42d-a1a6-4f08-b97b-0c37f877119f" providerId="ADAL" clId="{2411567F-3985-45FD-B7D3-CBACEEBB75BA}" dt="2025-05-03T13:13:55.992" v="4535" actId="27636"/>
        <pc:sldMkLst>
          <pc:docMk/>
          <pc:sldMk cId="628707482" sldId="629"/>
        </pc:sldMkLst>
        <pc:spChg chg="mod">
          <ac:chgData name="Mohammed Fasha" userId="cc64f42d-a1a6-4f08-b97b-0c37f877119f" providerId="ADAL" clId="{2411567F-3985-45FD-B7D3-CBACEEBB75BA}" dt="2025-05-03T13:13:55.992" v="4535" actId="27636"/>
          <ac:spMkLst>
            <pc:docMk/>
            <pc:sldMk cId="628707482" sldId="629"/>
            <ac:spMk id="3" creationId="{F3D7E6F6-A6EF-C24C-908B-1B351568AACC}"/>
          </ac:spMkLst>
        </pc:spChg>
      </pc:sldChg>
      <pc:sldChg chg="modSp new mod">
        <pc:chgData name="Mohammed Fasha" userId="cc64f42d-a1a6-4f08-b97b-0c37f877119f" providerId="ADAL" clId="{2411567F-3985-45FD-B7D3-CBACEEBB75BA}" dt="2025-05-03T15:13:35.292" v="4569" actId="20577"/>
        <pc:sldMkLst>
          <pc:docMk/>
          <pc:sldMk cId="2284832381" sldId="630"/>
        </pc:sldMkLst>
        <pc:spChg chg="mod">
          <ac:chgData name="Mohammed Fasha" userId="cc64f42d-a1a6-4f08-b97b-0c37f877119f" providerId="ADAL" clId="{2411567F-3985-45FD-B7D3-CBACEEBB75BA}" dt="2025-05-03T15:13:35.292" v="4569" actId="20577"/>
          <ac:spMkLst>
            <pc:docMk/>
            <pc:sldMk cId="2284832381" sldId="630"/>
            <ac:spMk id="2" creationId="{8AF7DA06-D243-A01A-BB3B-E3E4C5E8FDA9}"/>
          </ac:spMkLst>
        </pc:spChg>
        <pc:spChg chg="mod">
          <ac:chgData name="Mohammed Fasha" userId="cc64f42d-a1a6-4f08-b97b-0c37f877119f" providerId="ADAL" clId="{2411567F-3985-45FD-B7D3-CBACEEBB75BA}" dt="2025-05-03T15:13:26.448" v="4544" actId="27636"/>
          <ac:spMkLst>
            <pc:docMk/>
            <pc:sldMk cId="2284832381" sldId="630"/>
            <ac:spMk id="3" creationId="{C17548E3-E407-354D-CEBC-2A645DDC64F5}"/>
          </ac:spMkLst>
        </pc:spChg>
      </pc:sldChg>
      <pc:sldChg chg="modSp new mod">
        <pc:chgData name="Mohammed Fasha" userId="cc64f42d-a1a6-4f08-b97b-0c37f877119f" providerId="ADAL" clId="{2411567F-3985-45FD-B7D3-CBACEEBB75BA}" dt="2025-05-03T15:13:54.207" v="4571"/>
        <pc:sldMkLst>
          <pc:docMk/>
          <pc:sldMk cId="3376847637" sldId="631"/>
        </pc:sldMkLst>
        <pc:spChg chg="mod">
          <ac:chgData name="Mohammed Fasha" userId="cc64f42d-a1a6-4f08-b97b-0c37f877119f" providerId="ADAL" clId="{2411567F-3985-45FD-B7D3-CBACEEBB75BA}" dt="2025-05-03T15:13:54.207" v="4571"/>
          <ac:spMkLst>
            <pc:docMk/>
            <pc:sldMk cId="3376847637" sldId="631"/>
            <ac:spMk id="2" creationId="{86A8E8FB-92EE-186C-4C42-0A9520A3AA16}"/>
          </ac:spMkLst>
        </pc:spChg>
        <pc:spChg chg="mod">
          <ac:chgData name="Mohammed Fasha" userId="cc64f42d-a1a6-4f08-b97b-0c37f877119f" providerId="ADAL" clId="{2411567F-3985-45FD-B7D3-CBACEEBB75BA}" dt="2025-05-03T15:13:49.298" v="4570"/>
          <ac:spMkLst>
            <pc:docMk/>
            <pc:sldMk cId="3376847637" sldId="631"/>
            <ac:spMk id="3" creationId="{C5A14B59-C64A-D82D-CF00-E508FCE8AC86}"/>
          </ac:spMkLst>
        </pc:spChg>
      </pc:sldChg>
      <pc:sldChg chg="modSp new mod">
        <pc:chgData name="Mohammed Fasha" userId="cc64f42d-a1a6-4f08-b97b-0c37f877119f" providerId="ADAL" clId="{2411567F-3985-45FD-B7D3-CBACEEBB75BA}" dt="2025-05-03T15:14:11.789" v="4574" actId="27636"/>
        <pc:sldMkLst>
          <pc:docMk/>
          <pc:sldMk cId="3233450606" sldId="632"/>
        </pc:sldMkLst>
        <pc:spChg chg="mod">
          <ac:chgData name="Mohammed Fasha" userId="cc64f42d-a1a6-4f08-b97b-0c37f877119f" providerId="ADAL" clId="{2411567F-3985-45FD-B7D3-CBACEEBB75BA}" dt="2025-05-03T15:13:57.423" v="4572"/>
          <ac:spMkLst>
            <pc:docMk/>
            <pc:sldMk cId="3233450606" sldId="632"/>
            <ac:spMk id="2" creationId="{BCB93366-0BDB-9DFA-7167-EDECC6BCD651}"/>
          </ac:spMkLst>
        </pc:spChg>
        <pc:spChg chg="mod">
          <ac:chgData name="Mohammed Fasha" userId="cc64f42d-a1a6-4f08-b97b-0c37f877119f" providerId="ADAL" clId="{2411567F-3985-45FD-B7D3-CBACEEBB75BA}" dt="2025-05-03T15:14:11.789" v="4574" actId="27636"/>
          <ac:spMkLst>
            <pc:docMk/>
            <pc:sldMk cId="3233450606" sldId="632"/>
            <ac:spMk id="3" creationId="{94490137-9E07-22F7-DEE1-88AF99B268AA}"/>
          </ac:spMkLst>
        </pc:spChg>
      </pc:sldChg>
      <pc:sldChg chg="modSp new mod">
        <pc:chgData name="Mohammed Fasha" userId="cc64f42d-a1a6-4f08-b97b-0c37f877119f" providerId="ADAL" clId="{2411567F-3985-45FD-B7D3-CBACEEBB75BA}" dt="2025-05-03T15:14:32.372" v="4581" actId="113"/>
        <pc:sldMkLst>
          <pc:docMk/>
          <pc:sldMk cId="276287202" sldId="633"/>
        </pc:sldMkLst>
        <pc:spChg chg="mod">
          <ac:chgData name="Mohammed Fasha" userId="cc64f42d-a1a6-4f08-b97b-0c37f877119f" providerId="ADAL" clId="{2411567F-3985-45FD-B7D3-CBACEEBB75BA}" dt="2025-05-03T15:14:32.372" v="4581" actId="113"/>
          <ac:spMkLst>
            <pc:docMk/>
            <pc:sldMk cId="276287202" sldId="633"/>
            <ac:spMk id="2" creationId="{40C198DC-FD98-4FBA-8DE6-F6E6ECECE428}"/>
          </ac:spMkLst>
        </pc:spChg>
        <pc:spChg chg="mod">
          <ac:chgData name="Mohammed Fasha" userId="cc64f42d-a1a6-4f08-b97b-0c37f877119f" providerId="ADAL" clId="{2411567F-3985-45FD-B7D3-CBACEEBB75BA}" dt="2025-05-03T15:14:25.530" v="4576" actId="21"/>
          <ac:spMkLst>
            <pc:docMk/>
            <pc:sldMk cId="276287202" sldId="633"/>
            <ac:spMk id="3" creationId="{AAD512ED-FC67-3A21-4BBA-B143F80F02E3}"/>
          </ac:spMkLst>
        </pc:spChg>
      </pc:sldChg>
      <pc:sldChg chg="modSp new mod">
        <pc:chgData name="Mohammed Fasha" userId="cc64f42d-a1a6-4f08-b97b-0c37f877119f" providerId="ADAL" clId="{2411567F-3985-45FD-B7D3-CBACEEBB75BA}" dt="2025-05-03T15:15:29.439" v="4601" actId="108"/>
        <pc:sldMkLst>
          <pc:docMk/>
          <pc:sldMk cId="2149206813" sldId="634"/>
        </pc:sldMkLst>
        <pc:spChg chg="mod">
          <ac:chgData name="Mohammed Fasha" userId="cc64f42d-a1a6-4f08-b97b-0c37f877119f" providerId="ADAL" clId="{2411567F-3985-45FD-B7D3-CBACEEBB75BA}" dt="2025-05-03T15:15:15.302" v="4592" actId="21"/>
          <ac:spMkLst>
            <pc:docMk/>
            <pc:sldMk cId="2149206813" sldId="634"/>
            <ac:spMk id="2" creationId="{9047C248-FCE7-D259-30FC-789906203636}"/>
          </ac:spMkLst>
        </pc:spChg>
        <pc:spChg chg="mod">
          <ac:chgData name="Mohammed Fasha" userId="cc64f42d-a1a6-4f08-b97b-0c37f877119f" providerId="ADAL" clId="{2411567F-3985-45FD-B7D3-CBACEEBB75BA}" dt="2025-05-03T15:15:29.439" v="4601" actId="108"/>
          <ac:spMkLst>
            <pc:docMk/>
            <pc:sldMk cId="2149206813" sldId="634"/>
            <ac:spMk id="3" creationId="{073CC1D2-0986-5AB6-D3B4-97CDC47FD267}"/>
          </ac:spMkLst>
        </pc:spChg>
      </pc:sldChg>
      <pc:sldChg chg="modSp new mod">
        <pc:chgData name="Mohammed Fasha" userId="cc64f42d-a1a6-4f08-b97b-0c37f877119f" providerId="ADAL" clId="{2411567F-3985-45FD-B7D3-CBACEEBB75BA}" dt="2025-05-03T15:16:30.369" v="4612" actId="113"/>
        <pc:sldMkLst>
          <pc:docMk/>
          <pc:sldMk cId="2930540790" sldId="635"/>
        </pc:sldMkLst>
        <pc:spChg chg="mod">
          <ac:chgData name="Mohammed Fasha" userId="cc64f42d-a1a6-4f08-b97b-0c37f877119f" providerId="ADAL" clId="{2411567F-3985-45FD-B7D3-CBACEEBB75BA}" dt="2025-05-03T15:16:30.369" v="4612" actId="113"/>
          <ac:spMkLst>
            <pc:docMk/>
            <pc:sldMk cId="2930540790" sldId="635"/>
            <ac:spMk id="2" creationId="{A1503F2D-BC35-67A2-792C-24DE86CBC7DD}"/>
          </ac:spMkLst>
        </pc:spChg>
        <pc:spChg chg="mod">
          <ac:chgData name="Mohammed Fasha" userId="cc64f42d-a1a6-4f08-b97b-0c37f877119f" providerId="ADAL" clId="{2411567F-3985-45FD-B7D3-CBACEEBB75BA}" dt="2025-05-03T15:16:27.026" v="4607" actId="21"/>
          <ac:spMkLst>
            <pc:docMk/>
            <pc:sldMk cId="2930540790" sldId="635"/>
            <ac:spMk id="3" creationId="{691105A5-6BB8-6712-0700-4FAC1E121E9E}"/>
          </ac:spMkLst>
        </pc:spChg>
      </pc:sldChg>
      <pc:sldChg chg="modSp new mod">
        <pc:chgData name="Mohammed Fasha" userId="cc64f42d-a1a6-4f08-b97b-0c37f877119f" providerId="ADAL" clId="{2411567F-3985-45FD-B7D3-CBACEEBB75BA}" dt="2025-05-03T15:16:42.539" v="4621" actId="113"/>
        <pc:sldMkLst>
          <pc:docMk/>
          <pc:sldMk cId="671341558" sldId="636"/>
        </pc:sldMkLst>
        <pc:spChg chg="mod">
          <ac:chgData name="Mohammed Fasha" userId="cc64f42d-a1a6-4f08-b97b-0c37f877119f" providerId="ADAL" clId="{2411567F-3985-45FD-B7D3-CBACEEBB75BA}" dt="2025-05-03T15:16:42.539" v="4621" actId="113"/>
          <ac:spMkLst>
            <pc:docMk/>
            <pc:sldMk cId="671341558" sldId="636"/>
            <ac:spMk id="2" creationId="{0D2B6B38-F6CD-C9A7-A820-39431D23D6C0}"/>
          </ac:spMkLst>
        </pc:spChg>
        <pc:spChg chg="mod">
          <ac:chgData name="Mohammed Fasha" userId="cc64f42d-a1a6-4f08-b97b-0c37f877119f" providerId="ADAL" clId="{2411567F-3985-45FD-B7D3-CBACEEBB75BA}" dt="2025-05-03T15:16:38.873" v="4616" actId="27636"/>
          <ac:spMkLst>
            <pc:docMk/>
            <pc:sldMk cId="671341558" sldId="636"/>
            <ac:spMk id="3" creationId="{A829AF08-7F4B-547E-C164-0F99D0980D6A}"/>
          </ac:spMkLst>
        </pc:spChg>
      </pc:sldChg>
      <pc:sldChg chg="modSp new mod">
        <pc:chgData name="Mohammed Fasha" userId="cc64f42d-a1a6-4f08-b97b-0c37f877119f" providerId="ADAL" clId="{2411567F-3985-45FD-B7D3-CBACEEBB75BA}" dt="2025-05-03T15:17:19.952" v="4650" actId="20577"/>
        <pc:sldMkLst>
          <pc:docMk/>
          <pc:sldMk cId="3969771930" sldId="637"/>
        </pc:sldMkLst>
        <pc:spChg chg="mod">
          <ac:chgData name="Mohammed Fasha" userId="cc64f42d-a1a6-4f08-b97b-0c37f877119f" providerId="ADAL" clId="{2411567F-3985-45FD-B7D3-CBACEEBB75BA}" dt="2025-05-03T15:17:19.952" v="4650" actId="20577"/>
          <ac:spMkLst>
            <pc:docMk/>
            <pc:sldMk cId="3969771930" sldId="637"/>
            <ac:spMk id="2" creationId="{0B976A45-CFAA-A976-BB68-DC2E29ABB6F4}"/>
          </ac:spMkLst>
        </pc:spChg>
        <pc:spChg chg="mod">
          <ac:chgData name="Mohammed Fasha" userId="cc64f42d-a1a6-4f08-b97b-0c37f877119f" providerId="ADAL" clId="{2411567F-3985-45FD-B7D3-CBACEEBB75BA}" dt="2025-05-03T15:17:11.128" v="4625" actId="27636"/>
          <ac:spMkLst>
            <pc:docMk/>
            <pc:sldMk cId="3969771930" sldId="637"/>
            <ac:spMk id="3" creationId="{528330CF-273D-6943-10F1-0C12A059C5B2}"/>
          </ac:spMkLst>
        </pc:spChg>
      </pc:sldChg>
      <pc:sldChg chg="modSp new mod">
        <pc:chgData name="Mohammed Fasha" userId="cc64f42d-a1a6-4f08-b97b-0c37f877119f" providerId="ADAL" clId="{2411567F-3985-45FD-B7D3-CBACEEBB75BA}" dt="2025-05-03T15:17:35.922" v="4658" actId="113"/>
        <pc:sldMkLst>
          <pc:docMk/>
          <pc:sldMk cId="3340755650" sldId="638"/>
        </pc:sldMkLst>
        <pc:spChg chg="mod">
          <ac:chgData name="Mohammed Fasha" userId="cc64f42d-a1a6-4f08-b97b-0c37f877119f" providerId="ADAL" clId="{2411567F-3985-45FD-B7D3-CBACEEBB75BA}" dt="2025-05-03T15:17:35.922" v="4658" actId="113"/>
          <ac:spMkLst>
            <pc:docMk/>
            <pc:sldMk cId="3340755650" sldId="638"/>
            <ac:spMk id="2" creationId="{57B62743-1192-7D05-E0A4-B982F54A49B7}"/>
          </ac:spMkLst>
        </pc:spChg>
        <pc:spChg chg="mod">
          <ac:chgData name="Mohammed Fasha" userId="cc64f42d-a1a6-4f08-b97b-0c37f877119f" providerId="ADAL" clId="{2411567F-3985-45FD-B7D3-CBACEEBB75BA}" dt="2025-05-03T15:17:32.473" v="4653" actId="21"/>
          <ac:spMkLst>
            <pc:docMk/>
            <pc:sldMk cId="3340755650" sldId="638"/>
            <ac:spMk id="3" creationId="{AD5E111E-C772-826F-379B-D8279912B953}"/>
          </ac:spMkLst>
        </pc:spChg>
      </pc:sldChg>
      <pc:sldChg chg="modSp new mod">
        <pc:chgData name="Mohammed Fasha" userId="cc64f42d-a1a6-4f08-b97b-0c37f877119f" providerId="ADAL" clId="{2411567F-3985-45FD-B7D3-CBACEEBB75BA}" dt="2025-05-03T15:18:21.053" v="4669" actId="113"/>
        <pc:sldMkLst>
          <pc:docMk/>
          <pc:sldMk cId="1268604204" sldId="639"/>
        </pc:sldMkLst>
        <pc:spChg chg="mod">
          <ac:chgData name="Mohammed Fasha" userId="cc64f42d-a1a6-4f08-b97b-0c37f877119f" providerId="ADAL" clId="{2411567F-3985-45FD-B7D3-CBACEEBB75BA}" dt="2025-05-03T15:18:21.053" v="4669" actId="113"/>
          <ac:spMkLst>
            <pc:docMk/>
            <pc:sldMk cId="1268604204" sldId="639"/>
            <ac:spMk id="2" creationId="{D2FD85E3-0A3F-BE67-3385-B9C1A9EA8F6A}"/>
          </ac:spMkLst>
        </pc:spChg>
        <pc:spChg chg="mod">
          <ac:chgData name="Mohammed Fasha" userId="cc64f42d-a1a6-4f08-b97b-0c37f877119f" providerId="ADAL" clId="{2411567F-3985-45FD-B7D3-CBACEEBB75BA}" dt="2025-05-03T15:18:16.404" v="4664" actId="21"/>
          <ac:spMkLst>
            <pc:docMk/>
            <pc:sldMk cId="1268604204" sldId="639"/>
            <ac:spMk id="3" creationId="{A12466A6-B51B-849A-A877-3E376C18E8F9}"/>
          </ac:spMkLst>
        </pc:spChg>
      </pc:sldChg>
      <pc:sldChg chg="modSp new mod">
        <pc:chgData name="Mohammed Fasha" userId="cc64f42d-a1a6-4f08-b97b-0c37f877119f" providerId="ADAL" clId="{2411567F-3985-45FD-B7D3-CBACEEBB75BA}" dt="2025-05-03T15:19:07.336" v="4681" actId="20577"/>
        <pc:sldMkLst>
          <pc:docMk/>
          <pc:sldMk cId="1504334326" sldId="640"/>
        </pc:sldMkLst>
        <pc:spChg chg="mod">
          <ac:chgData name="Mohammed Fasha" userId="cc64f42d-a1a6-4f08-b97b-0c37f877119f" providerId="ADAL" clId="{2411567F-3985-45FD-B7D3-CBACEEBB75BA}" dt="2025-05-03T15:19:07.336" v="4681" actId="20577"/>
          <ac:spMkLst>
            <pc:docMk/>
            <pc:sldMk cId="1504334326" sldId="640"/>
            <ac:spMk id="2" creationId="{C2811FB8-1BCE-949E-60A9-5AC48D8D5CC0}"/>
          </ac:spMkLst>
        </pc:spChg>
        <pc:spChg chg="mod">
          <ac:chgData name="Mohammed Fasha" userId="cc64f42d-a1a6-4f08-b97b-0c37f877119f" providerId="ADAL" clId="{2411567F-3985-45FD-B7D3-CBACEEBB75BA}" dt="2025-05-03T15:18:56.900" v="4671" actId="21"/>
          <ac:spMkLst>
            <pc:docMk/>
            <pc:sldMk cId="1504334326" sldId="640"/>
            <ac:spMk id="3" creationId="{B4C6E8DF-598D-C72C-A08B-27003733EA44}"/>
          </ac:spMkLst>
        </pc:spChg>
      </pc:sldChg>
      <pc:sldChg chg="modSp new mod">
        <pc:chgData name="Mohammed Fasha" userId="cc64f42d-a1a6-4f08-b97b-0c37f877119f" providerId="ADAL" clId="{2411567F-3985-45FD-B7D3-CBACEEBB75BA}" dt="2025-05-03T15:19:20.354" v="4688" actId="113"/>
        <pc:sldMkLst>
          <pc:docMk/>
          <pc:sldMk cId="24274808" sldId="641"/>
        </pc:sldMkLst>
        <pc:spChg chg="mod">
          <ac:chgData name="Mohammed Fasha" userId="cc64f42d-a1a6-4f08-b97b-0c37f877119f" providerId="ADAL" clId="{2411567F-3985-45FD-B7D3-CBACEEBB75BA}" dt="2025-05-03T15:19:20.354" v="4688" actId="113"/>
          <ac:spMkLst>
            <pc:docMk/>
            <pc:sldMk cId="24274808" sldId="641"/>
            <ac:spMk id="2" creationId="{DE6B3E39-5700-A4EC-765D-C68F4FDD3EA1}"/>
          </ac:spMkLst>
        </pc:spChg>
        <pc:spChg chg="mod">
          <ac:chgData name="Mohammed Fasha" userId="cc64f42d-a1a6-4f08-b97b-0c37f877119f" providerId="ADAL" clId="{2411567F-3985-45FD-B7D3-CBACEEBB75BA}" dt="2025-05-03T15:19:16.816" v="4683" actId="21"/>
          <ac:spMkLst>
            <pc:docMk/>
            <pc:sldMk cId="24274808" sldId="641"/>
            <ac:spMk id="3" creationId="{2C12B441-2E38-9C51-8AFC-F080C816BED8}"/>
          </ac:spMkLst>
        </pc:spChg>
      </pc:sldChg>
      <pc:sldChg chg="modSp new mod">
        <pc:chgData name="Mohammed Fasha" userId="cc64f42d-a1a6-4f08-b97b-0c37f877119f" providerId="ADAL" clId="{2411567F-3985-45FD-B7D3-CBACEEBB75BA}" dt="2025-05-03T15:19:37.694" v="4699" actId="113"/>
        <pc:sldMkLst>
          <pc:docMk/>
          <pc:sldMk cId="3920754334" sldId="642"/>
        </pc:sldMkLst>
        <pc:spChg chg="mod">
          <ac:chgData name="Mohammed Fasha" userId="cc64f42d-a1a6-4f08-b97b-0c37f877119f" providerId="ADAL" clId="{2411567F-3985-45FD-B7D3-CBACEEBB75BA}" dt="2025-05-03T15:19:37.694" v="4699" actId="113"/>
          <ac:spMkLst>
            <pc:docMk/>
            <pc:sldMk cId="3920754334" sldId="642"/>
            <ac:spMk id="2" creationId="{8AABCD7B-049C-E91A-AFBB-0640B59AAA82}"/>
          </ac:spMkLst>
        </pc:spChg>
        <pc:spChg chg="mod">
          <ac:chgData name="Mohammed Fasha" userId="cc64f42d-a1a6-4f08-b97b-0c37f877119f" providerId="ADAL" clId="{2411567F-3985-45FD-B7D3-CBACEEBB75BA}" dt="2025-05-03T15:19:34.670" v="4694" actId="21"/>
          <ac:spMkLst>
            <pc:docMk/>
            <pc:sldMk cId="3920754334" sldId="642"/>
            <ac:spMk id="3" creationId="{3B66FFFA-E35F-A654-7699-E9F5242D224C}"/>
          </ac:spMkLst>
        </pc:spChg>
      </pc:sldChg>
      <pc:sldChg chg="modSp add mod">
        <pc:chgData name="Mohammed Fasha" userId="cc64f42d-a1a6-4f08-b97b-0c37f877119f" providerId="ADAL" clId="{2411567F-3985-45FD-B7D3-CBACEEBB75BA}" dt="2025-05-03T15:20:32.632" v="4708" actId="113"/>
        <pc:sldMkLst>
          <pc:docMk/>
          <pc:sldMk cId="1158847772" sldId="643"/>
        </pc:sldMkLst>
        <pc:spChg chg="mod">
          <ac:chgData name="Mohammed Fasha" userId="cc64f42d-a1a6-4f08-b97b-0c37f877119f" providerId="ADAL" clId="{2411567F-3985-45FD-B7D3-CBACEEBB75BA}" dt="2025-05-03T15:20:32.632" v="4708" actId="113"/>
          <ac:spMkLst>
            <pc:docMk/>
            <pc:sldMk cId="1158847772" sldId="643"/>
            <ac:spMk id="2" creationId="{B21811DE-B2EA-CDF4-F005-5A26924B1DE6}"/>
          </ac:spMkLst>
        </pc:spChg>
        <pc:spChg chg="mod">
          <ac:chgData name="Mohammed Fasha" userId="cc64f42d-a1a6-4f08-b97b-0c37f877119f" providerId="ADAL" clId="{2411567F-3985-45FD-B7D3-CBACEEBB75BA}" dt="2025-05-03T15:20:29.320" v="4703" actId="21"/>
          <ac:spMkLst>
            <pc:docMk/>
            <pc:sldMk cId="1158847772" sldId="643"/>
            <ac:spMk id="3" creationId="{33B09259-0CDD-8804-5DC6-63373E60BFF5}"/>
          </ac:spMkLst>
        </pc:spChg>
      </pc:sldChg>
      <pc:sldChg chg="modSp add mod">
        <pc:chgData name="Mohammed Fasha" userId="cc64f42d-a1a6-4f08-b97b-0c37f877119f" providerId="ADAL" clId="{2411567F-3985-45FD-B7D3-CBACEEBB75BA}" dt="2025-05-03T15:20:46.960" v="4715" actId="113"/>
        <pc:sldMkLst>
          <pc:docMk/>
          <pc:sldMk cId="1197263347" sldId="644"/>
        </pc:sldMkLst>
        <pc:spChg chg="mod">
          <ac:chgData name="Mohammed Fasha" userId="cc64f42d-a1a6-4f08-b97b-0c37f877119f" providerId="ADAL" clId="{2411567F-3985-45FD-B7D3-CBACEEBB75BA}" dt="2025-05-03T15:20:46.960" v="4715" actId="113"/>
          <ac:spMkLst>
            <pc:docMk/>
            <pc:sldMk cId="1197263347" sldId="644"/>
            <ac:spMk id="2" creationId="{EFF611D4-723B-B3B4-FF0A-6825EF096A45}"/>
          </ac:spMkLst>
        </pc:spChg>
        <pc:spChg chg="mod">
          <ac:chgData name="Mohammed Fasha" userId="cc64f42d-a1a6-4f08-b97b-0c37f877119f" providerId="ADAL" clId="{2411567F-3985-45FD-B7D3-CBACEEBB75BA}" dt="2025-05-03T15:20:43.704" v="4710" actId="21"/>
          <ac:spMkLst>
            <pc:docMk/>
            <pc:sldMk cId="1197263347" sldId="644"/>
            <ac:spMk id="3" creationId="{66731CAF-B38F-742E-FAA3-21D4CA2216F2}"/>
          </ac:spMkLst>
        </pc:spChg>
      </pc:sldChg>
      <pc:sldChg chg="addSp modSp add mod">
        <pc:chgData name="Mohammed Fasha" userId="cc64f42d-a1a6-4f08-b97b-0c37f877119f" providerId="ADAL" clId="{2411567F-3985-45FD-B7D3-CBACEEBB75BA}" dt="2025-05-03T15:23:44.225" v="4736"/>
        <pc:sldMkLst>
          <pc:docMk/>
          <pc:sldMk cId="2730052458" sldId="645"/>
        </pc:sldMkLst>
        <pc:spChg chg="mod">
          <ac:chgData name="Mohammed Fasha" userId="cc64f42d-a1a6-4f08-b97b-0c37f877119f" providerId="ADAL" clId="{2411567F-3985-45FD-B7D3-CBACEEBB75BA}" dt="2025-05-03T15:23:44.225" v="4736"/>
          <ac:spMkLst>
            <pc:docMk/>
            <pc:sldMk cId="2730052458" sldId="645"/>
            <ac:spMk id="2" creationId="{C9DC1DE0-EB44-14E0-5ABE-5386FBAB2284}"/>
          </ac:spMkLst>
        </pc:spChg>
        <pc:spChg chg="mod">
          <ac:chgData name="Mohammed Fasha" userId="cc64f42d-a1a6-4f08-b97b-0c37f877119f" providerId="ADAL" clId="{2411567F-3985-45FD-B7D3-CBACEEBB75BA}" dt="2025-05-03T15:23:06.921" v="4726" actId="27636"/>
          <ac:spMkLst>
            <pc:docMk/>
            <pc:sldMk cId="2730052458" sldId="645"/>
            <ac:spMk id="3" creationId="{4AFDF484-0475-92A6-94A8-9AB24C955DC4}"/>
          </ac:spMkLst>
        </pc:spChg>
        <pc:spChg chg="add mod">
          <ac:chgData name="Mohammed Fasha" userId="cc64f42d-a1a6-4f08-b97b-0c37f877119f" providerId="ADAL" clId="{2411567F-3985-45FD-B7D3-CBACEEBB75BA}" dt="2025-05-03T15:23:26.840" v="4735" actId="255"/>
          <ac:spMkLst>
            <pc:docMk/>
            <pc:sldMk cId="2730052458" sldId="645"/>
            <ac:spMk id="4" creationId="{41048E78-167C-9063-16C2-6F03CA589303}"/>
          </ac:spMkLst>
        </pc:spChg>
      </pc:sldChg>
      <pc:sldMasterChg chg="addSldLayout delSldLayout">
        <pc:chgData name="Mohammed Fasha" userId="cc64f42d-a1a6-4f08-b97b-0c37f877119f" providerId="ADAL" clId="{2411567F-3985-45FD-B7D3-CBACEEBB75BA}" dt="2025-04-20T19:30:30.973" v="2" actId="47"/>
        <pc:sldMasterMkLst>
          <pc:docMk/>
          <pc:sldMasterMk cId="742811419" sldId="2147483648"/>
        </pc:sldMasterMkLst>
        <pc:sldLayoutChg chg="add del">
          <pc:chgData name="Mohammed Fasha" userId="cc64f42d-a1a6-4f08-b97b-0c37f877119f" providerId="ADAL" clId="{2411567F-3985-45FD-B7D3-CBACEEBB75BA}" dt="2025-04-20T19:30:30.973" v="2" actId="47"/>
          <pc:sldLayoutMkLst>
            <pc:docMk/>
            <pc:sldMasterMk cId="742811419" sldId="2147483648"/>
            <pc:sldLayoutMk cId="1326091370" sldId="2147483660"/>
          </pc:sldLayoutMkLst>
        </pc:sldLayoutChg>
      </pc:sldMasterChg>
    </pc:docChg>
  </pc:docChgLst>
  <pc:docChgLst>
    <pc:chgData name="Mohammed Fasha" userId="cc64f42d-a1a6-4f08-b97b-0c37f877119f" providerId="ADAL" clId="{25C05559-E4DC-4EE1-91BC-1444D09EE869}"/>
    <pc:docChg chg="undo custSel modSld sldOrd">
      <pc:chgData name="Mohammed Fasha" userId="cc64f42d-a1a6-4f08-b97b-0c37f877119f" providerId="ADAL" clId="{25C05559-E4DC-4EE1-91BC-1444D09EE869}" dt="2025-04-16T06:49:10.468" v="48" actId="404"/>
      <pc:docMkLst>
        <pc:docMk/>
      </pc:docMkLst>
      <pc:sldChg chg="modSp mod">
        <pc:chgData name="Mohammed Fasha" userId="cc64f42d-a1a6-4f08-b97b-0c37f877119f" providerId="ADAL" clId="{25C05559-E4DC-4EE1-91BC-1444D09EE869}" dt="2025-04-16T06:14:55.232" v="16" actId="1076"/>
        <pc:sldMkLst>
          <pc:docMk/>
          <pc:sldMk cId="1499958888" sldId="394"/>
        </pc:sldMkLst>
      </pc:sldChg>
      <pc:sldChg chg="delSp modSp mod delAnim">
        <pc:chgData name="Mohammed Fasha" userId="cc64f42d-a1a6-4f08-b97b-0c37f877119f" providerId="ADAL" clId="{25C05559-E4DC-4EE1-91BC-1444D09EE869}" dt="2025-04-16T06:43:36.666" v="20" actId="478"/>
        <pc:sldMkLst>
          <pc:docMk/>
          <pc:sldMk cId="2905491798" sldId="440"/>
        </pc:sldMkLst>
      </pc:sldChg>
      <pc:sldChg chg="modSp mod">
        <pc:chgData name="Mohammed Fasha" userId="cc64f42d-a1a6-4f08-b97b-0c37f877119f" providerId="ADAL" clId="{25C05559-E4DC-4EE1-91BC-1444D09EE869}" dt="2025-04-09T06:23:26.187" v="0" actId="20577"/>
        <pc:sldMkLst>
          <pc:docMk/>
          <pc:sldMk cId="2297456757" sldId="483"/>
        </pc:sldMkLst>
        <pc:spChg chg="mod">
          <ac:chgData name="Mohammed Fasha" userId="cc64f42d-a1a6-4f08-b97b-0c37f877119f" providerId="ADAL" clId="{25C05559-E4DC-4EE1-91BC-1444D09EE869}" dt="2025-04-09T06:23:26.187" v="0" actId="20577"/>
          <ac:spMkLst>
            <pc:docMk/>
            <pc:sldMk cId="2297456757" sldId="483"/>
            <ac:spMk id="5" creationId="{89403830-E271-DAA0-8838-E295A84A8B5B}"/>
          </ac:spMkLst>
        </pc:spChg>
      </pc:sldChg>
      <pc:sldChg chg="ord">
        <pc:chgData name="Mohammed Fasha" userId="cc64f42d-a1a6-4f08-b97b-0c37f877119f" providerId="ADAL" clId="{25C05559-E4DC-4EE1-91BC-1444D09EE869}" dt="2025-04-16T06:46:21.733" v="23" actId="20578"/>
        <pc:sldMkLst>
          <pc:docMk/>
          <pc:sldMk cId="3480194047" sldId="599"/>
        </pc:sldMkLst>
      </pc:sldChg>
      <pc:sldChg chg="modSp mod">
        <pc:chgData name="Mohammed Fasha" userId="cc64f42d-a1a6-4f08-b97b-0c37f877119f" providerId="ADAL" clId="{25C05559-E4DC-4EE1-91BC-1444D09EE869}" dt="2025-04-16T06:46:47.902" v="27" actId="404"/>
        <pc:sldMkLst>
          <pc:docMk/>
          <pc:sldMk cId="3146452721" sldId="600"/>
        </pc:sldMkLst>
      </pc:sldChg>
      <pc:sldChg chg="delSp mod">
        <pc:chgData name="Mohammed Fasha" userId="cc64f42d-a1a6-4f08-b97b-0c37f877119f" providerId="ADAL" clId="{25C05559-E4DC-4EE1-91BC-1444D09EE869}" dt="2025-04-16T06:47:57.131" v="35" actId="21"/>
        <pc:sldMkLst>
          <pc:docMk/>
          <pc:sldMk cId="202107314" sldId="647"/>
        </pc:sldMkLst>
      </pc:sldChg>
      <pc:sldChg chg="modSp mod">
        <pc:chgData name="Mohammed Fasha" userId="cc64f42d-a1a6-4f08-b97b-0c37f877119f" providerId="ADAL" clId="{25C05559-E4DC-4EE1-91BC-1444D09EE869}" dt="2025-04-16T06:48:42.467" v="40" actId="14100"/>
        <pc:sldMkLst>
          <pc:docMk/>
          <pc:sldMk cId="3454522070" sldId="679"/>
        </pc:sldMkLst>
      </pc:sldChg>
      <pc:sldChg chg="modSp mod">
        <pc:chgData name="Mohammed Fasha" userId="cc64f42d-a1a6-4f08-b97b-0c37f877119f" providerId="ADAL" clId="{25C05559-E4DC-4EE1-91BC-1444D09EE869}" dt="2025-04-16T06:49:10.468" v="48" actId="404"/>
        <pc:sldMkLst>
          <pc:docMk/>
          <pc:sldMk cId="2856814121" sldId="681"/>
        </pc:sldMkLst>
      </pc:sldChg>
      <pc:sldChg chg="modSp mod">
        <pc:chgData name="Mohammed Fasha" userId="cc64f42d-a1a6-4f08-b97b-0c37f877119f" providerId="ADAL" clId="{25C05559-E4DC-4EE1-91BC-1444D09EE869}" dt="2025-04-16T06:48:55.287" v="46" actId="27636"/>
        <pc:sldMkLst>
          <pc:docMk/>
          <pc:sldMk cId="265576630" sldId="698"/>
        </pc:sldMkLst>
      </pc:sldChg>
      <pc:sldChg chg="modSp">
        <pc:chgData name="Mohammed Fasha" userId="cc64f42d-a1a6-4f08-b97b-0c37f877119f" providerId="ADAL" clId="{25C05559-E4DC-4EE1-91BC-1444D09EE869}" dt="2025-04-16T06:48:02.658" v="36" actId="1076"/>
        <pc:sldMkLst>
          <pc:docMk/>
          <pc:sldMk cId="3085160177" sldId="704"/>
        </pc:sldMkLst>
      </pc:sldChg>
      <pc:sldChg chg="modSp mod">
        <pc:chgData name="Mohammed Fasha" userId="cc64f42d-a1a6-4f08-b97b-0c37f877119f" providerId="ADAL" clId="{25C05559-E4DC-4EE1-91BC-1444D09EE869}" dt="2025-04-16T06:47:18.630" v="34" actId="1076"/>
        <pc:sldMkLst>
          <pc:docMk/>
          <pc:sldMk cId="32004852" sldId="708"/>
        </pc:sldMkLst>
      </pc:sldChg>
      <pc:sldChg chg="addSp delSp modSp mod">
        <pc:chgData name="Mohammed Fasha" userId="cc64f42d-a1a6-4f08-b97b-0c37f877119f" providerId="ADAL" clId="{25C05559-E4DC-4EE1-91BC-1444D09EE869}" dt="2025-04-16T06:14:10.424" v="11" actId="167"/>
        <pc:sldMkLst>
          <pc:docMk/>
          <pc:sldMk cId="3150550060" sldId="720"/>
        </pc:sldMkLst>
      </pc:sldChg>
    </pc:docChg>
  </pc:docChgLst>
  <pc:docChgLst>
    <pc:chgData name="Mohammed Fasha" userId="cc64f42d-a1a6-4f08-b97b-0c37f877119f" providerId="ADAL" clId="{5980B3BB-4EB6-4E37-92BF-3A2A8F4B2C7A}"/>
    <pc:docChg chg="custSel modSld">
      <pc:chgData name="Mohammed Fasha" userId="cc64f42d-a1a6-4f08-b97b-0c37f877119f" providerId="ADAL" clId="{5980B3BB-4EB6-4E37-92BF-3A2A8F4B2C7A}" dt="2024-10-15T02:28:13.535" v="0" actId="478"/>
      <pc:docMkLst>
        <pc:docMk/>
      </pc:docMkLst>
      <pc:sldChg chg="delSp mod">
        <pc:chgData name="Mohammed Fasha" userId="cc64f42d-a1a6-4f08-b97b-0c37f877119f" providerId="ADAL" clId="{5980B3BB-4EB6-4E37-92BF-3A2A8F4B2C7A}" dt="2024-10-15T02:28:13.535" v="0" actId="478"/>
        <pc:sldMkLst>
          <pc:docMk/>
          <pc:sldMk cId="2297456757" sldId="483"/>
        </pc:sldMkLst>
      </pc:sld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sldChg chg="delSp">
        <pc:chgData name="Mohammed Fasha" userId="cc64f42d-a1a6-4f08-b97b-0c37f877119f" providerId="ADAL" clId="{2E5FBF59-3168-4932-9518-582502FE1AD5}" dt="2024-11-19T07:40:47.121" v="208" actId="478"/>
        <pc:sldMkLst>
          <pc:docMk/>
          <pc:sldMk cId="391491219" sldId="428"/>
        </pc:sldMkLst>
      </pc:sldChg>
      <pc:sldChg chg="modSp">
        <pc:chgData name="Mohammed Fasha" userId="cc64f42d-a1a6-4f08-b97b-0c37f877119f" providerId="ADAL" clId="{2E5FBF59-3168-4932-9518-582502FE1AD5}" dt="2024-12-03T07:43:58.007" v="456" actId="1076"/>
        <pc:sldMkLst>
          <pc:docMk/>
          <pc:sldMk cId="3339445507" sldId="430"/>
        </pc:sldMkLst>
      </pc:sldChg>
      <pc:sldChg chg="modSp">
        <pc:chgData name="Mohammed Fasha" userId="cc64f42d-a1a6-4f08-b97b-0c37f877119f" providerId="ADAL" clId="{2E5FBF59-3168-4932-9518-582502FE1AD5}" dt="2024-12-03T07:45:08.136" v="474" actId="20577"/>
        <pc:sldMkLst>
          <pc:docMk/>
          <pc:sldMk cId="3389046835" sldId="431"/>
        </pc:sldMkLst>
      </pc:sldChg>
      <pc:sldChg chg="modSp">
        <pc:chgData name="Mohammed Fasha" userId="cc64f42d-a1a6-4f08-b97b-0c37f877119f" providerId="ADAL" clId="{2E5FBF59-3168-4932-9518-582502FE1AD5}" dt="2024-11-10T06:33:09.727" v="37" actId="207"/>
        <pc:sldMkLst>
          <pc:docMk/>
          <pc:sldMk cId="2726994946" sldId="479"/>
        </pc:sldMkLst>
      </pc:sldChg>
      <pc:sldChg chg="modSp">
        <pc:chgData name="Mohammed Fasha" userId="cc64f42d-a1a6-4f08-b97b-0c37f877119f" providerId="ADAL" clId="{2E5FBF59-3168-4932-9518-582502FE1AD5}" dt="2024-11-19T07:44:28.766" v="211" actId="20577"/>
        <pc:sldMkLst>
          <pc:docMk/>
          <pc:sldMk cId="2297456757" sldId="483"/>
        </pc:sldMkLst>
      </pc:sldChg>
      <pc:sldChg chg="modSp">
        <pc:chgData name="Mohammed Fasha" userId="cc64f42d-a1a6-4f08-b97b-0c37f877119f" providerId="ADAL" clId="{2E5FBF59-3168-4932-9518-582502FE1AD5}" dt="2024-11-10T06:45:09.392" v="40" actId="20577"/>
        <pc:sldMkLst>
          <pc:docMk/>
          <pc:sldMk cId="3474268344" sldId="596"/>
        </pc:sldMkLst>
      </pc:sldChg>
      <pc:sldChg chg="modSp">
        <pc:chgData name="Mohammed Fasha" userId="cc64f42d-a1a6-4f08-b97b-0c37f877119f" providerId="ADAL" clId="{2E5FBF59-3168-4932-9518-582502FE1AD5}" dt="2024-12-03T07:47:21.561" v="476" actId="6549"/>
        <pc:sldMkLst>
          <pc:docMk/>
          <pc:sldMk cId="399592497" sldId="613"/>
        </pc:sldMkLst>
      </pc:sldChg>
      <pc:sldChg chg="modSp">
        <pc:chgData name="Mohammed Fasha" userId="cc64f42d-a1a6-4f08-b97b-0c37f877119f" providerId="ADAL" clId="{2E5FBF59-3168-4932-9518-582502FE1AD5}" dt="2024-12-03T07:49:02.980" v="478" actId="207"/>
        <pc:sldMkLst>
          <pc:docMk/>
          <pc:sldMk cId="3329135496" sldId="617"/>
        </pc:sldMkLst>
      </pc:sldChg>
      <pc:sldChg chg="modSp">
        <pc:chgData name="Mohammed Fasha" userId="cc64f42d-a1a6-4f08-b97b-0c37f877119f" providerId="ADAL" clId="{2E5FBF59-3168-4932-9518-582502FE1AD5}" dt="2024-12-24T08:05:16.608" v="482" actId="403"/>
        <pc:sldMkLst>
          <pc:docMk/>
          <pc:sldMk cId="2990045589" sldId="659"/>
        </pc:sldMkLst>
      </pc:sldChg>
      <pc:sldChg chg="modSp">
        <pc:chgData name="Mohammed Fasha" userId="cc64f42d-a1a6-4f08-b97b-0c37f877119f" providerId="ADAL" clId="{2E5FBF59-3168-4932-9518-582502FE1AD5}" dt="2024-12-24T08:08:19.987" v="550" actId="20577"/>
        <pc:sldMkLst>
          <pc:docMk/>
          <pc:sldMk cId="2680231355" sldId="669"/>
        </pc:sldMkLst>
      </pc:sldChg>
      <pc:sldChg chg="addSp modSp">
        <pc:chgData name="Mohammed Fasha" userId="cc64f42d-a1a6-4f08-b97b-0c37f877119f" providerId="ADAL" clId="{2E5FBF59-3168-4932-9518-582502FE1AD5}" dt="2024-12-24T08:05:52.910" v="488" actId="1076"/>
        <pc:sldMkLst>
          <pc:docMk/>
          <pc:sldMk cId="916102856" sldId="685"/>
        </pc:sldMkLst>
      </pc:sldChg>
      <pc:sldChg chg="modSp">
        <pc:chgData name="Mohammed Fasha" userId="cc64f42d-a1a6-4f08-b97b-0c37f877119f" providerId="ADAL" clId="{2E5FBF59-3168-4932-9518-582502FE1AD5}" dt="2024-11-19T07:03:29.557" v="206" actId="207"/>
        <pc:sldMkLst>
          <pc:docMk/>
          <pc:sldMk cId="32004852" sldId="708"/>
        </pc:sldMkLst>
      </pc:sldChg>
    </pc:docChg>
  </pc:docChgLst>
  <pc:docChgLst>
    <pc:chgData name="Mohammed Fasha" userId="cc64f42d-a1a6-4f08-b97b-0c37f877119f" providerId="ADAL" clId="{19B6BCF0-69C5-47B4-98CC-B0941D29A039}"/>
    <pc:docChg chg="undo redo custSel addSld delSld modSld sldOrd modMainMaster">
      <pc:chgData name="Mohammed Fasha" userId="cc64f42d-a1a6-4f08-b97b-0c37f877119f" providerId="ADAL" clId="{19B6BCF0-69C5-47B4-98CC-B0941D29A039}" dt="2025-04-09T04:34:39.336" v="631" actId="1076"/>
      <pc:docMkLst>
        <pc:docMk/>
      </pc:docMkLst>
      <pc:sldChg chg="modSp mod">
        <pc:chgData name="Mohammed Fasha" userId="cc64f42d-a1a6-4f08-b97b-0c37f877119f" providerId="ADAL" clId="{19B6BCF0-69C5-47B4-98CC-B0941D29A039}" dt="2025-04-09T04:33:31.242" v="608" actId="27636"/>
        <pc:sldMkLst>
          <pc:docMk/>
          <pc:sldMk cId="3241718055" sldId="344"/>
        </pc:sldMkLst>
      </pc:sldChg>
      <pc:sldChg chg="modSp mod">
        <pc:chgData name="Mohammed Fasha" userId="cc64f42d-a1a6-4f08-b97b-0c37f877119f" providerId="ADAL" clId="{19B6BCF0-69C5-47B4-98CC-B0941D29A039}" dt="2025-04-09T04:26:33.067" v="527" actId="404"/>
        <pc:sldMkLst>
          <pc:docMk/>
          <pc:sldMk cId="1852804652" sldId="396"/>
        </pc:sldMkLst>
      </pc:sldChg>
      <pc:sldChg chg="modSp mod">
        <pc:chgData name="Mohammed Fasha" userId="cc64f42d-a1a6-4f08-b97b-0c37f877119f" providerId="ADAL" clId="{19B6BCF0-69C5-47B4-98CC-B0941D29A039}" dt="2025-04-09T04:26:33.067" v="527" actId="404"/>
        <pc:sldMkLst>
          <pc:docMk/>
          <pc:sldMk cId="2127906749" sldId="427"/>
        </pc:sldMkLst>
      </pc:sldChg>
      <pc:sldChg chg="modSp mod">
        <pc:chgData name="Mohammed Fasha" userId="cc64f42d-a1a6-4f08-b97b-0c37f877119f" providerId="ADAL" clId="{19B6BCF0-69C5-47B4-98CC-B0941D29A039}" dt="2025-04-09T04:26:33.067" v="527" actId="404"/>
        <pc:sldMkLst>
          <pc:docMk/>
          <pc:sldMk cId="3339445507" sldId="430"/>
        </pc:sldMkLst>
      </pc:sldChg>
      <pc:sldChg chg="addSp delSp modSp mod">
        <pc:chgData name="Mohammed Fasha" userId="cc64f42d-a1a6-4f08-b97b-0c37f877119f" providerId="ADAL" clId="{19B6BCF0-69C5-47B4-98CC-B0941D29A039}" dt="2025-04-09T04:16:36.518" v="433" actId="1076"/>
        <pc:sldMkLst>
          <pc:docMk/>
          <pc:sldMk cId="1210803598" sldId="478"/>
        </pc:sldMkLst>
      </pc:sldChg>
      <pc:sldChg chg="modSp mod">
        <pc:chgData name="Mohammed Fasha" userId="cc64f42d-a1a6-4f08-b97b-0c37f877119f" providerId="ADAL" clId="{19B6BCF0-69C5-47B4-98CC-B0941D29A039}" dt="2025-04-07T04:00:51.916" v="22" actId="207"/>
        <pc:sldMkLst>
          <pc:docMk/>
          <pc:sldMk cId="1772982877" sldId="590"/>
        </pc:sldMkLst>
      </pc:sldChg>
      <pc:sldChg chg="modSp mod chgLayout">
        <pc:chgData name="Mohammed Fasha" userId="cc64f42d-a1a6-4f08-b97b-0c37f877119f" providerId="ADAL" clId="{19B6BCF0-69C5-47B4-98CC-B0941D29A039}" dt="2025-04-09T04:26:31.177" v="523" actId="700"/>
        <pc:sldMkLst>
          <pc:docMk/>
          <pc:sldMk cId="4204510001" sldId="592"/>
        </pc:sldMkLst>
      </pc:sldChg>
      <pc:sldChg chg="modSp mod chgLayout">
        <pc:chgData name="Mohammed Fasha" userId="cc64f42d-a1a6-4f08-b97b-0c37f877119f" providerId="ADAL" clId="{19B6BCF0-69C5-47B4-98CC-B0941D29A039}" dt="2025-04-09T04:24:52.300" v="492" actId="700"/>
        <pc:sldMkLst>
          <pc:docMk/>
          <pc:sldMk cId="1503045661" sldId="593"/>
        </pc:sldMkLst>
      </pc:sldChg>
      <pc:sldChg chg="addSp delSp modSp mod">
        <pc:chgData name="Mohammed Fasha" userId="cc64f42d-a1a6-4f08-b97b-0c37f877119f" providerId="ADAL" clId="{19B6BCF0-69C5-47B4-98CC-B0941D29A039}" dt="2025-04-09T04:14:48.624" v="428" actId="1076"/>
        <pc:sldMkLst>
          <pc:docMk/>
          <pc:sldMk cId="3474268344" sldId="596"/>
        </pc:sldMkLst>
      </pc:sldChg>
      <pc:sldChg chg="modSp mod">
        <pc:chgData name="Mohammed Fasha" userId="cc64f42d-a1a6-4f08-b97b-0c37f877119f" providerId="ADAL" clId="{19B6BCF0-69C5-47B4-98CC-B0941D29A039}" dt="2025-04-09T04:26:33.067" v="527" actId="404"/>
        <pc:sldMkLst>
          <pc:docMk/>
          <pc:sldMk cId="627652750" sldId="615"/>
        </pc:sldMkLst>
      </pc:sldChg>
      <pc:sldChg chg="modSp mod">
        <pc:chgData name="Mohammed Fasha" userId="cc64f42d-a1a6-4f08-b97b-0c37f877119f" providerId="ADAL" clId="{19B6BCF0-69C5-47B4-98CC-B0941D29A039}" dt="2025-04-09T04:26:33.067" v="527" actId="404"/>
        <pc:sldMkLst>
          <pc:docMk/>
          <pc:sldMk cId="839834530" sldId="621"/>
        </pc:sldMkLst>
      </pc:sldChg>
      <pc:sldChg chg="modSp mod">
        <pc:chgData name="Mohammed Fasha" userId="cc64f42d-a1a6-4f08-b97b-0c37f877119f" providerId="ADAL" clId="{19B6BCF0-69C5-47B4-98CC-B0941D29A039}" dt="2025-04-09T04:26:32.504" v="525" actId="404"/>
        <pc:sldMkLst>
          <pc:docMk/>
          <pc:sldMk cId="662689605" sldId="649"/>
        </pc:sldMkLst>
      </pc:sldChg>
      <pc:sldChg chg="modSp mod">
        <pc:chgData name="Mohammed Fasha" userId="cc64f42d-a1a6-4f08-b97b-0c37f877119f" providerId="ADAL" clId="{19B6BCF0-69C5-47B4-98CC-B0941D29A039}" dt="2025-04-09T04:26:33.067" v="527" actId="404"/>
        <pc:sldMkLst>
          <pc:docMk/>
          <pc:sldMk cId="3942060319" sldId="650"/>
        </pc:sldMkLst>
      </pc:sldChg>
      <pc:sldChg chg="modSp mod">
        <pc:chgData name="Mohammed Fasha" userId="cc64f42d-a1a6-4f08-b97b-0c37f877119f" providerId="ADAL" clId="{19B6BCF0-69C5-47B4-98CC-B0941D29A039}" dt="2025-04-09T04:26:33.067" v="527" actId="404"/>
        <pc:sldMkLst>
          <pc:docMk/>
          <pc:sldMk cId="916802035" sldId="651"/>
        </pc:sldMkLst>
      </pc:sldChg>
      <pc:sldChg chg="modSp mod">
        <pc:chgData name="Mohammed Fasha" userId="cc64f42d-a1a6-4f08-b97b-0c37f877119f" providerId="ADAL" clId="{19B6BCF0-69C5-47B4-98CC-B0941D29A039}" dt="2025-04-09T04:26:33.067" v="527" actId="404"/>
        <pc:sldMkLst>
          <pc:docMk/>
          <pc:sldMk cId="2892622100" sldId="655"/>
        </pc:sldMkLst>
      </pc:sldChg>
      <pc:sldChg chg="modSp mod">
        <pc:chgData name="Mohammed Fasha" userId="cc64f42d-a1a6-4f08-b97b-0c37f877119f" providerId="ADAL" clId="{19B6BCF0-69C5-47B4-98CC-B0941D29A039}" dt="2025-04-09T04:26:33.067" v="527" actId="404"/>
        <pc:sldMkLst>
          <pc:docMk/>
          <pc:sldMk cId="2680231355" sldId="669"/>
        </pc:sldMkLst>
      </pc:sldChg>
      <pc:sldChg chg="modSp mod">
        <pc:chgData name="Mohammed Fasha" userId="cc64f42d-a1a6-4f08-b97b-0c37f877119f" providerId="ADAL" clId="{19B6BCF0-69C5-47B4-98CC-B0941D29A039}" dt="2025-04-09T04:26:33.067" v="527" actId="404"/>
        <pc:sldMkLst>
          <pc:docMk/>
          <pc:sldMk cId="1620993364" sldId="672"/>
        </pc:sldMkLst>
      </pc:sldChg>
      <pc:sldChg chg="modSp mod">
        <pc:chgData name="Mohammed Fasha" userId="cc64f42d-a1a6-4f08-b97b-0c37f877119f" providerId="ADAL" clId="{19B6BCF0-69C5-47B4-98CC-B0941D29A039}" dt="2025-04-09T04:26:33.067" v="527" actId="404"/>
        <pc:sldMkLst>
          <pc:docMk/>
          <pc:sldMk cId="32004852" sldId="708"/>
        </pc:sldMkLst>
      </pc:sldChg>
      <pc:sldChg chg="modSp mod">
        <pc:chgData name="Mohammed Fasha" userId="cc64f42d-a1a6-4f08-b97b-0c37f877119f" providerId="ADAL" clId="{19B6BCF0-69C5-47B4-98CC-B0941D29A039}" dt="2025-04-09T04:26:33.067" v="527" actId="404"/>
        <pc:sldMkLst>
          <pc:docMk/>
          <pc:sldMk cId="1096386322" sldId="715"/>
        </pc:sldMkLst>
      </pc:sldChg>
      <pc:sldChg chg="modSp mod">
        <pc:chgData name="Mohammed Fasha" userId="cc64f42d-a1a6-4f08-b97b-0c37f877119f" providerId="ADAL" clId="{19B6BCF0-69C5-47B4-98CC-B0941D29A039}" dt="2025-04-09T04:26:33.067" v="527" actId="404"/>
        <pc:sldMkLst>
          <pc:docMk/>
          <pc:sldMk cId="1784058309" sldId="716"/>
        </pc:sldMkLst>
      </pc:sldChg>
      <pc:sldChg chg="modSp mod">
        <pc:chgData name="Mohammed Fasha" userId="cc64f42d-a1a6-4f08-b97b-0c37f877119f" providerId="ADAL" clId="{19B6BCF0-69C5-47B4-98CC-B0941D29A039}" dt="2025-04-09T04:26:33.067" v="527" actId="404"/>
        <pc:sldMkLst>
          <pc:docMk/>
          <pc:sldMk cId="3139017106" sldId="717"/>
        </pc:sldMkLst>
      </pc:sldChg>
      <pc:sldChg chg="modSp mod">
        <pc:chgData name="Mohammed Fasha" userId="cc64f42d-a1a6-4f08-b97b-0c37f877119f" providerId="ADAL" clId="{19B6BCF0-69C5-47B4-98CC-B0941D29A039}" dt="2025-04-09T04:26:33.067" v="527" actId="404"/>
        <pc:sldMkLst>
          <pc:docMk/>
          <pc:sldMk cId="3043812923" sldId="718"/>
        </pc:sldMkLst>
      </pc:sldChg>
      <pc:sldChg chg="addSp delSp modSp new add del mod">
        <pc:chgData name="Mohammed Fasha" userId="cc64f42d-a1a6-4f08-b97b-0c37f877119f" providerId="ADAL" clId="{19B6BCF0-69C5-47B4-98CC-B0941D29A039}" dt="2025-04-09T04:34:39.336" v="631" actId="1076"/>
        <pc:sldMkLst>
          <pc:docMk/>
          <pc:sldMk cId="555545871" sldId="719"/>
        </pc:sldMkLst>
      </pc:sldChg>
      <pc:sldChg chg="addSp delSp modSp new del mod">
        <pc:chgData name="Mohammed Fasha" userId="cc64f42d-a1a6-4f08-b97b-0c37f877119f" providerId="ADAL" clId="{19B6BCF0-69C5-47B4-98CC-B0941D29A039}" dt="2025-04-07T04:08:55.256" v="104" actId="2696"/>
        <pc:sldMkLst>
          <pc:docMk/>
          <pc:sldMk cId="2947275043" sldId="720"/>
        </pc:sldMkLst>
      </pc:sldChg>
      <pc:sldChg chg="addSp delSp modSp add del mod ord">
        <pc:chgData name="Mohammed Fasha" userId="cc64f42d-a1a6-4f08-b97b-0c37f877119f" providerId="ADAL" clId="{19B6BCF0-69C5-47B4-98CC-B0941D29A039}" dt="2025-04-09T04:32:45.968" v="563" actId="2696"/>
        <pc:sldMkLst>
          <pc:docMk/>
          <pc:sldMk cId="3150113204" sldId="720"/>
        </pc:sldMkLst>
      </pc:sldChg>
      <pc:sldChg chg="modSp add mod">
        <pc:chgData name="Mohammed Fasha" userId="cc64f42d-a1a6-4f08-b97b-0c37f877119f" providerId="ADAL" clId="{19B6BCF0-69C5-47B4-98CC-B0941D29A039}" dt="2025-04-09T04:33:34.769" v="611" actId="27636"/>
        <pc:sldMkLst>
          <pc:docMk/>
          <pc:sldMk cId="3150550060" sldId="720"/>
        </pc:sldMkLst>
      </pc:sldChg>
      <pc:sldChg chg="add">
        <pc:chgData name="Mohammed Fasha" userId="cc64f42d-a1a6-4f08-b97b-0c37f877119f" providerId="ADAL" clId="{19B6BCF0-69C5-47B4-98CC-B0941D29A039}" dt="2025-04-09T04:33:17.533" v="605"/>
        <pc:sldMkLst>
          <pc:docMk/>
          <pc:sldMk cId="1915229598" sldId="721"/>
        </pc:sldMkLst>
      </pc:sldChg>
      <pc:sldChg chg="addSp delSp modSp new del mod">
        <pc:chgData name="Mohammed Fasha" userId="cc64f42d-a1a6-4f08-b97b-0c37f877119f" providerId="ADAL" clId="{19B6BCF0-69C5-47B4-98CC-B0941D29A039}" dt="2025-04-09T04:32:45.968" v="563" actId="2696"/>
        <pc:sldMkLst>
          <pc:docMk/>
          <pc:sldMk cId="4183243958" sldId="721"/>
        </pc:sldMkLst>
      </pc:sldChg>
      <pc:sldChg chg="modSp new del mod">
        <pc:chgData name="Mohammed Fasha" userId="cc64f42d-a1a6-4f08-b97b-0c37f877119f" providerId="ADAL" clId="{19B6BCF0-69C5-47B4-98CC-B0941D29A039}" dt="2025-04-07T04:12:17.364" v="158" actId="680"/>
        <pc:sldMkLst>
          <pc:docMk/>
          <pc:sldMk cId="3245137052" sldId="722"/>
        </pc:sldMkLst>
      </pc:sldChg>
      <pc:sldChg chg="modSp new mod">
        <pc:chgData name="Mohammed Fasha" userId="cc64f42d-a1a6-4f08-b97b-0c37f877119f" providerId="ADAL" clId="{19B6BCF0-69C5-47B4-98CC-B0941D29A039}" dt="2025-04-07T04:19:02.971" v="311" actId="404"/>
        <pc:sldMkLst>
          <pc:docMk/>
          <pc:sldMk cId="3417524918" sldId="722"/>
        </pc:sldMkLst>
      </pc:sldChg>
      <pc:sldChg chg="modSp new del mod">
        <pc:chgData name="Mohammed Fasha" userId="cc64f42d-a1a6-4f08-b97b-0c37f877119f" providerId="ADAL" clId="{19B6BCF0-69C5-47B4-98CC-B0941D29A039}" dt="2025-04-09T04:00:40.794" v="375" actId="47"/>
        <pc:sldMkLst>
          <pc:docMk/>
          <pc:sldMk cId="180109985" sldId="723"/>
        </pc:sldMkLst>
      </pc:sldChg>
      <pc:sldChg chg="addSp delSp modSp new mod modClrScheme chgLayout">
        <pc:chgData name="Mohammed Fasha" userId="cc64f42d-a1a6-4f08-b97b-0c37f877119f" providerId="ADAL" clId="{19B6BCF0-69C5-47B4-98CC-B0941D29A039}" dt="2025-04-09T04:33:02.362" v="604" actId="20577"/>
        <pc:sldMkLst>
          <pc:docMk/>
          <pc:sldMk cId="218477773" sldId="723"/>
        </pc:sldMkLst>
      </pc:sldChg>
      <pc:sldChg chg="addSp delSp modSp new del mod">
        <pc:chgData name="Mohammed Fasha" userId="cc64f42d-a1a6-4f08-b97b-0c37f877119f" providerId="ADAL" clId="{19B6BCF0-69C5-47B4-98CC-B0941D29A039}" dt="2025-04-09T04:02:01.456" v="378" actId="47"/>
        <pc:sldMkLst>
          <pc:docMk/>
          <pc:sldMk cId="2150408616" sldId="724"/>
        </pc:sldMkLst>
      </pc:sldChg>
      <pc:sldChg chg="modSp add mod">
        <pc:chgData name="Mohammed Fasha" userId="cc64f42d-a1a6-4f08-b97b-0c37f877119f" providerId="ADAL" clId="{19B6BCF0-69C5-47B4-98CC-B0941D29A039}" dt="2025-04-09T04:33:53.274" v="628" actId="27636"/>
        <pc:sldMkLst>
          <pc:docMk/>
          <pc:sldMk cId="3056700689" sldId="724"/>
        </pc:sldMkLst>
      </pc:sldChg>
      <pc:sldChg chg="addSp delSp modSp new add del mod">
        <pc:chgData name="Mohammed Fasha" userId="cc64f42d-a1a6-4f08-b97b-0c37f877119f" providerId="ADAL" clId="{19B6BCF0-69C5-47B4-98CC-B0941D29A039}" dt="2025-04-09T04:32:31.834" v="562" actId="47"/>
        <pc:sldMkLst>
          <pc:docMk/>
          <pc:sldMk cId="1308458687" sldId="725"/>
        </pc:sldMkLst>
      </pc:sldChg>
      <pc:sldChg chg="addSp delSp modSp new del mod">
        <pc:chgData name="Mohammed Fasha" userId="cc64f42d-a1a6-4f08-b97b-0c37f877119f" providerId="ADAL" clId="{19B6BCF0-69C5-47B4-98CC-B0941D29A039}" dt="2025-04-09T04:32:26.748" v="561" actId="47"/>
        <pc:sldMkLst>
          <pc:docMk/>
          <pc:sldMk cId="745892495" sldId="726"/>
        </pc:sldMkLst>
      </pc:sldChg>
      <pc:sldChg chg="addSp delSp modSp new add del mod">
        <pc:chgData name="Mohammed Fasha" userId="cc64f42d-a1a6-4f08-b97b-0c37f877119f" providerId="ADAL" clId="{19B6BCF0-69C5-47B4-98CC-B0941D29A039}" dt="2025-04-09T04:27:26.321" v="531" actId="47"/>
        <pc:sldMkLst>
          <pc:docMk/>
          <pc:sldMk cId="2248567439" sldId="726"/>
        </pc:sldMkLst>
      </pc:sldChg>
      <pc:sldMasterChg chg="modSldLayout">
        <pc:chgData name="Mohammed Fasha" userId="cc64f42d-a1a6-4f08-b97b-0c37f877119f" providerId="ADAL" clId="{19B6BCF0-69C5-47B4-98CC-B0941D29A039}" dt="2025-04-09T04:24:26.302" v="479" actId="404"/>
        <pc:sldMasterMkLst>
          <pc:docMk/>
          <pc:sldMasterMk cId="742811419" sldId="2147483648"/>
        </pc:sldMasterMkLst>
        <pc:sldLayoutChg chg="modSp">
          <pc:chgData name="Mohammed Fasha" userId="cc64f42d-a1a6-4f08-b97b-0c37f877119f" providerId="ADAL" clId="{19B6BCF0-69C5-47B4-98CC-B0941D29A039}" dt="2025-04-09T04:24:26.302" v="479" actId="404"/>
          <pc:sldLayoutMkLst>
            <pc:docMk/>
            <pc:sldMasterMk cId="742811419" sldId="2147483648"/>
            <pc:sldLayoutMk cId="3573533501" sldId="2147483650"/>
          </pc:sldLayoutMkLst>
          <pc:spChg chg="mod">
            <ac:chgData name="Mohammed Fasha" userId="cc64f42d-a1a6-4f08-b97b-0c37f877119f" providerId="ADAL" clId="{19B6BCF0-69C5-47B4-98CC-B0941D29A039}" dt="2025-04-09T04:24:26.302" v="479" actId="404"/>
            <ac:spMkLst>
              <pc:docMk/>
              <pc:sldMasterMk cId="742811419" sldId="2147483648"/>
              <pc:sldLayoutMk cId="3573533501" sldId="2147483650"/>
              <ac:spMk id="3" creationId="{93FDCCF6-2612-A73C-C264-680D14569853}"/>
            </ac:spMkLst>
          </pc:spChg>
        </pc:sldLayoutChg>
      </pc:sldMasterChg>
    </pc:docChg>
  </pc:docChgLst>
  <pc:docChgLst>
    <pc:chgData name="Mohammed Fasha" userId="cc64f42d-a1a6-4f08-b97b-0c37f877119f" providerId="ADAL" clId="{8DFC6787-4569-4AEF-BB23-FDF85FEE05FB}"/>
    <pc:docChg chg="undo redo custSel addSld delSld modSld sldOrd">
      <pc:chgData name="Mohammed Fasha" userId="cc64f42d-a1a6-4f08-b97b-0c37f877119f" providerId="ADAL" clId="{8DFC6787-4569-4AEF-BB23-FDF85FEE05FB}" dt="2025-04-20T17:11:45.535" v="1564" actId="1076"/>
      <pc:docMkLst>
        <pc:docMk/>
      </pc:docMkLst>
      <pc:sldChg chg="addSp delSp modSp add mod modClrScheme chgLayout">
        <pc:chgData name="Mohammed Fasha" userId="cc64f42d-a1a6-4f08-b97b-0c37f877119f" providerId="ADAL" clId="{8DFC6787-4569-4AEF-BB23-FDF85FEE05FB}" dt="2025-04-20T15:23:07.712" v="581" actId="1036"/>
        <pc:sldMkLst>
          <pc:docMk/>
          <pc:sldMk cId="678552476" sldId="331"/>
        </pc:sldMkLst>
      </pc:sldChg>
      <pc:sldChg chg="del">
        <pc:chgData name="Mohammed Fasha" userId="cc64f42d-a1a6-4f08-b97b-0c37f877119f" providerId="ADAL" clId="{8DFC6787-4569-4AEF-BB23-FDF85FEE05FB}" dt="2025-04-20T14:32:10.451" v="45" actId="2696"/>
        <pc:sldMkLst>
          <pc:docMk/>
          <pc:sldMk cId="607684796" sldId="333"/>
        </pc:sldMkLst>
      </pc:sldChg>
      <pc:sldChg chg="del">
        <pc:chgData name="Mohammed Fasha" userId="cc64f42d-a1a6-4f08-b97b-0c37f877119f" providerId="ADAL" clId="{8DFC6787-4569-4AEF-BB23-FDF85FEE05FB}" dt="2025-04-20T14:32:10.451" v="45" actId="2696"/>
        <pc:sldMkLst>
          <pc:docMk/>
          <pc:sldMk cId="3241718055" sldId="344"/>
        </pc:sldMkLst>
      </pc:sldChg>
      <pc:sldChg chg="addSp delSp modSp add del mod modClrScheme chgLayout">
        <pc:chgData name="Mohammed Fasha" userId="cc64f42d-a1a6-4f08-b97b-0c37f877119f" providerId="ADAL" clId="{8DFC6787-4569-4AEF-BB23-FDF85FEE05FB}" dt="2025-04-20T15:38:51.118" v="739" actId="47"/>
        <pc:sldMkLst>
          <pc:docMk/>
          <pc:sldMk cId="2151019119" sldId="345"/>
        </pc:sldMkLst>
      </pc:sldChg>
      <pc:sldChg chg="del">
        <pc:chgData name="Mohammed Fasha" userId="cc64f42d-a1a6-4f08-b97b-0c37f877119f" providerId="ADAL" clId="{8DFC6787-4569-4AEF-BB23-FDF85FEE05FB}" dt="2025-04-20T14:32:10.451" v="45" actId="2696"/>
        <pc:sldMkLst>
          <pc:docMk/>
          <pc:sldMk cId="2957811751" sldId="354"/>
        </pc:sldMkLst>
      </pc:sldChg>
      <pc:sldChg chg="del">
        <pc:chgData name="Mohammed Fasha" userId="cc64f42d-a1a6-4f08-b97b-0c37f877119f" providerId="ADAL" clId="{8DFC6787-4569-4AEF-BB23-FDF85FEE05FB}" dt="2025-04-20T14:32:10.451" v="45" actId="2696"/>
        <pc:sldMkLst>
          <pc:docMk/>
          <pc:sldMk cId="1499958888" sldId="394"/>
        </pc:sldMkLst>
      </pc:sldChg>
      <pc:sldChg chg="del">
        <pc:chgData name="Mohammed Fasha" userId="cc64f42d-a1a6-4f08-b97b-0c37f877119f" providerId="ADAL" clId="{8DFC6787-4569-4AEF-BB23-FDF85FEE05FB}" dt="2025-04-20T14:32:10.451" v="45" actId="2696"/>
        <pc:sldMkLst>
          <pc:docMk/>
          <pc:sldMk cId="1852804652" sldId="396"/>
        </pc:sldMkLst>
      </pc:sldChg>
      <pc:sldChg chg="del">
        <pc:chgData name="Mohammed Fasha" userId="cc64f42d-a1a6-4f08-b97b-0c37f877119f" providerId="ADAL" clId="{8DFC6787-4569-4AEF-BB23-FDF85FEE05FB}" dt="2025-04-20T14:32:10.451" v="45" actId="2696"/>
        <pc:sldMkLst>
          <pc:docMk/>
          <pc:sldMk cId="587789057" sldId="423"/>
        </pc:sldMkLst>
      </pc:sldChg>
      <pc:sldChg chg="del">
        <pc:chgData name="Mohammed Fasha" userId="cc64f42d-a1a6-4f08-b97b-0c37f877119f" providerId="ADAL" clId="{8DFC6787-4569-4AEF-BB23-FDF85FEE05FB}" dt="2025-04-20T14:32:10.451" v="45" actId="2696"/>
        <pc:sldMkLst>
          <pc:docMk/>
          <pc:sldMk cId="1625691186" sldId="425"/>
        </pc:sldMkLst>
      </pc:sldChg>
      <pc:sldChg chg="del">
        <pc:chgData name="Mohammed Fasha" userId="cc64f42d-a1a6-4f08-b97b-0c37f877119f" providerId="ADAL" clId="{8DFC6787-4569-4AEF-BB23-FDF85FEE05FB}" dt="2025-04-20T14:32:10.451" v="45" actId="2696"/>
        <pc:sldMkLst>
          <pc:docMk/>
          <pc:sldMk cId="2127906749" sldId="427"/>
        </pc:sldMkLst>
      </pc:sldChg>
      <pc:sldChg chg="del">
        <pc:chgData name="Mohammed Fasha" userId="cc64f42d-a1a6-4f08-b97b-0c37f877119f" providerId="ADAL" clId="{8DFC6787-4569-4AEF-BB23-FDF85FEE05FB}" dt="2025-04-20T14:32:10.451" v="45" actId="2696"/>
        <pc:sldMkLst>
          <pc:docMk/>
          <pc:sldMk cId="391491219" sldId="428"/>
        </pc:sldMkLst>
      </pc:sldChg>
      <pc:sldChg chg="del">
        <pc:chgData name="Mohammed Fasha" userId="cc64f42d-a1a6-4f08-b97b-0c37f877119f" providerId="ADAL" clId="{8DFC6787-4569-4AEF-BB23-FDF85FEE05FB}" dt="2025-04-20T14:32:10.451" v="45" actId="2696"/>
        <pc:sldMkLst>
          <pc:docMk/>
          <pc:sldMk cId="3339445507" sldId="430"/>
        </pc:sldMkLst>
      </pc:sldChg>
      <pc:sldChg chg="del">
        <pc:chgData name="Mohammed Fasha" userId="cc64f42d-a1a6-4f08-b97b-0c37f877119f" providerId="ADAL" clId="{8DFC6787-4569-4AEF-BB23-FDF85FEE05FB}" dt="2025-04-20T14:32:10.451" v="45" actId="2696"/>
        <pc:sldMkLst>
          <pc:docMk/>
          <pc:sldMk cId="3389046835" sldId="431"/>
        </pc:sldMkLst>
      </pc:sldChg>
      <pc:sldChg chg="del">
        <pc:chgData name="Mohammed Fasha" userId="cc64f42d-a1a6-4f08-b97b-0c37f877119f" providerId="ADAL" clId="{8DFC6787-4569-4AEF-BB23-FDF85FEE05FB}" dt="2025-04-20T14:32:10.451" v="45" actId="2696"/>
        <pc:sldMkLst>
          <pc:docMk/>
          <pc:sldMk cId="2409345436" sldId="437"/>
        </pc:sldMkLst>
      </pc:sldChg>
      <pc:sldChg chg="del">
        <pc:chgData name="Mohammed Fasha" userId="cc64f42d-a1a6-4f08-b97b-0c37f877119f" providerId="ADAL" clId="{8DFC6787-4569-4AEF-BB23-FDF85FEE05FB}" dt="2025-04-20T14:32:10.451" v="45" actId="2696"/>
        <pc:sldMkLst>
          <pc:docMk/>
          <pc:sldMk cId="2522174856" sldId="438"/>
        </pc:sldMkLst>
      </pc:sldChg>
      <pc:sldChg chg="del">
        <pc:chgData name="Mohammed Fasha" userId="cc64f42d-a1a6-4f08-b97b-0c37f877119f" providerId="ADAL" clId="{8DFC6787-4569-4AEF-BB23-FDF85FEE05FB}" dt="2025-04-20T14:32:10.451" v="45" actId="2696"/>
        <pc:sldMkLst>
          <pc:docMk/>
          <pc:sldMk cId="2905491798" sldId="440"/>
        </pc:sldMkLst>
      </pc:sldChg>
      <pc:sldChg chg="del">
        <pc:chgData name="Mohammed Fasha" userId="cc64f42d-a1a6-4f08-b97b-0c37f877119f" providerId="ADAL" clId="{8DFC6787-4569-4AEF-BB23-FDF85FEE05FB}" dt="2025-04-20T14:32:17.274" v="52" actId="2696"/>
        <pc:sldMkLst>
          <pc:docMk/>
          <pc:sldMk cId="4208461039" sldId="447"/>
        </pc:sldMkLst>
      </pc:sldChg>
      <pc:sldChg chg="add">
        <pc:chgData name="Mohammed Fasha" userId="cc64f42d-a1a6-4f08-b97b-0c37f877119f" providerId="ADAL" clId="{8DFC6787-4569-4AEF-BB23-FDF85FEE05FB}" dt="2025-04-20T16:34:28.119" v="1292"/>
        <pc:sldMkLst>
          <pc:docMk/>
          <pc:sldMk cId="961461304" sldId="470"/>
        </pc:sldMkLst>
      </pc:sldChg>
      <pc:sldChg chg="del">
        <pc:chgData name="Mohammed Fasha" userId="cc64f42d-a1a6-4f08-b97b-0c37f877119f" providerId="ADAL" clId="{8DFC6787-4569-4AEF-BB23-FDF85FEE05FB}" dt="2025-04-20T14:32:10.451" v="45" actId="2696"/>
        <pc:sldMkLst>
          <pc:docMk/>
          <pc:sldMk cId="1210803598" sldId="478"/>
        </pc:sldMkLst>
      </pc:sldChg>
      <pc:sldChg chg="del">
        <pc:chgData name="Mohammed Fasha" userId="cc64f42d-a1a6-4f08-b97b-0c37f877119f" providerId="ADAL" clId="{8DFC6787-4569-4AEF-BB23-FDF85FEE05FB}" dt="2025-04-20T14:32:10.451" v="45" actId="2696"/>
        <pc:sldMkLst>
          <pc:docMk/>
          <pc:sldMk cId="2726994946" sldId="479"/>
        </pc:sldMkLst>
      </pc:sldChg>
      <pc:sldChg chg="addSp delSp modSp mod">
        <pc:chgData name="Mohammed Fasha" userId="cc64f42d-a1a6-4f08-b97b-0c37f877119f" providerId="ADAL" clId="{8DFC6787-4569-4AEF-BB23-FDF85FEE05FB}" dt="2025-04-20T17:11:45.535" v="1564" actId="1076"/>
        <pc:sldMkLst>
          <pc:docMk/>
          <pc:sldMk cId="2297456757" sldId="483"/>
        </pc:sldMkLst>
        <pc:spChg chg="mod">
          <ac:chgData name="Mohammed Fasha" userId="cc64f42d-a1a6-4f08-b97b-0c37f877119f" providerId="ADAL" clId="{8DFC6787-4569-4AEF-BB23-FDF85FEE05FB}" dt="2025-04-20T17:11:45.535" v="1564" actId="1076"/>
          <ac:spMkLst>
            <pc:docMk/>
            <pc:sldMk cId="2297456757" sldId="483"/>
            <ac:spMk id="4" creationId="{B53E9DF1-2223-C2DE-EF40-211A8D65CA29}"/>
          </ac:spMkLst>
        </pc:spChg>
        <pc:spChg chg="mod">
          <ac:chgData name="Mohammed Fasha" userId="cc64f42d-a1a6-4f08-b97b-0c37f877119f" providerId="ADAL" clId="{8DFC6787-4569-4AEF-BB23-FDF85FEE05FB}" dt="2025-04-20T17:11:45.535" v="1564" actId="1076"/>
          <ac:spMkLst>
            <pc:docMk/>
            <pc:sldMk cId="2297456757" sldId="483"/>
            <ac:spMk id="5" creationId="{89403830-E271-DAA0-8838-E295A84A8B5B}"/>
          </ac:spMkLst>
        </pc:spChg>
        <pc:picChg chg="add mod">
          <ac:chgData name="Mohammed Fasha" userId="cc64f42d-a1a6-4f08-b97b-0c37f877119f" providerId="ADAL" clId="{8DFC6787-4569-4AEF-BB23-FDF85FEE05FB}" dt="2025-04-20T17:11:41.570" v="1563" actId="1076"/>
          <ac:picMkLst>
            <pc:docMk/>
            <pc:sldMk cId="2297456757" sldId="483"/>
            <ac:picMk id="3076" creationId="{38B7DCD3-CA20-063C-2119-4CA1A1EA3B4E}"/>
          </ac:picMkLst>
        </pc:picChg>
      </pc:sldChg>
      <pc:sldChg chg="del">
        <pc:chgData name="Mohammed Fasha" userId="cc64f42d-a1a6-4f08-b97b-0c37f877119f" providerId="ADAL" clId="{8DFC6787-4569-4AEF-BB23-FDF85FEE05FB}" dt="2025-04-20T14:32:10.451" v="45" actId="2696"/>
        <pc:sldMkLst>
          <pc:docMk/>
          <pc:sldMk cId="941853383" sldId="484"/>
        </pc:sldMkLst>
      </pc:sldChg>
      <pc:sldChg chg="addSp modSp new mod">
        <pc:chgData name="Mohammed Fasha" userId="cc64f42d-a1a6-4f08-b97b-0c37f877119f" providerId="ADAL" clId="{8DFC6787-4569-4AEF-BB23-FDF85FEE05FB}" dt="2025-04-20T14:45:21.761" v="336" actId="14100"/>
        <pc:sldMkLst>
          <pc:docMk/>
          <pc:sldMk cId="1157739513" sldId="484"/>
        </pc:sldMkLst>
      </pc:sldChg>
      <pc:sldChg chg="addSp delSp modSp add mod">
        <pc:chgData name="Mohammed Fasha" userId="cc64f42d-a1a6-4f08-b97b-0c37f877119f" providerId="ADAL" clId="{8DFC6787-4569-4AEF-BB23-FDF85FEE05FB}" dt="2025-04-20T17:05:00.134" v="1535" actId="14734"/>
        <pc:sldMkLst>
          <pc:docMk/>
          <pc:sldMk cId="1041433416" sldId="485"/>
        </pc:sldMkLst>
      </pc:sldChg>
      <pc:sldChg chg="modSp add mod">
        <pc:chgData name="Mohammed Fasha" userId="cc64f42d-a1a6-4f08-b97b-0c37f877119f" providerId="ADAL" clId="{8DFC6787-4569-4AEF-BB23-FDF85FEE05FB}" dt="2025-04-20T14:33:33.928" v="72" actId="113"/>
        <pc:sldMkLst>
          <pc:docMk/>
          <pc:sldMk cId="3032146913" sldId="486"/>
        </pc:sldMkLst>
      </pc:sldChg>
      <pc:sldChg chg="addSp modSp add mod">
        <pc:chgData name="Mohammed Fasha" userId="cc64f42d-a1a6-4f08-b97b-0c37f877119f" providerId="ADAL" clId="{8DFC6787-4569-4AEF-BB23-FDF85FEE05FB}" dt="2025-04-20T15:22:30.508" v="559" actId="1076"/>
        <pc:sldMkLst>
          <pc:docMk/>
          <pc:sldMk cId="3938091334" sldId="487"/>
        </pc:sldMkLst>
      </pc:sldChg>
      <pc:sldChg chg="modSp add mod">
        <pc:chgData name="Mohammed Fasha" userId="cc64f42d-a1a6-4f08-b97b-0c37f877119f" providerId="ADAL" clId="{8DFC6787-4569-4AEF-BB23-FDF85FEE05FB}" dt="2025-04-20T14:34:07.957" v="89" actId="12"/>
        <pc:sldMkLst>
          <pc:docMk/>
          <pc:sldMk cId="2278481155" sldId="488"/>
        </pc:sldMkLst>
      </pc:sldChg>
      <pc:sldChg chg="modSp add mod">
        <pc:chgData name="Mohammed Fasha" userId="cc64f42d-a1a6-4f08-b97b-0c37f877119f" providerId="ADAL" clId="{8DFC6787-4569-4AEF-BB23-FDF85FEE05FB}" dt="2025-04-20T14:34:30.301" v="96" actId="113"/>
        <pc:sldMkLst>
          <pc:docMk/>
          <pc:sldMk cId="1156889741" sldId="489"/>
        </pc:sldMkLst>
      </pc:sldChg>
      <pc:sldChg chg="addSp delSp modSp new mod">
        <pc:chgData name="Mohammed Fasha" userId="cc64f42d-a1a6-4f08-b97b-0c37f877119f" providerId="ADAL" clId="{8DFC6787-4569-4AEF-BB23-FDF85FEE05FB}" dt="2025-04-20T17:05:21.313" v="1537" actId="14734"/>
        <pc:sldMkLst>
          <pc:docMk/>
          <pc:sldMk cId="1757417059" sldId="490"/>
        </pc:sldMkLst>
      </pc:sldChg>
      <pc:sldChg chg="addSp delSp modSp add mod modClrScheme chgLayout">
        <pc:chgData name="Mohammed Fasha" userId="cc64f42d-a1a6-4f08-b97b-0c37f877119f" providerId="ADAL" clId="{8DFC6787-4569-4AEF-BB23-FDF85FEE05FB}" dt="2025-04-20T14:36:57.948" v="112"/>
        <pc:sldMkLst>
          <pc:docMk/>
          <pc:sldMk cId="2994235587" sldId="491"/>
        </pc:sldMkLst>
      </pc:sldChg>
      <pc:sldChg chg="modSp add mod">
        <pc:chgData name="Mohammed Fasha" userId="cc64f42d-a1a6-4f08-b97b-0c37f877119f" providerId="ADAL" clId="{8DFC6787-4569-4AEF-BB23-FDF85FEE05FB}" dt="2025-04-20T14:40:17.002" v="209" actId="179"/>
        <pc:sldMkLst>
          <pc:docMk/>
          <pc:sldMk cId="346894193" sldId="492"/>
        </pc:sldMkLst>
      </pc:sldChg>
      <pc:sldChg chg="addSp delSp modSp add mod">
        <pc:chgData name="Mohammed Fasha" userId="cc64f42d-a1a6-4f08-b97b-0c37f877119f" providerId="ADAL" clId="{8DFC6787-4569-4AEF-BB23-FDF85FEE05FB}" dt="2025-04-20T14:39:51.294" v="197" actId="14100"/>
        <pc:sldMkLst>
          <pc:docMk/>
          <pc:sldMk cId="2492520158" sldId="493"/>
        </pc:sldMkLst>
      </pc:sldChg>
      <pc:sldChg chg="modSp add mod">
        <pc:chgData name="Mohammed Fasha" userId="cc64f42d-a1a6-4f08-b97b-0c37f877119f" providerId="ADAL" clId="{8DFC6787-4569-4AEF-BB23-FDF85FEE05FB}" dt="2025-04-20T14:40:08.073" v="206" actId="20577"/>
        <pc:sldMkLst>
          <pc:docMk/>
          <pc:sldMk cId="274101089" sldId="494"/>
        </pc:sldMkLst>
      </pc:sldChg>
      <pc:sldChg chg="modSp add mod">
        <pc:chgData name="Mohammed Fasha" userId="cc64f42d-a1a6-4f08-b97b-0c37f877119f" providerId="ADAL" clId="{8DFC6787-4569-4AEF-BB23-FDF85FEE05FB}" dt="2025-04-20T14:40:30.147" v="216" actId="113"/>
        <pc:sldMkLst>
          <pc:docMk/>
          <pc:sldMk cId="4061804934" sldId="495"/>
        </pc:sldMkLst>
      </pc:sldChg>
      <pc:sldChg chg="addSp delSp modSp new del mod modClrScheme chgLayout">
        <pc:chgData name="Mohammed Fasha" userId="cc64f42d-a1a6-4f08-b97b-0c37f877119f" providerId="ADAL" clId="{8DFC6787-4569-4AEF-BB23-FDF85FEE05FB}" dt="2025-04-20T17:10:40.777" v="1547" actId="47"/>
        <pc:sldMkLst>
          <pc:docMk/>
          <pc:sldMk cId="287885716" sldId="496"/>
        </pc:sldMkLst>
      </pc:sldChg>
      <pc:sldChg chg="modSp new mod">
        <pc:chgData name="Mohammed Fasha" userId="cc64f42d-a1a6-4f08-b97b-0c37f877119f" providerId="ADAL" clId="{8DFC6787-4569-4AEF-BB23-FDF85FEE05FB}" dt="2025-04-20T14:40:56.172" v="259" actId="113"/>
        <pc:sldMkLst>
          <pc:docMk/>
          <pc:sldMk cId="3785505166" sldId="497"/>
        </pc:sldMkLst>
      </pc:sldChg>
      <pc:sldChg chg="modSp add mod">
        <pc:chgData name="Mohammed Fasha" userId="cc64f42d-a1a6-4f08-b97b-0c37f877119f" providerId="ADAL" clId="{8DFC6787-4569-4AEF-BB23-FDF85FEE05FB}" dt="2025-04-20T14:41:07.401" v="266" actId="113"/>
        <pc:sldMkLst>
          <pc:docMk/>
          <pc:sldMk cId="3900601116" sldId="498"/>
        </pc:sldMkLst>
      </pc:sldChg>
      <pc:sldChg chg="modSp add mod">
        <pc:chgData name="Mohammed Fasha" userId="cc64f42d-a1a6-4f08-b97b-0c37f877119f" providerId="ADAL" clId="{8DFC6787-4569-4AEF-BB23-FDF85FEE05FB}" dt="2025-04-20T14:41:20.176" v="273" actId="113"/>
        <pc:sldMkLst>
          <pc:docMk/>
          <pc:sldMk cId="2467848175" sldId="499"/>
        </pc:sldMkLst>
      </pc:sldChg>
      <pc:sldChg chg="modSp add mod">
        <pc:chgData name="Mohammed Fasha" userId="cc64f42d-a1a6-4f08-b97b-0c37f877119f" providerId="ADAL" clId="{8DFC6787-4569-4AEF-BB23-FDF85FEE05FB}" dt="2025-04-20T14:42:10.935" v="285" actId="179"/>
        <pc:sldMkLst>
          <pc:docMk/>
          <pc:sldMk cId="3327834872" sldId="500"/>
        </pc:sldMkLst>
      </pc:sldChg>
      <pc:sldChg chg="modSp add mod">
        <pc:chgData name="Mohammed Fasha" userId="cc64f42d-a1a6-4f08-b97b-0c37f877119f" providerId="ADAL" clId="{8DFC6787-4569-4AEF-BB23-FDF85FEE05FB}" dt="2025-04-20T14:42:22.393" v="292" actId="113"/>
        <pc:sldMkLst>
          <pc:docMk/>
          <pc:sldMk cId="1095751481" sldId="501"/>
        </pc:sldMkLst>
      </pc:sldChg>
      <pc:sldChg chg="addSp delSp modSp add mod ord">
        <pc:chgData name="Mohammed Fasha" userId="cc64f42d-a1a6-4f08-b97b-0c37f877119f" providerId="ADAL" clId="{8DFC6787-4569-4AEF-BB23-FDF85FEE05FB}" dt="2025-04-20T15:51:37.809" v="918" actId="1076"/>
        <pc:sldMkLst>
          <pc:docMk/>
          <pc:sldMk cId="1571885319" sldId="502"/>
        </pc:sldMkLst>
      </pc:sldChg>
      <pc:sldChg chg="delSp add del mod">
        <pc:chgData name="Mohammed Fasha" userId="cc64f42d-a1a6-4f08-b97b-0c37f877119f" providerId="ADAL" clId="{8DFC6787-4569-4AEF-BB23-FDF85FEE05FB}" dt="2025-04-20T15:52:09.380" v="925" actId="2696"/>
        <pc:sldMkLst>
          <pc:docMk/>
          <pc:sldMk cId="2403362978" sldId="503"/>
        </pc:sldMkLst>
      </pc:sldChg>
      <pc:sldChg chg="addSp delSp modSp add del mod">
        <pc:chgData name="Mohammed Fasha" userId="cc64f42d-a1a6-4f08-b97b-0c37f877119f" providerId="ADAL" clId="{8DFC6787-4569-4AEF-BB23-FDF85FEE05FB}" dt="2025-04-20T15:38:17.984" v="732" actId="2696"/>
        <pc:sldMkLst>
          <pc:docMk/>
          <pc:sldMk cId="4226438352" sldId="503"/>
        </pc:sldMkLst>
      </pc:sldChg>
      <pc:sldChg chg="addSp modSp add del mod">
        <pc:chgData name="Mohammed Fasha" userId="cc64f42d-a1a6-4f08-b97b-0c37f877119f" providerId="ADAL" clId="{8DFC6787-4569-4AEF-BB23-FDF85FEE05FB}" dt="2025-04-20T15:38:17.984" v="732" actId="2696"/>
        <pc:sldMkLst>
          <pc:docMk/>
          <pc:sldMk cId="549323355" sldId="504"/>
        </pc:sldMkLst>
      </pc:sldChg>
      <pc:sldChg chg="add">
        <pc:chgData name="Mohammed Fasha" userId="cc64f42d-a1a6-4f08-b97b-0c37f877119f" providerId="ADAL" clId="{8DFC6787-4569-4AEF-BB23-FDF85FEE05FB}" dt="2025-04-20T15:39:31.491" v="741"/>
        <pc:sldMkLst>
          <pc:docMk/>
          <pc:sldMk cId="952400947" sldId="504"/>
        </pc:sldMkLst>
      </pc:sldChg>
      <pc:sldChg chg="modSp add del mod">
        <pc:chgData name="Mohammed Fasha" userId="cc64f42d-a1a6-4f08-b97b-0c37f877119f" providerId="ADAL" clId="{8DFC6787-4569-4AEF-BB23-FDF85FEE05FB}" dt="2025-04-20T15:27:08.497" v="601" actId="2696"/>
        <pc:sldMkLst>
          <pc:docMk/>
          <pc:sldMk cId="813418996" sldId="505"/>
        </pc:sldMkLst>
      </pc:sldChg>
      <pc:sldChg chg="addSp delSp modSp add del mod modClrScheme chgLayout">
        <pc:chgData name="Mohammed Fasha" userId="cc64f42d-a1a6-4f08-b97b-0c37f877119f" providerId="ADAL" clId="{8DFC6787-4569-4AEF-BB23-FDF85FEE05FB}" dt="2025-04-20T15:38:41.804" v="736" actId="47"/>
        <pc:sldMkLst>
          <pc:docMk/>
          <pc:sldMk cId="179592037" sldId="506"/>
        </pc:sldMkLst>
      </pc:sldChg>
      <pc:sldChg chg="modSp add del mod">
        <pc:chgData name="Mohammed Fasha" userId="cc64f42d-a1a6-4f08-b97b-0c37f877119f" providerId="ADAL" clId="{8DFC6787-4569-4AEF-BB23-FDF85FEE05FB}" dt="2025-04-20T15:38:39.506" v="735" actId="47"/>
        <pc:sldMkLst>
          <pc:docMk/>
          <pc:sldMk cId="3353165080" sldId="507"/>
        </pc:sldMkLst>
      </pc:sldChg>
      <pc:sldChg chg="addSp delSp modSp add del mod">
        <pc:chgData name="Mohammed Fasha" userId="cc64f42d-a1a6-4f08-b97b-0c37f877119f" providerId="ADAL" clId="{8DFC6787-4569-4AEF-BB23-FDF85FEE05FB}" dt="2025-04-20T15:39:11.619" v="740" actId="47"/>
        <pc:sldMkLst>
          <pc:docMk/>
          <pc:sldMk cId="4075048187" sldId="508"/>
        </pc:sldMkLst>
      </pc:sldChg>
      <pc:sldChg chg="addSp delSp modSp add mod">
        <pc:chgData name="Mohammed Fasha" userId="cc64f42d-a1a6-4f08-b97b-0c37f877119f" providerId="ADAL" clId="{8DFC6787-4569-4AEF-BB23-FDF85FEE05FB}" dt="2025-04-20T15:35:43.832" v="729" actId="1076"/>
        <pc:sldMkLst>
          <pc:docMk/>
          <pc:sldMk cId="141115565" sldId="509"/>
        </pc:sldMkLst>
      </pc:sldChg>
      <pc:sldChg chg="del">
        <pc:chgData name="Mohammed Fasha" userId="cc64f42d-a1a6-4f08-b97b-0c37f877119f" providerId="ADAL" clId="{8DFC6787-4569-4AEF-BB23-FDF85FEE05FB}" dt="2025-04-20T14:32:10.451" v="45" actId="2696"/>
        <pc:sldMkLst>
          <pc:docMk/>
          <pc:sldMk cId="1586650541" sldId="510"/>
        </pc:sldMkLst>
      </pc:sldChg>
      <pc:sldChg chg="addSp delSp modSp add mod">
        <pc:chgData name="Mohammed Fasha" userId="cc64f42d-a1a6-4f08-b97b-0c37f877119f" providerId="ADAL" clId="{8DFC6787-4569-4AEF-BB23-FDF85FEE05FB}" dt="2025-04-20T15:46:25.032" v="859" actId="14100"/>
        <pc:sldMkLst>
          <pc:docMk/>
          <pc:sldMk cId="4047405113" sldId="510"/>
        </pc:sldMkLst>
      </pc:sldChg>
      <pc:sldChg chg="addSp modSp add mod">
        <pc:chgData name="Mohammed Fasha" userId="cc64f42d-a1a6-4f08-b97b-0c37f877119f" providerId="ADAL" clId="{8DFC6787-4569-4AEF-BB23-FDF85FEE05FB}" dt="2025-04-20T15:32:07.648" v="715" actId="14100"/>
        <pc:sldMkLst>
          <pc:docMk/>
          <pc:sldMk cId="2629241566" sldId="511"/>
        </pc:sldMkLst>
      </pc:sldChg>
      <pc:sldChg chg="addSp modSp add mod">
        <pc:chgData name="Mohammed Fasha" userId="cc64f42d-a1a6-4f08-b97b-0c37f877119f" providerId="ADAL" clId="{8DFC6787-4569-4AEF-BB23-FDF85FEE05FB}" dt="2025-04-20T15:33:43.142" v="720" actId="14100"/>
        <pc:sldMkLst>
          <pc:docMk/>
          <pc:sldMk cId="4081930743" sldId="512"/>
        </pc:sldMkLst>
      </pc:sldChg>
      <pc:sldChg chg="modSp add mod">
        <pc:chgData name="Mohammed Fasha" userId="cc64f42d-a1a6-4f08-b97b-0c37f877119f" providerId="ADAL" clId="{8DFC6787-4569-4AEF-BB23-FDF85FEE05FB}" dt="2025-04-20T15:08:21.727" v="434" actId="113"/>
        <pc:sldMkLst>
          <pc:docMk/>
          <pc:sldMk cId="3132154303" sldId="513"/>
        </pc:sldMkLst>
      </pc:sldChg>
      <pc:sldChg chg="del">
        <pc:chgData name="Mohammed Fasha" userId="cc64f42d-a1a6-4f08-b97b-0c37f877119f" providerId="ADAL" clId="{8DFC6787-4569-4AEF-BB23-FDF85FEE05FB}" dt="2025-04-20T14:32:10.451" v="45" actId="2696"/>
        <pc:sldMkLst>
          <pc:docMk/>
          <pc:sldMk cId="1271956779" sldId="514"/>
        </pc:sldMkLst>
      </pc:sldChg>
      <pc:sldChg chg="addSp delSp modSp add mod">
        <pc:chgData name="Mohammed Fasha" userId="cc64f42d-a1a6-4f08-b97b-0c37f877119f" providerId="ADAL" clId="{8DFC6787-4569-4AEF-BB23-FDF85FEE05FB}" dt="2025-04-20T15:10:28.156" v="446" actId="20577"/>
        <pc:sldMkLst>
          <pc:docMk/>
          <pc:sldMk cId="1406483951" sldId="514"/>
        </pc:sldMkLst>
      </pc:sldChg>
      <pc:sldChg chg="addSp modSp add mod">
        <pc:chgData name="Mohammed Fasha" userId="cc64f42d-a1a6-4f08-b97b-0c37f877119f" providerId="ADAL" clId="{8DFC6787-4569-4AEF-BB23-FDF85FEE05FB}" dt="2025-04-20T15:52:22.771" v="928" actId="1076"/>
        <pc:sldMkLst>
          <pc:docMk/>
          <pc:sldMk cId="3647485116" sldId="515"/>
        </pc:sldMkLst>
      </pc:sldChg>
      <pc:sldChg chg="addSp delSp modSp add mod ord">
        <pc:chgData name="Mohammed Fasha" userId="cc64f42d-a1a6-4f08-b97b-0c37f877119f" providerId="ADAL" clId="{8DFC6787-4569-4AEF-BB23-FDF85FEE05FB}" dt="2025-04-20T15:41:33.345" v="829" actId="20577"/>
        <pc:sldMkLst>
          <pc:docMk/>
          <pc:sldMk cId="2689584689" sldId="516"/>
        </pc:sldMkLst>
      </pc:sldChg>
      <pc:sldChg chg="addSp delSp modSp add mod">
        <pc:chgData name="Mohammed Fasha" userId="cc64f42d-a1a6-4f08-b97b-0c37f877119f" providerId="ADAL" clId="{8DFC6787-4569-4AEF-BB23-FDF85FEE05FB}" dt="2025-04-20T15:47:13.103" v="871" actId="22"/>
        <pc:sldMkLst>
          <pc:docMk/>
          <pc:sldMk cId="1882562879" sldId="517"/>
        </pc:sldMkLst>
      </pc:sldChg>
      <pc:sldChg chg="addSp delSp modSp add mod">
        <pc:chgData name="Mohammed Fasha" userId="cc64f42d-a1a6-4f08-b97b-0c37f877119f" providerId="ADAL" clId="{8DFC6787-4569-4AEF-BB23-FDF85FEE05FB}" dt="2025-04-20T15:18:12.652" v="502"/>
        <pc:sldMkLst>
          <pc:docMk/>
          <pc:sldMk cId="767635333" sldId="518"/>
        </pc:sldMkLst>
      </pc:sldChg>
      <pc:sldChg chg="addSp modSp add mod">
        <pc:chgData name="Mohammed Fasha" userId="cc64f42d-a1a6-4f08-b97b-0c37f877119f" providerId="ADAL" clId="{8DFC6787-4569-4AEF-BB23-FDF85FEE05FB}" dt="2025-04-20T15:19:06.842" v="516"/>
        <pc:sldMkLst>
          <pc:docMk/>
          <pc:sldMk cId="2862893919" sldId="519"/>
        </pc:sldMkLst>
      </pc:sldChg>
      <pc:sldChg chg="addSp modSp add mod">
        <pc:chgData name="Mohammed Fasha" userId="cc64f42d-a1a6-4f08-b97b-0c37f877119f" providerId="ADAL" clId="{8DFC6787-4569-4AEF-BB23-FDF85FEE05FB}" dt="2025-04-20T15:19:43.983" v="527" actId="207"/>
        <pc:sldMkLst>
          <pc:docMk/>
          <pc:sldMk cId="2300469145" sldId="520"/>
        </pc:sldMkLst>
      </pc:sldChg>
      <pc:sldChg chg="addSp delSp modSp add mod">
        <pc:chgData name="Mohammed Fasha" userId="cc64f42d-a1a6-4f08-b97b-0c37f877119f" providerId="ADAL" clId="{8DFC6787-4569-4AEF-BB23-FDF85FEE05FB}" dt="2025-04-20T15:20:30.428" v="541" actId="14734"/>
        <pc:sldMkLst>
          <pc:docMk/>
          <pc:sldMk cId="3034463171" sldId="521"/>
        </pc:sldMkLst>
      </pc:sldChg>
      <pc:sldChg chg="addSp modSp add mod">
        <pc:chgData name="Mohammed Fasha" userId="cc64f42d-a1a6-4f08-b97b-0c37f877119f" providerId="ADAL" clId="{8DFC6787-4569-4AEF-BB23-FDF85FEE05FB}" dt="2025-04-20T17:06:19.111" v="1539" actId="14734"/>
        <pc:sldMkLst>
          <pc:docMk/>
          <pc:sldMk cId="2784107051" sldId="522"/>
        </pc:sldMkLst>
      </pc:sldChg>
      <pc:sldChg chg="modSp add mod">
        <pc:chgData name="Mohammed Fasha" userId="cc64f42d-a1a6-4f08-b97b-0c37f877119f" providerId="ADAL" clId="{8DFC6787-4569-4AEF-BB23-FDF85FEE05FB}" dt="2025-04-20T15:21:22.147" v="554"/>
        <pc:sldMkLst>
          <pc:docMk/>
          <pc:sldMk cId="2884749228" sldId="523"/>
        </pc:sldMkLst>
      </pc:sldChg>
      <pc:sldChg chg="addSp delSp modSp add mod modClrScheme chgLayout">
        <pc:chgData name="Mohammed Fasha" userId="cc64f42d-a1a6-4f08-b97b-0c37f877119f" providerId="ADAL" clId="{8DFC6787-4569-4AEF-BB23-FDF85FEE05FB}" dt="2025-04-20T15:53:05.318" v="932" actId="27636"/>
        <pc:sldMkLst>
          <pc:docMk/>
          <pc:sldMk cId="4275001740" sldId="524"/>
        </pc:sldMkLst>
      </pc:sldChg>
      <pc:sldChg chg="addSp modSp add mod">
        <pc:chgData name="Mohammed Fasha" userId="cc64f42d-a1a6-4f08-b97b-0c37f877119f" providerId="ADAL" clId="{8DFC6787-4569-4AEF-BB23-FDF85FEE05FB}" dt="2025-04-20T15:56:09.348" v="965" actId="27636"/>
        <pc:sldMkLst>
          <pc:docMk/>
          <pc:sldMk cId="402301686" sldId="525"/>
        </pc:sldMkLst>
      </pc:sldChg>
      <pc:sldChg chg="modSp add mod">
        <pc:chgData name="Mohammed Fasha" userId="cc64f42d-a1a6-4f08-b97b-0c37f877119f" providerId="ADAL" clId="{8DFC6787-4569-4AEF-BB23-FDF85FEE05FB}" dt="2025-04-20T15:56:23.238" v="967"/>
        <pc:sldMkLst>
          <pc:docMk/>
          <pc:sldMk cId="3836701463" sldId="526"/>
        </pc:sldMkLst>
      </pc:sldChg>
      <pc:sldChg chg="del">
        <pc:chgData name="Mohammed Fasha" userId="cc64f42d-a1a6-4f08-b97b-0c37f877119f" providerId="ADAL" clId="{8DFC6787-4569-4AEF-BB23-FDF85FEE05FB}" dt="2025-04-20T14:32:10.451" v="45" actId="2696"/>
        <pc:sldMkLst>
          <pc:docMk/>
          <pc:sldMk cId="2281221656" sldId="527"/>
        </pc:sldMkLst>
      </pc:sldChg>
      <pc:sldChg chg="modSp add mod">
        <pc:chgData name="Mohammed Fasha" userId="cc64f42d-a1a6-4f08-b97b-0c37f877119f" providerId="ADAL" clId="{8DFC6787-4569-4AEF-BB23-FDF85FEE05FB}" dt="2025-04-20T15:56:34.616" v="969"/>
        <pc:sldMkLst>
          <pc:docMk/>
          <pc:sldMk cId="2486995565" sldId="527"/>
        </pc:sldMkLst>
      </pc:sldChg>
      <pc:sldChg chg="addSp modSp add mod">
        <pc:chgData name="Mohammed Fasha" userId="cc64f42d-a1a6-4f08-b97b-0c37f877119f" providerId="ADAL" clId="{8DFC6787-4569-4AEF-BB23-FDF85FEE05FB}" dt="2025-04-20T15:57:24.996" v="983" actId="1076"/>
        <pc:sldMkLst>
          <pc:docMk/>
          <pc:sldMk cId="1649687093" sldId="528"/>
        </pc:sldMkLst>
      </pc:sldChg>
      <pc:sldChg chg="modSp add mod">
        <pc:chgData name="Mohammed Fasha" userId="cc64f42d-a1a6-4f08-b97b-0c37f877119f" providerId="ADAL" clId="{8DFC6787-4569-4AEF-BB23-FDF85FEE05FB}" dt="2025-04-20T15:57:42.557" v="985"/>
        <pc:sldMkLst>
          <pc:docMk/>
          <pc:sldMk cId="1225925495" sldId="529"/>
        </pc:sldMkLst>
      </pc:sldChg>
      <pc:sldChg chg="addSp delSp modSp add mod">
        <pc:chgData name="Mohammed Fasha" userId="cc64f42d-a1a6-4f08-b97b-0c37f877119f" providerId="ADAL" clId="{8DFC6787-4569-4AEF-BB23-FDF85FEE05FB}" dt="2025-04-20T16:04:03.071" v="992" actId="14734"/>
        <pc:sldMkLst>
          <pc:docMk/>
          <pc:sldMk cId="193360162" sldId="530"/>
        </pc:sldMkLst>
      </pc:sldChg>
      <pc:sldChg chg="addSp modSp add mod">
        <pc:chgData name="Mohammed Fasha" userId="cc64f42d-a1a6-4f08-b97b-0c37f877119f" providerId="ADAL" clId="{8DFC6787-4569-4AEF-BB23-FDF85FEE05FB}" dt="2025-04-20T16:04:33.401" v="997"/>
        <pc:sldMkLst>
          <pc:docMk/>
          <pc:sldMk cId="2241217429" sldId="531"/>
        </pc:sldMkLst>
      </pc:sldChg>
      <pc:sldChg chg="addSp delSp modSp add mod">
        <pc:chgData name="Mohammed Fasha" userId="cc64f42d-a1a6-4f08-b97b-0c37f877119f" providerId="ADAL" clId="{8DFC6787-4569-4AEF-BB23-FDF85FEE05FB}" dt="2025-04-20T16:04:55.797" v="1005"/>
        <pc:sldMkLst>
          <pc:docMk/>
          <pc:sldMk cId="153827184" sldId="532"/>
        </pc:sldMkLst>
      </pc:sldChg>
      <pc:sldChg chg="addSp delSp modSp new mod modClrScheme chgLayout">
        <pc:chgData name="Mohammed Fasha" userId="cc64f42d-a1a6-4f08-b97b-0c37f877119f" providerId="ADAL" clId="{8DFC6787-4569-4AEF-BB23-FDF85FEE05FB}" dt="2025-04-20T14:41:52.910" v="277" actId="27636"/>
        <pc:sldMkLst>
          <pc:docMk/>
          <pc:sldMk cId="2207611031" sldId="533"/>
        </pc:sldMkLst>
      </pc:sldChg>
      <pc:sldChg chg="addSp delSp modSp new mod modClrScheme chgLayout">
        <pc:chgData name="Mohammed Fasha" userId="cc64f42d-a1a6-4f08-b97b-0c37f877119f" providerId="ADAL" clId="{8DFC6787-4569-4AEF-BB23-FDF85FEE05FB}" dt="2025-04-20T15:14:59.604" v="449"/>
        <pc:sldMkLst>
          <pc:docMk/>
          <pc:sldMk cId="1925859816" sldId="534"/>
        </pc:sldMkLst>
      </pc:sldChg>
      <pc:sldChg chg="modSp new mod">
        <pc:chgData name="Mohammed Fasha" userId="cc64f42d-a1a6-4f08-b97b-0c37f877119f" providerId="ADAL" clId="{8DFC6787-4569-4AEF-BB23-FDF85FEE05FB}" dt="2025-04-20T16:05:16.581" v="1012"/>
        <pc:sldMkLst>
          <pc:docMk/>
          <pc:sldMk cId="691279895" sldId="535"/>
        </pc:sldMkLst>
      </pc:sldChg>
      <pc:sldChg chg="modSp new mod">
        <pc:chgData name="Mohammed Fasha" userId="cc64f42d-a1a6-4f08-b97b-0c37f877119f" providerId="ADAL" clId="{8DFC6787-4569-4AEF-BB23-FDF85FEE05FB}" dt="2025-04-20T16:14:05.314" v="1017"/>
        <pc:sldMkLst>
          <pc:docMk/>
          <pc:sldMk cId="974044099" sldId="536"/>
        </pc:sldMkLst>
      </pc:sldChg>
      <pc:sldChg chg="modSp new mod">
        <pc:chgData name="Mohammed Fasha" userId="cc64f42d-a1a6-4f08-b97b-0c37f877119f" providerId="ADAL" clId="{8DFC6787-4569-4AEF-BB23-FDF85FEE05FB}" dt="2025-04-20T16:14:19.872" v="1019"/>
        <pc:sldMkLst>
          <pc:docMk/>
          <pc:sldMk cId="3850774780" sldId="537"/>
        </pc:sldMkLst>
      </pc:sldChg>
      <pc:sldChg chg="addSp delSp modSp new mod">
        <pc:chgData name="Mohammed Fasha" userId="cc64f42d-a1a6-4f08-b97b-0c37f877119f" providerId="ADAL" clId="{8DFC6787-4569-4AEF-BB23-FDF85FEE05FB}" dt="2025-04-20T16:14:55.627" v="1026" actId="14100"/>
        <pc:sldMkLst>
          <pc:docMk/>
          <pc:sldMk cId="2084523023" sldId="538"/>
        </pc:sldMkLst>
      </pc:sldChg>
      <pc:sldChg chg="modSp new mod">
        <pc:chgData name="Mohammed Fasha" userId="cc64f42d-a1a6-4f08-b97b-0c37f877119f" providerId="ADAL" clId="{8DFC6787-4569-4AEF-BB23-FDF85FEE05FB}" dt="2025-04-20T16:15:11.377" v="1033" actId="113"/>
        <pc:sldMkLst>
          <pc:docMk/>
          <pc:sldMk cId="535607353" sldId="539"/>
        </pc:sldMkLst>
      </pc:sldChg>
      <pc:sldChg chg="addSp delSp modSp new mod modClrScheme chgLayout">
        <pc:chgData name="Mohammed Fasha" userId="cc64f42d-a1a6-4f08-b97b-0c37f877119f" providerId="ADAL" clId="{8DFC6787-4569-4AEF-BB23-FDF85FEE05FB}" dt="2025-04-20T16:13:59.364" v="1016"/>
        <pc:sldMkLst>
          <pc:docMk/>
          <pc:sldMk cId="1965007340" sldId="540"/>
        </pc:sldMkLst>
      </pc:sldChg>
      <pc:sldChg chg="modSp new mod">
        <pc:chgData name="Mohammed Fasha" userId="cc64f42d-a1a6-4f08-b97b-0c37f877119f" providerId="ADAL" clId="{8DFC6787-4569-4AEF-BB23-FDF85FEE05FB}" dt="2025-04-20T16:15:33.780" v="1047" actId="113"/>
        <pc:sldMkLst>
          <pc:docMk/>
          <pc:sldMk cId="3049387189" sldId="541"/>
        </pc:sldMkLst>
      </pc:sldChg>
      <pc:sldChg chg="modSp add mod">
        <pc:chgData name="Mohammed Fasha" userId="cc64f42d-a1a6-4f08-b97b-0c37f877119f" providerId="ADAL" clId="{8DFC6787-4569-4AEF-BB23-FDF85FEE05FB}" dt="2025-04-20T16:15:44.078" v="1054" actId="113"/>
        <pc:sldMkLst>
          <pc:docMk/>
          <pc:sldMk cId="1726072780" sldId="542"/>
        </pc:sldMkLst>
      </pc:sldChg>
      <pc:sldChg chg="addSp delSp modSp add mod">
        <pc:chgData name="Mohammed Fasha" userId="cc64f42d-a1a6-4f08-b97b-0c37f877119f" providerId="ADAL" clId="{8DFC6787-4569-4AEF-BB23-FDF85FEE05FB}" dt="2025-04-20T16:16:40.183" v="1068" actId="1076"/>
        <pc:sldMkLst>
          <pc:docMk/>
          <pc:sldMk cId="1046126438" sldId="543"/>
        </pc:sldMkLst>
      </pc:sldChg>
      <pc:sldChg chg="modSp add mod">
        <pc:chgData name="Mohammed Fasha" userId="cc64f42d-a1a6-4f08-b97b-0c37f877119f" providerId="ADAL" clId="{8DFC6787-4569-4AEF-BB23-FDF85FEE05FB}" dt="2025-04-20T16:16:55.028" v="1075" actId="113"/>
        <pc:sldMkLst>
          <pc:docMk/>
          <pc:sldMk cId="2367421114" sldId="544"/>
        </pc:sldMkLst>
      </pc:sldChg>
      <pc:sldChg chg="modSp add mod">
        <pc:chgData name="Mohammed Fasha" userId="cc64f42d-a1a6-4f08-b97b-0c37f877119f" providerId="ADAL" clId="{8DFC6787-4569-4AEF-BB23-FDF85FEE05FB}" dt="2025-04-20T16:17:18.178" v="1083" actId="179"/>
        <pc:sldMkLst>
          <pc:docMk/>
          <pc:sldMk cId="2873219672" sldId="545"/>
        </pc:sldMkLst>
      </pc:sldChg>
      <pc:sldChg chg="addSp delSp modSp add mod">
        <pc:chgData name="Mohammed Fasha" userId="cc64f42d-a1a6-4f08-b97b-0c37f877119f" providerId="ADAL" clId="{8DFC6787-4569-4AEF-BB23-FDF85FEE05FB}" dt="2025-04-20T16:17:57.898" v="1093" actId="14734"/>
        <pc:sldMkLst>
          <pc:docMk/>
          <pc:sldMk cId="3251816614" sldId="546"/>
        </pc:sldMkLst>
      </pc:sldChg>
      <pc:sldChg chg="modSp add mod">
        <pc:chgData name="Mohammed Fasha" userId="cc64f42d-a1a6-4f08-b97b-0c37f877119f" providerId="ADAL" clId="{8DFC6787-4569-4AEF-BB23-FDF85FEE05FB}" dt="2025-04-20T16:18:43.787" v="1104" actId="179"/>
        <pc:sldMkLst>
          <pc:docMk/>
          <pc:sldMk cId="911742515" sldId="547"/>
        </pc:sldMkLst>
      </pc:sldChg>
      <pc:sldChg chg="addSp delSp modSp new mod modClrScheme chgLayout">
        <pc:chgData name="Mohammed Fasha" userId="cc64f42d-a1a6-4f08-b97b-0c37f877119f" providerId="ADAL" clId="{8DFC6787-4569-4AEF-BB23-FDF85FEE05FB}" dt="2025-04-20T16:18:25.861" v="1096"/>
        <pc:sldMkLst>
          <pc:docMk/>
          <pc:sldMk cId="4271525347" sldId="548"/>
        </pc:sldMkLst>
      </pc:sldChg>
      <pc:sldChg chg="addSp delSp modSp new mod">
        <pc:chgData name="Mohammed Fasha" userId="cc64f42d-a1a6-4f08-b97b-0c37f877119f" providerId="ADAL" clId="{8DFC6787-4569-4AEF-BB23-FDF85FEE05FB}" dt="2025-04-20T16:19:18.883" v="1127"/>
        <pc:sldMkLst>
          <pc:docMk/>
          <pc:sldMk cId="3792898422" sldId="549"/>
        </pc:sldMkLst>
      </pc:sldChg>
      <pc:sldChg chg="modSp new mod">
        <pc:chgData name="Mohammed Fasha" userId="cc64f42d-a1a6-4f08-b97b-0c37f877119f" providerId="ADAL" clId="{8DFC6787-4569-4AEF-BB23-FDF85FEE05FB}" dt="2025-04-20T16:19:35.376" v="1129"/>
        <pc:sldMkLst>
          <pc:docMk/>
          <pc:sldMk cId="1904661062" sldId="550"/>
        </pc:sldMkLst>
      </pc:sldChg>
      <pc:sldChg chg="modSp new mod">
        <pc:chgData name="Mohammed Fasha" userId="cc64f42d-a1a6-4f08-b97b-0c37f877119f" providerId="ADAL" clId="{8DFC6787-4569-4AEF-BB23-FDF85FEE05FB}" dt="2025-04-20T16:19:52.075" v="1131"/>
        <pc:sldMkLst>
          <pc:docMk/>
          <pc:sldMk cId="1778249791" sldId="551"/>
        </pc:sldMkLst>
      </pc:sldChg>
      <pc:sldChg chg="modSp new mod">
        <pc:chgData name="Mohammed Fasha" userId="cc64f42d-a1a6-4f08-b97b-0c37f877119f" providerId="ADAL" clId="{8DFC6787-4569-4AEF-BB23-FDF85FEE05FB}" dt="2025-04-20T16:20:10.111" v="1138" actId="14100"/>
        <pc:sldMkLst>
          <pc:docMk/>
          <pc:sldMk cId="3613121118" sldId="552"/>
        </pc:sldMkLst>
      </pc:sldChg>
      <pc:sldChg chg="modSp new mod">
        <pc:chgData name="Mohammed Fasha" userId="cc64f42d-a1a6-4f08-b97b-0c37f877119f" providerId="ADAL" clId="{8DFC6787-4569-4AEF-BB23-FDF85FEE05FB}" dt="2025-04-20T16:20:32.869" v="1147" actId="113"/>
        <pc:sldMkLst>
          <pc:docMk/>
          <pc:sldMk cId="1591255543" sldId="553"/>
        </pc:sldMkLst>
      </pc:sldChg>
      <pc:sldChg chg="addSp delSp modSp new mod">
        <pc:chgData name="Mohammed Fasha" userId="cc64f42d-a1a6-4f08-b97b-0c37f877119f" providerId="ADAL" clId="{8DFC6787-4569-4AEF-BB23-FDF85FEE05FB}" dt="2025-04-20T16:21:05.688" v="1156" actId="207"/>
        <pc:sldMkLst>
          <pc:docMk/>
          <pc:sldMk cId="1163823271" sldId="554"/>
        </pc:sldMkLst>
      </pc:sldChg>
      <pc:sldChg chg="addSp delSp modSp new mod">
        <pc:chgData name="Mohammed Fasha" userId="cc64f42d-a1a6-4f08-b97b-0c37f877119f" providerId="ADAL" clId="{8DFC6787-4569-4AEF-BB23-FDF85FEE05FB}" dt="2025-04-20T16:21:32.846" v="1167" actId="113"/>
        <pc:sldMkLst>
          <pc:docMk/>
          <pc:sldMk cId="2123342641" sldId="555"/>
        </pc:sldMkLst>
      </pc:sldChg>
      <pc:sldChg chg="modSp new mod">
        <pc:chgData name="Mohammed Fasha" userId="cc64f42d-a1a6-4f08-b97b-0c37f877119f" providerId="ADAL" clId="{8DFC6787-4569-4AEF-BB23-FDF85FEE05FB}" dt="2025-04-20T16:30:48.827" v="1257" actId="113"/>
        <pc:sldMkLst>
          <pc:docMk/>
          <pc:sldMk cId="369462326" sldId="556"/>
        </pc:sldMkLst>
      </pc:sldChg>
      <pc:sldChg chg="modSp new mod">
        <pc:chgData name="Mohammed Fasha" userId="cc64f42d-a1a6-4f08-b97b-0c37f877119f" providerId="ADAL" clId="{8DFC6787-4569-4AEF-BB23-FDF85FEE05FB}" dt="2025-04-20T16:31:01.135" v="1264" actId="113"/>
        <pc:sldMkLst>
          <pc:docMk/>
          <pc:sldMk cId="1059666236" sldId="557"/>
        </pc:sldMkLst>
      </pc:sldChg>
      <pc:sldChg chg="addSp delSp modSp new mod">
        <pc:chgData name="Mohammed Fasha" userId="cc64f42d-a1a6-4f08-b97b-0c37f877119f" providerId="ADAL" clId="{8DFC6787-4569-4AEF-BB23-FDF85FEE05FB}" dt="2025-04-20T16:31:40.789" v="1276" actId="1076"/>
        <pc:sldMkLst>
          <pc:docMk/>
          <pc:sldMk cId="880183050" sldId="558"/>
        </pc:sldMkLst>
      </pc:sldChg>
      <pc:sldChg chg="modSp new mod">
        <pc:chgData name="Mohammed Fasha" userId="cc64f42d-a1a6-4f08-b97b-0c37f877119f" providerId="ADAL" clId="{8DFC6787-4569-4AEF-BB23-FDF85FEE05FB}" dt="2025-04-20T16:31:53.875" v="1278"/>
        <pc:sldMkLst>
          <pc:docMk/>
          <pc:sldMk cId="3113957299" sldId="559"/>
        </pc:sldMkLst>
      </pc:sldChg>
      <pc:sldChg chg="modSp new mod">
        <pc:chgData name="Mohammed Fasha" userId="cc64f42d-a1a6-4f08-b97b-0c37f877119f" providerId="ADAL" clId="{8DFC6787-4569-4AEF-BB23-FDF85FEE05FB}" dt="2025-04-20T16:32:06.044" v="1280"/>
        <pc:sldMkLst>
          <pc:docMk/>
          <pc:sldMk cId="1318437956" sldId="560"/>
        </pc:sldMkLst>
      </pc:sldChg>
      <pc:sldChg chg="modSp new mod">
        <pc:chgData name="Mohammed Fasha" userId="cc64f42d-a1a6-4f08-b97b-0c37f877119f" providerId="ADAL" clId="{8DFC6787-4569-4AEF-BB23-FDF85FEE05FB}" dt="2025-04-20T16:32:19.594" v="1282"/>
        <pc:sldMkLst>
          <pc:docMk/>
          <pc:sldMk cId="3428783325" sldId="561"/>
        </pc:sldMkLst>
      </pc:sldChg>
      <pc:sldChg chg="modSp new mod">
        <pc:chgData name="Mohammed Fasha" userId="cc64f42d-a1a6-4f08-b97b-0c37f877119f" providerId="ADAL" clId="{8DFC6787-4569-4AEF-BB23-FDF85FEE05FB}" dt="2025-04-20T16:32:31.655" v="1284"/>
        <pc:sldMkLst>
          <pc:docMk/>
          <pc:sldMk cId="2026840369" sldId="562"/>
        </pc:sldMkLst>
      </pc:sldChg>
      <pc:sldChg chg="addSp delSp modSp new mod">
        <pc:chgData name="Mohammed Fasha" userId="cc64f42d-a1a6-4f08-b97b-0c37f877119f" providerId="ADAL" clId="{8DFC6787-4569-4AEF-BB23-FDF85FEE05FB}" dt="2025-04-20T16:52:22.169" v="1303" actId="14734"/>
        <pc:sldMkLst>
          <pc:docMk/>
          <pc:sldMk cId="111678867" sldId="563"/>
        </pc:sldMkLst>
      </pc:sldChg>
      <pc:sldChg chg="addSp delSp modSp new mod modClrScheme chgLayout">
        <pc:chgData name="Mohammed Fasha" userId="cc64f42d-a1a6-4f08-b97b-0c37f877119f" providerId="ADAL" clId="{8DFC6787-4569-4AEF-BB23-FDF85FEE05FB}" dt="2025-04-20T16:52:48.459" v="1307" actId="404"/>
        <pc:sldMkLst>
          <pc:docMk/>
          <pc:sldMk cId="1207130840" sldId="564"/>
        </pc:sldMkLst>
      </pc:sldChg>
      <pc:sldChg chg="addSp delSp modSp new mod">
        <pc:chgData name="Mohammed Fasha" userId="cc64f42d-a1a6-4f08-b97b-0c37f877119f" providerId="ADAL" clId="{8DFC6787-4569-4AEF-BB23-FDF85FEE05FB}" dt="2025-04-20T16:29:37.235" v="1247" actId="1076"/>
        <pc:sldMkLst>
          <pc:docMk/>
          <pc:sldMk cId="458402484" sldId="565"/>
        </pc:sldMkLst>
      </pc:sldChg>
      <pc:sldChg chg="addSp delSp modSp new mod modClrScheme chgLayout">
        <pc:chgData name="Mohammed Fasha" userId="cc64f42d-a1a6-4f08-b97b-0c37f877119f" providerId="ADAL" clId="{8DFC6787-4569-4AEF-BB23-FDF85FEE05FB}" dt="2025-04-20T16:30:32.566" v="1250"/>
        <pc:sldMkLst>
          <pc:docMk/>
          <pc:sldMk cId="2278083572" sldId="566"/>
        </pc:sldMkLst>
      </pc:sldChg>
      <pc:sldChg chg="modSp add mod">
        <pc:chgData name="Mohammed Fasha" userId="cc64f42d-a1a6-4f08-b97b-0c37f877119f" providerId="ADAL" clId="{8DFC6787-4569-4AEF-BB23-FDF85FEE05FB}" dt="2025-04-20T16:53:02.280" v="1310"/>
        <pc:sldMkLst>
          <pc:docMk/>
          <pc:sldMk cId="1014027306" sldId="567"/>
        </pc:sldMkLst>
      </pc:sldChg>
      <pc:sldChg chg="modSp add mod">
        <pc:chgData name="Mohammed Fasha" userId="cc64f42d-a1a6-4f08-b97b-0c37f877119f" providerId="ADAL" clId="{8DFC6787-4569-4AEF-BB23-FDF85FEE05FB}" dt="2025-04-20T16:53:16.403" v="1315"/>
        <pc:sldMkLst>
          <pc:docMk/>
          <pc:sldMk cId="488425355" sldId="568"/>
        </pc:sldMkLst>
      </pc:sldChg>
      <pc:sldChg chg="modSp add mod">
        <pc:chgData name="Mohammed Fasha" userId="cc64f42d-a1a6-4f08-b97b-0c37f877119f" providerId="ADAL" clId="{8DFC6787-4569-4AEF-BB23-FDF85FEE05FB}" dt="2025-04-20T16:53:26.780" v="1317"/>
        <pc:sldMkLst>
          <pc:docMk/>
          <pc:sldMk cId="2124297065" sldId="569"/>
        </pc:sldMkLst>
      </pc:sldChg>
      <pc:sldChg chg="modSp add mod">
        <pc:chgData name="Mohammed Fasha" userId="cc64f42d-a1a6-4f08-b97b-0c37f877119f" providerId="ADAL" clId="{8DFC6787-4569-4AEF-BB23-FDF85FEE05FB}" dt="2025-04-20T16:53:43.897" v="1319"/>
        <pc:sldMkLst>
          <pc:docMk/>
          <pc:sldMk cId="344335387" sldId="570"/>
        </pc:sldMkLst>
      </pc:sldChg>
      <pc:sldChg chg="modSp add mod">
        <pc:chgData name="Mohammed Fasha" userId="cc64f42d-a1a6-4f08-b97b-0c37f877119f" providerId="ADAL" clId="{8DFC6787-4569-4AEF-BB23-FDF85FEE05FB}" dt="2025-04-20T16:53:54.050" v="1321"/>
        <pc:sldMkLst>
          <pc:docMk/>
          <pc:sldMk cId="1008267675" sldId="571"/>
        </pc:sldMkLst>
      </pc:sldChg>
      <pc:sldChg chg="modSp add mod">
        <pc:chgData name="Mohammed Fasha" userId="cc64f42d-a1a6-4f08-b97b-0c37f877119f" providerId="ADAL" clId="{8DFC6787-4569-4AEF-BB23-FDF85FEE05FB}" dt="2025-04-20T16:54:05.586" v="1323"/>
        <pc:sldMkLst>
          <pc:docMk/>
          <pc:sldMk cId="2977344403" sldId="572"/>
        </pc:sldMkLst>
      </pc:sldChg>
      <pc:sldChg chg="addSp delSp modSp new mod modClrScheme chgLayout">
        <pc:chgData name="Mohammed Fasha" userId="cc64f42d-a1a6-4f08-b97b-0c37f877119f" providerId="ADAL" clId="{8DFC6787-4569-4AEF-BB23-FDF85FEE05FB}" dt="2025-04-20T16:55:11.414" v="1336" actId="404"/>
        <pc:sldMkLst>
          <pc:docMk/>
          <pc:sldMk cId="1023332048" sldId="573"/>
        </pc:sldMkLst>
      </pc:sldChg>
      <pc:sldChg chg="modSp new mod">
        <pc:chgData name="Mohammed Fasha" userId="cc64f42d-a1a6-4f08-b97b-0c37f877119f" providerId="ADAL" clId="{8DFC6787-4569-4AEF-BB23-FDF85FEE05FB}" dt="2025-04-20T16:55:26.094" v="1338"/>
        <pc:sldMkLst>
          <pc:docMk/>
          <pc:sldMk cId="2948433726" sldId="574"/>
        </pc:sldMkLst>
      </pc:sldChg>
      <pc:sldChg chg="modSp new mod">
        <pc:chgData name="Mohammed Fasha" userId="cc64f42d-a1a6-4f08-b97b-0c37f877119f" providerId="ADAL" clId="{8DFC6787-4569-4AEF-BB23-FDF85FEE05FB}" dt="2025-04-20T16:55:49.587" v="1344"/>
        <pc:sldMkLst>
          <pc:docMk/>
          <pc:sldMk cId="1176656988" sldId="575"/>
        </pc:sldMkLst>
      </pc:sldChg>
      <pc:sldChg chg="modSp new del mod">
        <pc:chgData name="Mohammed Fasha" userId="cc64f42d-a1a6-4f08-b97b-0c37f877119f" providerId="ADAL" clId="{8DFC6787-4569-4AEF-BB23-FDF85FEE05FB}" dt="2025-04-20T16:54:53.103" v="1330" actId="2696"/>
        <pc:sldMkLst>
          <pc:docMk/>
          <pc:sldMk cId="1374569913" sldId="576"/>
        </pc:sldMkLst>
      </pc:sldChg>
      <pc:sldChg chg="add">
        <pc:chgData name="Mohammed Fasha" userId="cc64f42d-a1a6-4f08-b97b-0c37f877119f" providerId="ADAL" clId="{8DFC6787-4569-4AEF-BB23-FDF85FEE05FB}" dt="2025-04-20T16:54:54.906" v="1331"/>
        <pc:sldMkLst>
          <pc:docMk/>
          <pc:sldMk cId="1672592268" sldId="576"/>
        </pc:sldMkLst>
      </pc:sldChg>
      <pc:sldChg chg="addSp delSp modSp new mod">
        <pc:chgData name="Mohammed Fasha" userId="cc64f42d-a1a6-4f08-b97b-0c37f877119f" providerId="ADAL" clId="{8DFC6787-4569-4AEF-BB23-FDF85FEE05FB}" dt="2025-04-20T16:57:14.031" v="1367" actId="14734"/>
        <pc:sldMkLst>
          <pc:docMk/>
          <pc:sldMk cId="3540067521" sldId="577"/>
        </pc:sldMkLst>
      </pc:sldChg>
      <pc:sldChg chg="modSp add mod">
        <pc:chgData name="Mohammed Fasha" userId="cc64f42d-a1a6-4f08-b97b-0c37f877119f" providerId="ADAL" clId="{8DFC6787-4569-4AEF-BB23-FDF85FEE05FB}" dt="2025-04-20T16:56:53.921" v="1366" actId="113"/>
        <pc:sldMkLst>
          <pc:docMk/>
          <pc:sldMk cId="1268903903" sldId="578"/>
        </pc:sldMkLst>
      </pc:sldChg>
      <pc:sldChg chg="modSp add mod">
        <pc:chgData name="Mohammed Fasha" userId="cc64f42d-a1a6-4f08-b97b-0c37f877119f" providerId="ADAL" clId="{8DFC6787-4569-4AEF-BB23-FDF85FEE05FB}" dt="2025-04-20T16:57:50.061" v="1379" actId="5793"/>
        <pc:sldMkLst>
          <pc:docMk/>
          <pc:sldMk cId="1025754460" sldId="579"/>
        </pc:sldMkLst>
      </pc:sldChg>
      <pc:sldChg chg="modSp add mod">
        <pc:chgData name="Mohammed Fasha" userId="cc64f42d-a1a6-4f08-b97b-0c37f877119f" providerId="ADAL" clId="{8DFC6787-4569-4AEF-BB23-FDF85FEE05FB}" dt="2025-04-20T16:58:04.243" v="1386" actId="113"/>
        <pc:sldMkLst>
          <pc:docMk/>
          <pc:sldMk cId="3611954685" sldId="580"/>
        </pc:sldMkLst>
      </pc:sldChg>
      <pc:sldChg chg="modSp new mod">
        <pc:chgData name="Mohammed Fasha" userId="cc64f42d-a1a6-4f08-b97b-0c37f877119f" providerId="ADAL" clId="{8DFC6787-4569-4AEF-BB23-FDF85FEE05FB}" dt="2025-04-20T16:58:21.845" v="1394" actId="113"/>
        <pc:sldMkLst>
          <pc:docMk/>
          <pc:sldMk cId="3913947880" sldId="581"/>
        </pc:sldMkLst>
      </pc:sldChg>
      <pc:sldChg chg="modSp new mod">
        <pc:chgData name="Mohammed Fasha" userId="cc64f42d-a1a6-4f08-b97b-0c37f877119f" providerId="ADAL" clId="{8DFC6787-4569-4AEF-BB23-FDF85FEE05FB}" dt="2025-04-20T16:58:35.262" v="1402" actId="113"/>
        <pc:sldMkLst>
          <pc:docMk/>
          <pc:sldMk cId="1910666289" sldId="582"/>
        </pc:sldMkLst>
      </pc:sldChg>
      <pc:sldChg chg="addSp delSp modSp new mod">
        <pc:chgData name="Mohammed Fasha" userId="cc64f42d-a1a6-4f08-b97b-0c37f877119f" providerId="ADAL" clId="{8DFC6787-4569-4AEF-BB23-FDF85FEE05FB}" dt="2025-04-20T16:59:23.475" v="1413" actId="14734"/>
        <pc:sldMkLst>
          <pc:docMk/>
          <pc:sldMk cId="2077761126" sldId="583"/>
        </pc:sldMkLst>
      </pc:sldChg>
      <pc:sldChg chg="addSp delSp modSp new mod modClrScheme chgLayout">
        <pc:chgData name="Mohammed Fasha" userId="cc64f42d-a1a6-4f08-b97b-0c37f877119f" providerId="ADAL" clId="{8DFC6787-4569-4AEF-BB23-FDF85FEE05FB}" dt="2025-04-20T17:00:03.739" v="1437" actId="403"/>
        <pc:sldMkLst>
          <pc:docMk/>
          <pc:sldMk cId="322781112" sldId="584"/>
        </pc:sldMkLst>
      </pc:sldChg>
      <pc:sldChg chg="modSp add mod">
        <pc:chgData name="Mohammed Fasha" userId="cc64f42d-a1a6-4f08-b97b-0c37f877119f" providerId="ADAL" clId="{8DFC6787-4569-4AEF-BB23-FDF85FEE05FB}" dt="2025-04-20T17:00:21.101" v="1441" actId="20577"/>
        <pc:sldMkLst>
          <pc:docMk/>
          <pc:sldMk cId="3067591480" sldId="585"/>
        </pc:sldMkLst>
      </pc:sldChg>
      <pc:sldChg chg="addSp delSp modSp add mod">
        <pc:chgData name="Mohammed Fasha" userId="cc64f42d-a1a6-4f08-b97b-0c37f877119f" providerId="ADAL" clId="{8DFC6787-4569-4AEF-BB23-FDF85FEE05FB}" dt="2025-04-20T17:00:50.117" v="1448" actId="14734"/>
        <pc:sldMkLst>
          <pc:docMk/>
          <pc:sldMk cId="1822846115" sldId="586"/>
        </pc:sldMkLst>
      </pc:sldChg>
      <pc:sldChg chg="modSp add mod">
        <pc:chgData name="Mohammed Fasha" userId="cc64f42d-a1a6-4f08-b97b-0c37f877119f" providerId="ADAL" clId="{8DFC6787-4569-4AEF-BB23-FDF85FEE05FB}" dt="2025-04-20T17:01:25.423" v="1455" actId="20577"/>
        <pc:sldMkLst>
          <pc:docMk/>
          <pc:sldMk cId="1196054167" sldId="587"/>
        </pc:sldMkLst>
      </pc:sldChg>
      <pc:sldChg chg="modSp add mod">
        <pc:chgData name="Mohammed Fasha" userId="cc64f42d-a1a6-4f08-b97b-0c37f877119f" providerId="ADAL" clId="{8DFC6787-4569-4AEF-BB23-FDF85FEE05FB}" dt="2025-04-20T17:01:36.248" v="1461" actId="27636"/>
        <pc:sldMkLst>
          <pc:docMk/>
          <pc:sldMk cId="313857250" sldId="588"/>
        </pc:sldMkLst>
      </pc:sldChg>
      <pc:sldChg chg="del">
        <pc:chgData name="Mohammed Fasha" userId="cc64f42d-a1a6-4f08-b97b-0c37f877119f" providerId="ADAL" clId="{8DFC6787-4569-4AEF-BB23-FDF85FEE05FB}" dt="2025-04-20T14:32:10.451" v="45" actId="2696"/>
        <pc:sldMkLst>
          <pc:docMk/>
          <pc:sldMk cId="3354701919" sldId="588"/>
        </pc:sldMkLst>
      </pc:sldChg>
      <pc:sldChg chg="modSp add mod">
        <pc:chgData name="Mohammed Fasha" userId="cc64f42d-a1a6-4f08-b97b-0c37f877119f" providerId="ADAL" clId="{8DFC6787-4569-4AEF-BB23-FDF85FEE05FB}" dt="2025-04-20T17:01:53.200" v="1468" actId="113"/>
        <pc:sldMkLst>
          <pc:docMk/>
          <pc:sldMk cId="3248123203" sldId="589"/>
        </pc:sldMkLst>
      </pc:sldChg>
      <pc:sldChg chg="del">
        <pc:chgData name="Mohammed Fasha" userId="cc64f42d-a1a6-4f08-b97b-0c37f877119f" providerId="ADAL" clId="{8DFC6787-4569-4AEF-BB23-FDF85FEE05FB}" dt="2025-04-20T14:32:10.451" v="45" actId="2696"/>
        <pc:sldMkLst>
          <pc:docMk/>
          <pc:sldMk cId="1772982877" sldId="590"/>
        </pc:sldMkLst>
      </pc:sldChg>
      <pc:sldChg chg="modSp add mod">
        <pc:chgData name="Mohammed Fasha" userId="cc64f42d-a1a6-4f08-b97b-0c37f877119f" providerId="ADAL" clId="{8DFC6787-4569-4AEF-BB23-FDF85FEE05FB}" dt="2025-04-20T17:02:02.799" v="1475" actId="113"/>
        <pc:sldMkLst>
          <pc:docMk/>
          <pc:sldMk cId="2710591063" sldId="590"/>
        </pc:sldMkLst>
      </pc:sldChg>
      <pc:sldChg chg="modSp add mod">
        <pc:chgData name="Mohammed Fasha" userId="cc64f42d-a1a6-4f08-b97b-0c37f877119f" providerId="ADAL" clId="{8DFC6787-4569-4AEF-BB23-FDF85FEE05FB}" dt="2025-04-20T17:02:13.091" v="1482" actId="113"/>
        <pc:sldMkLst>
          <pc:docMk/>
          <pc:sldMk cId="2099531688" sldId="591"/>
        </pc:sldMkLst>
      </pc:sldChg>
      <pc:sldChg chg="del">
        <pc:chgData name="Mohammed Fasha" userId="cc64f42d-a1a6-4f08-b97b-0c37f877119f" providerId="ADAL" clId="{8DFC6787-4569-4AEF-BB23-FDF85FEE05FB}" dt="2025-04-20T14:32:10.451" v="45" actId="2696"/>
        <pc:sldMkLst>
          <pc:docMk/>
          <pc:sldMk cId="4013144202" sldId="591"/>
        </pc:sldMkLst>
      </pc:sldChg>
      <pc:sldChg chg="modSp add mod">
        <pc:chgData name="Mohammed Fasha" userId="cc64f42d-a1a6-4f08-b97b-0c37f877119f" providerId="ADAL" clId="{8DFC6787-4569-4AEF-BB23-FDF85FEE05FB}" dt="2025-04-20T17:02:23.845" v="1489" actId="113"/>
        <pc:sldMkLst>
          <pc:docMk/>
          <pc:sldMk cId="679815193" sldId="592"/>
        </pc:sldMkLst>
      </pc:sldChg>
      <pc:sldChg chg="del">
        <pc:chgData name="Mohammed Fasha" userId="cc64f42d-a1a6-4f08-b97b-0c37f877119f" providerId="ADAL" clId="{8DFC6787-4569-4AEF-BB23-FDF85FEE05FB}" dt="2025-04-20T14:32:10.451" v="45" actId="2696"/>
        <pc:sldMkLst>
          <pc:docMk/>
          <pc:sldMk cId="4204510001" sldId="592"/>
        </pc:sldMkLst>
      </pc:sldChg>
      <pc:sldChg chg="del">
        <pc:chgData name="Mohammed Fasha" userId="cc64f42d-a1a6-4f08-b97b-0c37f877119f" providerId="ADAL" clId="{8DFC6787-4569-4AEF-BB23-FDF85FEE05FB}" dt="2025-04-20T14:32:10.451" v="45" actId="2696"/>
        <pc:sldMkLst>
          <pc:docMk/>
          <pc:sldMk cId="1503045661" sldId="593"/>
        </pc:sldMkLst>
      </pc:sldChg>
      <pc:sldChg chg="modSp add mod">
        <pc:chgData name="Mohammed Fasha" userId="cc64f42d-a1a6-4f08-b97b-0c37f877119f" providerId="ADAL" clId="{8DFC6787-4569-4AEF-BB23-FDF85FEE05FB}" dt="2025-04-20T17:02:37.819" v="1496" actId="113"/>
        <pc:sldMkLst>
          <pc:docMk/>
          <pc:sldMk cId="3936032628" sldId="593"/>
        </pc:sldMkLst>
      </pc:sldChg>
      <pc:sldChg chg="addSp delSp modSp add mod">
        <pc:chgData name="Mohammed Fasha" userId="cc64f42d-a1a6-4f08-b97b-0c37f877119f" providerId="ADAL" clId="{8DFC6787-4569-4AEF-BB23-FDF85FEE05FB}" dt="2025-04-20T17:03:41.493" v="1514" actId="14100"/>
        <pc:sldMkLst>
          <pc:docMk/>
          <pc:sldMk cId="4127777656" sldId="594"/>
        </pc:sldMkLst>
      </pc:sldChg>
      <pc:sldChg chg="addSp modSp add mod">
        <pc:chgData name="Mohammed Fasha" userId="cc64f42d-a1a6-4f08-b97b-0c37f877119f" providerId="ADAL" clId="{8DFC6787-4569-4AEF-BB23-FDF85FEE05FB}" dt="2025-04-20T17:04:25.364" v="1527" actId="207"/>
        <pc:sldMkLst>
          <pc:docMk/>
          <pc:sldMk cId="3806487707" sldId="595"/>
        </pc:sldMkLst>
      </pc:sldChg>
      <pc:sldChg chg="add del">
        <pc:chgData name="Mohammed Fasha" userId="cc64f42d-a1a6-4f08-b97b-0c37f877119f" providerId="ADAL" clId="{8DFC6787-4569-4AEF-BB23-FDF85FEE05FB}" dt="2025-04-20T17:04:40.264" v="1528" actId="47"/>
        <pc:sldMkLst>
          <pc:docMk/>
          <pc:sldMk cId="1873570383" sldId="596"/>
        </pc:sldMkLst>
      </pc:sldChg>
      <pc:sldChg chg="del">
        <pc:chgData name="Mohammed Fasha" userId="cc64f42d-a1a6-4f08-b97b-0c37f877119f" providerId="ADAL" clId="{8DFC6787-4569-4AEF-BB23-FDF85FEE05FB}" dt="2025-04-20T14:32:10.451" v="45" actId="2696"/>
        <pc:sldMkLst>
          <pc:docMk/>
          <pc:sldMk cId="3474268344" sldId="596"/>
        </pc:sldMkLst>
      </pc:sldChg>
      <pc:sldChg chg="add del">
        <pc:chgData name="Mohammed Fasha" userId="cc64f42d-a1a6-4f08-b97b-0c37f877119f" providerId="ADAL" clId="{8DFC6787-4569-4AEF-BB23-FDF85FEE05FB}" dt="2025-04-20T17:04:40.705" v="1529" actId="47"/>
        <pc:sldMkLst>
          <pc:docMk/>
          <pc:sldMk cId="3466739637" sldId="597"/>
        </pc:sldMkLst>
      </pc:sldChg>
      <pc:sldChg chg="del">
        <pc:chgData name="Mohammed Fasha" userId="cc64f42d-a1a6-4f08-b97b-0c37f877119f" providerId="ADAL" clId="{8DFC6787-4569-4AEF-BB23-FDF85FEE05FB}" dt="2025-04-20T14:32:10.451" v="45" actId="2696"/>
        <pc:sldMkLst>
          <pc:docMk/>
          <pc:sldMk cId="4148675757" sldId="597"/>
        </pc:sldMkLst>
      </pc:sldChg>
      <pc:sldChg chg="add del">
        <pc:chgData name="Mohammed Fasha" userId="cc64f42d-a1a6-4f08-b97b-0c37f877119f" providerId="ADAL" clId="{8DFC6787-4569-4AEF-BB23-FDF85FEE05FB}" dt="2025-04-20T17:04:41.301" v="1530" actId="47"/>
        <pc:sldMkLst>
          <pc:docMk/>
          <pc:sldMk cId="313704078" sldId="598"/>
        </pc:sldMkLst>
      </pc:sldChg>
      <pc:sldChg chg="del">
        <pc:chgData name="Mohammed Fasha" userId="cc64f42d-a1a6-4f08-b97b-0c37f877119f" providerId="ADAL" clId="{8DFC6787-4569-4AEF-BB23-FDF85FEE05FB}" dt="2025-04-20T14:32:10.451" v="45" actId="2696"/>
        <pc:sldMkLst>
          <pc:docMk/>
          <pc:sldMk cId="2392152533" sldId="598"/>
        </pc:sldMkLst>
      </pc:sldChg>
      <pc:sldChg chg="add del">
        <pc:chgData name="Mohammed Fasha" userId="cc64f42d-a1a6-4f08-b97b-0c37f877119f" providerId="ADAL" clId="{8DFC6787-4569-4AEF-BB23-FDF85FEE05FB}" dt="2025-04-20T17:04:42.241" v="1531" actId="47"/>
        <pc:sldMkLst>
          <pc:docMk/>
          <pc:sldMk cId="2224603642" sldId="599"/>
        </pc:sldMkLst>
      </pc:sldChg>
      <pc:sldChg chg="del">
        <pc:chgData name="Mohammed Fasha" userId="cc64f42d-a1a6-4f08-b97b-0c37f877119f" providerId="ADAL" clId="{8DFC6787-4569-4AEF-BB23-FDF85FEE05FB}" dt="2025-04-20T14:32:10.451" v="45" actId="2696"/>
        <pc:sldMkLst>
          <pc:docMk/>
          <pc:sldMk cId="3480194047" sldId="599"/>
        </pc:sldMkLst>
      </pc:sldChg>
      <pc:sldChg chg="add del">
        <pc:chgData name="Mohammed Fasha" userId="cc64f42d-a1a6-4f08-b97b-0c37f877119f" providerId="ADAL" clId="{8DFC6787-4569-4AEF-BB23-FDF85FEE05FB}" dt="2025-04-20T17:04:42.426" v="1532" actId="47"/>
        <pc:sldMkLst>
          <pc:docMk/>
          <pc:sldMk cId="2903203207" sldId="600"/>
        </pc:sldMkLst>
      </pc:sldChg>
      <pc:sldChg chg="del">
        <pc:chgData name="Mohammed Fasha" userId="cc64f42d-a1a6-4f08-b97b-0c37f877119f" providerId="ADAL" clId="{8DFC6787-4569-4AEF-BB23-FDF85FEE05FB}" dt="2025-04-20T14:32:10.451" v="45" actId="2696"/>
        <pc:sldMkLst>
          <pc:docMk/>
          <pc:sldMk cId="3146452721" sldId="600"/>
        </pc:sldMkLst>
      </pc:sldChg>
      <pc:sldChg chg="add del">
        <pc:chgData name="Mohammed Fasha" userId="cc64f42d-a1a6-4f08-b97b-0c37f877119f" providerId="ADAL" clId="{8DFC6787-4569-4AEF-BB23-FDF85FEE05FB}" dt="2025-04-20T17:04:42.991" v="1533" actId="47"/>
        <pc:sldMkLst>
          <pc:docMk/>
          <pc:sldMk cId="670224483" sldId="601"/>
        </pc:sldMkLst>
      </pc:sldChg>
      <pc:sldChg chg="del">
        <pc:chgData name="Mohammed Fasha" userId="cc64f42d-a1a6-4f08-b97b-0c37f877119f" providerId="ADAL" clId="{8DFC6787-4569-4AEF-BB23-FDF85FEE05FB}" dt="2025-04-20T14:32:10.451" v="45" actId="2696"/>
        <pc:sldMkLst>
          <pc:docMk/>
          <pc:sldMk cId="3244541146" sldId="601"/>
        </pc:sldMkLst>
      </pc:sldChg>
      <pc:sldChg chg="del">
        <pc:chgData name="Mohammed Fasha" userId="cc64f42d-a1a6-4f08-b97b-0c37f877119f" providerId="ADAL" clId="{8DFC6787-4569-4AEF-BB23-FDF85FEE05FB}" dt="2025-04-20T14:32:10.451" v="45" actId="2696"/>
        <pc:sldMkLst>
          <pc:docMk/>
          <pc:sldMk cId="659845697" sldId="602"/>
        </pc:sldMkLst>
      </pc:sldChg>
      <pc:sldChg chg="del">
        <pc:chgData name="Mohammed Fasha" userId="cc64f42d-a1a6-4f08-b97b-0c37f877119f" providerId="ADAL" clId="{8DFC6787-4569-4AEF-BB23-FDF85FEE05FB}" dt="2025-04-20T14:32:10.451" v="45" actId="2696"/>
        <pc:sldMkLst>
          <pc:docMk/>
          <pc:sldMk cId="2464207026" sldId="603"/>
        </pc:sldMkLst>
      </pc:sldChg>
      <pc:sldChg chg="del">
        <pc:chgData name="Mohammed Fasha" userId="cc64f42d-a1a6-4f08-b97b-0c37f877119f" providerId="ADAL" clId="{8DFC6787-4569-4AEF-BB23-FDF85FEE05FB}" dt="2025-04-20T14:32:10.451" v="45" actId="2696"/>
        <pc:sldMkLst>
          <pc:docMk/>
          <pc:sldMk cId="4283467534" sldId="604"/>
        </pc:sldMkLst>
      </pc:sldChg>
      <pc:sldChg chg="del">
        <pc:chgData name="Mohammed Fasha" userId="cc64f42d-a1a6-4f08-b97b-0c37f877119f" providerId="ADAL" clId="{8DFC6787-4569-4AEF-BB23-FDF85FEE05FB}" dt="2025-04-20T14:32:10.451" v="45" actId="2696"/>
        <pc:sldMkLst>
          <pc:docMk/>
          <pc:sldMk cId="2877973779" sldId="607"/>
        </pc:sldMkLst>
      </pc:sldChg>
      <pc:sldChg chg="del">
        <pc:chgData name="Mohammed Fasha" userId="cc64f42d-a1a6-4f08-b97b-0c37f877119f" providerId="ADAL" clId="{8DFC6787-4569-4AEF-BB23-FDF85FEE05FB}" dt="2025-04-20T14:32:10.451" v="45" actId="2696"/>
        <pc:sldMkLst>
          <pc:docMk/>
          <pc:sldMk cId="21481256" sldId="611"/>
        </pc:sldMkLst>
      </pc:sldChg>
      <pc:sldChg chg="del">
        <pc:chgData name="Mohammed Fasha" userId="cc64f42d-a1a6-4f08-b97b-0c37f877119f" providerId="ADAL" clId="{8DFC6787-4569-4AEF-BB23-FDF85FEE05FB}" dt="2025-04-20T14:32:10.451" v="45" actId="2696"/>
        <pc:sldMkLst>
          <pc:docMk/>
          <pc:sldMk cId="4040874025" sldId="612"/>
        </pc:sldMkLst>
      </pc:sldChg>
      <pc:sldChg chg="del">
        <pc:chgData name="Mohammed Fasha" userId="cc64f42d-a1a6-4f08-b97b-0c37f877119f" providerId="ADAL" clId="{8DFC6787-4569-4AEF-BB23-FDF85FEE05FB}" dt="2025-04-20T14:32:10.451" v="45" actId="2696"/>
        <pc:sldMkLst>
          <pc:docMk/>
          <pc:sldMk cId="399592497" sldId="613"/>
        </pc:sldMkLst>
      </pc:sldChg>
      <pc:sldChg chg="del">
        <pc:chgData name="Mohammed Fasha" userId="cc64f42d-a1a6-4f08-b97b-0c37f877119f" providerId="ADAL" clId="{8DFC6787-4569-4AEF-BB23-FDF85FEE05FB}" dt="2025-04-20T14:32:10.451" v="45" actId="2696"/>
        <pc:sldMkLst>
          <pc:docMk/>
          <pc:sldMk cId="3535314737" sldId="614"/>
        </pc:sldMkLst>
      </pc:sldChg>
      <pc:sldChg chg="del">
        <pc:chgData name="Mohammed Fasha" userId="cc64f42d-a1a6-4f08-b97b-0c37f877119f" providerId="ADAL" clId="{8DFC6787-4569-4AEF-BB23-FDF85FEE05FB}" dt="2025-04-20T14:32:10.451" v="45" actId="2696"/>
        <pc:sldMkLst>
          <pc:docMk/>
          <pc:sldMk cId="627652750" sldId="615"/>
        </pc:sldMkLst>
      </pc:sldChg>
      <pc:sldChg chg="del">
        <pc:chgData name="Mohammed Fasha" userId="cc64f42d-a1a6-4f08-b97b-0c37f877119f" providerId="ADAL" clId="{8DFC6787-4569-4AEF-BB23-FDF85FEE05FB}" dt="2025-04-20T14:32:10.451" v="45" actId="2696"/>
        <pc:sldMkLst>
          <pc:docMk/>
          <pc:sldMk cId="423212581" sldId="616"/>
        </pc:sldMkLst>
      </pc:sldChg>
      <pc:sldChg chg="del">
        <pc:chgData name="Mohammed Fasha" userId="cc64f42d-a1a6-4f08-b97b-0c37f877119f" providerId="ADAL" clId="{8DFC6787-4569-4AEF-BB23-FDF85FEE05FB}" dt="2025-04-20T14:32:10.451" v="45" actId="2696"/>
        <pc:sldMkLst>
          <pc:docMk/>
          <pc:sldMk cId="3329135496" sldId="617"/>
        </pc:sldMkLst>
      </pc:sldChg>
      <pc:sldChg chg="del">
        <pc:chgData name="Mohammed Fasha" userId="cc64f42d-a1a6-4f08-b97b-0c37f877119f" providerId="ADAL" clId="{8DFC6787-4569-4AEF-BB23-FDF85FEE05FB}" dt="2025-04-20T14:32:10.451" v="45" actId="2696"/>
        <pc:sldMkLst>
          <pc:docMk/>
          <pc:sldMk cId="1380276415" sldId="618"/>
        </pc:sldMkLst>
      </pc:sldChg>
      <pc:sldChg chg="del">
        <pc:chgData name="Mohammed Fasha" userId="cc64f42d-a1a6-4f08-b97b-0c37f877119f" providerId="ADAL" clId="{8DFC6787-4569-4AEF-BB23-FDF85FEE05FB}" dt="2025-04-20T14:32:10.451" v="45" actId="2696"/>
        <pc:sldMkLst>
          <pc:docMk/>
          <pc:sldMk cId="246730148" sldId="619"/>
        </pc:sldMkLst>
      </pc:sldChg>
      <pc:sldChg chg="del">
        <pc:chgData name="Mohammed Fasha" userId="cc64f42d-a1a6-4f08-b97b-0c37f877119f" providerId="ADAL" clId="{8DFC6787-4569-4AEF-BB23-FDF85FEE05FB}" dt="2025-04-20T14:32:10.451" v="45" actId="2696"/>
        <pc:sldMkLst>
          <pc:docMk/>
          <pc:sldMk cId="839834530" sldId="621"/>
        </pc:sldMkLst>
      </pc:sldChg>
      <pc:sldChg chg="del">
        <pc:chgData name="Mohammed Fasha" userId="cc64f42d-a1a6-4f08-b97b-0c37f877119f" providerId="ADAL" clId="{8DFC6787-4569-4AEF-BB23-FDF85FEE05FB}" dt="2025-04-20T14:32:10.451" v="45" actId="2696"/>
        <pc:sldMkLst>
          <pc:docMk/>
          <pc:sldMk cId="3734309461" sldId="625"/>
        </pc:sldMkLst>
      </pc:sldChg>
      <pc:sldChg chg="del">
        <pc:chgData name="Mohammed Fasha" userId="cc64f42d-a1a6-4f08-b97b-0c37f877119f" providerId="ADAL" clId="{8DFC6787-4569-4AEF-BB23-FDF85FEE05FB}" dt="2025-04-20T14:32:10.451" v="45" actId="2696"/>
        <pc:sldMkLst>
          <pc:docMk/>
          <pc:sldMk cId="4269580935" sldId="634"/>
        </pc:sldMkLst>
      </pc:sldChg>
      <pc:sldChg chg="del">
        <pc:chgData name="Mohammed Fasha" userId="cc64f42d-a1a6-4f08-b97b-0c37f877119f" providerId="ADAL" clId="{8DFC6787-4569-4AEF-BB23-FDF85FEE05FB}" dt="2025-04-20T14:32:10.451" v="45" actId="2696"/>
        <pc:sldMkLst>
          <pc:docMk/>
          <pc:sldMk cId="2838240985" sldId="635"/>
        </pc:sldMkLst>
      </pc:sldChg>
      <pc:sldChg chg="add del">
        <pc:chgData name="Mohammed Fasha" userId="cc64f42d-a1a6-4f08-b97b-0c37f877119f" providerId="ADAL" clId="{8DFC6787-4569-4AEF-BB23-FDF85FEE05FB}" dt="2025-04-20T15:26:11.867" v="596" actId="2696"/>
        <pc:sldMkLst>
          <pc:docMk/>
          <pc:sldMk cId="529606961" sldId="636"/>
        </pc:sldMkLst>
      </pc:sldChg>
      <pc:sldChg chg="del">
        <pc:chgData name="Mohammed Fasha" userId="cc64f42d-a1a6-4f08-b97b-0c37f877119f" providerId="ADAL" clId="{8DFC6787-4569-4AEF-BB23-FDF85FEE05FB}" dt="2025-04-20T14:32:10.451" v="45" actId="2696"/>
        <pc:sldMkLst>
          <pc:docMk/>
          <pc:sldMk cId="1675291572" sldId="638"/>
        </pc:sldMkLst>
      </pc:sldChg>
      <pc:sldChg chg="del">
        <pc:chgData name="Mohammed Fasha" userId="cc64f42d-a1a6-4f08-b97b-0c37f877119f" providerId="ADAL" clId="{8DFC6787-4569-4AEF-BB23-FDF85FEE05FB}" dt="2025-04-20T14:32:10.451" v="45" actId="2696"/>
        <pc:sldMkLst>
          <pc:docMk/>
          <pc:sldMk cId="2145145303" sldId="640"/>
        </pc:sldMkLst>
      </pc:sldChg>
      <pc:sldChg chg="del">
        <pc:chgData name="Mohammed Fasha" userId="cc64f42d-a1a6-4f08-b97b-0c37f877119f" providerId="ADAL" clId="{8DFC6787-4569-4AEF-BB23-FDF85FEE05FB}" dt="2025-04-20T14:32:10.451" v="45" actId="2696"/>
        <pc:sldMkLst>
          <pc:docMk/>
          <pc:sldMk cId="1135291414" sldId="643"/>
        </pc:sldMkLst>
      </pc:sldChg>
      <pc:sldChg chg="del">
        <pc:chgData name="Mohammed Fasha" userId="cc64f42d-a1a6-4f08-b97b-0c37f877119f" providerId="ADAL" clId="{8DFC6787-4569-4AEF-BB23-FDF85FEE05FB}" dt="2025-04-20T14:32:10.451" v="45" actId="2696"/>
        <pc:sldMkLst>
          <pc:docMk/>
          <pc:sldMk cId="1030124935" sldId="644"/>
        </pc:sldMkLst>
      </pc:sldChg>
      <pc:sldChg chg="del">
        <pc:chgData name="Mohammed Fasha" userId="cc64f42d-a1a6-4f08-b97b-0c37f877119f" providerId="ADAL" clId="{8DFC6787-4569-4AEF-BB23-FDF85FEE05FB}" dt="2025-04-20T14:32:10.451" v="45" actId="2696"/>
        <pc:sldMkLst>
          <pc:docMk/>
          <pc:sldMk cId="2168644593" sldId="645"/>
        </pc:sldMkLst>
      </pc:sldChg>
      <pc:sldChg chg="del">
        <pc:chgData name="Mohammed Fasha" userId="cc64f42d-a1a6-4f08-b97b-0c37f877119f" providerId="ADAL" clId="{8DFC6787-4569-4AEF-BB23-FDF85FEE05FB}" dt="2025-04-20T14:32:10.451" v="45" actId="2696"/>
        <pc:sldMkLst>
          <pc:docMk/>
          <pc:sldMk cId="2743226386" sldId="646"/>
        </pc:sldMkLst>
      </pc:sldChg>
      <pc:sldChg chg="del">
        <pc:chgData name="Mohammed Fasha" userId="cc64f42d-a1a6-4f08-b97b-0c37f877119f" providerId="ADAL" clId="{8DFC6787-4569-4AEF-BB23-FDF85FEE05FB}" dt="2025-04-20T14:32:10.451" v="45" actId="2696"/>
        <pc:sldMkLst>
          <pc:docMk/>
          <pc:sldMk cId="202107314" sldId="647"/>
        </pc:sldMkLst>
      </pc:sldChg>
      <pc:sldChg chg="del">
        <pc:chgData name="Mohammed Fasha" userId="cc64f42d-a1a6-4f08-b97b-0c37f877119f" providerId="ADAL" clId="{8DFC6787-4569-4AEF-BB23-FDF85FEE05FB}" dt="2025-04-20T14:32:10.451" v="45" actId="2696"/>
        <pc:sldMkLst>
          <pc:docMk/>
          <pc:sldMk cId="662689605" sldId="649"/>
        </pc:sldMkLst>
      </pc:sldChg>
      <pc:sldChg chg="del">
        <pc:chgData name="Mohammed Fasha" userId="cc64f42d-a1a6-4f08-b97b-0c37f877119f" providerId="ADAL" clId="{8DFC6787-4569-4AEF-BB23-FDF85FEE05FB}" dt="2025-04-20T14:32:10.451" v="45" actId="2696"/>
        <pc:sldMkLst>
          <pc:docMk/>
          <pc:sldMk cId="3942060319" sldId="650"/>
        </pc:sldMkLst>
      </pc:sldChg>
      <pc:sldChg chg="del">
        <pc:chgData name="Mohammed Fasha" userId="cc64f42d-a1a6-4f08-b97b-0c37f877119f" providerId="ADAL" clId="{8DFC6787-4569-4AEF-BB23-FDF85FEE05FB}" dt="2025-04-20T14:32:10.451" v="45" actId="2696"/>
        <pc:sldMkLst>
          <pc:docMk/>
          <pc:sldMk cId="916802035" sldId="651"/>
        </pc:sldMkLst>
      </pc:sldChg>
      <pc:sldChg chg="del">
        <pc:chgData name="Mohammed Fasha" userId="cc64f42d-a1a6-4f08-b97b-0c37f877119f" providerId="ADAL" clId="{8DFC6787-4569-4AEF-BB23-FDF85FEE05FB}" dt="2025-04-20T14:32:10.451" v="45" actId="2696"/>
        <pc:sldMkLst>
          <pc:docMk/>
          <pc:sldMk cId="3061130053" sldId="653"/>
        </pc:sldMkLst>
      </pc:sldChg>
      <pc:sldChg chg="del">
        <pc:chgData name="Mohammed Fasha" userId="cc64f42d-a1a6-4f08-b97b-0c37f877119f" providerId="ADAL" clId="{8DFC6787-4569-4AEF-BB23-FDF85FEE05FB}" dt="2025-04-20T14:32:10.451" v="45" actId="2696"/>
        <pc:sldMkLst>
          <pc:docMk/>
          <pc:sldMk cId="3585687456" sldId="654"/>
        </pc:sldMkLst>
      </pc:sldChg>
      <pc:sldChg chg="del">
        <pc:chgData name="Mohammed Fasha" userId="cc64f42d-a1a6-4f08-b97b-0c37f877119f" providerId="ADAL" clId="{8DFC6787-4569-4AEF-BB23-FDF85FEE05FB}" dt="2025-04-20T14:32:10.451" v="45" actId="2696"/>
        <pc:sldMkLst>
          <pc:docMk/>
          <pc:sldMk cId="2892622100" sldId="655"/>
        </pc:sldMkLst>
      </pc:sldChg>
      <pc:sldChg chg="del">
        <pc:chgData name="Mohammed Fasha" userId="cc64f42d-a1a6-4f08-b97b-0c37f877119f" providerId="ADAL" clId="{8DFC6787-4569-4AEF-BB23-FDF85FEE05FB}" dt="2025-04-20T14:32:10.451" v="45" actId="2696"/>
        <pc:sldMkLst>
          <pc:docMk/>
          <pc:sldMk cId="555764928" sldId="657"/>
        </pc:sldMkLst>
      </pc:sldChg>
      <pc:sldChg chg="del">
        <pc:chgData name="Mohammed Fasha" userId="cc64f42d-a1a6-4f08-b97b-0c37f877119f" providerId="ADAL" clId="{8DFC6787-4569-4AEF-BB23-FDF85FEE05FB}" dt="2025-04-20T14:32:10.451" v="45" actId="2696"/>
        <pc:sldMkLst>
          <pc:docMk/>
          <pc:sldMk cId="1461426122" sldId="658"/>
        </pc:sldMkLst>
      </pc:sldChg>
      <pc:sldChg chg="del">
        <pc:chgData name="Mohammed Fasha" userId="cc64f42d-a1a6-4f08-b97b-0c37f877119f" providerId="ADAL" clId="{8DFC6787-4569-4AEF-BB23-FDF85FEE05FB}" dt="2025-04-20T14:32:10.451" v="45" actId="2696"/>
        <pc:sldMkLst>
          <pc:docMk/>
          <pc:sldMk cId="2990045589" sldId="659"/>
        </pc:sldMkLst>
      </pc:sldChg>
      <pc:sldChg chg="del">
        <pc:chgData name="Mohammed Fasha" userId="cc64f42d-a1a6-4f08-b97b-0c37f877119f" providerId="ADAL" clId="{8DFC6787-4569-4AEF-BB23-FDF85FEE05FB}" dt="2025-04-20T14:32:10.451" v="45" actId="2696"/>
        <pc:sldMkLst>
          <pc:docMk/>
          <pc:sldMk cId="2575039538" sldId="660"/>
        </pc:sldMkLst>
      </pc:sldChg>
      <pc:sldChg chg="del">
        <pc:chgData name="Mohammed Fasha" userId="cc64f42d-a1a6-4f08-b97b-0c37f877119f" providerId="ADAL" clId="{8DFC6787-4569-4AEF-BB23-FDF85FEE05FB}" dt="2025-04-20T14:32:10.451" v="45" actId="2696"/>
        <pc:sldMkLst>
          <pc:docMk/>
          <pc:sldMk cId="1554491934" sldId="661"/>
        </pc:sldMkLst>
      </pc:sldChg>
      <pc:sldChg chg="del">
        <pc:chgData name="Mohammed Fasha" userId="cc64f42d-a1a6-4f08-b97b-0c37f877119f" providerId="ADAL" clId="{8DFC6787-4569-4AEF-BB23-FDF85FEE05FB}" dt="2025-04-20T14:32:10.451" v="45" actId="2696"/>
        <pc:sldMkLst>
          <pc:docMk/>
          <pc:sldMk cId="691538069" sldId="662"/>
        </pc:sldMkLst>
      </pc:sldChg>
      <pc:sldChg chg="del">
        <pc:chgData name="Mohammed Fasha" userId="cc64f42d-a1a6-4f08-b97b-0c37f877119f" providerId="ADAL" clId="{8DFC6787-4569-4AEF-BB23-FDF85FEE05FB}" dt="2025-04-20T14:32:10.451" v="45" actId="2696"/>
        <pc:sldMkLst>
          <pc:docMk/>
          <pc:sldMk cId="3980180774" sldId="663"/>
        </pc:sldMkLst>
      </pc:sldChg>
      <pc:sldChg chg="del">
        <pc:chgData name="Mohammed Fasha" userId="cc64f42d-a1a6-4f08-b97b-0c37f877119f" providerId="ADAL" clId="{8DFC6787-4569-4AEF-BB23-FDF85FEE05FB}" dt="2025-04-20T14:32:10.451" v="45" actId="2696"/>
        <pc:sldMkLst>
          <pc:docMk/>
          <pc:sldMk cId="1728680596" sldId="664"/>
        </pc:sldMkLst>
      </pc:sldChg>
      <pc:sldChg chg="del">
        <pc:chgData name="Mohammed Fasha" userId="cc64f42d-a1a6-4f08-b97b-0c37f877119f" providerId="ADAL" clId="{8DFC6787-4569-4AEF-BB23-FDF85FEE05FB}" dt="2025-04-20T14:32:10.451" v="45" actId="2696"/>
        <pc:sldMkLst>
          <pc:docMk/>
          <pc:sldMk cId="148099094" sldId="665"/>
        </pc:sldMkLst>
      </pc:sldChg>
      <pc:sldChg chg="del">
        <pc:chgData name="Mohammed Fasha" userId="cc64f42d-a1a6-4f08-b97b-0c37f877119f" providerId="ADAL" clId="{8DFC6787-4569-4AEF-BB23-FDF85FEE05FB}" dt="2025-04-20T14:32:10.451" v="45" actId="2696"/>
        <pc:sldMkLst>
          <pc:docMk/>
          <pc:sldMk cId="898885298" sldId="667"/>
        </pc:sldMkLst>
      </pc:sldChg>
      <pc:sldChg chg="del">
        <pc:chgData name="Mohammed Fasha" userId="cc64f42d-a1a6-4f08-b97b-0c37f877119f" providerId="ADAL" clId="{8DFC6787-4569-4AEF-BB23-FDF85FEE05FB}" dt="2025-04-20T14:32:10.451" v="45" actId="2696"/>
        <pc:sldMkLst>
          <pc:docMk/>
          <pc:sldMk cId="2652660250" sldId="668"/>
        </pc:sldMkLst>
      </pc:sldChg>
      <pc:sldChg chg="del">
        <pc:chgData name="Mohammed Fasha" userId="cc64f42d-a1a6-4f08-b97b-0c37f877119f" providerId="ADAL" clId="{8DFC6787-4569-4AEF-BB23-FDF85FEE05FB}" dt="2025-04-20T14:32:10.451" v="45" actId="2696"/>
        <pc:sldMkLst>
          <pc:docMk/>
          <pc:sldMk cId="2680231355" sldId="669"/>
        </pc:sldMkLst>
      </pc:sldChg>
      <pc:sldChg chg="del">
        <pc:chgData name="Mohammed Fasha" userId="cc64f42d-a1a6-4f08-b97b-0c37f877119f" providerId="ADAL" clId="{8DFC6787-4569-4AEF-BB23-FDF85FEE05FB}" dt="2025-04-20T14:32:10.451" v="45" actId="2696"/>
        <pc:sldMkLst>
          <pc:docMk/>
          <pc:sldMk cId="1960150938" sldId="670"/>
        </pc:sldMkLst>
      </pc:sldChg>
      <pc:sldChg chg="del">
        <pc:chgData name="Mohammed Fasha" userId="cc64f42d-a1a6-4f08-b97b-0c37f877119f" providerId="ADAL" clId="{8DFC6787-4569-4AEF-BB23-FDF85FEE05FB}" dt="2025-04-20T14:32:10.451" v="45" actId="2696"/>
        <pc:sldMkLst>
          <pc:docMk/>
          <pc:sldMk cId="3605011436" sldId="671"/>
        </pc:sldMkLst>
      </pc:sldChg>
      <pc:sldChg chg="del">
        <pc:chgData name="Mohammed Fasha" userId="cc64f42d-a1a6-4f08-b97b-0c37f877119f" providerId="ADAL" clId="{8DFC6787-4569-4AEF-BB23-FDF85FEE05FB}" dt="2025-04-20T14:32:10.451" v="45" actId="2696"/>
        <pc:sldMkLst>
          <pc:docMk/>
          <pc:sldMk cId="1620993364" sldId="672"/>
        </pc:sldMkLst>
      </pc:sldChg>
      <pc:sldChg chg="del">
        <pc:chgData name="Mohammed Fasha" userId="cc64f42d-a1a6-4f08-b97b-0c37f877119f" providerId="ADAL" clId="{8DFC6787-4569-4AEF-BB23-FDF85FEE05FB}" dt="2025-04-20T14:32:10.451" v="45" actId="2696"/>
        <pc:sldMkLst>
          <pc:docMk/>
          <pc:sldMk cId="2865119215" sldId="674"/>
        </pc:sldMkLst>
      </pc:sldChg>
      <pc:sldChg chg="del">
        <pc:chgData name="Mohammed Fasha" userId="cc64f42d-a1a6-4f08-b97b-0c37f877119f" providerId="ADAL" clId="{8DFC6787-4569-4AEF-BB23-FDF85FEE05FB}" dt="2025-04-20T14:32:10.451" v="45" actId="2696"/>
        <pc:sldMkLst>
          <pc:docMk/>
          <pc:sldMk cId="2170303756" sldId="675"/>
        </pc:sldMkLst>
      </pc:sldChg>
      <pc:sldChg chg="del">
        <pc:chgData name="Mohammed Fasha" userId="cc64f42d-a1a6-4f08-b97b-0c37f877119f" providerId="ADAL" clId="{8DFC6787-4569-4AEF-BB23-FDF85FEE05FB}" dt="2025-04-20T14:32:10.451" v="45" actId="2696"/>
        <pc:sldMkLst>
          <pc:docMk/>
          <pc:sldMk cId="1577854815" sldId="676"/>
        </pc:sldMkLst>
      </pc:sldChg>
      <pc:sldChg chg="del">
        <pc:chgData name="Mohammed Fasha" userId="cc64f42d-a1a6-4f08-b97b-0c37f877119f" providerId="ADAL" clId="{8DFC6787-4569-4AEF-BB23-FDF85FEE05FB}" dt="2025-04-20T14:32:10.451" v="45" actId="2696"/>
        <pc:sldMkLst>
          <pc:docMk/>
          <pc:sldMk cId="139882925" sldId="677"/>
        </pc:sldMkLst>
      </pc:sldChg>
      <pc:sldChg chg="del">
        <pc:chgData name="Mohammed Fasha" userId="cc64f42d-a1a6-4f08-b97b-0c37f877119f" providerId="ADAL" clId="{8DFC6787-4569-4AEF-BB23-FDF85FEE05FB}" dt="2025-04-20T14:32:10.451" v="45" actId="2696"/>
        <pc:sldMkLst>
          <pc:docMk/>
          <pc:sldMk cId="4146654093" sldId="678"/>
        </pc:sldMkLst>
      </pc:sldChg>
      <pc:sldChg chg="del">
        <pc:chgData name="Mohammed Fasha" userId="cc64f42d-a1a6-4f08-b97b-0c37f877119f" providerId="ADAL" clId="{8DFC6787-4569-4AEF-BB23-FDF85FEE05FB}" dt="2025-04-20T14:32:10.451" v="45" actId="2696"/>
        <pc:sldMkLst>
          <pc:docMk/>
          <pc:sldMk cId="3454522070" sldId="679"/>
        </pc:sldMkLst>
      </pc:sldChg>
      <pc:sldChg chg="del">
        <pc:chgData name="Mohammed Fasha" userId="cc64f42d-a1a6-4f08-b97b-0c37f877119f" providerId="ADAL" clId="{8DFC6787-4569-4AEF-BB23-FDF85FEE05FB}" dt="2025-04-20T14:32:10.451" v="45" actId="2696"/>
        <pc:sldMkLst>
          <pc:docMk/>
          <pc:sldMk cId="2856814121" sldId="681"/>
        </pc:sldMkLst>
      </pc:sldChg>
      <pc:sldChg chg="del">
        <pc:chgData name="Mohammed Fasha" userId="cc64f42d-a1a6-4f08-b97b-0c37f877119f" providerId="ADAL" clId="{8DFC6787-4569-4AEF-BB23-FDF85FEE05FB}" dt="2025-04-20T14:32:10.451" v="45" actId="2696"/>
        <pc:sldMkLst>
          <pc:docMk/>
          <pc:sldMk cId="1377124484" sldId="682"/>
        </pc:sldMkLst>
      </pc:sldChg>
      <pc:sldChg chg="del">
        <pc:chgData name="Mohammed Fasha" userId="cc64f42d-a1a6-4f08-b97b-0c37f877119f" providerId="ADAL" clId="{8DFC6787-4569-4AEF-BB23-FDF85FEE05FB}" dt="2025-04-20T14:32:10.451" v="45" actId="2696"/>
        <pc:sldMkLst>
          <pc:docMk/>
          <pc:sldMk cId="2630096202" sldId="683"/>
        </pc:sldMkLst>
      </pc:sldChg>
      <pc:sldChg chg="del">
        <pc:chgData name="Mohammed Fasha" userId="cc64f42d-a1a6-4f08-b97b-0c37f877119f" providerId="ADAL" clId="{8DFC6787-4569-4AEF-BB23-FDF85FEE05FB}" dt="2025-04-20T14:32:10.451" v="45" actId="2696"/>
        <pc:sldMkLst>
          <pc:docMk/>
          <pc:sldMk cId="3328652623" sldId="684"/>
        </pc:sldMkLst>
      </pc:sldChg>
      <pc:sldChg chg="del">
        <pc:chgData name="Mohammed Fasha" userId="cc64f42d-a1a6-4f08-b97b-0c37f877119f" providerId="ADAL" clId="{8DFC6787-4569-4AEF-BB23-FDF85FEE05FB}" dt="2025-04-20T14:32:10.451" v="45" actId="2696"/>
        <pc:sldMkLst>
          <pc:docMk/>
          <pc:sldMk cId="916102856" sldId="685"/>
        </pc:sldMkLst>
      </pc:sldChg>
      <pc:sldChg chg="del">
        <pc:chgData name="Mohammed Fasha" userId="cc64f42d-a1a6-4f08-b97b-0c37f877119f" providerId="ADAL" clId="{8DFC6787-4569-4AEF-BB23-FDF85FEE05FB}" dt="2025-04-20T14:32:10.451" v="45" actId="2696"/>
        <pc:sldMkLst>
          <pc:docMk/>
          <pc:sldMk cId="2620697854" sldId="686"/>
        </pc:sldMkLst>
      </pc:sldChg>
      <pc:sldChg chg="del">
        <pc:chgData name="Mohammed Fasha" userId="cc64f42d-a1a6-4f08-b97b-0c37f877119f" providerId="ADAL" clId="{8DFC6787-4569-4AEF-BB23-FDF85FEE05FB}" dt="2025-04-20T14:32:10.451" v="45" actId="2696"/>
        <pc:sldMkLst>
          <pc:docMk/>
          <pc:sldMk cId="140683555" sldId="687"/>
        </pc:sldMkLst>
      </pc:sldChg>
      <pc:sldChg chg="del">
        <pc:chgData name="Mohammed Fasha" userId="cc64f42d-a1a6-4f08-b97b-0c37f877119f" providerId="ADAL" clId="{8DFC6787-4569-4AEF-BB23-FDF85FEE05FB}" dt="2025-04-20T14:32:10.451" v="45" actId="2696"/>
        <pc:sldMkLst>
          <pc:docMk/>
          <pc:sldMk cId="1788308240" sldId="688"/>
        </pc:sldMkLst>
      </pc:sldChg>
      <pc:sldChg chg="del">
        <pc:chgData name="Mohammed Fasha" userId="cc64f42d-a1a6-4f08-b97b-0c37f877119f" providerId="ADAL" clId="{8DFC6787-4569-4AEF-BB23-FDF85FEE05FB}" dt="2025-04-20T14:32:10.451" v="45" actId="2696"/>
        <pc:sldMkLst>
          <pc:docMk/>
          <pc:sldMk cId="1660737293" sldId="689"/>
        </pc:sldMkLst>
      </pc:sldChg>
      <pc:sldChg chg="del">
        <pc:chgData name="Mohammed Fasha" userId="cc64f42d-a1a6-4f08-b97b-0c37f877119f" providerId="ADAL" clId="{8DFC6787-4569-4AEF-BB23-FDF85FEE05FB}" dt="2025-04-20T14:32:10.451" v="45" actId="2696"/>
        <pc:sldMkLst>
          <pc:docMk/>
          <pc:sldMk cId="1987101698" sldId="690"/>
        </pc:sldMkLst>
      </pc:sldChg>
      <pc:sldChg chg="del">
        <pc:chgData name="Mohammed Fasha" userId="cc64f42d-a1a6-4f08-b97b-0c37f877119f" providerId="ADAL" clId="{8DFC6787-4569-4AEF-BB23-FDF85FEE05FB}" dt="2025-04-20T14:32:10.451" v="45" actId="2696"/>
        <pc:sldMkLst>
          <pc:docMk/>
          <pc:sldMk cId="1982708772" sldId="692"/>
        </pc:sldMkLst>
      </pc:sldChg>
      <pc:sldChg chg="del">
        <pc:chgData name="Mohammed Fasha" userId="cc64f42d-a1a6-4f08-b97b-0c37f877119f" providerId="ADAL" clId="{8DFC6787-4569-4AEF-BB23-FDF85FEE05FB}" dt="2025-04-20T14:32:10.451" v="45" actId="2696"/>
        <pc:sldMkLst>
          <pc:docMk/>
          <pc:sldMk cId="3424197979" sldId="694"/>
        </pc:sldMkLst>
      </pc:sldChg>
      <pc:sldChg chg="del">
        <pc:chgData name="Mohammed Fasha" userId="cc64f42d-a1a6-4f08-b97b-0c37f877119f" providerId="ADAL" clId="{8DFC6787-4569-4AEF-BB23-FDF85FEE05FB}" dt="2025-04-20T14:32:10.451" v="45" actId="2696"/>
        <pc:sldMkLst>
          <pc:docMk/>
          <pc:sldMk cId="1697141369" sldId="695"/>
        </pc:sldMkLst>
      </pc:sldChg>
      <pc:sldChg chg="del">
        <pc:chgData name="Mohammed Fasha" userId="cc64f42d-a1a6-4f08-b97b-0c37f877119f" providerId="ADAL" clId="{8DFC6787-4569-4AEF-BB23-FDF85FEE05FB}" dt="2025-04-20T14:32:10.451" v="45" actId="2696"/>
        <pc:sldMkLst>
          <pc:docMk/>
          <pc:sldMk cId="1317643237" sldId="696"/>
        </pc:sldMkLst>
      </pc:sldChg>
      <pc:sldChg chg="del">
        <pc:chgData name="Mohammed Fasha" userId="cc64f42d-a1a6-4f08-b97b-0c37f877119f" providerId="ADAL" clId="{8DFC6787-4569-4AEF-BB23-FDF85FEE05FB}" dt="2025-04-20T14:32:10.451" v="45" actId="2696"/>
        <pc:sldMkLst>
          <pc:docMk/>
          <pc:sldMk cId="265576630" sldId="698"/>
        </pc:sldMkLst>
      </pc:sldChg>
      <pc:sldChg chg="del">
        <pc:chgData name="Mohammed Fasha" userId="cc64f42d-a1a6-4f08-b97b-0c37f877119f" providerId="ADAL" clId="{8DFC6787-4569-4AEF-BB23-FDF85FEE05FB}" dt="2025-04-20T14:32:10.451" v="45" actId="2696"/>
        <pc:sldMkLst>
          <pc:docMk/>
          <pc:sldMk cId="4247717824" sldId="700"/>
        </pc:sldMkLst>
      </pc:sldChg>
      <pc:sldChg chg="del">
        <pc:chgData name="Mohammed Fasha" userId="cc64f42d-a1a6-4f08-b97b-0c37f877119f" providerId="ADAL" clId="{8DFC6787-4569-4AEF-BB23-FDF85FEE05FB}" dt="2025-04-20T14:32:10.451" v="45" actId="2696"/>
        <pc:sldMkLst>
          <pc:docMk/>
          <pc:sldMk cId="3085160177" sldId="704"/>
        </pc:sldMkLst>
      </pc:sldChg>
      <pc:sldChg chg="del">
        <pc:chgData name="Mohammed Fasha" userId="cc64f42d-a1a6-4f08-b97b-0c37f877119f" providerId="ADAL" clId="{8DFC6787-4569-4AEF-BB23-FDF85FEE05FB}" dt="2025-04-20T14:32:10.451" v="45" actId="2696"/>
        <pc:sldMkLst>
          <pc:docMk/>
          <pc:sldMk cId="1862107672" sldId="705"/>
        </pc:sldMkLst>
      </pc:sldChg>
      <pc:sldChg chg="del">
        <pc:chgData name="Mohammed Fasha" userId="cc64f42d-a1a6-4f08-b97b-0c37f877119f" providerId="ADAL" clId="{8DFC6787-4569-4AEF-BB23-FDF85FEE05FB}" dt="2025-04-20T14:32:10.451" v="45" actId="2696"/>
        <pc:sldMkLst>
          <pc:docMk/>
          <pc:sldMk cId="1142780366" sldId="706"/>
        </pc:sldMkLst>
      </pc:sldChg>
      <pc:sldChg chg="del">
        <pc:chgData name="Mohammed Fasha" userId="cc64f42d-a1a6-4f08-b97b-0c37f877119f" providerId="ADAL" clId="{8DFC6787-4569-4AEF-BB23-FDF85FEE05FB}" dt="2025-04-20T14:32:10.451" v="45" actId="2696"/>
        <pc:sldMkLst>
          <pc:docMk/>
          <pc:sldMk cId="1972625976" sldId="707"/>
        </pc:sldMkLst>
      </pc:sldChg>
      <pc:sldChg chg="del">
        <pc:chgData name="Mohammed Fasha" userId="cc64f42d-a1a6-4f08-b97b-0c37f877119f" providerId="ADAL" clId="{8DFC6787-4569-4AEF-BB23-FDF85FEE05FB}" dt="2025-04-20T14:32:10.451" v="45" actId="2696"/>
        <pc:sldMkLst>
          <pc:docMk/>
          <pc:sldMk cId="32004852" sldId="708"/>
        </pc:sldMkLst>
      </pc:sldChg>
      <pc:sldChg chg="del">
        <pc:chgData name="Mohammed Fasha" userId="cc64f42d-a1a6-4f08-b97b-0c37f877119f" providerId="ADAL" clId="{8DFC6787-4569-4AEF-BB23-FDF85FEE05FB}" dt="2025-04-20T14:32:10.451" v="45" actId="2696"/>
        <pc:sldMkLst>
          <pc:docMk/>
          <pc:sldMk cId="67871309" sldId="709"/>
        </pc:sldMkLst>
      </pc:sldChg>
      <pc:sldChg chg="del">
        <pc:chgData name="Mohammed Fasha" userId="cc64f42d-a1a6-4f08-b97b-0c37f877119f" providerId="ADAL" clId="{8DFC6787-4569-4AEF-BB23-FDF85FEE05FB}" dt="2025-04-20T14:32:10.451" v="45" actId="2696"/>
        <pc:sldMkLst>
          <pc:docMk/>
          <pc:sldMk cId="4114896152" sldId="710"/>
        </pc:sldMkLst>
      </pc:sldChg>
      <pc:sldChg chg="del">
        <pc:chgData name="Mohammed Fasha" userId="cc64f42d-a1a6-4f08-b97b-0c37f877119f" providerId="ADAL" clId="{8DFC6787-4569-4AEF-BB23-FDF85FEE05FB}" dt="2025-04-20T14:32:10.451" v="45" actId="2696"/>
        <pc:sldMkLst>
          <pc:docMk/>
          <pc:sldMk cId="3794385322" sldId="711"/>
        </pc:sldMkLst>
      </pc:sldChg>
      <pc:sldChg chg="del">
        <pc:chgData name="Mohammed Fasha" userId="cc64f42d-a1a6-4f08-b97b-0c37f877119f" providerId="ADAL" clId="{8DFC6787-4569-4AEF-BB23-FDF85FEE05FB}" dt="2025-04-20T14:32:10.451" v="45" actId="2696"/>
        <pc:sldMkLst>
          <pc:docMk/>
          <pc:sldMk cId="3701206727" sldId="712"/>
        </pc:sldMkLst>
      </pc:sldChg>
      <pc:sldChg chg="del">
        <pc:chgData name="Mohammed Fasha" userId="cc64f42d-a1a6-4f08-b97b-0c37f877119f" providerId="ADAL" clId="{8DFC6787-4569-4AEF-BB23-FDF85FEE05FB}" dt="2025-04-20T14:32:10.451" v="45" actId="2696"/>
        <pc:sldMkLst>
          <pc:docMk/>
          <pc:sldMk cId="1499972066" sldId="713"/>
        </pc:sldMkLst>
      </pc:sldChg>
      <pc:sldChg chg="del">
        <pc:chgData name="Mohammed Fasha" userId="cc64f42d-a1a6-4f08-b97b-0c37f877119f" providerId="ADAL" clId="{8DFC6787-4569-4AEF-BB23-FDF85FEE05FB}" dt="2025-04-20T14:32:10.451" v="45" actId="2696"/>
        <pc:sldMkLst>
          <pc:docMk/>
          <pc:sldMk cId="1270641495" sldId="714"/>
        </pc:sldMkLst>
      </pc:sldChg>
      <pc:sldChg chg="del">
        <pc:chgData name="Mohammed Fasha" userId="cc64f42d-a1a6-4f08-b97b-0c37f877119f" providerId="ADAL" clId="{8DFC6787-4569-4AEF-BB23-FDF85FEE05FB}" dt="2025-04-20T14:32:10.451" v="45" actId="2696"/>
        <pc:sldMkLst>
          <pc:docMk/>
          <pc:sldMk cId="1096386322" sldId="715"/>
        </pc:sldMkLst>
      </pc:sldChg>
      <pc:sldChg chg="del">
        <pc:chgData name="Mohammed Fasha" userId="cc64f42d-a1a6-4f08-b97b-0c37f877119f" providerId="ADAL" clId="{8DFC6787-4569-4AEF-BB23-FDF85FEE05FB}" dt="2025-04-20T14:32:10.451" v="45" actId="2696"/>
        <pc:sldMkLst>
          <pc:docMk/>
          <pc:sldMk cId="1784058309" sldId="716"/>
        </pc:sldMkLst>
      </pc:sldChg>
      <pc:sldChg chg="del">
        <pc:chgData name="Mohammed Fasha" userId="cc64f42d-a1a6-4f08-b97b-0c37f877119f" providerId="ADAL" clId="{8DFC6787-4569-4AEF-BB23-FDF85FEE05FB}" dt="2025-04-20T14:32:10.451" v="45" actId="2696"/>
        <pc:sldMkLst>
          <pc:docMk/>
          <pc:sldMk cId="3139017106" sldId="717"/>
        </pc:sldMkLst>
      </pc:sldChg>
      <pc:sldChg chg="del">
        <pc:chgData name="Mohammed Fasha" userId="cc64f42d-a1a6-4f08-b97b-0c37f877119f" providerId="ADAL" clId="{8DFC6787-4569-4AEF-BB23-FDF85FEE05FB}" dt="2025-04-20T14:32:10.451" v="45" actId="2696"/>
        <pc:sldMkLst>
          <pc:docMk/>
          <pc:sldMk cId="3043812923" sldId="718"/>
        </pc:sldMkLst>
      </pc:sldChg>
      <pc:sldChg chg="del">
        <pc:chgData name="Mohammed Fasha" userId="cc64f42d-a1a6-4f08-b97b-0c37f877119f" providerId="ADAL" clId="{8DFC6787-4569-4AEF-BB23-FDF85FEE05FB}" dt="2025-04-20T14:32:10.451" v="45" actId="2696"/>
        <pc:sldMkLst>
          <pc:docMk/>
          <pc:sldMk cId="555545871" sldId="719"/>
        </pc:sldMkLst>
      </pc:sldChg>
      <pc:sldChg chg="del">
        <pc:chgData name="Mohammed Fasha" userId="cc64f42d-a1a6-4f08-b97b-0c37f877119f" providerId="ADAL" clId="{8DFC6787-4569-4AEF-BB23-FDF85FEE05FB}" dt="2025-04-20T14:32:10.451" v="45" actId="2696"/>
        <pc:sldMkLst>
          <pc:docMk/>
          <pc:sldMk cId="3150550060" sldId="720"/>
        </pc:sldMkLst>
      </pc:sldChg>
      <pc:sldChg chg="del">
        <pc:chgData name="Mohammed Fasha" userId="cc64f42d-a1a6-4f08-b97b-0c37f877119f" providerId="ADAL" clId="{8DFC6787-4569-4AEF-BB23-FDF85FEE05FB}" dt="2025-04-20T14:32:10.451" v="45" actId="2696"/>
        <pc:sldMkLst>
          <pc:docMk/>
          <pc:sldMk cId="1915229598" sldId="721"/>
        </pc:sldMkLst>
      </pc:sldChg>
      <pc:sldChg chg="del">
        <pc:chgData name="Mohammed Fasha" userId="cc64f42d-a1a6-4f08-b97b-0c37f877119f" providerId="ADAL" clId="{8DFC6787-4569-4AEF-BB23-FDF85FEE05FB}" dt="2025-04-20T14:32:10.451" v="45" actId="2696"/>
        <pc:sldMkLst>
          <pc:docMk/>
          <pc:sldMk cId="3417524918" sldId="722"/>
        </pc:sldMkLst>
      </pc:sldChg>
      <pc:sldChg chg="del">
        <pc:chgData name="Mohammed Fasha" userId="cc64f42d-a1a6-4f08-b97b-0c37f877119f" providerId="ADAL" clId="{8DFC6787-4569-4AEF-BB23-FDF85FEE05FB}" dt="2025-04-20T14:32:10.451" v="45" actId="2696"/>
        <pc:sldMkLst>
          <pc:docMk/>
          <pc:sldMk cId="218477773" sldId="723"/>
        </pc:sldMkLst>
      </pc:sldChg>
      <pc:sldChg chg="del">
        <pc:chgData name="Mohammed Fasha" userId="cc64f42d-a1a6-4f08-b97b-0c37f877119f" providerId="ADAL" clId="{8DFC6787-4569-4AEF-BB23-FDF85FEE05FB}" dt="2025-04-20T14:32:10.451" v="45" actId="2696"/>
        <pc:sldMkLst>
          <pc:docMk/>
          <pc:sldMk cId="3056700689" sldId="724"/>
        </pc:sldMkLst>
      </pc:sldChg>
      <pc:sldChg chg="add del">
        <pc:chgData name="Mohammed Fasha" userId="cc64f42d-a1a6-4f08-b97b-0c37f877119f" providerId="ADAL" clId="{8DFC6787-4569-4AEF-BB23-FDF85FEE05FB}" dt="2025-04-20T15:30:01.015" v="706" actId="2696"/>
        <pc:sldMkLst>
          <pc:docMk/>
          <pc:sldMk cId="201332996" sldId="884"/>
        </pc:sldMkLst>
      </pc:sldChg>
      <pc:sldChg chg="add del">
        <pc:chgData name="Mohammed Fasha" userId="cc64f42d-a1a6-4f08-b97b-0c37f877119f" providerId="ADAL" clId="{8DFC6787-4569-4AEF-BB23-FDF85FEE05FB}" dt="2025-04-20T15:38:17.984" v="732" actId="2696"/>
        <pc:sldMkLst>
          <pc:docMk/>
          <pc:sldMk cId="1601380146" sldId="885"/>
        </pc:sldMkLst>
      </pc:sldChg>
      <pc:sldChg chg="modSp add del">
        <pc:chgData name="Mohammed Fasha" userId="cc64f42d-a1a6-4f08-b97b-0c37f877119f" providerId="ADAL" clId="{8DFC6787-4569-4AEF-BB23-FDF85FEE05FB}" dt="2025-04-20T15:41:34.643" v="830" actId="2696"/>
        <pc:sldMkLst>
          <pc:docMk/>
          <pc:sldMk cId="3788531374" sldId="885"/>
        </pc:sldMkLst>
      </pc:sldChg>
      <pc:sldChg chg="add del">
        <pc:chgData name="Mohammed Fasha" userId="cc64f42d-a1a6-4f08-b97b-0c37f877119f" providerId="ADAL" clId="{8DFC6787-4569-4AEF-BB23-FDF85FEE05FB}" dt="2025-04-20T15:29:34.362" v="700"/>
        <pc:sldMkLst>
          <pc:docMk/>
          <pc:sldMk cId="4235808696" sldId="885"/>
        </pc:sldMkLst>
      </pc:sldChg>
      <pc:sldMasterChg chg="delSldLayout">
        <pc:chgData name="Mohammed Fasha" userId="cc64f42d-a1a6-4f08-b97b-0c37f877119f" providerId="ADAL" clId="{8DFC6787-4569-4AEF-BB23-FDF85FEE05FB}" dt="2025-04-20T15:30:01.015" v="706" actId="2696"/>
        <pc:sldMasterMkLst>
          <pc:docMk/>
          <pc:sldMasterMk cId="742811419" sldId="2147483648"/>
        </pc:sldMasterMkLst>
        <pc:sldLayoutChg chg="del">
          <pc:chgData name="Mohammed Fasha" userId="cc64f42d-a1a6-4f08-b97b-0c37f877119f" providerId="ADAL" clId="{8DFC6787-4569-4AEF-BB23-FDF85FEE05FB}" dt="2025-04-20T15:26:11.867" v="596" actId="2696"/>
          <pc:sldLayoutMkLst>
            <pc:docMk/>
            <pc:sldMasterMk cId="742811419" sldId="2147483648"/>
            <pc:sldLayoutMk cId="1784671854" sldId="2147483660"/>
          </pc:sldLayoutMkLst>
        </pc:sldLayoutChg>
        <pc:sldLayoutChg chg="del">
          <pc:chgData name="Mohammed Fasha" userId="cc64f42d-a1a6-4f08-b97b-0c37f877119f" providerId="ADAL" clId="{8DFC6787-4569-4AEF-BB23-FDF85FEE05FB}" dt="2025-04-20T15:30:01.015" v="706" actId="2696"/>
          <pc:sldLayoutMkLst>
            <pc:docMk/>
            <pc:sldMasterMk cId="742811419" sldId="2147483648"/>
            <pc:sldLayoutMk cId="3151167875" sldId="2147483660"/>
          </pc:sldLayoutMkLst>
        </pc:sldLayoutChg>
      </pc:sldMasterChg>
    </pc:docChg>
  </pc:docChgLst>
  <pc:docChgLst>
    <pc:chgData name="Mohammed Fasha" userId="S::mohammed.fasha@uop.edu.jo::cc64f42d-a1a6-4f08-b97b-0c37f877119f" providerId="AD" clId="Web-{AA5B1FAE-E8E3-9F75-C76C-D74C273C9609}"/>
    <pc:docChg chg="addSld delSld modSld">
      <pc:chgData name="Mohammed Fasha" userId="S::mohammed.fasha@uop.edu.jo::cc64f42d-a1a6-4f08-b97b-0c37f877119f" providerId="AD" clId="Web-{AA5B1FAE-E8E3-9F75-C76C-D74C273C9609}" dt="2025-04-24T11:45:29.052" v="125" actId="20577"/>
      <pc:docMkLst>
        <pc:docMk/>
      </pc:docMkLst>
      <pc:sldChg chg="addSp modSp">
        <pc:chgData name="Mohammed Fasha" userId="S::mohammed.fasha@uop.edu.jo::cc64f42d-a1a6-4f08-b97b-0c37f877119f" providerId="AD" clId="Web-{AA5B1FAE-E8E3-9F75-C76C-D74C273C9609}" dt="2025-04-24T11:39:58.899" v="15" actId="14100"/>
        <pc:sldMkLst>
          <pc:docMk/>
          <pc:sldMk cId="230738594" sldId="502"/>
        </pc:sldMkLst>
      </pc:sldChg>
      <pc:sldChg chg="addSp delSp modSp new">
        <pc:chgData name="Mohammed Fasha" userId="S::mohammed.fasha@uop.edu.jo::cc64f42d-a1a6-4f08-b97b-0c37f877119f" providerId="AD" clId="Web-{AA5B1FAE-E8E3-9F75-C76C-D74C273C9609}" dt="2025-04-24T11:43:28.407" v="94" actId="20577"/>
        <pc:sldMkLst>
          <pc:docMk/>
          <pc:sldMk cId="469775294" sldId="537"/>
        </pc:sldMkLst>
      </pc:sldChg>
      <pc:sldChg chg="addSp delSp modSp new del">
        <pc:chgData name="Mohammed Fasha" userId="S::mohammed.fasha@uop.edu.jo::cc64f42d-a1a6-4f08-b97b-0c37f877119f" providerId="AD" clId="Web-{AA5B1FAE-E8E3-9F75-C76C-D74C273C9609}" dt="2025-04-24T11:39:51.196" v="12"/>
        <pc:sldMkLst>
          <pc:docMk/>
          <pc:sldMk cId="4208936552" sldId="537"/>
        </pc:sldMkLst>
      </pc:sldChg>
      <pc:sldChg chg="addSp delSp modSp new">
        <pc:chgData name="Mohammed Fasha" userId="S::mohammed.fasha@uop.edu.jo::cc64f42d-a1a6-4f08-b97b-0c37f877119f" providerId="AD" clId="Web-{AA5B1FAE-E8E3-9F75-C76C-D74C273C9609}" dt="2025-04-24T11:45:29.052" v="125" actId="20577"/>
        <pc:sldMkLst>
          <pc:docMk/>
          <pc:sldMk cId="3560187721" sldId="538"/>
        </pc:sldMkLst>
      </pc:sldChg>
    </pc:docChg>
  </pc:docChgLst>
  <pc:docChgLst>
    <pc:chgData name="Mohammed Fasha" userId="cc64f42d-a1a6-4f08-b97b-0c37f877119f" providerId="ADAL" clId="{D6773C48-F584-4721-B458-D006088A9083}"/>
    <pc:docChg chg="undo custSel delSld modSld sldOrd">
      <pc:chgData name="Mohammed Fasha" userId="cc64f42d-a1a6-4f08-b97b-0c37f877119f" providerId="ADAL" clId="{D6773C48-F584-4721-B458-D006088A9083}" dt="2025-04-28T09:22:48.145" v="29"/>
      <pc:docMkLst>
        <pc:docMk/>
      </pc:docMkLst>
      <pc:sldChg chg="modSp mod">
        <pc:chgData name="Mohammed Fasha" userId="cc64f42d-a1a6-4f08-b97b-0c37f877119f" providerId="ADAL" clId="{D6773C48-F584-4721-B458-D006088A9083}" dt="2025-04-28T09:18:54.602" v="9" actId="20577"/>
        <pc:sldMkLst>
          <pc:docMk/>
          <pc:sldMk cId="412529278" sldId="542"/>
        </pc:sldMkLst>
      </pc:sldChg>
      <pc:sldChg chg="modSp mod">
        <pc:chgData name="Mohammed Fasha" userId="cc64f42d-a1a6-4f08-b97b-0c37f877119f" providerId="ADAL" clId="{D6773C48-F584-4721-B458-D006088A9083}" dt="2025-04-28T09:15:46.061" v="2" actId="179"/>
        <pc:sldMkLst>
          <pc:docMk/>
          <pc:sldMk cId="2102369482" sldId="546"/>
        </pc:sldMkLst>
      </pc:sldChg>
      <pc:sldChg chg="modSp mod">
        <pc:chgData name="Mohammed Fasha" userId="cc64f42d-a1a6-4f08-b97b-0c37f877119f" providerId="ADAL" clId="{D6773C48-F584-4721-B458-D006088A9083}" dt="2025-04-28T09:22:22.916" v="27" actId="1076"/>
        <pc:sldMkLst>
          <pc:docMk/>
          <pc:sldMk cId="1011802275" sldId="547"/>
        </pc:sldMkLst>
      </pc:sldChg>
      <pc:sldChg chg="delSp modSp mod">
        <pc:chgData name="Mohammed Fasha" userId="cc64f42d-a1a6-4f08-b97b-0c37f877119f" providerId="ADAL" clId="{D6773C48-F584-4721-B458-D006088A9083}" dt="2025-04-28T09:21:47.934" v="18" actId="403"/>
        <pc:sldMkLst>
          <pc:docMk/>
          <pc:sldMk cId="1966780146" sldId="548"/>
        </pc:sldMkLst>
      </pc:sldChg>
      <pc:sldChg chg="addSp modSp mod">
        <pc:chgData name="Mohammed Fasha" userId="cc64f42d-a1a6-4f08-b97b-0c37f877119f" providerId="ADAL" clId="{D6773C48-F584-4721-B458-D006088A9083}" dt="2025-04-28T09:22:09.584" v="25" actId="207"/>
        <pc:sldMkLst>
          <pc:docMk/>
          <pc:sldMk cId="1124237886" sldId="549"/>
        </pc:sldMkLst>
      </pc:sldChg>
      <pc:sldChg chg="modSp mod ord">
        <pc:chgData name="Mohammed Fasha" userId="cc64f42d-a1a6-4f08-b97b-0c37f877119f" providerId="ADAL" clId="{D6773C48-F584-4721-B458-D006088A9083}" dt="2025-04-28T09:22:48.145" v="29"/>
        <pc:sldMkLst>
          <pc:docMk/>
          <pc:sldMk cId="517398731" sldId="556"/>
        </pc:sldMkLst>
      </pc:sldChg>
      <pc:sldChg chg="del">
        <pc:chgData name="Mohammed Fasha" userId="cc64f42d-a1a6-4f08-b97b-0c37f877119f" providerId="ADAL" clId="{D6773C48-F584-4721-B458-D006088A9083}" dt="2025-04-28T09:21:09.258" v="10" actId="47"/>
        <pc:sldMkLst>
          <pc:docMk/>
          <pc:sldMk cId="3228443338" sldId="557"/>
        </pc:sldMkLst>
      </pc:sldChg>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sldChg chg="modSp mod">
        <pc:chgData name="Mohammed Fasha" userId="cc64f42d-a1a6-4f08-b97b-0c37f877119f" providerId="ADAL" clId="{BECD4A7F-C1AF-4585-8C31-FE7D4FE3ED16}" dt="2024-12-30T18:47:27.683" v="988" actId="20577"/>
        <pc:sldMkLst>
          <pc:docMk/>
          <pc:sldMk cId="2281221656" sldId="527"/>
        </pc:sldMkLst>
      </pc:sldChg>
      <pc:sldChg chg="modSp mod">
        <pc:chgData name="Mohammed Fasha" userId="cc64f42d-a1a6-4f08-b97b-0c37f877119f" providerId="ADAL" clId="{BECD4A7F-C1AF-4585-8C31-FE7D4FE3ED16}" dt="2024-12-27T13:59:26.893" v="366" actId="20577"/>
        <pc:sldMkLst>
          <pc:docMk/>
          <pc:sldMk cId="3474268344" sldId="596"/>
        </pc:sldMkLst>
      </pc:sldChg>
      <pc:sldChg chg="modSp mod">
        <pc:chgData name="Mohammed Fasha" userId="cc64f42d-a1a6-4f08-b97b-0c37f877119f" providerId="ADAL" clId="{BECD4A7F-C1AF-4585-8C31-FE7D4FE3ED16}" dt="2024-12-30T18:44:34.649" v="884" actId="20577"/>
        <pc:sldMkLst>
          <pc:docMk/>
          <pc:sldMk cId="916802035" sldId="651"/>
        </pc:sldMkLst>
      </pc:sldChg>
      <pc:sldChg chg="del">
        <pc:chgData name="Mohammed Fasha" userId="cc64f42d-a1a6-4f08-b97b-0c37f877119f" providerId="ADAL" clId="{BECD4A7F-C1AF-4585-8C31-FE7D4FE3ED16}" dt="2025-01-05T14:42:38.675" v="989" actId="2696"/>
        <pc:sldMkLst>
          <pc:docMk/>
          <pc:sldMk cId="426516858" sldId="662"/>
        </pc:sldMkLst>
      </pc:sldChg>
      <pc:sldChg chg="modSp add del mod">
        <pc:chgData name="Mohammed Fasha" userId="cc64f42d-a1a6-4f08-b97b-0c37f877119f" providerId="ADAL" clId="{BECD4A7F-C1AF-4585-8C31-FE7D4FE3ED16}" dt="2025-01-05T16:34:59.233" v="1926" actId="20577"/>
        <pc:sldMkLst>
          <pc:docMk/>
          <pc:sldMk cId="691538069" sldId="662"/>
        </pc:sldMkLst>
      </pc:sldChg>
      <pc:sldChg chg="del">
        <pc:chgData name="Mohammed Fasha" userId="cc64f42d-a1a6-4f08-b97b-0c37f877119f" providerId="ADAL" clId="{BECD4A7F-C1AF-4585-8C31-FE7D4FE3ED16}" dt="2025-01-05T14:42:38.675" v="989" actId="2696"/>
        <pc:sldMkLst>
          <pc:docMk/>
          <pc:sldMk cId="895445062" sldId="663"/>
        </pc:sldMkLst>
      </pc:sldChg>
      <pc:sldChg chg="add del">
        <pc:chgData name="Mohammed Fasha" userId="cc64f42d-a1a6-4f08-b97b-0c37f877119f" providerId="ADAL" clId="{BECD4A7F-C1AF-4585-8C31-FE7D4FE3ED16}" dt="2025-01-05T14:43:16.100" v="993" actId="2696"/>
        <pc:sldMkLst>
          <pc:docMk/>
          <pc:sldMk cId="3980180774" sldId="663"/>
        </pc:sldMkLst>
      </pc:sldChg>
      <pc:sldChg chg="add del">
        <pc:chgData name="Mohammed Fasha" userId="cc64f42d-a1a6-4f08-b97b-0c37f877119f" providerId="ADAL" clId="{BECD4A7F-C1AF-4585-8C31-FE7D4FE3ED16}" dt="2025-01-05T14:43:16.100" v="993" actId="2696"/>
        <pc:sldMkLst>
          <pc:docMk/>
          <pc:sldMk cId="1728680596" sldId="664"/>
        </pc:sldMkLst>
      </pc:sldChg>
      <pc:sldChg chg="del">
        <pc:chgData name="Mohammed Fasha" userId="cc64f42d-a1a6-4f08-b97b-0c37f877119f" providerId="ADAL" clId="{BECD4A7F-C1AF-4585-8C31-FE7D4FE3ED16}" dt="2025-01-05T14:42:38.675" v="989" actId="2696"/>
        <pc:sldMkLst>
          <pc:docMk/>
          <pc:sldMk cId="3900588277" sldId="664"/>
        </pc:sldMkLst>
      </pc:sldChg>
      <pc:sldChg chg="del">
        <pc:chgData name="Mohammed Fasha" userId="cc64f42d-a1a6-4f08-b97b-0c37f877119f" providerId="ADAL" clId="{BECD4A7F-C1AF-4585-8C31-FE7D4FE3ED16}" dt="2025-01-05T14:42:38.675" v="989" actId="2696"/>
        <pc:sldMkLst>
          <pc:docMk/>
          <pc:sldMk cId="123002105" sldId="665"/>
        </pc:sldMkLst>
      </pc:sldChg>
      <pc:sldChg chg="modSp add del mod">
        <pc:chgData name="Mohammed Fasha" userId="cc64f42d-a1a6-4f08-b97b-0c37f877119f" providerId="ADAL" clId="{BECD4A7F-C1AF-4585-8C31-FE7D4FE3ED16}" dt="2025-01-05T15:05:12.729" v="1226" actId="21"/>
        <pc:sldMkLst>
          <pc:docMk/>
          <pc:sldMk cId="148099094" sldId="665"/>
        </pc:sldMkLst>
      </pc:sldChg>
      <pc:sldChg chg="del">
        <pc:chgData name="Mohammed Fasha" userId="cc64f42d-a1a6-4f08-b97b-0c37f877119f" providerId="ADAL" clId="{BECD4A7F-C1AF-4585-8C31-FE7D4FE3ED16}" dt="2025-01-05T14:42:38.675" v="989" actId="2696"/>
        <pc:sldMkLst>
          <pc:docMk/>
          <pc:sldMk cId="659863378" sldId="676"/>
        </pc:sldMkLst>
      </pc:sldChg>
      <pc:sldChg chg="modSp add del mod">
        <pc:chgData name="Mohammed Fasha" userId="cc64f42d-a1a6-4f08-b97b-0c37f877119f" providerId="ADAL" clId="{BECD4A7F-C1AF-4585-8C31-FE7D4FE3ED16}" dt="2025-01-05T14:55:27.595" v="1130" actId="255"/>
        <pc:sldMkLst>
          <pc:docMk/>
          <pc:sldMk cId="1577854815" sldId="676"/>
        </pc:sldMkLst>
      </pc:sldChg>
      <pc:sldChg chg="modSp add del mod">
        <pc:chgData name="Mohammed Fasha" userId="cc64f42d-a1a6-4f08-b97b-0c37f877119f" providerId="ADAL" clId="{BECD4A7F-C1AF-4585-8C31-FE7D4FE3ED16}" dt="2025-01-05T14:55:43.754" v="1132" actId="1076"/>
        <pc:sldMkLst>
          <pc:docMk/>
          <pc:sldMk cId="139882925" sldId="677"/>
        </pc:sldMkLst>
      </pc:sldChg>
      <pc:sldChg chg="del">
        <pc:chgData name="Mohammed Fasha" userId="cc64f42d-a1a6-4f08-b97b-0c37f877119f" providerId="ADAL" clId="{BECD4A7F-C1AF-4585-8C31-FE7D4FE3ED16}" dt="2025-01-05T14:42:38.675" v="989" actId="2696"/>
        <pc:sldMkLst>
          <pc:docMk/>
          <pc:sldMk cId="2736863534" sldId="677"/>
        </pc:sldMkLst>
      </pc:sldChg>
      <pc:sldChg chg="add del">
        <pc:chgData name="Mohammed Fasha" userId="cc64f42d-a1a6-4f08-b97b-0c37f877119f" providerId="ADAL" clId="{BECD4A7F-C1AF-4585-8C31-FE7D4FE3ED16}" dt="2025-01-05T14:43:16.100" v="993" actId="2696"/>
        <pc:sldMkLst>
          <pc:docMk/>
          <pc:sldMk cId="4146654093" sldId="678"/>
        </pc:sldMkLst>
      </pc:sldChg>
      <pc:sldChg chg="del">
        <pc:chgData name="Mohammed Fasha" userId="cc64f42d-a1a6-4f08-b97b-0c37f877119f" providerId="ADAL" clId="{BECD4A7F-C1AF-4585-8C31-FE7D4FE3ED16}" dt="2025-01-05T14:42:38.675" v="989" actId="2696"/>
        <pc:sldMkLst>
          <pc:docMk/>
          <pc:sldMk cId="4228312762" sldId="678"/>
        </pc:sldMkLst>
      </pc:sldChg>
      <pc:sldChg chg="del">
        <pc:chgData name="Mohammed Fasha" userId="cc64f42d-a1a6-4f08-b97b-0c37f877119f" providerId="ADAL" clId="{BECD4A7F-C1AF-4585-8C31-FE7D4FE3ED16}" dt="2025-01-05T14:42:38.675" v="989" actId="2696"/>
        <pc:sldMkLst>
          <pc:docMk/>
          <pc:sldMk cId="581717462" sldId="679"/>
        </pc:sldMkLst>
      </pc:sldChg>
      <pc:sldChg chg="addSp delSp modSp add del mod chgLayout">
        <pc:chgData name="Mohammed Fasha" userId="cc64f42d-a1a6-4f08-b97b-0c37f877119f" providerId="ADAL" clId="{BECD4A7F-C1AF-4585-8C31-FE7D4FE3ED16}" dt="2025-01-05T16:36:16.605" v="1945" actId="1076"/>
        <pc:sldMkLst>
          <pc:docMk/>
          <pc:sldMk cId="3454522070" sldId="679"/>
        </pc:sldMkLst>
      </pc:sldChg>
      <pc:sldChg chg="add del">
        <pc:chgData name="Mohammed Fasha" userId="cc64f42d-a1a6-4f08-b97b-0c37f877119f" providerId="ADAL" clId="{BECD4A7F-C1AF-4585-8C31-FE7D4FE3ED16}" dt="2025-01-05T14:43:16.100" v="993" actId="2696"/>
        <pc:sldMkLst>
          <pc:docMk/>
          <pc:sldMk cId="2856814121" sldId="681"/>
        </pc:sldMkLst>
      </pc:sldChg>
      <pc:sldChg chg="del">
        <pc:chgData name="Mohammed Fasha" userId="cc64f42d-a1a6-4f08-b97b-0c37f877119f" providerId="ADAL" clId="{BECD4A7F-C1AF-4585-8C31-FE7D4FE3ED16}" dt="2025-01-05T14:42:38.675" v="989" actId="2696"/>
        <pc:sldMkLst>
          <pc:docMk/>
          <pc:sldMk cId="3083966018" sldId="681"/>
        </pc:sldMkLst>
      </pc:sldChg>
      <pc:sldChg chg="modSp mod">
        <pc:chgData name="Mohammed Fasha" userId="cc64f42d-a1a6-4f08-b97b-0c37f877119f" providerId="ADAL" clId="{BECD4A7F-C1AF-4585-8C31-FE7D4FE3ED16}" dt="2025-01-05T14:42:50.596" v="990" actId="14100"/>
        <pc:sldMkLst>
          <pc:docMk/>
          <pc:sldMk cId="1697141369" sldId="695"/>
        </pc:sldMkLst>
      </pc:sldChg>
      <pc:sldChg chg="addSp delSp modSp add del mod">
        <pc:chgData name="Mohammed Fasha" userId="cc64f42d-a1a6-4f08-b97b-0c37f877119f" providerId="ADAL" clId="{BECD4A7F-C1AF-4585-8C31-FE7D4FE3ED16}" dt="2025-01-05T14:54:31.375" v="1125" actId="14100"/>
        <pc:sldMkLst>
          <pc:docMk/>
          <pc:sldMk cId="265576630" sldId="698"/>
        </pc:sldMkLst>
      </pc:sldChg>
      <pc:sldChg chg="del">
        <pc:chgData name="Mohammed Fasha" userId="cc64f42d-a1a6-4f08-b97b-0c37f877119f" providerId="ADAL" clId="{BECD4A7F-C1AF-4585-8C31-FE7D4FE3ED16}" dt="2025-01-05T14:42:38.675" v="989" actId="2696"/>
        <pc:sldMkLst>
          <pc:docMk/>
          <pc:sldMk cId="991725834" sldId="698"/>
        </pc:sldMkLst>
      </pc:sldChg>
      <pc:sldChg chg="del">
        <pc:chgData name="Mohammed Fasha" userId="cc64f42d-a1a6-4f08-b97b-0c37f877119f" providerId="ADAL" clId="{BECD4A7F-C1AF-4585-8C31-FE7D4FE3ED16}" dt="2025-01-05T14:42:38.675" v="989" actId="2696"/>
        <pc:sldMkLst>
          <pc:docMk/>
          <pc:sldMk cId="3109561867" sldId="700"/>
        </pc:sldMkLst>
      </pc:sldChg>
      <pc:sldChg chg="addSp delSp modSp add del mod">
        <pc:chgData name="Mohammed Fasha" userId="cc64f42d-a1a6-4f08-b97b-0c37f877119f" providerId="ADAL" clId="{BECD4A7F-C1AF-4585-8C31-FE7D4FE3ED16}" dt="2025-01-05T16:00:05.564" v="1529" actId="20577"/>
        <pc:sldMkLst>
          <pc:docMk/>
          <pc:sldMk cId="4247717824" sldId="700"/>
        </pc:sldMkLst>
      </pc:sldChg>
      <pc:sldChg chg="addSp delSp modSp add mod">
        <pc:chgData name="Mohammed Fasha" userId="cc64f42d-a1a6-4f08-b97b-0c37f877119f" providerId="ADAL" clId="{BECD4A7F-C1AF-4585-8C31-FE7D4FE3ED16}" dt="2025-01-05T14:53:29.185" v="1101" actId="21"/>
        <pc:sldMkLst>
          <pc:docMk/>
          <pc:sldMk cId="67871309" sldId="709"/>
        </pc:sldMkLst>
      </pc:sldChg>
      <pc:sldChg chg="modSp add mod">
        <pc:chgData name="Mohammed Fasha" userId="cc64f42d-a1a6-4f08-b97b-0c37f877119f" providerId="ADAL" clId="{BECD4A7F-C1AF-4585-8C31-FE7D4FE3ED16}" dt="2025-01-05T15:31:09.113" v="1385" actId="6549"/>
        <pc:sldMkLst>
          <pc:docMk/>
          <pc:sldMk cId="4114896152" sldId="710"/>
        </pc:sldMkLst>
      </pc:sldChg>
      <pc:sldChg chg="addSp modSp add mod">
        <pc:chgData name="Mohammed Fasha" userId="cc64f42d-a1a6-4f08-b97b-0c37f877119f" providerId="ADAL" clId="{BECD4A7F-C1AF-4585-8C31-FE7D4FE3ED16}" dt="2025-01-05T15:27:36.027" v="1348" actId="20577"/>
        <pc:sldMkLst>
          <pc:docMk/>
          <pc:sldMk cId="3794385322" sldId="711"/>
        </pc:sldMkLst>
      </pc:sldChg>
      <pc:sldChg chg="add del">
        <pc:chgData name="Mohammed Fasha" userId="cc64f42d-a1a6-4f08-b97b-0c37f877119f" providerId="ADAL" clId="{BECD4A7F-C1AF-4585-8C31-FE7D4FE3ED16}" dt="2025-01-05T14:57:43.613" v="1146" actId="2696"/>
        <pc:sldMkLst>
          <pc:docMk/>
          <pc:sldMk cId="501127302" sldId="712"/>
        </pc:sldMkLst>
      </pc:sldChg>
      <pc:sldChg chg="modSp add mod">
        <pc:chgData name="Mohammed Fasha" userId="cc64f42d-a1a6-4f08-b97b-0c37f877119f" providerId="ADAL" clId="{BECD4A7F-C1AF-4585-8C31-FE7D4FE3ED16}" dt="2025-01-05T15:32:23.870" v="1388"/>
        <pc:sldMkLst>
          <pc:docMk/>
          <pc:sldMk cId="3701206727" sldId="712"/>
        </pc:sldMkLst>
      </pc:sldChg>
      <pc:sldChg chg="addSp modSp add mod">
        <pc:chgData name="Mohammed Fasha" userId="cc64f42d-a1a6-4f08-b97b-0c37f877119f" providerId="ADAL" clId="{BECD4A7F-C1AF-4585-8C31-FE7D4FE3ED16}" dt="2025-01-05T16:06:36.028" v="1538" actId="1076"/>
        <pc:sldMkLst>
          <pc:docMk/>
          <pc:sldMk cId="1499972066" sldId="713"/>
        </pc:sldMkLst>
      </pc:sldChg>
      <pc:sldChg chg="addSp delSp modSp add mod">
        <pc:chgData name="Mohammed Fasha" userId="cc64f42d-a1a6-4f08-b97b-0c37f877119f" providerId="ADAL" clId="{BECD4A7F-C1AF-4585-8C31-FE7D4FE3ED16}" dt="2025-01-05T16:19:08.436" v="1705" actId="1036"/>
        <pc:sldMkLst>
          <pc:docMk/>
          <pc:sldMk cId="1270641495" sldId="714"/>
        </pc:sldMkLst>
      </pc:sldChg>
      <pc:sldChg chg="addSp modSp new mod">
        <pc:chgData name="Mohammed Fasha" userId="cc64f42d-a1a6-4f08-b97b-0c37f877119f" providerId="ADAL" clId="{BECD4A7F-C1AF-4585-8C31-FE7D4FE3ED16}" dt="2025-01-05T16:23:44.632" v="1736" actId="12"/>
        <pc:sldMkLst>
          <pc:docMk/>
          <pc:sldMk cId="1096386322" sldId="715"/>
        </pc:sldMkLst>
      </pc:sldChg>
      <pc:sldChg chg="modSp new mod">
        <pc:chgData name="Mohammed Fasha" userId="cc64f42d-a1a6-4f08-b97b-0c37f877119f" providerId="ADAL" clId="{BECD4A7F-C1AF-4585-8C31-FE7D4FE3ED16}" dt="2025-01-05T16:34:02.360" v="1902" actId="27636"/>
        <pc:sldMkLst>
          <pc:docMk/>
          <pc:sldMk cId="1784058309" sldId="716"/>
        </pc:sldMkLst>
      </pc:sldChg>
      <pc:sldChg chg="modSp add mod ord">
        <pc:chgData name="Mohammed Fasha" userId="cc64f42d-a1a6-4f08-b97b-0c37f877119f" providerId="ADAL" clId="{BECD4A7F-C1AF-4585-8C31-FE7D4FE3ED16}" dt="2025-01-05T16:27:20.520" v="1803"/>
        <pc:sldMkLst>
          <pc:docMk/>
          <pc:sldMk cId="3139017106" sldId="717"/>
        </pc:sldMkLst>
      </pc:sldChg>
      <pc:sldChg chg="addSp delSp modSp new mod">
        <pc:chgData name="Mohammed Fasha" userId="cc64f42d-a1a6-4f08-b97b-0c37f877119f" providerId="ADAL" clId="{BECD4A7F-C1AF-4585-8C31-FE7D4FE3ED16}" dt="2025-01-05T16:32:45.446" v="1897" actId="20577"/>
        <pc:sldMkLst>
          <pc:docMk/>
          <pc:sldMk cId="3043812923" sldId="718"/>
        </pc:sldMkLst>
      </pc:sldChg>
    </pc:docChg>
  </pc:docChgLst>
  <pc:docChgLst>
    <pc:chgData name="Mohammed Fasha" userId="cc64f42d-a1a6-4f08-b97b-0c37f877119f" providerId="ADAL" clId="{6804A8E6-8D7F-46E3-B091-66A8F6B926BF}"/>
    <pc:docChg chg="custSel modMainMaster">
      <pc:chgData name="Mohammed Fasha" userId="cc64f42d-a1a6-4f08-b97b-0c37f877119f" providerId="ADAL" clId="{6804A8E6-8D7F-46E3-B091-66A8F6B926BF}" dt="2024-11-09T05:15:35.019" v="2" actId="1076"/>
      <pc:docMkLst>
        <pc:docMk/>
      </pc:docMkLst>
      <pc:sldMasterChg chg="delSp mod modSldLayout">
        <pc:chgData name="Mohammed Fasha" userId="cc64f42d-a1a6-4f08-b97b-0c37f877119f" providerId="ADAL" clId="{6804A8E6-8D7F-46E3-B091-66A8F6B926BF}" dt="2024-11-09T05:15:35.019" v="2" actId="1076"/>
        <pc:sldMasterMkLst>
          <pc:docMk/>
          <pc:sldMasterMk cId="742811419" sldId="2147483648"/>
        </pc:sldMasterMkLst>
        <pc:sldLayoutChg chg="addSp modSp mod">
          <pc:chgData name="Mohammed Fasha" userId="cc64f42d-a1a6-4f08-b97b-0c37f877119f" providerId="ADAL" clId="{6804A8E6-8D7F-46E3-B091-66A8F6B926BF}" dt="2024-11-09T05:15:35.019" v="2" actId="1076"/>
          <pc:sldLayoutMkLst>
            <pc:docMk/>
            <pc:sldMasterMk cId="742811419" sldId="2147483648"/>
            <pc:sldLayoutMk cId="4063788262" sldId="214748364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5/3/2025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D3C3971-340B-41A2-ABD3-FB1A577E480B}" type="slidenum">
              <a:rPr lang="en-US" smtClean="0"/>
              <a:t>1</a:t>
            </a:fld>
            <a:endParaRPr lang="en-US"/>
          </a:p>
        </p:txBody>
      </p:sp>
    </p:spTree>
    <p:extLst>
      <p:ext uri="{BB962C8B-B14F-4D97-AF65-F5344CB8AC3E}">
        <p14:creationId xmlns:p14="http://schemas.microsoft.com/office/powerpoint/2010/main" val="382151654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5/3/2025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5/3/2025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5/3/2025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5/3/2025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5/3/2025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5/3/2025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5/3/2025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5/3/2025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5/3/2025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5/3/2025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5/3/2025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53E9DF1-2223-C2DE-EF40-211A8D65CA29}"/>
              </a:ext>
            </a:extLst>
          </p:cNvPr>
          <p:cNvSpPr>
            <a:spLocks noGrp="1"/>
          </p:cNvSpPr>
          <p:nvPr>
            <p:ph type="ctrTitle"/>
          </p:nvPr>
        </p:nvSpPr>
        <p:spPr>
          <a:xfrm>
            <a:off x="1751144" y="4162236"/>
            <a:ext cx="9144000" cy="871599"/>
          </a:xfrm>
        </p:spPr>
        <p:txBody>
          <a:bodyPr>
            <a:normAutofit/>
          </a:bodyPr>
          <a:lstStyle/>
          <a:p>
            <a:r>
              <a:rPr lang="en-US" sz="4800" b="0" dirty="0"/>
              <a:t>307401 Big Data</a:t>
            </a:r>
          </a:p>
        </p:txBody>
      </p:sp>
      <p:sp>
        <p:nvSpPr>
          <p:cNvPr id="5" name="Subtitle 4">
            <a:extLst>
              <a:ext uri="{FF2B5EF4-FFF2-40B4-BE49-F238E27FC236}">
                <a16:creationId xmlns:a16="http://schemas.microsoft.com/office/drawing/2014/main" id="{89403830-E271-DAA0-8838-E295A84A8B5B}"/>
              </a:ext>
            </a:extLst>
          </p:cNvPr>
          <p:cNvSpPr>
            <a:spLocks noGrp="1"/>
          </p:cNvSpPr>
          <p:nvPr>
            <p:ph type="subTitle" idx="1"/>
          </p:nvPr>
        </p:nvSpPr>
        <p:spPr>
          <a:xfrm>
            <a:off x="1751144" y="5125911"/>
            <a:ext cx="9144000" cy="1655762"/>
          </a:xfrm>
        </p:spPr>
        <p:txBody>
          <a:bodyPr>
            <a:normAutofit/>
          </a:bodyPr>
          <a:lstStyle/>
          <a:p>
            <a:r>
              <a:rPr lang="en-US" sz="3200" b="0" dirty="0"/>
              <a:t>Introduction to AWS Data Engineering</a:t>
            </a:r>
          </a:p>
          <a:p>
            <a:r>
              <a:rPr lang="en-US" sz="3200" dirty="0"/>
              <a:t>2024-2</a:t>
            </a:r>
          </a:p>
        </p:txBody>
      </p:sp>
      <p:pic>
        <p:nvPicPr>
          <p:cNvPr id="3076" name="Picture 4" descr="AWS Development Services | Amazon Cloud Application Consulting - Radixweb">
            <a:extLst>
              <a:ext uri="{FF2B5EF4-FFF2-40B4-BE49-F238E27FC236}">
                <a16:creationId xmlns:a16="http://schemas.microsoft.com/office/drawing/2014/main" id="{38B7DCD3-CA20-063C-2119-4CA1A1EA3B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5297" y="904208"/>
            <a:ext cx="4461406" cy="28334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7456757"/>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C2B1A-56A6-621A-9C18-9373567AE2DB}"/>
              </a:ext>
            </a:extLst>
          </p:cNvPr>
          <p:cNvSpPr>
            <a:spLocks noGrp="1"/>
          </p:cNvSpPr>
          <p:nvPr>
            <p:ph type="title"/>
          </p:nvPr>
        </p:nvSpPr>
        <p:spPr/>
        <p:txBody>
          <a:bodyPr>
            <a:normAutofit/>
          </a:bodyPr>
          <a:lstStyle/>
          <a:p>
            <a:r>
              <a:rPr lang="en-US" dirty="0"/>
              <a:t>Overview of AWS Data Engineering</a:t>
            </a:r>
          </a:p>
        </p:txBody>
      </p:sp>
      <p:sp>
        <p:nvSpPr>
          <p:cNvPr id="3" name="Content Placeholder 2">
            <a:extLst>
              <a:ext uri="{FF2B5EF4-FFF2-40B4-BE49-F238E27FC236}">
                <a16:creationId xmlns:a16="http://schemas.microsoft.com/office/drawing/2014/main" id="{E2E0BD06-92AA-3781-6B33-14A0E8651776}"/>
              </a:ext>
            </a:extLst>
          </p:cNvPr>
          <p:cNvSpPr>
            <a:spLocks noGrp="1"/>
          </p:cNvSpPr>
          <p:nvPr>
            <p:ph idx="1"/>
          </p:nvPr>
        </p:nvSpPr>
        <p:spPr>
          <a:xfrm>
            <a:off x="838200" y="1706007"/>
            <a:ext cx="4852086" cy="4991039"/>
          </a:xfrm>
        </p:spPr>
        <p:txBody>
          <a:bodyPr>
            <a:normAutofit fontScale="85000" lnSpcReduction="10000"/>
          </a:bodyPr>
          <a:lstStyle/>
          <a:p>
            <a:pPr>
              <a:buFont typeface="Arial" panose="020B0604020202020204" pitchFamily="34" charset="0"/>
              <a:buChar char="•"/>
            </a:pPr>
            <a:r>
              <a:rPr lang="en-US" b="1" dirty="0"/>
              <a:t>Data Engineering</a:t>
            </a:r>
            <a:r>
              <a:rPr lang="en-US" dirty="0"/>
              <a:t>: Design and build systems for collecting, storing, and analyzing data.</a:t>
            </a:r>
          </a:p>
          <a:p>
            <a:r>
              <a:rPr lang="en-US" sz="2400" b="1" dirty="0"/>
              <a:t>Purpose</a:t>
            </a:r>
            <a:r>
              <a:rPr lang="en-US" sz="2400" dirty="0"/>
              <a:t>: Transform raw data into actionable insights using robust, scalable, and secure data pipelines.</a:t>
            </a:r>
            <a:endParaRPr lang="en-US" dirty="0"/>
          </a:p>
          <a:p>
            <a:pPr>
              <a:buFont typeface="Arial" panose="020B0604020202020204" pitchFamily="34" charset="0"/>
              <a:buChar char="•"/>
            </a:pPr>
            <a:r>
              <a:rPr lang="en-US" b="1" dirty="0"/>
              <a:t>Core AWS Services</a:t>
            </a:r>
            <a:r>
              <a:rPr lang="en-US" dirty="0"/>
              <a:t>:</a:t>
            </a:r>
          </a:p>
          <a:p>
            <a:pPr marL="346075" lvl="1" indent="-174625">
              <a:buFont typeface="Arial" panose="020B0604020202020204" pitchFamily="34" charset="0"/>
              <a:buChar char="•"/>
            </a:pPr>
            <a:r>
              <a:rPr lang="en-US" b="1" dirty="0"/>
              <a:t>S3</a:t>
            </a:r>
            <a:r>
              <a:rPr lang="en-US" dirty="0"/>
              <a:t>: Scalable object storage for raw/staged/curated data.</a:t>
            </a:r>
          </a:p>
          <a:p>
            <a:pPr marL="346075" lvl="1" indent="-174625">
              <a:buFont typeface="Arial" panose="020B0604020202020204" pitchFamily="34" charset="0"/>
              <a:buChar char="•"/>
            </a:pPr>
            <a:r>
              <a:rPr lang="en-US" b="1" dirty="0"/>
              <a:t>Glue</a:t>
            </a:r>
            <a:r>
              <a:rPr lang="en-US" dirty="0"/>
              <a:t>: Serverless data integration (ETL), data cataloging.</a:t>
            </a:r>
          </a:p>
          <a:p>
            <a:pPr marL="346075" lvl="1" indent="-174625">
              <a:buFont typeface="Arial" panose="020B0604020202020204" pitchFamily="34" charset="0"/>
              <a:buChar char="•"/>
            </a:pPr>
            <a:r>
              <a:rPr lang="en-US" b="1" dirty="0"/>
              <a:t>Athena</a:t>
            </a:r>
            <a:r>
              <a:rPr lang="en-US" dirty="0"/>
              <a:t>: Serverless querying on S3 using SQL.</a:t>
            </a:r>
          </a:p>
          <a:p>
            <a:pPr marL="346075" lvl="1" indent="-174625">
              <a:buFont typeface="Arial" panose="020B0604020202020204" pitchFamily="34" charset="0"/>
              <a:buChar char="•"/>
            </a:pPr>
            <a:r>
              <a:rPr lang="en-US" b="1" dirty="0"/>
              <a:t>Redshift</a:t>
            </a:r>
            <a:r>
              <a:rPr lang="en-US" dirty="0"/>
              <a:t>: Data warehousing and analytics.</a:t>
            </a:r>
          </a:p>
          <a:p>
            <a:pPr marL="346075" lvl="1" indent="-174625">
              <a:buFont typeface="Arial" panose="020B0604020202020204" pitchFamily="34" charset="0"/>
              <a:buChar char="•"/>
            </a:pPr>
            <a:r>
              <a:rPr lang="en-US" b="1" dirty="0"/>
              <a:t>Kinesis</a:t>
            </a:r>
            <a:r>
              <a:rPr lang="en-US" dirty="0"/>
              <a:t>: Real-time data streaming.</a:t>
            </a:r>
          </a:p>
          <a:p>
            <a:pPr marL="346075" lvl="1" indent="-174625">
              <a:buFont typeface="Arial" panose="020B0604020202020204" pitchFamily="34" charset="0"/>
              <a:buChar char="•"/>
            </a:pPr>
            <a:r>
              <a:rPr lang="en-US" b="1" dirty="0"/>
              <a:t>Lambda</a:t>
            </a:r>
            <a:r>
              <a:rPr lang="en-US" dirty="0"/>
              <a:t>: Serverless compute for lightweight ETL.</a:t>
            </a:r>
          </a:p>
          <a:p>
            <a:pPr marL="346075" lvl="1" indent="-174625">
              <a:buFont typeface="Arial" panose="020B0604020202020204" pitchFamily="34" charset="0"/>
              <a:buChar char="•"/>
            </a:pPr>
            <a:r>
              <a:rPr lang="en-US" b="1" dirty="0"/>
              <a:t>EMR</a:t>
            </a:r>
            <a:r>
              <a:rPr lang="en-US" dirty="0"/>
              <a:t>: Managed Hadoop/Spark clusters.</a:t>
            </a:r>
          </a:p>
          <a:p>
            <a:pPr marL="346075" lvl="1" indent="-174625">
              <a:buFont typeface="Arial" panose="020B0604020202020204" pitchFamily="34" charset="0"/>
              <a:buChar char="•"/>
            </a:pPr>
            <a:r>
              <a:rPr lang="en-US" b="1" dirty="0"/>
              <a:t>Data Pipeline / Step Functions</a:t>
            </a:r>
            <a:r>
              <a:rPr lang="en-US" dirty="0"/>
              <a:t>: Workflow orchestration.</a:t>
            </a:r>
          </a:p>
          <a:p>
            <a:endParaRPr lang="en-US" dirty="0"/>
          </a:p>
        </p:txBody>
      </p:sp>
      <p:pic>
        <p:nvPicPr>
          <p:cNvPr id="4" name="Picture 2" descr="AWS modern data architecture - AWS Prescriptive Guidance">
            <a:extLst>
              <a:ext uri="{FF2B5EF4-FFF2-40B4-BE49-F238E27FC236}">
                <a16:creationId xmlns:a16="http://schemas.microsoft.com/office/drawing/2014/main" id="{32F265C6-D037-7AE2-E877-00EFC046BE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95496" y="1749256"/>
            <a:ext cx="6596504" cy="40645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20258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D98D7-2695-B487-3086-6E61E8A49F1B}"/>
              </a:ext>
            </a:extLst>
          </p:cNvPr>
          <p:cNvSpPr>
            <a:spLocks noGrp="1"/>
          </p:cNvSpPr>
          <p:nvPr>
            <p:ph type="title"/>
          </p:nvPr>
        </p:nvSpPr>
        <p:spPr/>
        <p:txBody>
          <a:bodyPr>
            <a:normAutofit/>
          </a:bodyPr>
          <a:lstStyle/>
          <a:p>
            <a:r>
              <a:rPr lang="en-US" dirty="0"/>
              <a:t>Core AWS Services for Data Engineering</a:t>
            </a:r>
          </a:p>
        </p:txBody>
      </p:sp>
      <p:sp>
        <p:nvSpPr>
          <p:cNvPr id="3" name="Content Placeholder 2">
            <a:extLst>
              <a:ext uri="{FF2B5EF4-FFF2-40B4-BE49-F238E27FC236}">
                <a16:creationId xmlns:a16="http://schemas.microsoft.com/office/drawing/2014/main" id="{DDCE7AA7-395B-C305-9BED-D5211DB932DD}"/>
              </a:ext>
            </a:extLst>
          </p:cNvPr>
          <p:cNvSpPr>
            <a:spLocks noGrp="1"/>
          </p:cNvSpPr>
          <p:nvPr>
            <p:ph idx="1"/>
          </p:nvPr>
        </p:nvSpPr>
        <p:spPr/>
        <p:txBody>
          <a:bodyPr>
            <a:normAutofit fontScale="92500" lnSpcReduction="20000"/>
          </a:bodyPr>
          <a:lstStyle/>
          <a:p>
            <a:pPr>
              <a:buFont typeface="Arial" panose="020B0604020202020204" pitchFamily="34" charset="0"/>
              <a:buChar char="•"/>
            </a:pPr>
            <a:r>
              <a:rPr lang="en-US" b="1" dirty="0"/>
              <a:t>Data Storage</a:t>
            </a:r>
            <a:r>
              <a:rPr lang="en-US" dirty="0"/>
              <a:t>:</a:t>
            </a:r>
          </a:p>
          <a:p>
            <a:pPr marL="742950" lvl="1" indent="-285750">
              <a:buFont typeface="Arial" panose="020B0604020202020204" pitchFamily="34" charset="0"/>
              <a:buChar char="•"/>
            </a:pPr>
            <a:r>
              <a:rPr lang="en-US" dirty="0"/>
              <a:t>Amazon S3: Scalable object storage for data lakes</a:t>
            </a:r>
          </a:p>
          <a:p>
            <a:pPr marL="742950" lvl="1" indent="-285750">
              <a:buFont typeface="Arial" panose="020B0604020202020204" pitchFamily="34" charset="0"/>
              <a:buChar char="•"/>
            </a:pPr>
            <a:r>
              <a:rPr lang="en-US" dirty="0"/>
              <a:t>Amazon Redshift: Data warehousing for analytical queries</a:t>
            </a:r>
          </a:p>
          <a:p>
            <a:pPr marL="742950" lvl="1" indent="-285750">
              <a:buFont typeface="Arial" panose="020B0604020202020204" pitchFamily="34" charset="0"/>
              <a:buChar char="•"/>
            </a:pPr>
            <a:r>
              <a:rPr lang="en-US" dirty="0"/>
              <a:t>Amazon RDS: Managed relational databases</a:t>
            </a:r>
          </a:p>
          <a:p>
            <a:pPr>
              <a:buFont typeface="Arial" panose="020B0604020202020204" pitchFamily="34" charset="0"/>
              <a:buChar char="•"/>
            </a:pPr>
            <a:r>
              <a:rPr lang="en-US" b="1" dirty="0"/>
              <a:t>Data Processing</a:t>
            </a:r>
            <a:r>
              <a:rPr lang="en-US" dirty="0"/>
              <a:t>:</a:t>
            </a:r>
          </a:p>
          <a:p>
            <a:pPr marL="742950" lvl="1" indent="-285750">
              <a:buFont typeface="Arial" panose="020B0604020202020204" pitchFamily="34" charset="0"/>
              <a:buChar char="•"/>
            </a:pPr>
            <a:r>
              <a:rPr lang="en-US" dirty="0"/>
              <a:t>AWS Glue: Serverless ETL service</a:t>
            </a:r>
          </a:p>
          <a:p>
            <a:pPr marL="742950" lvl="1" indent="-285750">
              <a:buFont typeface="Arial" panose="020B0604020202020204" pitchFamily="34" charset="0"/>
              <a:buChar char="•"/>
            </a:pPr>
            <a:r>
              <a:rPr lang="en-US" dirty="0"/>
              <a:t>Amazon EMR: Big data processing with frameworks like Spark</a:t>
            </a:r>
          </a:p>
          <a:p>
            <a:pPr marL="742950" lvl="1" indent="-285750">
              <a:buFont typeface="Arial" panose="020B0604020202020204" pitchFamily="34" charset="0"/>
              <a:buChar char="•"/>
            </a:pPr>
            <a:r>
              <a:rPr lang="en-US" dirty="0"/>
              <a:t>AWS Lambda: Serverless compute for event-driven processing</a:t>
            </a:r>
          </a:p>
          <a:p>
            <a:pPr marL="742950" lvl="1" indent="-285750">
              <a:buFont typeface="Arial" panose="020B0604020202020204" pitchFamily="34" charset="0"/>
              <a:buChar char="•"/>
            </a:pPr>
            <a:r>
              <a:rPr lang="en-US" dirty="0"/>
              <a:t>Amazon Athena: Query data in S3 using standard SQL.</a:t>
            </a:r>
          </a:p>
          <a:p>
            <a:pPr marL="742950" lvl="1" indent="-285750">
              <a:buFont typeface="Arial" panose="020B0604020202020204" pitchFamily="34" charset="0"/>
              <a:buChar char="•"/>
            </a:pPr>
            <a:r>
              <a:rPr lang="en-US" dirty="0"/>
              <a:t>Amazon Redshift: Columnar data warehouse.</a:t>
            </a:r>
          </a:p>
          <a:p>
            <a:pPr>
              <a:buFont typeface="Arial" panose="020B0604020202020204" pitchFamily="34" charset="0"/>
              <a:buChar char="•"/>
            </a:pPr>
            <a:r>
              <a:rPr lang="en-US" b="1" dirty="0"/>
              <a:t>Data Streaming</a:t>
            </a:r>
            <a:r>
              <a:rPr lang="en-US" dirty="0"/>
              <a:t>:</a:t>
            </a:r>
          </a:p>
          <a:p>
            <a:pPr marL="742950" lvl="1" indent="-285750">
              <a:buFont typeface="Arial" panose="020B0604020202020204" pitchFamily="34" charset="0"/>
              <a:buChar char="•"/>
            </a:pPr>
            <a:r>
              <a:rPr lang="en-US" dirty="0"/>
              <a:t>Amazon Kinesis: Real-time data streaming and analytics</a:t>
            </a:r>
          </a:p>
          <a:p>
            <a:pPr marL="742950" lvl="1" indent="-285750">
              <a:buFont typeface="Arial" panose="020B0604020202020204" pitchFamily="34" charset="0"/>
              <a:buChar char="•"/>
            </a:pPr>
            <a:r>
              <a:rPr lang="en-US" dirty="0"/>
              <a:t>Amazon MSK: Managed Apache Kafka service</a:t>
            </a:r>
          </a:p>
          <a:p>
            <a:pPr>
              <a:buFont typeface="Arial" panose="020B0604020202020204" pitchFamily="34" charset="0"/>
              <a:buChar char="•"/>
            </a:pPr>
            <a:r>
              <a:rPr lang="en-US" b="1" dirty="0"/>
              <a:t>Data Orchestration</a:t>
            </a:r>
            <a:r>
              <a:rPr lang="en-US" dirty="0"/>
              <a:t>:</a:t>
            </a:r>
          </a:p>
          <a:p>
            <a:pPr marL="742950" lvl="1" indent="-285750">
              <a:buFont typeface="Arial" panose="020B0604020202020204" pitchFamily="34" charset="0"/>
              <a:buChar char="•"/>
            </a:pPr>
            <a:r>
              <a:rPr lang="en-US" dirty="0"/>
              <a:t>AWS Step Functions: Workflow orchestration</a:t>
            </a:r>
          </a:p>
          <a:p>
            <a:pPr marL="742950" lvl="1" indent="-285750">
              <a:buFont typeface="Arial" panose="020B0604020202020204" pitchFamily="34" charset="0"/>
              <a:buChar char="•"/>
            </a:pPr>
            <a:r>
              <a:rPr lang="en-US" dirty="0"/>
              <a:t>Amazon MWAA: Managed Apache Airflow</a:t>
            </a:r>
          </a:p>
        </p:txBody>
      </p:sp>
    </p:spTree>
    <p:extLst>
      <p:ext uri="{BB962C8B-B14F-4D97-AF65-F5344CB8AC3E}">
        <p14:creationId xmlns:p14="http://schemas.microsoft.com/office/powerpoint/2010/main" val="12661005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9F8BA-C4F4-0C5B-C2BC-F6B6110FEFE9}"/>
              </a:ext>
            </a:extLst>
          </p:cNvPr>
          <p:cNvSpPr>
            <a:spLocks noGrp="1"/>
          </p:cNvSpPr>
          <p:nvPr>
            <p:ph type="title"/>
          </p:nvPr>
        </p:nvSpPr>
        <p:spPr/>
        <p:txBody>
          <a:bodyPr>
            <a:normAutofit/>
          </a:bodyPr>
          <a:lstStyle/>
          <a:p>
            <a:r>
              <a:rPr lang="en-US" dirty="0"/>
              <a:t>Designing Data Pipelines on AWS</a:t>
            </a:r>
          </a:p>
        </p:txBody>
      </p:sp>
      <p:sp>
        <p:nvSpPr>
          <p:cNvPr id="3" name="Content Placeholder 2">
            <a:extLst>
              <a:ext uri="{FF2B5EF4-FFF2-40B4-BE49-F238E27FC236}">
                <a16:creationId xmlns:a16="http://schemas.microsoft.com/office/drawing/2014/main" id="{9CD8EC90-9FAD-69AC-D1EF-9A970E59BBB8}"/>
              </a:ext>
            </a:extLst>
          </p:cNvPr>
          <p:cNvSpPr>
            <a:spLocks noGrp="1"/>
          </p:cNvSpPr>
          <p:nvPr>
            <p:ph idx="1"/>
          </p:nvPr>
        </p:nvSpPr>
        <p:spPr>
          <a:xfrm>
            <a:off x="838199" y="1706007"/>
            <a:ext cx="10704095" cy="3392983"/>
          </a:xfrm>
        </p:spPr>
        <p:txBody>
          <a:bodyPr>
            <a:normAutofit fontScale="85000" lnSpcReduction="20000"/>
          </a:bodyPr>
          <a:lstStyle/>
          <a:p>
            <a:pPr>
              <a:buFont typeface="Arial" panose="020B0604020202020204" pitchFamily="34" charset="0"/>
              <a:buChar char="•"/>
            </a:pPr>
            <a:r>
              <a:rPr lang="en-US" b="1" dirty="0"/>
              <a:t>Ingestion</a:t>
            </a:r>
            <a:r>
              <a:rPr lang="en-US" dirty="0"/>
              <a:t>:</a:t>
            </a:r>
          </a:p>
          <a:p>
            <a:pPr marL="742950" lvl="1" indent="-285750">
              <a:buFont typeface="Arial" panose="020B0604020202020204" pitchFamily="34" charset="0"/>
              <a:buChar char="•"/>
            </a:pPr>
            <a:r>
              <a:rPr lang="en-US" dirty="0"/>
              <a:t>Batch: AWS Data Pipeline, AWS Glue</a:t>
            </a:r>
          </a:p>
          <a:p>
            <a:pPr marL="742950" lvl="1" indent="-285750">
              <a:buFont typeface="Arial" panose="020B0604020202020204" pitchFamily="34" charset="0"/>
              <a:buChar char="•"/>
            </a:pPr>
            <a:r>
              <a:rPr lang="en-US" dirty="0"/>
              <a:t>Streaming: Amazon Kinesis, AWS DMS</a:t>
            </a:r>
          </a:p>
          <a:p>
            <a:pPr>
              <a:buFont typeface="Arial" panose="020B0604020202020204" pitchFamily="34" charset="0"/>
              <a:buChar char="•"/>
            </a:pPr>
            <a:r>
              <a:rPr lang="en-US" b="1" dirty="0"/>
              <a:t>Transformation</a:t>
            </a:r>
            <a:r>
              <a:rPr lang="en-US" dirty="0"/>
              <a:t>:</a:t>
            </a:r>
          </a:p>
          <a:p>
            <a:pPr marL="742950" lvl="1" indent="-285750">
              <a:buFont typeface="Arial" panose="020B0604020202020204" pitchFamily="34" charset="0"/>
              <a:buChar char="•"/>
            </a:pPr>
            <a:r>
              <a:rPr lang="en-US" dirty="0"/>
              <a:t>AWS Glue Jobs: PySpark or Scala scripts</a:t>
            </a:r>
          </a:p>
          <a:p>
            <a:pPr marL="742950" lvl="1" indent="-285750">
              <a:buFont typeface="Arial" panose="020B0604020202020204" pitchFamily="34" charset="0"/>
              <a:buChar char="•"/>
            </a:pPr>
            <a:r>
              <a:rPr lang="en-US" dirty="0"/>
              <a:t>AWS Lambda Functions: Lightweight transformations</a:t>
            </a:r>
          </a:p>
          <a:p>
            <a:pPr>
              <a:buFont typeface="Arial" panose="020B0604020202020204" pitchFamily="34" charset="0"/>
              <a:buChar char="•"/>
            </a:pPr>
            <a:r>
              <a:rPr lang="en-US" b="1" dirty="0"/>
              <a:t>Storage</a:t>
            </a:r>
            <a:r>
              <a:rPr lang="en-US" dirty="0"/>
              <a:t>:</a:t>
            </a:r>
          </a:p>
          <a:p>
            <a:pPr marL="742950" lvl="1" indent="-285750">
              <a:buFont typeface="Arial" panose="020B0604020202020204" pitchFamily="34" charset="0"/>
              <a:buChar char="•"/>
            </a:pPr>
            <a:r>
              <a:rPr lang="en-US" dirty="0"/>
              <a:t>Raw Data: Amazon S3</a:t>
            </a:r>
          </a:p>
          <a:p>
            <a:pPr marL="742950" lvl="1" indent="-285750">
              <a:buFont typeface="Arial" panose="020B0604020202020204" pitchFamily="34" charset="0"/>
              <a:buChar char="•"/>
            </a:pPr>
            <a:r>
              <a:rPr lang="en-US" dirty="0"/>
              <a:t>Processed Data: Amazon Redshift, Amazon RDS</a:t>
            </a:r>
          </a:p>
          <a:p>
            <a:pPr>
              <a:buFont typeface="Arial" panose="020B0604020202020204" pitchFamily="34" charset="0"/>
              <a:buChar char="•"/>
            </a:pPr>
            <a:r>
              <a:rPr lang="en-US" b="1" dirty="0"/>
              <a:t>Orchestration</a:t>
            </a:r>
            <a:r>
              <a:rPr lang="en-US" dirty="0"/>
              <a:t>:</a:t>
            </a:r>
          </a:p>
          <a:p>
            <a:pPr marL="742950" lvl="1" indent="-285750">
              <a:buFont typeface="Arial" panose="020B0604020202020204" pitchFamily="34" charset="0"/>
              <a:buChar char="•"/>
            </a:pPr>
            <a:r>
              <a:rPr lang="en-US" dirty="0"/>
              <a:t>AWS Step Functions: Define ETL workflows</a:t>
            </a:r>
          </a:p>
          <a:p>
            <a:pPr marL="742950" lvl="1" indent="-285750">
              <a:buFont typeface="Arial" panose="020B0604020202020204" pitchFamily="34" charset="0"/>
              <a:buChar char="•"/>
            </a:pPr>
            <a:r>
              <a:rPr lang="en-US" dirty="0"/>
              <a:t>Amazon MWAA: Schedule and monitor pipelines</a:t>
            </a:r>
          </a:p>
          <a:p>
            <a:endParaRPr lang="en-US" dirty="0"/>
          </a:p>
        </p:txBody>
      </p:sp>
      <p:pic>
        <p:nvPicPr>
          <p:cNvPr id="4" name="Picture 3" descr="Pipeline layers from ingestion through analysis &amp; visualization. ">
            <a:extLst>
              <a:ext uri="{FF2B5EF4-FFF2-40B4-BE49-F238E27FC236}">
                <a16:creationId xmlns:a16="http://schemas.microsoft.com/office/drawing/2014/main" id="{99CE666D-3FEA-8BD6-133F-1723624564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74843" y="5259266"/>
            <a:ext cx="5442313" cy="1922973"/>
          </a:xfrm>
          <a:prstGeom prst="rect">
            <a:avLst/>
          </a:prstGeom>
        </p:spPr>
      </p:pic>
    </p:spTree>
    <p:extLst>
      <p:ext uri="{BB962C8B-B14F-4D97-AF65-F5344CB8AC3E}">
        <p14:creationId xmlns:p14="http://schemas.microsoft.com/office/powerpoint/2010/main" val="1421297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B8F2F-719A-66EA-9034-D9769C147961}"/>
              </a:ext>
            </a:extLst>
          </p:cNvPr>
          <p:cNvSpPr>
            <a:spLocks noGrp="1"/>
          </p:cNvSpPr>
          <p:nvPr>
            <p:ph type="title"/>
          </p:nvPr>
        </p:nvSpPr>
        <p:spPr/>
        <p:txBody>
          <a:bodyPr>
            <a:normAutofit/>
          </a:bodyPr>
          <a:lstStyle/>
          <a:p>
            <a:r>
              <a:rPr lang="en-US" dirty="0"/>
              <a:t>Data Security and Governance</a:t>
            </a:r>
          </a:p>
        </p:txBody>
      </p:sp>
      <p:sp>
        <p:nvSpPr>
          <p:cNvPr id="3" name="Content Placeholder 2">
            <a:extLst>
              <a:ext uri="{FF2B5EF4-FFF2-40B4-BE49-F238E27FC236}">
                <a16:creationId xmlns:a16="http://schemas.microsoft.com/office/drawing/2014/main" id="{A8214A35-0D81-05B1-BBCD-D044CBAF5496}"/>
              </a:ext>
            </a:extLst>
          </p:cNvPr>
          <p:cNvSpPr>
            <a:spLocks noGrp="1"/>
          </p:cNvSpPr>
          <p:nvPr>
            <p:ph idx="1"/>
          </p:nvPr>
        </p:nvSpPr>
        <p:spPr/>
        <p:txBody>
          <a:bodyPr/>
          <a:lstStyle/>
          <a:p>
            <a:pPr>
              <a:buFont typeface="Arial" panose="020B0604020202020204" pitchFamily="34" charset="0"/>
              <a:buChar char="•"/>
            </a:pPr>
            <a:r>
              <a:rPr lang="en-US" b="1" dirty="0"/>
              <a:t>Security</a:t>
            </a:r>
            <a:r>
              <a:rPr lang="en-US" dirty="0"/>
              <a:t>:</a:t>
            </a:r>
          </a:p>
          <a:p>
            <a:pPr marL="742950" lvl="1" indent="-285750">
              <a:buFont typeface="Arial" panose="020B0604020202020204" pitchFamily="34" charset="0"/>
              <a:buChar char="•"/>
            </a:pPr>
            <a:r>
              <a:rPr lang="en-US" dirty="0"/>
              <a:t>AWS IAM: Manage access and permissions</a:t>
            </a:r>
          </a:p>
          <a:p>
            <a:pPr marL="742950" lvl="1" indent="-285750">
              <a:buFont typeface="Arial" panose="020B0604020202020204" pitchFamily="34" charset="0"/>
              <a:buChar char="•"/>
            </a:pPr>
            <a:r>
              <a:rPr lang="en-US" dirty="0"/>
              <a:t>AWS KMS: Encrypt data at rest and in transit</a:t>
            </a:r>
          </a:p>
          <a:p>
            <a:pPr>
              <a:buFont typeface="Arial" panose="020B0604020202020204" pitchFamily="34" charset="0"/>
              <a:buChar char="•"/>
            </a:pPr>
            <a:r>
              <a:rPr lang="en-US" b="1" dirty="0"/>
              <a:t>Governance</a:t>
            </a:r>
            <a:r>
              <a:rPr lang="en-US" dirty="0"/>
              <a:t>:</a:t>
            </a:r>
          </a:p>
          <a:p>
            <a:pPr marL="742950" lvl="1" indent="-285750">
              <a:buFont typeface="Arial" panose="020B0604020202020204" pitchFamily="34" charset="0"/>
              <a:buChar char="•"/>
            </a:pPr>
            <a:r>
              <a:rPr lang="en-US" dirty="0"/>
              <a:t>AWS Glue Data Catalog: Metadata management</a:t>
            </a:r>
          </a:p>
          <a:p>
            <a:pPr marL="742950" lvl="1" indent="-285750">
              <a:buFont typeface="Arial" panose="020B0604020202020204" pitchFamily="34" charset="0"/>
              <a:buChar char="•"/>
            </a:pPr>
            <a:r>
              <a:rPr lang="en-US" dirty="0"/>
              <a:t>AWS Lake Formation: Secure data lakes with fine-grained access control</a:t>
            </a:r>
          </a:p>
          <a:p>
            <a:pPr>
              <a:buFont typeface="Arial" panose="020B0604020202020204" pitchFamily="34" charset="0"/>
              <a:buChar char="•"/>
            </a:pPr>
            <a:r>
              <a:rPr lang="en-US" b="1" dirty="0"/>
              <a:t>Monitoring</a:t>
            </a:r>
            <a:r>
              <a:rPr lang="en-US" dirty="0"/>
              <a:t>:</a:t>
            </a:r>
          </a:p>
          <a:p>
            <a:pPr marL="742950" lvl="1" indent="-285750">
              <a:buFont typeface="Arial" panose="020B0604020202020204" pitchFamily="34" charset="0"/>
              <a:buChar char="•"/>
            </a:pPr>
            <a:r>
              <a:rPr lang="en-US" dirty="0"/>
              <a:t>Amazon CloudWatch: Log and monitor resources</a:t>
            </a:r>
          </a:p>
          <a:p>
            <a:pPr marL="742950" lvl="1" indent="-285750">
              <a:buFont typeface="Arial" panose="020B0604020202020204" pitchFamily="34" charset="0"/>
              <a:buChar char="•"/>
            </a:pPr>
            <a:r>
              <a:rPr lang="en-US" dirty="0"/>
              <a:t>AWS CloudTrail: Track user activity and API usage</a:t>
            </a:r>
          </a:p>
          <a:p>
            <a:endParaRPr lang="en-US" dirty="0"/>
          </a:p>
        </p:txBody>
      </p:sp>
    </p:spTree>
    <p:extLst>
      <p:ext uri="{BB962C8B-B14F-4D97-AF65-F5344CB8AC3E}">
        <p14:creationId xmlns:p14="http://schemas.microsoft.com/office/powerpoint/2010/main" val="5925867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170FA-64B4-C3A1-C8AE-80B9C4392B39}"/>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78EE867D-2339-4FAA-FC8E-4282052F0006}"/>
              </a:ext>
            </a:extLst>
          </p:cNvPr>
          <p:cNvSpPr>
            <a:spLocks noGrp="1"/>
          </p:cNvSpPr>
          <p:nvPr>
            <p:ph type="body" idx="1"/>
          </p:nvPr>
        </p:nvSpPr>
        <p:spPr/>
        <p:txBody>
          <a:bodyPr/>
          <a:lstStyle/>
          <a:p>
            <a:endParaRPr lang="en-US"/>
          </a:p>
        </p:txBody>
      </p:sp>
      <p:pic>
        <p:nvPicPr>
          <p:cNvPr id="2050" name="Picture 2" descr="Demystifying Data Integration: A Deep Dive into AWS Glue | by Ismail  LAMAAKAL | Cloud Computing (AWS , GCP , AZURE) | Medium">
            <a:extLst>
              <a:ext uri="{FF2B5EF4-FFF2-40B4-BE49-F238E27FC236}">
                <a16:creationId xmlns:a16="http://schemas.microsoft.com/office/drawing/2014/main" id="{1AC8A3E5-EFA6-72AB-E310-B0A96C3724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46227" y="1138331"/>
            <a:ext cx="3817844" cy="381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16142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What is Amazon AWS Glue?">
            <a:extLst>
              <a:ext uri="{FF2B5EF4-FFF2-40B4-BE49-F238E27FC236}">
                <a16:creationId xmlns:a16="http://schemas.microsoft.com/office/drawing/2014/main" id="{018DAB32-B32C-D5DF-930C-CAE823F235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0313" y="81280"/>
            <a:ext cx="115062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36000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8E97147-FFBD-FE63-99C9-AFD7AC14B46B}"/>
              </a:ext>
            </a:extLst>
          </p:cNvPr>
          <p:cNvSpPr>
            <a:spLocks noGrp="1"/>
          </p:cNvSpPr>
          <p:nvPr>
            <p:ph type="title"/>
          </p:nvPr>
        </p:nvSpPr>
        <p:spPr/>
        <p:txBody>
          <a:bodyPr>
            <a:normAutofit/>
          </a:bodyPr>
          <a:lstStyle/>
          <a:p>
            <a:r>
              <a:rPr lang="en-US" dirty="0"/>
              <a:t>Introduction to AWS Glue</a:t>
            </a:r>
          </a:p>
        </p:txBody>
      </p:sp>
      <p:sp>
        <p:nvSpPr>
          <p:cNvPr id="5" name="Content Placeholder 4">
            <a:extLst>
              <a:ext uri="{FF2B5EF4-FFF2-40B4-BE49-F238E27FC236}">
                <a16:creationId xmlns:a16="http://schemas.microsoft.com/office/drawing/2014/main" id="{625FF0EB-9ADE-4024-664D-847D5C5A5AFA}"/>
              </a:ext>
            </a:extLst>
          </p:cNvPr>
          <p:cNvSpPr>
            <a:spLocks noGrp="1"/>
          </p:cNvSpPr>
          <p:nvPr>
            <p:ph idx="1"/>
          </p:nvPr>
        </p:nvSpPr>
        <p:spPr/>
        <p:txBody>
          <a:bodyPr>
            <a:normAutofit/>
          </a:bodyPr>
          <a:lstStyle/>
          <a:p>
            <a:pPr>
              <a:buNone/>
            </a:pPr>
            <a:r>
              <a:rPr lang="en-US" b="1" dirty="0"/>
              <a:t>What is AWS Glue?</a:t>
            </a:r>
            <a:endParaRPr lang="en-US" dirty="0"/>
          </a:p>
          <a:p>
            <a:pPr>
              <a:buFont typeface="Arial" panose="020B0604020202020204" pitchFamily="34" charset="0"/>
              <a:buChar char="•"/>
            </a:pPr>
            <a:r>
              <a:rPr lang="en-US" dirty="0"/>
              <a:t>AWS Glue is a fully managed, serverless data integration service that simplifies the process of discovering, preparing, and combining data for analytics, machine learning, and application development.</a:t>
            </a:r>
          </a:p>
          <a:p>
            <a:pPr>
              <a:buNone/>
            </a:pPr>
            <a:r>
              <a:rPr lang="en-US" b="1" dirty="0"/>
              <a:t>Key Features:</a:t>
            </a:r>
            <a:endParaRPr lang="en-US" dirty="0"/>
          </a:p>
          <a:p>
            <a:pPr>
              <a:buFont typeface="Arial" panose="020B0604020202020204" pitchFamily="34" charset="0"/>
              <a:buChar char="•"/>
            </a:pPr>
            <a:r>
              <a:rPr lang="en-US" b="1" dirty="0"/>
              <a:t>Serverless Architecture:</a:t>
            </a:r>
            <a:r>
              <a:rPr lang="en-US" dirty="0"/>
              <a:t> No infrastructure to manage; AWS handles provisioning and scaling.</a:t>
            </a:r>
          </a:p>
          <a:p>
            <a:pPr>
              <a:buFont typeface="Arial" panose="020B0604020202020204" pitchFamily="34" charset="0"/>
              <a:buChar char="•"/>
            </a:pPr>
            <a:r>
              <a:rPr lang="en-US" b="1" dirty="0"/>
              <a:t>Data Cataloging:</a:t>
            </a:r>
            <a:r>
              <a:rPr lang="en-US" dirty="0"/>
              <a:t> Centralized metadata repository for all data assets. </a:t>
            </a:r>
          </a:p>
          <a:p>
            <a:pPr>
              <a:buFont typeface="Arial" panose="020B0604020202020204" pitchFamily="34" charset="0"/>
              <a:buChar char="•"/>
            </a:pPr>
            <a:r>
              <a:rPr lang="en-US" b="1" dirty="0"/>
              <a:t>Automated ETL:</a:t>
            </a:r>
            <a:r>
              <a:rPr lang="en-US" dirty="0"/>
              <a:t> Automatically generates code to extract, transform, and load data.</a:t>
            </a:r>
          </a:p>
          <a:p>
            <a:pPr>
              <a:buFont typeface="Arial" panose="020B0604020202020204" pitchFamily="34" charset="0"/>
              <a:buChar char="•"/>
            </a:pPr>
            <a:r>
              <a:rPr lang="en-US" b="1" dirty="0"/>
              <a:t>Support for Multiple Data Sources:</a:t>
            </a:r>
            <a:r>
              <a:rPr lang="en-US" dirty="0"/>
              <a:t> Integrates with various AWS and third-party data sources.</a:t>
            </a:r>
          </a:p>
        </p:txBody>
      </p:sp>
    </p:spTree>
    <p:extLst>
      <p:ext uri="{BB962C8B-B14F-4D97-AF65-F5344CB8AC3E}">
        <p14:creationId xmlns:p14="http://schemas.microsoft.com/office/powerpoint/2010/main" val="24480521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8F77E-DF13-FBEC-AF79-269BBB5C84D4}"/>
              </a:ext>
            </a:extLst>
          </p:cNvPr>
          <p:cNvSpPr>
            <a:spLocks noGrp="1"/>
          </p:cNvSpPr>
          <p:nvPr>
            <p:ph type="title"/>
          </p:nvPr>
        </p:nvSpPr>
        <p:spPr/>
        <p:txBody>
          <a:bodyPr>
            <a:normAutofit/>
          </a:bodyPr>
          <a:lstStyle/>
          <a:p>
            <a:r>
              <a:rPr lang="en-US" dirty="0"/>
              <a:t>Core Components of AWS Glue</a:t>
            </a:r>
          </a:p>
        </p:txBody>
      </p:sp>
      <p:sp>
        <p:nvSpPr>
          <p:cNvPr id="3" name="Content Placeholder 2">
            <a:extLst>
              <a:ext uri="{FF2B5EF4-FFF2-40B4-BE49-F238E27FC236}">
                <a16:creationId xmlns:a16="http://schemas.microsoft.com/office/drawing/2014/main" id="{72065814-BC19-DAFA-4544-96B8885CC973}"/>
              </a:ext>
            </a:extLst>
          </p:cNvPr>
          <p:cNvSpPr>
            <a:spLocks noGrp="1"/>
          </p:cNvSpPr>
          <p:nvPr>
            <p:ph idx="1"/>
          </p:nvPr>
        </p:nvSpPr>
        <p:spPr>
          <a:xfrm>
            <a:off x="838200" y="1706007"/>
            <a:ext cx="6631459" cy="4991039"/>
          </a:xfrm>
        </p:spPr>
        <p:txBody>
          <a:bodyPr>
            <a:normAutofit fontScale="92500" lnSpcReduction="10000"/>
          </a:bodyPr>
          <a:lstStyle/>
          <a:p>
            <a:pPr>
              <a:buNone/>
            </a:pPr>
            <a:r>
              <a:rPr lang="en-US" b="1" dirty="0"/>
              <a:t>1. AWS Glue Data Catalog: </a:t>
            </a:r>
            <a:r>
              <a:rPr lang="en-US" dirty="0"/>
              <a:t>A centralized metadata repository that stores table definitions, job metadata, and other control information to manage your ETL environment. </a:t>
            </a:r>
          </a:p>
          <a:p>
            <a:pPr marL="0" indent="0">
              <a:buNone/>
            </a:pPr>
            <a:r>
              <a:rPr lang="en-US" b="1" dirty="0"/>
              <a:t>2. Crawlers: </a:t>
            </a:r>
            <a:r>
              <a:rPr lang="en-US" dirty="0"/>
              <a:t>Automated processes that scan data sources to infer schemas and populate the Data Catalog.</a:t>
            </a:r>
          </a:p>
          <a:p>
            <a:pPr>
              <a:buNone/>
            </a:pPr>
            <a:r>
              <a:rPr lang="en-US" b="1" dirty="0"/>
              <a:t>3. Jobs: </a:t>
            </a:r>
            <a:r>
              <a:rPr lang="en-US" dirty="0"/>
              <a:t>Scripts that define the ETL process, written in Python or Scala, which can be generated automatically or customized.</a:t>
            </a:r>
          </a:p>
          <a:p>
            <a:pPr>
              <a:buNone/>
            </a:pPr>
            <a:r>
              <a:rPr lang="en-US" b="1" dirty="0"/>
              <a:t>4. Triggers: </a:t>
            </a:r>
            <a:r>
              <a:rPr lang="en-US" dirty="0"/>
              <a:t>Mechanisms to initiate jobs based on schedules or events. </a:t>
            </a:r>
          </a:p>
          <a:p>
            <a:pPr marL="0" indent="0">
              <a:buNone/>
            </a:pPr>
            <a:r>
              <a:rPr lang="en-US" b="1" dirty="0"/>
              <a:t>5. Workflows: </a:t>
            </a:r>
            <a:r>
              <a:rPr lang="en-US" dirty="0"/>
              <a:t>Orchestrate multiple jobs and crawlers to build complex ETL pipelines.</a:t>
            </a:r>
          </a:p>
          <a:p>
            <a:pPr marL="0" indent="0">
              <a:buNone/>
            </a:pPr>
            <a:r>
              <a:rPr lang="en-US" sz="2400" b="1" dirty="0"/>
              <a:t>6. Transformers</a:t>
            </a:r>
            <a:r>
              <a:rPr lang="en-US" sz="2400" dirty="0"/>
              <a:t>: Built-in and custom data transformation functions. </a:t>
            </a:r>
          </a:p>
          <a:p>
            <a:pPr>
              <a:buFont typeface="Arial" panose="020B0604020202020204" pitchFamily="34" charset="0"/>
              <a:buChar char="•"/>
            </a:pPr>
            <a:endParaRPr lang="en-US" dirty="0"/>
          </a:p>
        </p:txBody>
      </p:sp>
      <p:pic>
        <p:nvPicPr>
          <p:cNvPr id="11" name="Picture 10">
            <a:extLst>
              <a:ext uri="{FF2B5EF4-FFF2-40B4-BE49-F238E27FC236}">
                <a16:creationId xmlns:a16="http://schemas.microsoft.com/office/drawing/2014/main" id="{C9C53912-FD49-39F1-DE3C-EA1033F69C5D}"/>
              </a:ext>
            </a:extLst>
          </p:cNvPr>
          <p:cNvPicPr>
            <a:picLocks noChangeAspect="1"/>
          </p:cNvPicPr>
          <p:nvPr/>
        </p:nvPicPr>
        <p:blipFill>
          <a:blip r:embed="rId2"/>
          <a:stretch>
            <a:fillRect/>
          </a:stretch>
        </p:blipFill>
        <p:spPr>
          <a:xfrm>
            <a:off x="7661189" y="1694274"/>
            <a:ext cx="3692611" cy="5142678"/>
          </a:xfrm>
          <a:prstGeom prst="rect">
            <a:avLst/>
          </a:prstGeom>
        </p:spPr>
      </p:pic>
    </p:spTree>
    <p:extLst>
      <p:ext uri="{BB962C8B-B14F-4D97-AF65-F5344CB8AC3E}">
        <p14:creationId xmlns:p14="http://schemas.microsoft.com/office/powerpoint/2010/main" val="42565974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AWS Glue Concepts - AWS Glue">
            <a:extLst>
              <a:ext uri="{FF2B5EF4-FFF2-40B4-BE49-F238E27FC236}">
                <a16:creationId xmlns:a16="http://schemas.microsoft.com/office/drawing/2014/main" id="{AC23D1C9-E5DC-140C-FCC0-DE812D2F0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685800"/>
            <a:ext cx="7315200" cy="548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1008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2E497-5184-4773-3A20-C6208146EE1B}"/>
              </a:ext>
            </a:extLst>
          </p:cNvPr>
          <p:cNvSpPr>
            <a:spLocks noGrp="1"/>
          </p:cNvSpPr>
          <p:nvPr>
            <p:ph type="title"/>
          </p:nvPr>
        </p:nvSpPr>
        <p:spPr/>
        <p:txBody>
          <a:bodyPr>
            <a:normAutofit/>
          </a:bodyPr>
          <a:lstStyle/>
          <a:p>
            <a:r>
              <a:rPr lang="en-US" dirty="0"/>
              <a:t>AWS Glue Data Catalog</a:t>
            </a:r>
          </a:p>
        </p:txBody>
      </p:sp>
      <p:sp>
        <p:nvSpPr>
          <p:cNvPr id="3" name="Content Placeholder 2">
            <a:extLst>
              <a:ext uri="{FF2B5EF4-FFF2-40B4-BE49-F238E27FC236}">
                <a16:creationId xmlns:a16="http://schemas.microsoft.com/office/drawing/2014/main" id="{466D27F7-E65D-B671-F92E-DEFBDBA338EF}"/>
              </a:ext>
            </a:extLst>
          </p:cNvPr>
          <p:cNvSpPr>
            <a:spLocks noGrp="1"/>
          </p:cNvSpPr>
          <p:nvPr>
            <p:ph idx="1"/>
          </p:nvPr>
        </p:nvSpPr>
        <p:spPr/>
        <p:txBody>
          <a:bodyPr/>
          <a:lstStyle/>
          <a:p>
            <a:pPr>
              <a:buNone/>
            </a:pPr>
            <a:r>
              <a:rPr lang="en-US" b="1" dirty="0"/>
              <a:t>Purpose:</a:t>
            </a:r>
            <a:endParaRPr lang="en-US" dirty="0"/>
          </a:p>
          <a:p>
            <a:pPr>
              <a:buFont typeface="Arial" panose="020B0604020202020204" pitchFamily="34" charset="0"/>
              <a:buChar char="•"/>
            </a:pPr>
            <a:r>
              <a:rPr lang="en-US" dirty="0"/>
              <a:t>Acts as a persistent metadata store for all your data assets, enabling data discovery and schema management.</a:t>
            </a:r>
          </a:p>
          <a:p>
            <a:pPr>
              <a:buNone/>
            </a:pPr>
            <a:r>
              <a:rPr lang="en-US" b="1" dirty="0"/>
              <a:t>Features:</a:t>
            </a:r>
            <a:endParaRPr lang="en-US" dirty="0"/>
          </a:p>
          <a:p>
            <a:pPr>
              <a:buFont typeface="Arial" panose="020B0604020202020204" pitchFamily="34" charset="0"/>
              <a:buChar char="•"/>
            </a:pPr>
            <a:r>
              <a:rPr lang="en-US" b="1" dirty="0"/>
              <a:t>Schema Versioning:</a:t>
            </a:r>
            <a:r>
              <a:rPr lang="en-US" dirty="0"/>
              <a:t> Tracks changes to data schemas over time.</a:t>
            </a:r>
          </a:p>
          <a:p>
            <a:pPr>
              <a:buFont typeface="Arial" panose="020B0604020202020204" pitchFamily="34" charset="0"/>
              <a:buChar char="•"/>
            </a:pPr>
            <a:r>
              <a:rPr lang="en-US" b="1" dirty="0"/>
              <a:t>Integration:</a:t>
            </a:r>
            <a:r>
              <a:rPr lang="en-US" dirty="0"/>
              <a:t> Works seamlessly with Amazon Athena, Redshift Spectrum, and Amazon EMR. </a:t>
            </a:r>
          </a:p>
          <a:p>
            <a:pPr>
              <a:buFont typeface="Arial" panose="020B0604020202020204" pitchFamily="34" charset="0"/>
              <a:buChar char="•"/>
            </a:pPr>
            <a:r>
              <a:rPr lang="en-US" b="1" dirty="0"/>
              <a:t>Security:</a:t>
            </a:r>
            <a:r>
              <a:rPr lang="en-US" dirty="0"/>
              <a:t> Supports fine-grained access control using AWS Identity and Access Management (IAM).</a:t>
            </a:r>
          </a:p>
          <a:p>
            <a:endParaRPr lang="en-US" dirty="0"/>
          </a:p>
        </p:txBody>
      </p:sp>
    </p:spTree>
    <p:extLst>
      <p:ext uri="{BB962C8B-B14F-4D97-AF65-F5344CB8AC3E}">
        <p14:creationId xmlns:p14="http://schemas.microsoft.com/office/powerpoint/2010/main" val="432163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D87C5-6B57-9FBD-835B-9A1670E1E82A}"/>
              </a:ext>
            </a:extLst>
          </p:cNvPr>
          <p:cNvSpPr>
            <a:spLocks noGrp="1"/>
          </p:cNvSpPr>
          <p:nvPr>
            <p:ph type="title"/>
          </p:nvPr>
        </p:nvSpPr>
        <p:spPr/>
        <p:txBody>
          <a:bodyPr>
            <a:normAutofit/>
          </a:bodyPr>
          <a:lstStyle/>
          <a:p>
            <a:r>
              <a:rPr lang="en-US" dirty="0"/>
              <a:t>AWS Glue Crawlers</a:t>
            </a:r>
          </a:p>
        </p:txBody>
      </p:sp>
      <p:sp>
        <p:nvSpPr>
          <p:cNvPr id="3" name="Content Placeholder 2">
            <a:extLst>
              <a:ext uri="{FF2B5EF4-FFF2-40B4-BE49-F238E27FC236}">
                <a16:creationId xmlns:a16="http://schemas.microsoft.com/office/drawing/2014/main" id="{E39E8820-FF0B-FC0F-4F58-4DE946F23E5A}"/>
              </a:ext>
            </a:extLst>
          </p:cNvPr>
          <p:cNvSpPr>
            <a:spLocks noGrp="1"/>
          </p:cNvSpPr>
          <p:nvPr>
            <p:ph idx="1"/>
          </p:nvPr>
        </p:nvSpPr>
        <p:spPr/>
        <p:txBody>
          <a:bodyPr/>
          <a:lstStyle/>
          <a:p>
            <a:pPr>
              <a:buNone/>
            </a:pPr>
            <a:r>
              <a:rPr lang="en-US" b="1" dirty="0"/>
              <a:t>Functionality:</a:t>
            </a:r>
            <a:endParaRPr lang="en-US" dirty="0"/>
          </a:p>
          <a:p>
            <a:pPr>
              <a:buFont typeface="Arial" panose="020B0604020202020204" pitchFamily="34" charset="0"/>
              <a:buChar char="•"/>
            </a:pPr>
            <a:r>
              <a:rPr lang="en-US" dirty="0"/>
              <a:t>Connect to various data sources, infer schemas, and populate the Data Catalog with metadata. </a:t>
            </a:r>
          </a:p>
          <a:p>
            <a:pPr marL="0" indent="0">
              <a:buNone/>
            </a:pPr>
            <a:r>
              <a:rPr lang="en-US" b="1" dirty="0"/>
              <a:t>Supported Data Stores:</a:t>
            </a:r>
            <a:endParaRPr lang="en-US" dirty="0"/>
          </a:p>
          <a:p>
            <a:pPr>
              <a:buFont typeface="Arial" panose="020B0604020202020204" pitchFamily="34" charset="0"/>
              <a:buChar char="•"/>
            </a:pPr>
            <a:r>
              <a:rPr lang="en-US" dirty="0"/>
              <a:t>Amazon S3, Amazon RDS, Amazon Redshift, DynamoDB, and more.</a:t>
            </a:r>
          </a:p>
          <a:p>
            <a:pPr>
              <a:buNone/>
            </a:pPr>
            <a:r>
              <a:rPr lang="en-US" b="1" dirty="0"/>
              <a:t>Custom Classifiers:</a:t>
            </a:r>
            <a:endParaRPr lang="en-US" dirty="0"/>
          </a:p>
          <a:p>
            <a:pPr>
              <a:buFont typeface="Arial" panose="020B0604020202020204" pitchFamily="34" charset="0"/>
              <a:buChar char="•"/>
            </a:pPr>
            <a:r>
              <a:rPr lang="en-US" dirty="0"/>
              <a:t>Define custom logic to classify data formats not supported by default.</a:t>
            </a:r>
          </a:p>
          <a:p>
            <a:endParaRPr lang="en-US" dirty="0"/>
          </a:p>
        </p:txBody>
      </p:sp>
    </p:spTree>
    <p:extLst>
      <p:ext uri="{BB962C8B-B14F-4D97-AF65-F5344CB8AC3E}">
        <p14:creationId xmlns:p14="http://schemas.microsoft.com/office/powerpoint/2010/main" val="21781189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Populating the AWS Glue Data Catalog - AWS Glue">
            <a:extLst>
              <a:ext uri="{FF2B5EF4-FFF2-40B4-BE49-F238E27FC236}">
                <a16:creationId xmlns:a16="http://schemas.microsoft.com/office/drawing/2014/main" id="{5693772D-A2C2-AE26-7164-B1FDF6A281C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9073" y="327028"/>
            <a:ext cx="8086669" cy="6203943"/>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99537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97BAD-A2B1-86BD-E2AF-B42FBAF5F608}"/>
              </a:ext>
            </a:extLst>
          </p:cNvPr>
          <p:cNvSpPr>
            <a:spLocks noGrp="1"/>
          </p:cNvSpPr>
          <p:nvPr>
            <p:ph type="title"/>
          </p:nvPr>
        </p:nvSpPr>
        <p:spPr/>
        <p:txBody>
          <a:bodyPr>
            <a:normAutofit/>
          </a:bodyPr>
          <a:lstStyle/>
          <a:p>
            <a:r>
              <a:rPr lang="en-US" dirty="0"/>
              <a:t>AWS Glue Jobs</a:t>
            </a:r>
          </a:p>
        </p:txBody>
      </p:sp>
      <p:sp>
        <p:nvSpPr>
          <p:cNvPr id="3" name="Content Placeholder 2">
            <a:extLst>
              <a:ext uri="{FF2B5EF4-FFF2-40B4-BE49-F238E27FC236}">
                <a16:creationId xmlns:a16="http://schemas.microsoft.com/office/drawing/2014/main" id="{C06BC55C-2EBB-BC9F-FED6-8DADA244F333}"/>
              </a:ext>
            </a:extLst>
          </p:cNvPr>
          <p:cNvSpPr>
            <a:spLocks noGrp="1"/>
          </p:cNvSpPr>
          <p:nvPr>
            <p:ph idx="1"/>
          </p:nvPr>
        </p:nvSpPr>
        <p:spPr/>
        <p:txBody>
          <a:bodyPr>
            <a:normAutofit/>
          </a:bodyPr>
          <a:lstStyle/>
          <a:p>
            <a:pPr>
              <a:buNone/>
            </a:pPr>
            <a:r>
              <a:rPr lang="en-US" b="1" dirty="0"/>
              <a:t>Types of Jobs:</a:t>
            </a:r>
            <a:endParaRPr lang="en-US" dirty="0"/>
          </a:p>
          <a:p>
            <a:pPr>
              <a:buFont typeface="Arial" panose="020B0604020202020204" pitchFamily="34" charset="0"/>
              <a:buChar char="•"/>
            </a:pPr>
            <a:r>
              <a:rPr lang="en-US" b="1" dirty="0"/>
              <a:t>ETL Jobs:</a:t>
            </a:r>
            <a:r>
              <a:rPr lang="en-US" dirty="0"/>
              <a:t> Perform extract, transform, and load operations.</a:t>
            </a:r>
          </a:p>
          <a:p>
            <a:pPr>
              <a:buFont typeface="Arial" panose="020B0604020202020204" pitchFamily="34" charset="0"/>
              <a:buChar char="•"/>
            </a:pPr>
            <a:r>
              <a:rPr lang="en-US" b="1" dirty="0"/>
              <a:t>Streaming Jobs:</a:t>
            </a:r>
            <a:r>
              <a:rPr lang="en-US" dirty="0"/>
              <a:t> Process real-time data streams using Apache Spark Structured Streaming.</a:t>
            </a:r>
          </a:p>
          <a:p>
            <a:pPr>
              <a:buNone/>
            </a:pPr>
            <a:r>
              <a:rPr lang="en-US" b="1" dirty="0"/>
              <a:t>Development Options:</a:t>
            </a:r>
            <a:endParaRPr lang="en-US" dirty="0"/>
          </a:p>
          <a:p>
            <a:pPr>
              <a:buFont typeface="Arial" panose="020B0604020202020204" pitchFamily="34" charset="0"/>
              <a:buChar char="•"/>
            </a:pPr>
            <a:r>
              <a:rPr lang="en-US" b="1" dirty="0"/>
              <a:t>AWS Glue Studio:</a:t>
            </a:r>
            <a:r>
              <a:rPr lang="en-US" dirty="0"/>
              <a:t> Visual interface to create and manage jobs.</a:t>
            </a:r>
          </a:p>
          <a:p>
            <a:pPr>
              <a:buFont typeface="Arial" panose="020B0604020202020204" pitchFamily="34" charset="0"/>
              <a:buChar char="•"/>
            </a:pPr>
            <a:r>
              <a:rPr lang="en-US" b="1" dirty="0"/>
              <a:t>Script Editor:</a:t>
            </a:r>
            <a:r>
              <a:rPr lang="en-US" dirty="0"/>
              <a:t> Write custom scripts in Python or Scala.</a:t>
            </a:r>
          </a:p>
          <a:p>
            <a:pPr>
              <a:buNone/>
            </a:pPr>
            <a:r>
              <a:rPr lang="en-US" b="1" dirty="0"/>
              <a:t>Job Monitoring:</a:t>
            </a:r>
            <a:endParaRPr lang="en-US" dirty="0"/>
          </a:p>
          <a:p>
            <a:pPr>
              <a:buFont typeface="Arial" panose="020B0604020202020204" pitchFamily="34" charset="0"/>
              <a:buChar char="•"/>
            </a:pPr>
            <a:r>
              <a:rPr lang="en-US" dirty="0"/>
              <a:t>Track job runs, monitor logs, and set up alerts for failures or delays.</a:t>
            </a:r>
          </a:p>
          <a:p>
            <a:endParaRPr lang="en-US" dirty="0"/>
          </a:p>
        </p:txBody>
      </p:sp>
    </p:spTree>
    <p:extLst>
      <p:ext uri="{BB962C8B-B14F-4D97-AF65-F5344CB8AC3E}">
        <p14:creationId xmlns:p14="http://schemas.microsoft.com/office/powerpoint/2010/main" val="15603454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D819E-1696-0466-617C-3B8B15BDE2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405B5D-A727-DD91-E9AD-5372B5591A01}"/>
              </a:ext>
            </a:extLst>
          </p:cNvPr>
          <p:cNvSpPr>
            <a:spLocks noGrp="1"/>
          </p:cNvSpPr>
          <p:nvPr>
            <p:ph type="title"/>
          </p:nvPr>
        </p:nvSpPr>
        <p:spPr/>
        <p:txBody>
          <a:bodyPr>
            <a:normAutofit/>
          </a:bodyPr>
          <a:lstStyle/>
          <a:p>
            <a:r>
              <a:rPr lang="en-US" dirty="0"/>
              <a:t>Triggers and Workflows</a:t>
            </a:r>
          </a:p>
        </p:txBody>
      </p:sp>
      <p:sp>
        <p:nvSpPr>
          <p:cNvPr id="3" name="Content Placeholder 2">
            <a:extLst>
              <a:ext uri="{FF2B5EF4-FFF2-40B4-BE49-F238E27FC236}">
                <a16:creationId xmlns:a16="http://schemas.microsoft.com/office/drawing/2014/main" id="{FC76FF0D-A8F8-1B1B-050C-58A0923C0772}"/>
              </a:ext>
            </a:extLst>
          </p:cNvPr>
          <p:cNvSpPr>
            <a:spLocks noGrp="1"/>
          </p:cNvSpPr>
          <p:nvPr>
            <p:ph idx="1"/>
          </p:nvPr>
        </p:nvSpPr>
        <p:spPr/>
        <p:txBody>
          <a:bodyPr/>
          <a:lstStyle/>
          <a:p>
            <a:pPr>
              <a:buNone/>
            </a:pPr>
            <a:r>
              <a:rPr lang="en-US" b="1" dirty="0"/>
              <a:t>Triggers:</a:t>
            </a:r>
            <a:endParaRPr lang="en-US" dirty="0"/>
          </a:p>
          <a:p>
            <a:pPr>
              <a:buFont typeface="Arial" panose="020B0604020202020204" pitchFamily="34" charset="0"/>
              <a:buChar char="•"/>
            </a:pPr>
            <a:r>
              <a:rPr lang="en-US" b="1" dirty="0"/>
              <a:t>Scheduled Triggers:</a:t>
            </a:r>
            <a:r>
              <a:rPr lang="en-US" dirty="0"/>
              <a:t> Initiate jobs at specified times.</a:t>
            </a:r>
          </a:p>
          <a:p>
            <a:pPr>
              <a:buFont typeface="Arial" panose="020B0604020202020204" pitchFamily="34" charset="0"/>
              <a:buChar char="•"/>
            </a:pPr>
            <a:r>
              <a:rPr lang="en-US" b="1" dirty="0"/>
              <a:t>Event-Based Triggers:</a:t>
            </a:r>
            <a:r>
              <a:rPr lang="en-US" dirty="0"/>
              <a:t> Start jobs in response to events like new data arrival.</a:t>
            </a:r>
          </a:p>
          <a:p>
            <a:pPr>
              <a:buNone/>
            </a:pPr>
            <a:r>
              <a:rPr lang="en-US" b="1" dirty="0"/>
              <a:t>Workflows:</a:t>
            </a:r>
            <a:endParaRPr lang="en-US" dirty="0"/>
          </a:p>
          <a:p>
            <a:pPr>
              <a:buFont typeface="Arial" panose="020B0604020202020204" pitchFamily="34" charset="0"/>
              <a:buChar char="•"/>
            </a:pPr>
            <a:r>
              <a:rPr lang="en-US" dirty="0"/>
              <a:t>Define a sequence of jobs and crawlers with dependencies to automate complex ETL processes.</a:t>
            </a:r>
          </a:p>
        </p:txBody>
      </p:sp>
    </p:spTree>
    <p:extLst>
      <p:ext uri="{BB962C8B-B14F-4D97-AF65-F5344CB8AC3E}">
        <p14:creationId xmlns:p14="http://schemas.microsoft.com/office/powerpoint/2010/main" val="5809811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FB019-11FA-BBD5-8D72-5B52560B54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4F0F06-4021-2D2C-145B-1A427FED152A}"/>
              </a:ext>
            </a:extLst>
          </p:cNvPr>
          <p:cNvSpPr>
            <a:spLocks noGrp="1"/>
          </p:cNvSpPr>
          <p:nvPr>
            <p:ph type="title"/>
          </p:nvPr>
        </p:nvSpPr>
        <p:spPr/>
        <p:txBody>
          <a:bodyPr>
            <a:normAutofit/>
          </a:bodyPr>
          <a:lstStyle/>
          <a:p>
            <a:r>
              <a:rPr lang="en-US" dirty="0"/>
              <a:t>AWS Glue Studio</a:t>
            </a:r>
          </a:p>
        </p:txBody>
      </p:sp>
      <p:sp>
        <p:nvSpPr>
          <p:cNvPr id="3" name="Content Placeholder 2">
            <a:extLst>
              <a:ext uri="{FF2B5EF4-FFF2-40B4-BE49-F238E27FC236}">
                <a16:creationId xmlns:a16="http://schemas.microsoft.com/office/drawing/2014/main" id="{F9A6D65D-5A3B-50CC-4836-6A7C874D7DB1}"/>
              </a:ext>
            </a:extLst>
          </p:cNvPr>
          <p:cNvSpPr>
            <a:spLocks noGrp="1"/>
          </p:cNvSpPr>
          <p:nvPr>
            <p:ph idx="1"/>
          </p:nvPr>
        </p:nvSpPr>
        <p:spPr>
          <a:xfrm>
            <a:off x="838200" y="1706007"/>
            <a:ext cx="4864443" cy="4991039"/>
          </a:xfrm>
        </p:spPr>
        <p:txBody>
          <a:bodyPr/>
          <a:lstStyle/>
          <a:p>
            <a:pPr>
              <a:buNone/>
            </a:pPr>
            <a:r>
              <a:rPr lang="en-US" b="1" dirty="0"/>
              <a:t>Features:</a:t>
            </a:r>
            <a:endParaRPr lang="en-US" dirty="0"/>
          </a:p>
          <a:p>
            <a:pPr>
              <a:buFont typeface="Arial" panose="020B0604020202020204" pitchFamily="34" charset="0"/>
              <a:buChar char="•"/>
            </a:pPr>
            <a:r>
              <a:rPr lang="en-US" dirty="0"/>
              <a:t>User-friendly interface to create, run, and monitor ETL jobs without writing code.</a:t>
            </a:r>
          </a:p>
          <a:p>
            <a:pPr>
              <a:buFont typeface="Arial" panose="020B0604020202020204" pitchFamily="34" charset="0"/>
              <a:buChar char="•"/>
            </a:pPr>
            <a:r>
              <a:rPr lang="en-US" dirty="0"/>
              <a:t>Drag-and-drop functionality to design data flows.</a:t>
            </a:r>
          </a:p>
          <a:p>
            <a:pPr>
              <a:buFont typeface="Arial" panose="020B0604020202020204" pitchFamily="34" charset="0"/>
              <a:buChar char="•"/>
            </a:pPr>
            <a:r>
              <a:rPr lang="en-US" dirty="0"/>
              <a:t>Automatic code generation with the option to customize scripts.</a:t>
            </a:r>
          </a:p>
          <a:p>
            <a:endParaRPr lang="en-US" dirty="0"/>
          </a:p>
        </p:txBody>
      </p:sp>
      <p:pic>
        <p:nvPicPr>
          <p:cNvPr id="5" name="Picture 4">
            <a:extLst>
              <a:ext uri="{FF2B5EF4-FFF2-40B4-BE49-F238E27FC236}">
                <a16:creationId xmlns:a16="http://schemas.microsoft.com/office/drawing/2014/main" id="{341F5F48-AD26-51CE-4C9E-B3C95103EA6C}"/>
              </a:ext>
            </a:extLst>
          </p:cNvPr>
          <p:cNvPicPr>
            <a:picLocks noChangeAspect="1"/>
          </p:cNvPicPr>
          <p:nvPr/>
        </p:nvPicPr>
        <p:blipFill>
          <a:blip r:embed="rId2"/>
          <a:stretch>
            <a:fillRect/>
          </a:stretch>
        </p:blipFill>
        <p:spPr>
          <a:xfrm>
            <a:off x="5813369" y="1785551"/>
            <a:ext cx="5540431" cy="4201297"/>
          </a:xfrm>
          <a:prstGeom prst="rect">
            <a:avLst/>
          </a:prstGeom>
        </p:spPr>
      </p:pic>
    </p:spTree>
    <p:extLst>
      <p:ext uri="{BB962C8B-B14F-4D97-AF65-F5344CB8AC3E}">
        <p14:creationId xmlns:p14="http://schemas.microsoft.com/office/powerpoint/2010/main" val="31066992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5E62D-5F1F-65F0-3837-A567DE9FF0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B7AD98-93BB-9F4B-706C-0A0838FB30A2}"/>
              </a:ext>
            </a:extLst>
          </p:cNvPr>
          <p:cNvSpPr>
            <a:spLocks noGrp="1"/>
          </p:cNvSpPr>
          <p:nvPr>
            <p:ph type="title"/>
          </p:nvPr>
        </p:nvSpPr>
        <p:spPr/>
        <p:txBody>
          <a:bodyPr>
            <a:normAutofit/>
          </a:bodyPr>
          <a:lstStyle/>
          <a:p>
            <a:r>
              <a:rPr lang="en-US" dirty="0"/>
              <a:t>AWS Glue </a:t>
            </a:r>
            <a:r>
              <a:rPr lang="en-US" dirty="0" err="1"/>
              <a:t>DataBrew</a:t>
            </a:r>
            <a:endParaRPr lang="en-US" dirty="0"/>
          </a:p>
        </p:txBody>
      </p:sp>
      <p:sp>
        <p:nvSpPr>
          <p:cNvPr id="3" name="Content Placeholder 2">
            <a:extLst>
              <a:ext uri="{FF2B5EF4-FFF2-40B4-BE49-F238E27FC236}">
                <a16:creationId xmlns:a16="http://schemas.microsoft.com/office/drawing/2014/main" id="{0B2D7AEA-6987-D43B-A758-411A6DB55536}"/>
              </a:ext>
            </a:extLst>
          </p:cNvPr>
          <p:cNvSpPr>
            <a:spLocks noGrp="1"/>
          </p:cNvSpPr>
          <p:nvPr>
            <p:ph idx="1"/>
          </p:nvPr>
        </p:nvSpPr>
        <p:spPr/>
        <p:txBody>
          <a:bodyPr/>
          <a:lstStyle/>
          <a:p>
            <a:pPr>
              <a:buNone/>
            </a:pPr>
            <a:r>
              <a:rPr lang="en-US" b="1" dirty="0"/>
              <a:t>Overview:</a:t>
            </a:r>
            <a:endParaRPr lang="en-US" dirty="0"/>
          </a:p>
          <a:p>
            <a:pPr>
              <a:buFont typeface="Arial" panose="020B0604020202020204" pitchFamily="34" charset="0"/>
              <a:buChar char="•"/>
            </a:pPr>
            <a:r>
              <a:rPr lang="en-US" dirty="0"/>
              <a:t>Visual data preparation tool for data analysts and scientists.</a:t>
            </a:r>
          </a:p>
          <a:p>
            <a:pPr>
              <a:buNone/>
            </a:pPr>
            <a:r>
              <a:rPr lang="en-US" b="1" dirty="0"/>
              <a:t>Capabilities:</a:t>
            </a:r>
            <a:endParaRPr lang="en-US" dirty="0"/>
          </a:p>
          <a:p>
            <a:pPr>
              <a:buFont typeface="Arial" panose="020B0604020202020204" pitchFamily="34" charset="0"/>
              <a:buChar char="•"/>
            </a:pPr>
            <a:r>
              <a:rPr lang="en-US" dirty="0"/>
              <a:t>Clean and normalize data without writing code.</a:t>
            </a:r>
          </a:p>
          <a:p>
            <a:pPr>
              <a:buFont typeface="Arial" panose="020B0604020202020204" pitchFamily="34" charset="0"/>
              <a:buChar char="•"/>
            </a:pPr>
            <a:r>
              <a:rPr lang="en-US" dirty="0"/>
              <a:t>Apply transformations, handle missing values, and create data profiles.</a:t>
            </a:r>
          </a:p>
          <a:p>
            <a:endParaRPr lang="en-US" dirty="0"/>
          </a:p>
        </p:txBody>
      </p:sp>
    </p:spTree>
    <p:extLst>
      <p:ext uri="{BB962C8B-B14F-4D97-AF65-F5344CB8AC3E}">
        <p14:creationId xmlns:p14="http://schemas.microsoft.com/office/powerpoint/2010/main" val="31036209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B50404-882D-4A76-3CD1-36C56DB3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F3920-672C-24AD-4C35-0AA7E8895427}"/>
              </a:ext>
            </a:extLst>
          </p:cNvPr>
          <p:cNvSpPr>
            <a:spLocks noGrp="1"/>
          </p:cNvSpPr>
          <p:nvPr>
            <p:ph type="title"/>
          </p:nvPr>
        </p:nvSpPr>
        <p:spPr/>
        <p:txBody>
          <a:bodyPr>
            <a:normAutofit/>
          </a:bodyPr>
          <a:lstStyle/>
          <a:p>
            <a:r>
              <a:rPr lang="en-US" dirty="0"/>
              <a:t>Integration with Other AWS Services</a:t>
            </a:r>
          </a:p>
        </p:txBody>
      </p:sp>
      <p:sp>
        <p:nvSpPr>
          <p:cNvPr id="3" name="Content Placeholder 2">
            <a:extLst>
              <a:ext uri="{FF2B5EF4-FFF2-40B4-BE49-F238E27FC236}">
                <a16:creationId xmlns:a16="http://schemas.microsoft.com/office/drawing/2014/main" id="{6FA1D835-79D2-7629-3503-273E54BF0CB4}"/>
              </a:ext>
            </a:extLst>
          </p:cNvPr>
          <p:cNvSpPr>
            <a:spLocks noGrp="1"/>
          </p:cNvSpPr>
          <p:nvPr>
            <p:ph idx="1"/>
          </p:nvPr>
        </p:nvSpPr>
        <p:spPr/>
        <p:txBody>
          <a:bodyPr/>
          <a:lstStyle/>
          <a:p>
            <a:pPr>
              <a:buNone/>
            </a:pPr>
            <a:r>
              <a:rPr lang="en-US" b="1" dirty="0"/>
              <a:t>Amazon S3:</a:t>
            </a:r>
            <a:endParaRPr lang="en-US" dirty="0"/>
          </a:p>
          <a:p>
            <a:pPr>
              <a:buFont typeface="Arial" panose="020B0604020202020204" pitchFamily="34" charset="0"/>
              <a:buChar char="•"/>
            </a:pPr>
            <a:r>
              <a:rPr lang="en-US" dirty="0"/>
              <a:t>Store and retrieve data for processing.</a:t>
            </a:r>
          </a:p>
          <a:p>
            <a:pPr>
              <a:buNone/>
            </a:pPr>
            <a:r>
              <a:rPr lang="en-US" b="1" dirty="0"/>
              <a:t>Amazon Redshift:</a:t>
            </a:r>
            <a:endParaRPr lang="en-US" dirty="0"/>
          </a:p>
          <a:p>
            <a:pPr>
              <a:buFont typeface="Arial" panose="020B0604020202020204" pitchFamily="34" charset="0"/>
              <a:buChar char="•"/>
            </a:pPr>
            <a:r>
              <a:rPr lang="en-US" dirty="0"/>
              <a:t>Load transformed data into Redshift for analytics.</a:t>
            </a:r>
          </a:p>
          <a:p>
            <a:pPr>
              <a:buNone/>
            </a:pPr>
            <a:r>
              <a:rPr lang="en-US" b="1" dirty="0"/>
              <a:t>Amazon Athena:</a:t>
            </a:r>
            <a:endParaRPr lang="en-US" dirty="0"/>
          </a:p>
          <a:p>
            <a:pPr>
              <a:buFont typeface="Arial" panose="020B0604020202020204" pitchFamily="34" charset="0"/>
              <a:buChar char="•"/>
            </a:pPr>
            <a:r>
              <a:rPr lang="en-US" dirty="0"/>
              <a:t>Query data directly from S3 using SQL.</a:t>
            </a:r>
          </a:p>
          <a:p>
            <a:pPr>
              <a:buNone/>
            </a:pPr>
            <a:r>
              <a:rPr lang="en-US" b="1" dirty="0"/>
              <a:t>Amazon EMR:</a:t>
            </a:r>
            <a:endParaRPr lang="en-US" dirty="0"/>
          </a:p>
          <a:p>
            <a:pPr>
              <a:buFont typeface="Arial" panose="020B0604020202020204" pitchFamily="34" charset="0"/>
              <a:buChar char="•"/>
            </a:pPr>
            <a:r>
              <a:rPr lang="en-US" dirty="0"/>
              <a:t>Process large datasets using big data frameworks like Apache Spark and Hadoop.</a:t>
            </a:r>
          </a:p>
          <a:p>
            <a:endParaRPr lang="en-US" dirty="0"/>
          </a:p>
        </p:txBody>
      </p:sp>
    </p:spTree>
    <p:extLst>
      <p:ext uri="{BB962C8B-B14F-4D97-AF65-F5344CB8AC3E}">
        <p14:creationId xmlns:p14="http://schemas.microsoft.com/office/powerpoint/2010/main" val="8189711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2F8E0-3482-1FD4-1321-256BE971BD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56A98-162F-CB27-E5A8-0362BEADD47F}"/>
              </a:ext>
            </a:extLst>
          </p:cNvPr>
          <p:cNvSpPr>
            <a:spLocks noGrp="1"/>
          </p:cNvSpPr>
          <p:nvPr>
            <p:ph type="title"/>
          </p:nvPr>
        </p:nvSpPr>
        <p:spPr/>
        <p:txBody>
          <a:bodyPr>
            <a:normAutofit/>
          </a:bodyPr>
          <a:lstStyle/>
          <a:p>
            <a:r>
              <a:rPr lang="en-US" dirty="0"/>
              <a:t>Security and Compliance</a:t>
            </a:r>
          </a:p>
        </p:txBody>
      </p:sp>
      <p:sp>
        <p:nvSpPr>
          <p:cNvPr id="3" name="Content Placeholder 2">
            <a:extLst>
              <a:ext uri="{FF2B5EF4-FFF2-40B4-BE49-F238E27FC236}">
                <a16:creationId xmlns:a16="http://schemas.microsoft.com/office/drawing/2014/main" id="{CB3B7240-6F26-8DB2-33F4-D3F6672F1307}"/>
              </a:ext>
            </a:extLst>
          </p:cNvPr>
          <p:cNvSpPr>
            <a:spLocks noGrp="1"/>
          </p:cNvSpPr>
          <p:nvPr>
            <p:ph idx="1"/>
          </p:nvPr>
        </p:nvSpPr>
        <p:spPr/>
        <p:txBody>
          <a:bodyPr/>
          <a:lstStyle/>
          <a:p>
            <a:pPr>
              <a:buNone/>
            </a:pPr>
            <a:r>
              <a:rPr lang="en-US" b="1" dirty="0"/>
              <a:t>Data Encryption:</a:t>
            </a:r>
            <a:endParaRPr lang="en-US" dirty="0"/>
          </a:p>
          <a:p>
            <a:pPr>
              <a:buFont typeface="Arial" panose="020B0604020202020204" pitchFamily="34" charset="0"/>
              <a:buChar char="•"/>
            </a:pPr>
            <a:r>
              <a:rPr lang="en-US" dirty="0"/>
              <a:t>Supports encryption at rest and in transit.</a:t>
            </a:r>
          </a:p>
          <a:p>
            <a:pPr>
              <a:buNone/>
            </a:pPr>
            <a:r>
              <a:rPr lang="en-US" b="1" dirty="0"/>
              <a:t>Access Control:</a:t>
            </a:r>
            <a:endParaRPr lang="en-US" dirty="0"/>
          </a:p>
          <a:p>
            <a:pPr>
              <a:buFont typeface="Arial" panose="020B0604020202020204" pitchFamily="34" charset="0"/>
              <a:buChar char="•"/>
            </a:pPr>
            <a:r>
              <a:rPr lang="en-US" dirty="0"/>
              <a:t>Fine-grained permissions using IAM roles and policies.</a:t>
            </a:r>
          </a:p>
          <a:p>
            <a:pPr>
              <a:buNone/>
            </a:pPr>
            <a:r>
              <a:rPr lang="en-US" b="1" dirty="0"/>
              <a:t>Audit Logging:</a:t>
            </a:r>
            <a:endParaRPr lang="en-US" dirty="0"/>
          </a:p>
          <a:p>
            <a:pPr>
              <a:buFont typeface="Arial" panose="020B0604020202020204" pitchFamily="34" charset="0"/>
              <a:buChar char="•"/>
            </a:pPr>
            <a:r>
              <a:rPr lang="en-US" dirty="0"/>
              <a:t>Integration with AWS CloudTrail for monitoring API calls and user activities.</a:t>
            </a:r>
          </a:p>
          <a:p>
            <a:endParaRPr lang="en-US" dirty="0"/>
          </a:p>
        </p:txBody>
      </p:sp>
    </p:spTree>
    <p:extLst>
      <p:ext uri="{BB962C8B-B14F-4D97-AF65-F5344CB8AC3E}">
        <p14:creationId xmlns:p14="http://schemas.microsoft.com/office/powerpoint/2010/main" val="3790624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C34D0F33-F7BE-4265-2E16-1FD552E7ABD0}"/>
              </a:ext>
            </a:extLst>
          </p:cNvPr>
          <p:cNvSpPr>
            <a:spLocks noGrp="1"/>
          </p:cNvSpPr>
          <p:nvPr>
            <p:ph type="body" idx="1"/>
          </p:nvPr>
        </p:nvSpPr>
        <p:spPr/>
        <p:txBody>
          <a:bodyPr/>
          <a:lstStyle/>
          <a:p>
            <a:endParaRPr lang="en-US"/>
          </a:p>
        </p:txBody>
      </p:sp>
      <p:pic>
        <p:nvPicPr>
          <p:cNvPr id="3074" name="Picture 2" descr="Data Analysis using Amazon Athena | Web Scraper">
            <a:extLst>
              <a:ext uri="{FF2B5EF4-FFF2-40B4-BE49-F238E27FC236}">
                <a16:creationId xmlns:a16="http://schemas.microsoft.com/office/drawing/2014/main" id="{DB76A47D-663B-3F4C-275A-00C501509F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00425" y="2286000"/>
            <a:ext cx="5391150" cy="228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11910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3D897-1E4F-8FEF-F38C-2B80D1844A69}"/>
              </a:ext>
            </a:extLst>
          </p:cNvPr>
          <p:cNvSpPr>
            <a:spLocks noGrp="1"/>
          </p:cNvSpPr>
          <p:nvPr>
            <p:ph type="title"/>
          </p:nvPr>
        </p:nvSpPr>
        <p:spPr/>
        <p:txBody>
          <a:bodyPr>
            <a:normAutofit/>
          </a:bodyPr>
          <a:lstStyle/>
          <a:p>
            <a:r>
              <a:rPr lang="en-US" dirty="0"/>
              <a:t>Introduction to Amazon Athena</a:t>
            </a:r>
          </a:p>
        </p:txBody>
      </p:sp>
      <p:sp>
        <p:nvSpPr>
          <p:cNvPr id="3" name="Content Placeholder 2">
            <a:extLst>
              <a:ext uri="{FF2B5EF4-FFF2-40B4-BE49-F238E27FC236}">
                <a16:creationId xmlns:a16="http://schemas.microsoft.com/office/drawing/2014/main" id="{A2A9E809-04F2-90E2-FE4A-90B426AB242C}"/>
              </a:ext>
            </a:extLst>
          </p:cNvPr>
          <p:cNvSpPr>
            <a:spLocks noGrp="1"/>
          </p:cNvSpPr>
          <p:nvPr>
            <p:ph idx="1"/>
          </p:nvPr>
        </p:nvSpPr>
        <p:spPr/>
        <p:txBody>
          <a:bodyPr>
            <a:normAutofit lnSpcReduction="10000"/>
          </a:bodyPr>
          <a:lstStyle/>
          <a:p>
            <a:pPr>
              <a:buFont typeface="Arial" panose="020B0604020202020204" pitchFamily="34" charset="0"/>
              <a:buChar char="•"/>
            </a:pPr>
            <a:r>
              <a:rPr lang="en-US" b="1" dirty="0"/>
              <a:t>What is Athena?</a:t>
            </a:r>
            <a:endParaRPr lang="en-US" dirty="0"/>
          </a:p>
          <a:p>
            <a:pPr marL="742950" lvl="1" indent="-285750">
              <a:buFont typeface="Arial" panose="020B0604020202020204" pitchFamily="34" charset="0"/>
              <a:buChar char="•"/>
            </a:pPr>
            <a:r>
              <a:rPr lang="en-US" dirty="0"/>
              <a:t>A </a:t>
            </a:r>
            <a:r>
              <a:rPr lang="en-US" b="1" dirty="0"/>
              <a:t>serverless</a:t>
            </a:r>
            <a:r>
              <a:rPr lang="en-US" dirty="0"/>
              <a:t> query service for </a:t>
            </a:r>
            <a:r>
              <a:rPr lang="en-US" b="1" dirty="0"/>
              <a:t>directly analyzing data in Amazon S3</a:t>
            </a:r>
            <a:r>
              <a:rPr lang="en-US" dirty="0"/>
              <a:t> using standard SQL.</a:t>
            </a:r>
          </a:p>
          <a:p>
            <a:pPr marL="742950" lvl="1" indent="-285750">
              <a:buFont typeface="Arial" panose="020B0604020202020204" pitchFamily="34" charset="0"/>
              <a:buChar char="•"/>
            </a:pPr>
            <a:r>
              <a:rPr lang="en-US" b="1" dirty="0"/>
              <a:t>No infrastructure</a:t>
            </a:r>
            <a:r>
              <a:rPr lang="en-US" dirty="0"/>
              <a:t> to set up or manage — you pay only for the data scanned per query.</a:t>
            </a:r>
          </a:p>
          <a:p>
            <a:r>
              <a:rPr lang="en-US" b="1" dirty="0"/>
              <a:t>Trino and Athena</a:t>
            </a:r>
          </a:p>
          <a:p>
            <a:pPr lvl="1"/>
            <a:r>
              <a:rPr lang="en-US" dirty="0"/>
              <a:t>Athena is built on the open-source Trino query engine</a:t>
            </a:r>
          </a:p>
          <a:p>
            <a:pPr lvl="1"/>
            <a:r>
              <a:rPr lang="en-US" dirty="0"/>
              <a:t>Trino (formerly </a:t>
            </a:r>
            <a:r>
              <a:rPr lang="en-US" dirty="0" err="1"/>
              <a:t>PrestoSQL</a:t>
            </a:r>
            <a:r>
              <a:rPr lang="en-US" dirty="0"/>
              <a:t>) enables fast, scalable query processing</a:t>
            </a:r>
          </a:p>
          <a:p>
            <a:pPr lvl="1"/>
            <a:r>
              <a:rPr lang="en-US" dirty="0"/>
              <a:t>Distributed SQL query engine for big data processing</a:t>
            </a:r>
          </a:p>
          <a:p>
            <a:pPr>
              <a:buFont typeface="Arial" panose="020B0604020202020204" pitchFamily="34" charset="0"/>
              <a:buChar char="•"/>
            </a:pPr>
            <a:r>
              <a:rPr lang="en-US" b="1" dirty="0"/>
              <a:t>Main Advantages:</a:t>
            </a:r>
            <a:endParaRPr lang="en-US" dirty="0"/>
          </a:p>
          <a:p>
            <a:pPr marL="742950" lvl="1" indent="-285750">
              <a:buFont typeface="Arial" panose="020B0604020202020204" pitchFamily="34" charset="0"/>
              <a:buChar char="•"/>
            </a:pPr>
            <a:r>
              <a:rPr lang="en-US" b="1" dirty="0"/>
              <a:t>Ad hoc querying</a:t>
            </a:r>
            <a:r>
              <a:rPr lang="en-US" dirty="0"/>
              <a:t>: instantly run queries without ETL pipelines.</a:t>
            </a:r>
          </a:p>
          <a:p>
            <a:pPr marL="742950" lvl="1" indent="-285750">
              <a:buFont typeface="Arial" panose="020B0604020202020204" pitchFamily="34" charset="0"/>
              <a:buChar char="•"/>
            </a:pPr>
            <a:r>
              <a:rPr lang="en-US" dirty="0"/>
              <a:t>Data exploration and discovery</a:t>
            </a:r>
          </a:p>
          <a:p>
            <a:pPr marL="742950" lvl="1" indent="-285750">
              <a:buFont typeface="Arial" panose="020B0604020202020204" pitchFamily="34" charset="0"/>
              <a:buChar char="•"/>
            </a:pPr>
            <a:r>
              <a:rPr lang="en-US" dirty="0"/>
              <a:t>Serverless analytics</a:t>
            </a:r>
          </a:p>
          <a:p>
            <a:pPr marL="742950" lvl="1" indent="-285750">
              <a:buFont typeface="Arial" panose="020B0604020202020204" pitchFamily="34" charset="0"/>
              <a:buChar char="•"/>
            </a:pPr>
            <a:r>
              <a:rPr lang="en-US" b="1" dirty="0"/>
              <a:t>Support for various formats</a:t>
            </a:r>
            <a:r>
              <a:rPr lang="en-US" dirty="0"/>
              <a:t>: CSV, JSON, ORC, Parquet, Avro.</a:t>
            </a:r>
          </a:p>
          <a:p>
            <a:pPr marL="742950" lvl="1" indent="-285750">
              <a:buFont typeface="Arial" panose="020B0604020202020204" pitchFamily="34" charset="0"/>
              <a:buChar char="•"/>
            </a:pPr>
            <a:r>
              <a:rPr lang="en-US" b="1" dirty="0"/>
              <a:t>Integration with AWS Glue</a:t>
            </a:r>
            <a:r>
              <a:rPr lang="en-US" dirty="0"/>
              <a:t> for metadata management.</a:t>
            </a:r>
          </a:p>
          <a:p>
            <a:pPr marL="742950" lvl="1" indent="-285750">
              <a:buFont typeface="Arial" panose="020B0604020202020204" pitchFamily="34" charset="0"/>
              <a:buChar char="•"/>
            </a:pPr>
            <a:r>
              <a:rPr lang="en-US" b="1" dirty="0"/>
              <a:t>Security</a:t>
            </a:r>
            <a:r>
              <a:rPr lang="en-US" dirty="0"/>
              <a:t>: IAM controls query and data access.</a:t>
            </a:r>
          </a:p>
          <a:p>
            <a:pPr marL="742950" lvl="1" indent="-285750">
              <a:buFont typeface="Arial" panose="020B0604020202020204" pitchFamily="34" charset="0"/>
              <a:buChar char="•"/>
            </a:pPr>
            <a:endParaRPr lang="en-US" dirty="0"/>
          </a:p>
          <a:p>
            <a:endParaRPr lang="en-US" dirty="0"/>
          </a:p>
        </p:txBody>
      </p:sp>
    </p:spTree>
    <p:extLst>
      <p:ext uri="{BB962C8B-B14F-4D97-AF65-F5344CB8AC3E}">
        <p14:creationId xmlns:p14="http://schemas.microsoft.com/office/powerpoint/2010/main" val="25653891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E3EB1-A367-57A9-5878-15AD22B09E53}"/>
              </a:ext>
            </a:extLst>
          </p:cNvPr>
          <p:cNvSpPr>
            <a:spLocks noGrp="1"/>
          </p:cNvSpPr>
          <p:nvPr>
            <p:ph type="title"/>
          </p:nvPr>
        </p:nvSpPr>
        <p:spPr/>
        <p:txBody>
          <a:bodyPr>
            <a:normAutofit/>
          </a:bodyPr>
          <a:lstStyle/>
          <a:p>
            <a:r>
              <a:rPr lang="en-US" dirty="0"/>
              <a:t>How Athena Works</a:t>
            </a:r>
          </a:p>
        </p:txBody>
      </p:sp>
      <p:sp>
        <p:nvSpPr>
          <p:cNvPr id="3" name="Content Placeholder 2">
            <a:extLst>
              <a:ext uri="{FF2B5EF4-FFF2-40B4-BE49-F238E27FC236}">
                <a16:creationId xmlns:a16="http://schemas.microsoft.com/office/drawing/2014/main" id="{6A120EC4-7B51-A1B4-5486-74B4123BBCB5}"/>
              </a:ext>
            </a:extLst>
          </p:cNvPr>
          <p:cNvSpPr>
            <a:spLocks noGrp="1"/>
          </p:cNvSpPr>
          <p:nvPr>
            <p:ph idx="1"/>
          </p:nvPr>
        </p:nvSpPr>
        <p:spPr/>
        <p:txBody>
          <a:bodyPr/>
          <a:lstStyle/>
          <a:p>
            <a:pPr>
              <a:buNone/>
            </a:pPr>
            <a:r>
              <a:rPr lang="en-US" b="1" dirty="0"/>
              <a:t>Architecture Overview:</a:t>
            </a:r>
            <a:endParaRPr lang="en-US" dirty="0"/>
          </a:p>
          <a:p>
            <a:pPr>
              <a:buFont typeface="Arial" panose="020B0604020202020204" pitchFamily="34" charset="0"/>
              <a:buChar char="•"/>
            </a:pPr>
            <a:r>
              <a:rPr lang="en-US" dirty="0"/>
              <a:t>Data is stored in </a:t>
            </a:r>
            <a:r>
              <a:rPr lang="en-US" b="1" dirty="0"/>
              <a:t>Amazon S3</a:t>
            </a:r>
            <a:r>
              <a:rPr lang="en-US" dirty="0"/>
              <a:t>.</a:t>
            </a:r>
          </a:p>
          <a:p>
            <a:pPr>
              <a:buFont typeface="Arial" panose="020B0604020202020204" pitchFamily="34" charset="0"/>
              <a:buChar char="•"/>
            </a:pPr>
            <a:r>
              <a:rPr lang="en-US" dirty="0"/>
              <a:t>Metadata is stored in </a:t>
            </a:r>
            <a:r>
              <a:rPr lang="en-US" b="1" dirty="0"/>
              <a:t>AWS Glue Data Catalog</a:t>
            </a:r>
            <a:r>
              <a:rPr lang="en-US" dirty="0"/>
              <a:t> or internal Athena catalog.</a:t>
            </a:r>
          </a:p>
          <a:p>
            <a:pPr>
              <a:buFont typeface="Arial" panose="020B0604020202020204" pitchFamily="34" charset="0"/>
              <a:buChar char="•"/>
            </a:pPr>
            <a:r>
              <a:rPr lang="en-US" dirty="0"/>
              <a:t>SQL engine processes queries via a distributed serverless backend (based on Presto).</a:t>
            </a:r>
          </a:p>
          <a:p>
            <a:pPr>
              <a:buNone/>
            </a:pPr>
            <a:r>
              <a:rPr lang="en-US" b="1" dirty="0"/>
              <a:t>Query Flow:</a:t>
            </a:r>
            <a:endParaRPr lang="en-US" dirty="0"/>
          </a:p>
          <a:p>
            <a:pPr>
              <a:buFont typeface="+mj-lt"/>
              <a:buAutoNum type="arabicPeriod"/>
            </a:pPr>
            <a:r>
              <a:rPr lang="en-US" dirty="0"/>
              <a:t>Define table schema (pointing to S3 location).</a:t>
            </a:r>
          </a:p>
          <a:p>
            <a:pPr>
              <a:buFont typeface="+mj-lt"/>
              <a:buAutoNum type="arabicPeriod"/>
            </a:pPr>
            <a:r>
              <a:rPr lang="en-US" dirty="0"/>
              <a:t>Submit SQL query via Athena console, SDK, or CLI.</a:t>
            </a:r>
          </a:p>
          <a:p>
            <a:pPr>
              <a:buFont typeface="+mj-lt"/>
              <a:buAutoNum type="arabicPeriod"/>
            </a:pPr>
            <a:r>
              <a:rPr lang="en-US" dirty="0"/>
              <a:t>Query results are returned; metadata is stored.</a:t>
            </a:r>
          </a:p>
          <a:p>
            <a:endParaRPr lang="en-US" dirty="0"/>
          </a:p>
        </p:txBody>
      </p:sp>
    </p:spTree>
    <p:extLst>
      <p:ext uri="{BB962C8B-B14F-4D97-AF65-F5344CB8AC3E}">
        <p14:creationId xmlns:p14="http://schemas.microsoft.com/office/powerpoint/2010/main" val="8490002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9E584-CE5E-D143-EF31-579BC9D43E4F}"/>
              </a:ext>
            </a:extLst>
          </p:cNvPr>
          <p:cNvSpPr>
            <a:spLocks noGrp="1"/>
          </p:cNvSpPr>
          <p:nvPr>
            <p:ph type="title"/>
          </p:nvPr>
        </p:nvSpPr>
        <p:spPr/>
        <p:txBody>
          <a:bodyPr>
            <a:normAutofit/>
          </a:bodyPr>
          <a:lstStyle/>
          <a:p>
            <a:r>
              <a:rPr lang="en-US" dirty="0"/>
              <a:t>Core Components of Amazon Athena</a:t>
            </a:r>
          </a:p>
        </p:txBody>
      </p:sp>
      <p:sp>
        <p:nvSpPr>
          <p:cNvPr id="3" name="Content Placeholder 2">
            <a:extLst>
              <a:ext uri="{FF2B5EF4-FFF2-40B4-BE49-F238E27FC236}">
                <a16:creationId xmlns:a16="http://schemas.microsoft.com/office/drawing/2014/main" id="{53673CF2-56F6-6CCA-9999-F624A23F97F1}"/>
              </a:ext>
            </a:extLst>
          </p:cNvPr>
          <p:cNvSpPr>
            <a:spLocks noGrp="1"/>
          </p:cNvSpPr>
          <p:nvPr>
            <p:ph idx="1"/>
          </p:nvPr>
        </p:nvSpPr>
        <p:spPr>
          <a:xfrm>
            <a:off x="838200" y="1706007"/>
            <a:ext cx="5440680" cy="4991039"/>
          </a:xfrm>
        </p:spPr>
        <p:txBody>
          <a:bodyPr>
            <a:normAutofit lnSpcReduction="10000"/>
          </a:bodyPr>
          <a:lstStyle/>
          <a:p>
            <a:pPr>
              <a:buNone/>
            </a:pPr>
            <a:r>
              <a:rPr lang="en-US" b="1" dirty="0"/>
              <a:t>1. Data Sources:</a:t>
            </a:r>
            <a:endParaRPr lang="en-US" dirty="0"/>
          </a:p>
          <a:p>
            <a:pPr>
              <a:buFont typeface="Arial" panose="020B0604020202020204" pitchFamily="34" charset="0"/>
              <a:buChar char="•"/>
            </a:pPr>
            <a:r>
              <a:rPr lang="en-US" dirty="0"/>
              <a:t>Primarily queries data stored in Amazon S3.</a:t>
            </a:r>
          </a:p>
          <a:p>
            <a:pPr>
              <a:buFont typeface="Arial" panose="020B0604020202020204" pitchFamily="34" charset="0"/>
              <a:buChar char="•"/>
            </a:pPr>
            <a:r>
              <a:rPr lang="en-US" dirty="0"/>
              <a:t>Supports various data formats, including CSV, JSON, ORC, Avro, and Parquet.</a:t>
            </a:r>
          </a:p>
          <a:p>
            <a:pPr>
              <a:buNone/>
            </a:pPr>
            <a:r>
              <a:rPr lang="en-US" b="1" dirty="0"/>
              <a:t>2. Query Engine:</a:t>
            </a:r>
            <a:endParaRPr lang="en-US" dirty="0"/>
          </a:p>
          <a:p>
            <a:pPr>
              <a:buFont typeface="Arial" panose="020B0604020202020204" pitchFamily="34" charset="0"/>
              <a:buChar char="•"/>
            </a:pPr>
            <a:r>
              <a:rPr lang="en-US" dirty="0"/>
              <a:t>Built on Presto, an open-source distributed SQL query engine optimized for low-latency data analysis.</a:t>
            </a:r>
          </a:p>
          <a:p>
            <a:pPr>
              <a:buNone/>
            </a:pPr>
            <a:r>
              <a:rPr lang="en-US" b="1" dirty="0"/>
              <a:t>3. Integration with AWS Glue:</a:t>
            </a:r>
            <a:endParaRPr lang="en-US" dirty="0"/>
          </a:p>
          <a:p>
            <a:pPr>
              <a:buFont typeface="Arial" panose="020B0604020202020204" pitchFamily="34" charset="0"/>
              <a:buChar char="•"/>
            </a:pPr>
            <a:r>
              <a:rPr lang="en-US" dirty="0"/>
              <a:t>Utilizes AWS Glue Data Catalog for managing metadata and schema definitions.</a:t>
            </a:r>
          </a:p>
          <a:p>
            <a:endParaRPr lang="en-US" dirty="0"/>
          </a:p>
        </p:txBody>
      </p:sp>
      <p:pic>
        <p:nvPicPr>
          <p:cNvPr id="5" name="Picture 4">
            <a:extLst>
              <a:ext uri="{FF2B5EF4-FFF2-40B4-BE49-F238E27FC236}">
                <a16:creationId xmlns:a16="http://schemas.microsoft.com/office/drawing/2014/main" id="{75282D84-8252-76A9-6524-B440A1156BE2}"/>
              </a:ext>
            </a:extLst>
          </p:cNvPr>
          <p:cNvPicPr>
            <a:picLocks noChangeAspect="1"/>
          </p:cNvPicPr>
          <p:nvPr/>
        </p:nvPicPr>
        <p:blipFill>
          <a:blip r:embed="rId2"/>
          <a:stretch>
            <a:fillRect/>
          </a:stretch>
        </p:blipFill>
        <p:spPr>
          <a:xfrm>
            <a:off x="6567616" y="1706007"/>
            <a:ext cx="5584142" cy="4649893"/>
          </a:xfrm>
          <a:prstGeom prst="rect">
            <a:avLst/>
          </a:prstGeom>
        </p:spPr>
      </p:pic>
    </p:spTree>
    <p:extLst>
      <p:ext uri="{BB962C8B-B14F-4D97-AF65-F5344CB8AC3E}">
        <p14:creationId xmlns:p14="http://schemas.microsoft.com/office/powerpoint/2010/main" val="17638178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A905A-B858-1032-0C18-11DBABAE1003}"/>
              </a:ext>
            </a:extLst>
          </p:cNvPr>
          <p:cNvSpPr>
            <a:spLocks noGrp="1"/>
          </p:cNvSpPr>
          <p:nvPr>
            <p:ph type="title"/>
          </p:nvPr>
        </p:nvSpPr>
        <p:spPr/>
        <p:txBody>
          <a:bodyPr>
            <a:normAutofit/>
          </a:bodyPr>
          <a:lstStyle/>
          <a:p>
            <a:r>
              <a:rPr lang="en-US" dirty="0"/>
              <a:t>Athena and S3 Integration</a:t>
            </a:r>
          </a:p>
        </p:txBody>
      </p:sp>
      <p:sp>
        <p:nvSpPr>
          <p:cNvPr id="3" name="Content Placeholder 2">
            <a:extLst>
              <a:ext uri="{FF2B5EF4-FFF2-40B4-BE49-F238E27FC236}">
                <a16:creationId xmlns:a16="http://schemas.microsoft.com/office/drawing/2014/main" id="{4743E0FB-ABA2-EDBB-67DF-3404D756592C}"/>
              </a:ext>
            </a:extLst>
          </p:cNvPr>
          <p:cNvSpPr>
            <a:spLocks noGrp="1"/>
          </p:cNvSpPr>
          <p:nvPr>
            <p:ph idx="1"/>
          </p:nvPr>
        </p:nvSpPr>
        <p:spPr/>
        <p:txBody>
          <a:bodyPr/>
          <a:lstStyle/>
          <a:p>
            <a:pPr>
              <a:buNone/>
            </a:pPr>
            <a:r>
              <a:rPr lang="en-US" b="1" dirty="0"/>
              <a:t>Data Source:</a:t>
            </a:r>
            <a:endParaRPr lang="en-US" dirty="0"/>
          </a:p>
          <a:p>
            <a:pPr>
              <a:buFont typeface="Arial" panose="020B0604020202020204" pitchFamily="34" charset="0"/>
              <a:buChar char="•"/>
            </a:pPr>
            <a:r>
              <a:rPr lang="en-US" dirty="0"/>
              <a:t>Athena </a:t>
            </a:r>
            <a:r>
              <a:rPr lang="en-US" b="1" dirty="0"/>
              <a:t>only reads data</a:t>
            </a:r>
            <a:r>
              <a:rPr lang="en-US" dirty="0"/>
              <a:t> from </a:t>
            </a:r>
            <a:r>
              <a:rPr lang="en-US" b="1" dirty="0"/>
              <a:t>Amazon S3</a:t>
            </a:r>
            <a:r>
              <a:rPr lang="en-US" dirty="0"/>
              <a:t>.</a:t>
            </a:r>
          </a:p>
          <a:p>
            <a:pPr>
              <a:buNone/>
            </a:pPr>
            <a:r>
              <a:rPr lang="en-US" b="1" dirty="0"/>
              <a:t>Common File Formats:</a:t>
            </a:r>
            <a:endParaRPr lang="en-US" dirty="0"/>
          </a:p>
          <a:p>
            <a:pPr>
              <a:buFont typeface="Arial" panose="020B0604020202020204" pitchFamily="34" charset="0"/>
              <a:buChar char="•"/>
            </a:pPr>
            <a:r>
              <a:rPr lang="en-US" dirty="0"/>
              <a:t>CSV, JSON, ORC, Parquet, Avro, and more.</a:t>
            </a:r>
          </a:p>
          <a:p>
            <a:pPr>
              <a:buNone/>
            </a:pPr>
            <a:r>
              <a:rPr lang="en-US" b="1" dirty="0"/>
              <a:t>Performance Considerations:</a:t>
            </a:r>
            <a:endParaRPr lang="en-US" dirty="0"/>
          </a:p>
          <a:p>
            <a:pPr>
              <a:buFont typeface="Arial" panose="020B0604020202020204" pitchFamily="34" charset="0"/>
              <a:buChar char="•"/>
            </a:pPr>
            <a:r>
              <a:rPr lang="en-US" dirty="0"/>
              <a:t>Columnar formats like Parquet and ORC reduce data scanned.</a:t>
            </a:r>
          </a:p>
          <a:p>
            <a:pPr>
              <a:buFont typeface="Arial" panose="020B0604020202020204" pitchFamily="34" charset="0"/>
              <a:buChar char="•"/>
            </a:pPr>
            <a:r>
              <a:rPr lang="en-US" dirty="0"/>
              <a:t>Partitioning directories in S3 improves performance.</a:t>
            </a:r>
          </a:p>
          <a:p>
            <a:pPr>
              <a:buNone/>
            </a:pPr>
            <a:r>
              <a:rPr lang="en-US" b="1" dirty="0"/>
              <a:t>Cost Optimization:</a:t>
            </a:r>
            <a:endParaRPr lang="en-US" dirty="0"/>
          </a:p>
          <a:p>
            <a:pPr>
              <a:buFont typeface="Arial" panose="020B0604020202020204" pitchFamily="34" charset="0"/>
              <a:buChar char="•"/>
            </a:pPr>
            <a:r>
              <a:rPr lang="en-US" dirty="0"/>
              <a:t>Compress and partition data to reduce scan size.</a:t>
            </a:r>
          </a:p>
          <a:p>
            <a:endParaRPr lang="en-US" dirty="0"/>
          </a:p>
        </p:txBody>
      </p:sp>
    </p:spTree>
    <p:extLst>
      <p:ext uri="{BB962C8B-B14F-4D97-AF65-F5344CB8AC3E}">
        <p14:creationId xmlns:p14="http://schemas.microsoft.com/office/powerpoint/2010/main" val="23461037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2B61D-18C6-CAEF-C463-55B83784E13A}"/>
              </a:ext>
            </a:extLst>
          </p:cNvPr>
          <p:cNvSpPr>
            <a:spLocks noGrp="1"/>
          </p:cNvSpPr>
          <p:nvPr>
            <p:ph type="title"/>
          </p:nvPr>
        </p:nvSpPr>
        <p:spPr/>
        <p:txBody>
          <a:bodyPr>
            <a:normAutofit/>
          </a:bodyPr>
          <a:lstStyle/>
          <a:p>
            <a:r>
              <a:rPr lang="en-US" dirty="0"/>
              <a:t>AWS Glue Data Catalog Integration</a:t>
            </a:r>
          </a:p>
        </p:txBody>
      </p:sp>
      <p:sp>
        <p:nvSpPr>
          <p:cNvPr id="3" name="Content Placeholder 2">
            <a:extLst>
              <a:ext uri="{FF2B5EF4-FFF2-40B4-BE49-F238E27FC236}">
                <a16:creationId xmlns:a16="http://schemas.microsoft.com/office/drawing/2014/main" id="{90269474-C90C-FDE5-C402-C3E2672C3218}"/>
              </a:ext>
            </a:extLst>
          </p:cNvPr>
          <p:cNvSpPr>
            <a:spLocks noGrp="1"/>
          </p:cNvSpPr>
          <p:nvPr>
            <p:ph idx="1"/>
          </p:nvPr>
        </p:nvSpPr>
        <p:spPr/>
        <p:txBody>
          <a:bodyPr/>
          <a:lstStyle/>
          <a:p>
            <a:pPr>
              <a:buNone/>
            </a:pPr>
            <a:r>
              <a:rPr lang="en-US" b="1" dirty="0"/>
              <a:t>Glue’s Role:</a:t>
            </a:r>
            <a:endParaRPr lang="en-US" dirty="0"/>
          </a:p>
          <a:p>
            <a:pPr>
              <a:buFont typeface="Arial" panose="020B0604020202020204" pitchFamily="34" charset="0"/>
              <a:buChar char="•"/>
            </a:pPr>
            <a:r>
              <a:rPr lang="en-US" dirty="0"/>
              <a:t>AWS Glue crawls and catalogs data in S3</a:t>
            </a:r>
          </a:p>
          <a:p>
            <a:pPr>
              <a:buFont typeface="Arial" panose="020B0604020202020204" pitchFamily="34" charset="0"/>
              <a:buChar char="•"/>
            </a:pPr>
            <a:r>
              <a:rPr lang="en-US" dirty="0"/>
              <a:t>Makes data discoverable by Athena for querying</a:t>
            </a:r>
          </a:p>
          <a:p>
            <a:pPr>
              <a:buFont typeface="Arial" panose="020B0604020202020204" pitchFamily="34" charset="0"/>
              <a:buChar char="•"/>
            </a:pPr>
            <a:r>
              <a:rPr lang="en-US" dirty="0"/>
              <a:t>Acts as a </a:t>
            </a:r>
            <a:r>
              <a:rPr lang="en-US" b="1" dirty="0"/>
              <a:t>central metadata repository</a:t>
            </a:r>
            <a:r>
              <a:rPr lang="en-US" dirty="0"/>
              <a:t> for Athena.</a:t>
            </a:r>
          </a:p>
          <a:p>
            <a:pPr>
              <a:buNone/>
            </a:pPr>
            <a:r>
              <a:rPr lang="en-US" b="1" dirty="0"/>
              <a:t>Athena + Glue Integration:</a:t>
            </a:r>
            <a:endParaRPr lang="en-US" dirty="0"/>
          </a:p>
          <a:p>
            <a:pPr>
              <a:buFont typeface="Arial" panose="020B0604020202020204" pitchFamily="34" charset="0"/>
              <a:buChar char="•"/>
            </a:pPr>
            <a:r>
              <a:rPr lang="en-US" dirty="0"/>
              <a:t>Athena can use Glue tables, databases, and crawlers.</a:t>
            </a:r>
          </a:p>
          <a:p>
            <a:pPr>
              <a:buFont typeface="Arial" panose="020B0604020202020204" pitchFamily="34" charset="0"/>
              <a:buChar char="•"/>
            </a:pPr>
            <a:r>
              <a:rPr lang="en-US" dirty="0"/>
              <a:t>Enables table reuse and consistency across AWS services.</a:t>
            </a:r>
          </a:p>
          <a:p>
            <a:pPr>
              <a:buNone/>
            </a:pPr>
            <a:r>
              <a:rPr lang="en-US" b="1" dirty="0"/>
              <a:t>Glue Crawlers:</a:t>
            </a:r>
            <a:endParaRPr lang="en-US" dirty="0"/>
          </a:p>
          <a:p>
            <a:pPr>
              <a:buFont typeface="Arial" panose="020B0604020202020204" pitchFamily="34" charset="0"/>
              <a:buChar char="•"/>
            </a:pPr>
            <a:r>
              <a:rPr lang="en-US" dirty="0"/>
              <a:t>Automatically detect schema from S3 data and create metadata tables.</a:t>
            </a:r>
          </a:p>
          <a:p>
            <a:endParaRPr lang="en-US" dirty="0"/>
          </a:p>
        </p:txBody>
      </p:sp>
    </p:spTree>
    <p:extLst>
      <p:ext uri="{BB962C8B-B14F-4D97-AF65-F5344CB8AC3E}">
        <p14:creationId xmlns:p14="http://schemas.microsoft.com/office/powerpoint/2010/main" val="25606728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E5F7C-A977-A3F9-B3F8-DB3CA73B1E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F1FD1D-7FC6-E4AA-7F24-6CD835656C41}"/>
              </a:ext>
            </a:extLst>
          </p:cNvPr>
          <p:cNvSpPr>
            <a:spLocks noGrp="1"/>
          </p:cNvSpPr>
          <p:nvPr>
            <p:ph type="title"/>
          </p:nvPr>
        </p:nvSpPr>
        <p:spPr/>
        <p:txBody>
          <a:bodyPr>
            <a:normAutofit/>
          </a:bodyPr>
          <a:lstStyle/>
          <a:p>
            <a:r>
              <a:rPr lang="en-US" dirty="0"/>
              <a:t>Schema Evolution in Athena</a:t>
            </a:r>
          </a:p>
        </p:txBody>
      </p:sp>
      <p:sp>
        <p:nvSpPr>
          <p:cNvPr id="3" name="Content Placeholder 2">
            <a:extLst>
              <a:ext uri="{FF2B5EF4-FFF2-40B4-BE49-F238E27FC236}">
                <a16:creationId xmlns:a16="http://schemas.microsoft.com/office/drawing/2014/main" id="{4D82E9B4-29E7-C0A6-0B94-263E89204E04}"/>
              </a:ext>
            </a:extLst>
          </p:cNvPr>
          <p:cNvSpPr>
            <a:spLocks noGrp="1"/>
          </p:cNvSpPr>
          <p:nvPr>
            <p:ph idx="1"/>
          </p:nvPr>
        </p:nvSpPr>
        <p:spPr/>
        <p:txBody>
          <a:bodyPr/>
          <a:lstStyle/>
          <a:p>
            <a:pPr>
              <a:buFont typeface="Arial" panose="020B0604020202020204" pitchFamily="34" charset="0"/>
              <a:buChar char="•"/>
            </a:pPr>
            <a:r>
              <a:rPr lang="en-US" dirty="0"/>
              <a:t>Athena supports schema-on-read approach</a:t>
            </a:r>
          </a:p>
          <a:p>
            <a:pPr>
              <a:buFont typeface="Arial" panose="020B0604020202020204" pitchFamily="34" charset="0"/>
              <a:buChar char="•"/>
            </a:pPr>
            <a:r>
              <a:rPr lang="en-US" dirty="0"/>
              <a:t>Dynamically infers structure during query execution</a:t>
            </a:r>
          </a:p>
          <a:p>
            <a:pPr>
              <a:buFont typeface="Arial" panose="020B0604020202020204" pitchFamily="34" charset="0"/>
              <a:buChar char="•"/>
            </a:pPr>
            <a:r>
              <a:rPr lang="en-US" dirty="0"/>
              <a:t>Handles schema changes without explicit alterations</a:t>
            </a:r>
          </a:p>
          <a:p>
            <a:pPr>
              <a:buFont typeface="Arial" panose="020B0604020202020204" pitchFamily="34" charset="0"/>
              <a:buChar char="•"/>
            </a:pPr>
            <a:r>
              <a:rPr lang="en-US" dirty="0"/>
              <a:t>New field addition doesn't break existing queries</a:t>
            </a:r>
          </a:p>
          <a:p>
            <a:pPr>
              <a:buFont typeface="Arial" panose="020B0604020202020204" pitchFamily="34" charset="0"/>
              <a:buChar char="•"/>
            </a:pPr>
            <a:r>
              <a:rPr lang="en-US" dirty="0"/>
              <a:t>AWS Glue Crawler updates metadata after schema changes</a:t>
            </a:r>
          </a:p>
          <a:p>
            <a:endParaRPr lang="en-US" dirty="0"/>
          </a:p>
          <a:p>
            <a:r>
              <a:rPr lang="en-US" dirty="0"/>
              <a:t>SCHEMA EVOLUTION EXAMPLE</a:t>
            </a:r>
          </a:p>
          <a:p>
            <a:pPr lvl="1"/>
            <a:r>
              <a:rPr lang="en-US" dirty="0"/>
              <a:t>Assume you have an Athena Table defined</a:t>
            </a:r>
          </a:p>
          <a:p>
            <a:pPr lvl="1"/>
            <a:r>
              <a:rPr lang="en-US" dirty="0"/>
              <a:t>When a new field is added to the source data:</a:t>
            </a:r>
          </a:p>
          <a:p>
            <a:pPr lvl="2"/>
            <a:r>
              <a:rPr lang="en-US" dirty="0"/>
              <a:t>Queries will still work with fields in original definition</a:t>
            </a:r>
          </a:p>
          <a:p>
            <a:pPr lvl="2"/>
            <a:r>
              <a:rPr lang="en-US" dirty="0"/>
              <a:t>To access new field data, table DDL must be updated</a:t>
            </a:r>
          </a:p>
        </p:txBody>
      </p:sp>
    </p:spTree>
    <p:extLst>
      <p:ext uri="{BB962C8B-B14F-4D97-AF65-F5344CB8AC3E}">
        <p14:creationId xmlns:p14="http://schemas.microsoft.com/office/powerpoint/2010/main" val="729573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94411-DB0D-D952-C1DD-8619B6E5FC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CFC000-F634-6A6F-C705-0B40B50570C6}"/>
              </a:ext>
            </a:extLst>
          </p:cNvPr>
          <p:cNvSpPr>
            <a:spLocks noGrp="1"/>
          </p:cNvSpPr>
          <p:nvPr>
            <p:ph type="title"/>
          </p:nvPr>
        </p:nvSpPr>
        <p:spPr/>
        <p:txBody>
          <a:bodyPr/>
          <a:lstStyle/>
          <a:p>
            <a:r>
              <a:rPr lang="en-US" dirty="0"/>
              <a:t>Partitioning in Athena</a:t>
            </a:r>
          </a:p>
        </p:txBody>
      </p:sp>
      <p:sp>
        <p:nvSpPr>
          <p:cNvPr id="3" name="Content Placeholder 2">
            <a:extLst>
              <a:ext uri="{FF2B5EF4-FFF2-40B4-BE49-F238E27FC236}">
                <a16:creationId xmlns:a16="http://schemas.microsoft.com/office/drawing/2014/main" id="{3D6EBE23-38D6-A810-E5EC-4B1660C325CE}"/>
              </a:ext>
            </a:extLst>
          </p:cNvPr>
          <p:cNvSpPr>
            <a:spLocks noGrp="1"/>
          </p:cNvSpPr>
          <p:nvPr>
            <p:ph idx="1"/>
          </p:nvPr>
        </p:nvSpPr>
        <p:spPr>
          <a:xfrm>
            <a:off x="838200" y="1706007"/>
            <a:ext cx="7904205" cy="4991039"/>
          </a:xfrm>
        </p:spPr>
        <p:txBody>
          <a:bodyPr>
            <a:normAutofit fontScale="77500" lnSpcReduction="20000"/>
          </a:bodyPr>
          <a:lstStyle/>
          <a:p>
            <a:r>
              <a:rPr lang="en-US" dirty="0"/>
              <a:t>Organizes data based on specific column values</a:t>
            </a:r>
          </a:p>
          <a:p>
            <a:r>
              <a:rPr lang="en-US" dirty="0"/>
              <a:t>Creates subdirectories in S3 for each partition value</a:t>
            </a:r>
          </a:p>
          <a:p>
            <a:r>
              <a:rPr lang="en-US" dirty="0"/>
              <a:t>Enhances query performance by skipping irrelevant data</a:t>
            </a:r>
          </a:p>
          <a:p>
            <a:r>
              <a:rPr lang="en-US" dirty="0"/>
              <a:t>Best Practice: Partition by date for time-series data</a:t>
            </a:r>
          </a:p>
          <a:p>
            <a:pPr>
              <a:buNone/>
            </a:pPr>
            <a:r>
              <a:rPr lang="en-US" b="1" dirty="0"/>
              <a:t>CHOOSING PARTITION KEYS</a:t>
            </a:r>
          </a:p>
          <a:p>
            <a:pPr>
              <a:buFont typeface="Arial" panose="020B0604020202020204" pitchFamily="34" charset="0"/>
              <a:buChar char="•"/>
            </a:pPr>
            <a:r>
              <a:rPr lang="en-US" dirty="0"/>
              <a:t>Pick keys that support common query filters</a:t>
            </a:r>
          </a:p>
          <a:p>
            <a:pPr>
              <a:buFont typeface="Arial" panose="020B0604020202020204" pitchFamily="34" charset="0"/>
              <a:buChar char="•"/>
            </a:pPr>
            <a:r>
              <a:rPr lang="en-US" dirty="0"/>
              <a:t>Use columns with relatively low cardinality</a:t>
            </a:r>
          </a:p>
          <a:p>
            <a:pPr>
              <a:buFont typeface="Arial" panose="020B0604020202020204" pitchFamily="34" charset="0"/>
              <a:buChar char="•"/>
            </a:pPr>
            <a:r>
              <a:rPr lang="en-US" dirty="0"/>
              <a:t>Avoid heavily skewed partition values</a:t>
            </a:r>
          </a:p>
          <a:p>
            <a:pPr>
              <a:buFont typeface="Arial" panose="020B0604020202020204" pitchFamily="34" charset="0"/>
              <a:buChar char="•"/>
            </a:pPr>
            <a:r>
              <a:rPr lang="en-US" dirty="0"/>
              <a:t>Time-based partitioning works well for growing datasets</a:t>
            </a:r>
          </a:p>
          <a:p>
            <a:pPr>
              <a:buNone/>
            </a:pPr>
            <a:r>
              <a:rPr lang="en-US" b="1" dirty="0"/>
              <a:t>OPTIMIZING QUERY PERFORMANCE</a:t>
            </a:r>
          </a:p>
          <a:p>
            <a:pPr>
              <a:buFont typeface="+mj-lt"/>
              <a:buAutoNum type="arabicPeriod"/>
            </a:pPr>
            <a:r>
              <a:rPr lang="en-US" b="1" dirty="0"/>
              <a:t>Appropriate File Formats:</a:t>
            </a:r>
            <a:r>
              <a:rPr lang="en-US" dirty="0"/>
              <a:t> Use columnar formats (Parquet, ORC)</a:t>
            </a:r>
          </a:p>
          <a:p>
            <a:pPr>
              <a:buFont typeface="+mj-lt"/>
              <a:buAutoNum type="arabicPeriod"/>
            </a:pPr>
            <a:r>
              <a:rPr lang="en-US" b="1" dirty="0"/>
              <a:t>Partitioning:</a:t>
            </a:r>
            <a:r>
              <a:rPr lang="en-US" dirty="0"/>
              <a:t> Organize data to skip unnecessary scans</a:t>
            </a:r>
          </a:p>
          <a:p>
            <a:pPr>
              <a:buFont typeface="+mj-lt"/>
              <a:buAutoNum type="arabicPeriod"/>
            </a:pPr>
            <a:r>
              <a:rPr lang="en-US" b="1" dirty="0"/>
              <a:t>Predicate Pushdown:</a:t>
            </a:r>
            <a:r>
              <a:rPr lang="en-US" dirty="0"/>
              <a:t> Use filters in WHERE clause</a:t>
            </a:r>
          </a:p>
          <a:p>
            <a:pPr>
              <a:buFont typeface="+mj-lt"/>
              <a:buAutoNum type="arabicPeriod"/>
            </a:pPr>
            <a:r>
              <a:rPr lang="en-US" b="1" dirty="0"/>
              <a:t>Bucketing:</a:t>
            </a:r>
            <a:r>
              <a:rPr lang="en-US" dirty="0"/>
              <a:t> Organize data within partitions</a:t>
            </a:r>
          </a:p>
          <a:p>
            <a:pPr>
              <a:buFont typeface="+mj-lt"/>
              <a:buAutoNum type="arabicPeriod"/>
            </a:pPr>
            <a:r>
              <a:rPr lang="en-US" b="1" dirty="0"/>
              <a:t>Control Data Volume:</a:t>
            </a:r>
            <a:r>
              <a:rPr lang="en-US" dirty="0"/>
              <a:t> Limit time ranges, use sampling</a:t>
            </a:r>
          </a:p>
          <a:p>
            <a:pPr>
              <a:buFont typeface="Arial" panose="020B0604020202020204" pitchFamily="34" charset="0"/>
              <a:buChar char="•"/>
            </a:pPr>
            <a:endParaRPr lang="en-US" dirty="0"/>
          </a:p>
          <a:p>
            <a:pPr marL="0" indent="0">
              <a:buNone/>
            </a:pPr>
            <a:endParaRPr lang="en-US" dirty="0"/>
          </a:p>
        </p:txBody>
      </p:sp>
      <p:pic>
        <p:nvPicPr>
          <p:cNvPr id="8" name="Picture 7">
            <a:extLst>
              <a:ext uri="{FF2B5EF4-FFF2-40B4-BE49-F238E27FC236}">
                <a16:creationId xmlns:a16="http://schemas.microsoft.com/office/drawing/2014/main" id="{BF98A09D-535E-DAB0-C217-ACA1D7E5613A}"/>
              </a:ext>
            </a:extLst>
          </p:cNvPr>
          <p:cNvPicPr>
            <a:picLocks noChangeAspect="1"/>
          </p:cNvPicPr>
          <p:nvPr/>
        </p:nvPicPr>
        <p:blipFill>
          <a:blip r:embed="rId2"/>
          <a:stretch>
            <a:fillRect/>
          </a:stretch>
        </p:blipFill>
        <p:spPr>
          <a:xfrm>
            <a:off x="9267534" y="1706007"/>
            <a:ext cx="2086266" cy="2181529"/>
          </a:xfrm>
          <a:prstGeom prst="rect">
            <a:avLst/>
          </a:prstGeom>
        </p:spPr>
      </p:pic>
    </p:spTree>
    <p:extLst>
      <p:ext uri="{BB962C8B-B14F-4D97-AF65-F5344CB8AC3E}">
        <p14:creationId xmlns:p14="http://schemas.microsoft.com/office/powerpoint/2010/main" val="13139856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40354-8713-93DF-1938-0875D35EBA37}"/>
              </a:ext>
            </a:extLst>
          </p:cNvPr>
          <p:cNvSpPr>
            <a:spLocks noGrp="1"/>
          </p:cNvSpPr>
          <p:nvPr>
            <p:ph type="title"/>
          </p:nvPr>
        </p:nvSpPr>
        <p:spPr/>
        <p:txBody>
          <a:bodyPr>
            <a:normAutofit/>
          </a:bodyPr>
          <a:lstStyle/>
          <a:p>
            <a:r>
              <a:rPr lang="en-US" dirty="0"/>
              <a:t>Predicate Pushdown in AWS Athena</a:t>
            </a:r>
          </a:p>
        </p:txBody>
      </p:sp>
      <p:sp>
        <p:nvSpPr>
          <p:cNvPr id="3" name="Content Placeholder 2">
            <a:extLst>
              <a:ext uri="{FF2B5EF4-FFF2-40B4-BE49-F238E27FC236}">
                <a16:creationId xmlns:a16="http://schemas.microsoft.com/office/drawing/2014/main" id="{C003B8CC-7C52-D0D1-4828-EB4C1965477A}"/>
              </a:ext>
            </a:extLst>
          </p:cNvPr>
          <p:cNvSpPr>
            <a:spLocks noGrp="1"/>
          </p:cNvSpPr>
          <p:nvPr>
            <p:ph idx="1"/>
          </p:nvPr>
        </p:nvSpPr>
        <p:spPr/>
        <p:txBody>
          <a:bodyPr>
            <a:normAutofit/>
          </a:bodyPr>
          <a:lstStyle/>
          <a:p>
            <a:pPr marL="0" indent="0">
              <a:buNone/>
            </a:pPr>
            <a:r>
              <a:rPr lang="en-US" dirty="0"/>
              <a:t>Predicate pushdown is a query optimization technique used in AWS Athena that significantly improves query performance by reducing the amount of data that needs to be scanned and processed.</a:t>
            </a:r>
          </a:p>
          <a:p>
            <a:pPr>
              <a:buNone/>
            </a:pPr>
            <a:r>
              <a:rPr lang="en-US" b="1" dirty="0"/>
              <a:t>How Predicate Pushdown Works</a:t>
            </a:r>
          </a:p>
          <a:p>
            <a:pPr>
              <a:buFont typeface="+mj-lt"/>
              <a:buAutoNum type="arabicPeriod"/>
            </a:pPr>
            <a:r>
              <a:rPr lang="en-US" b="1" dirty="0"/>
              <a:t>Filter Application at Source</a:t>
            </a:r>
            <a:r>
              <a:rPr lang="en-US" dirty="0"/>
              <a:t>: When you include filter conditions in the WHERE clause of your query, these conditions (predicates) are "pushed down" to the data source level.</a:t>
            </a:r>
          </a:p>
          <a:p>
            <a:pPr>
              <a:buFont typeface="+mj-lt"/>
              <a:buAutoNum type="arabicPeriod"/>
            </a:pPr>
            <a:r>
              <a:rPr lang="en-US" b="1" dirty="0"/>
              <a:t>Early Data Filtering</a:t>
            </a:r>
            <a:r>
              <a:rPr lang="en-US" dirty="0"/>
              <a:t>: Instead of loading all data and then filtering it, the conditions are applied while reading the data, which means only relevant data is loaded.</a:t>
            </a:r>
          </a:p>
          <a:p>
            <a:pPr>
              <a:buFont typeface="+mj-lt"/>
              <a:buAutoNum type="arabicPeriod"/>
            </a:pPr>
            <a:r>
              <a:rPr lang="en-US" b="1" dirty="0"/>
              <a:t>Metadata Utilization</a:t>
            </a:r>
            <a:r>
              <a:rPr lang="en-US" dirty="0"/>
              <a:t>: For columnar formats like Parquet and ORC, Athena uses file metadata (min/max values per column in each file block) to determine which data blocks can be skipped entirely.</a:t>
            </a:r>
          </a:p>
          <a:p>
            <a:endParaRPr lang="en-US" dirty="0"/>
          </a:p>
        </p:txBody>
      </p:sp>
    </p:spTree>
    <p:extLst>
      <p:ext uri="{BB962C8B-B14F-4D97-AF65-F5344CB8AC3E}">
        <p14:creationId xmlns:p14="http://schemas.microsoft.com/office/powerpoint/2010/main" val="20100103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7A1D9-D107-F68D-6784-0138D64B5A01}"/>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87400C75-DB27-C405-2090-A5B57B02D6E5}"/>
              </a:ext>
            </a:extLst>
          </p:cNvPr>
          <p:cNvSpPr>
            <a:spLocks noGrp="1"/>
          </p:cNvSpPr>
          <p:nvPr>
            <p:ph idx="1"/>
          </p:nvPr>
        </p:nvSpPr>
        <p:spPr>
          <a:xfrm>
            <a:off x="838200" y="1706007"/>
            <a:ext cx="10515600" cy="5084031"/>
          </a:xfrm>
        </p:spPr>
        <p:txBody>
          <a:bodyPr>
            <a:normAutofit fontScale="62500" lnSpcReduction="20000"/>
          </a:bodyPr>
          <a:lstStyle/>
          <a:p>
            <a:pPr marL="0" indent="0">
              <a:buNone/>
            </a:pPr>
            <a:r>
              <a:rPr lang="en-US" noProof="1">
                <a:solidFill>
                  <a:srgbClr val="A626A4"/>
                </a:solidFill>
                <a:effectLst/>
              </a:rPr>
              <a:t>SELECT</a:t>
            </a:r>
            <a:r>
              <a:rPr lang="en-US" noProof="1"/>
              <a:t> customer_name</a:t>
            </a:r>
            <a:r>
              <a:rPr lang="en-US" noProof="1">
                <a:solidFill>
                  <a:srgbClr val="383A42"/>
                </a:solidFill>
                <a:effectLst/>
              </a:rPr>
              <a:t>,</a:t>
            </a:r>
            <a:r>
              <a:rPr lang="en-US" noProof="1"/>
              <a:t> order_total </a:t>
            </a:r>
            <a:r>
              <a:rPr lang="en-US" noProof="1">
                <a:solidFill>
                  <a:srgbClr val="A626A4"/>
                </a:solidFill>
                <a:effectLst/>
              </a:rPr>
              <a:t>FROM</a:t>
            </a:r>
            <a:r>
              <a:rPr lang="en-US" noProof="1"/>
              <a:t> orders </a:t>
            </a:r>
            <a:r>
              <a:rPr lang="en-US" noProof="1">
                <a:solidFill>
                  <a:srgbClr val="A626A4"/>
                </a:solidFill>
                <a:effectLst/>
              </a:rPr>
              <a:t>WHERE</a:t>
            </a:r>
            <a:r>
              <a:rPr lang="en-US" noProof="1"/>
              <a:t> order_date </a:t>
            </a:r>
            <a:r>
              <a:rPr lang="en-US" noProof="1">
                <a:solidFill>
                  <a:srgbClr val="4078F2"/>
                </a:solidFill>
                <a:effectLst/>
              </a:rPr>
              <a:t>&gt;</a:t>
            </a:r>
            <a:r>
              <a:rPr lang="en-US" noProof="1"/>
              <a:t> </a:t>
            </a:r>
            <a:r>
              <a:rPr lang="en-US" noProof="1">
                <a:solidFill>
                  <a:srgbClr val="50A14F"/>
                </a:solidFill>
                <a:effectLst/>
              </a:rPr>
              <a:t>'2023-01-01'</a:t>
            </a:r>
            <a:r>
              <a:rPr lang="en-US" noProof="1"/>
              <a:t> </a:t>
            </a:r>
            <a:r>
              <a:rPr lang="en-US" noProof="1">
                <a:solidFill>
                  <a:srgbClr val="4078F2"/>
                </a:solidFill>
                <a:effectLst/>
              </a:rPr>
              <a:t>AND</a:t>
            </a:r>
            <a:r>
              <a:rPr lang="en-US" noProof="1"/>
              <a:t> region </a:t>
            </a:r>
            <a:r>
              <a:rPr lang="en-US" noProof="1">
                <a:solidFill>
                  <a:srgbClr val="4078F2"/>
                </a:solidFill>
                <a:effectLst/>
              </a:rPr>
              <a:t>=</a:t>
            </a:r>
            <a:r>
              <a:rPr lang="en-US" noProof="1"/>
              <a:t> </a:t>
            </a:r>
            <a:r>
              <a:rPr lang="en-US" noProof="1">
                <a:solidFill>
                  <a:srgbClr val="50A14F"/>
                </a:solidFill>
                <a:effectLst/>
              </a:rPr>
              <a:t>'EMEA’</a:t>
            </a:r>
            <a:r>
              <a:rPr lang="en-US" noProof="1">
                <a:solidFill>
                  <a:srgbClr val="383A42"/>
                </a:solidFill>
                <a:effectLst/>
              </a:rPr>
              <a:t>;</a:t>
            </a:r>
          </a:p>
          <a:p>
            <a:pPr>
              <a:buNone/>
            </a:pPr>
            <a:r>
              <a:rPr lang="en-US" noProof="1"/>
              <a:t>With predicate pushdown:</a:t>
            </a:r>
          </a:p>
          <a:p>
            <a:pPr>
              <a:buFont typeface="Arial" panose="020B0604020202020204" pitchFamily="34" charset="0"/>
              <a:buChar char="•"/>
            </a:pPr>
            <a:r>
              <a:rPr lang="en-US" noProof="1"/>
              <a:t>Athena can skip reading any file blocks where the min/max values for 'order_date' indicate all values are before 2023-01-01</a:t>
            </a:r>
          </a:p>
          <a:p>
            <a:pPr>
              <a:buFont typeface="Arial" panose="020B0604020202020204" pitchFamily="34" charset="0"/>
              <a:buChar char="•"/>
            </a:pPr>
            <a:r>
              <a:rPr lang="en-US" noProof="1"/>
              <a:t>Similarly, it can skip blocks where 'region' does not contain 'EMEA’</a:t>
            </a:r>
          </a:p>
          <a:p>
            <a:pPr>
              <a:buFont typeface="Arial" panose="020B0604020202020204" pitchFamily="34" charset="0"/>
              <a:buChar char="•"/>
            </a:pPr>
            <a:endParaRPr lang="en-US" noProof="1"/>
          </a:p>
          <a:p>
            <a:pPr>
              <a:buNone/>
            </a:pPr>
            <a:r>
              <a:rPr lang="en-US" b="1" dirty="0"/>
              <a:t>Benefits</a:t>
            </a:r>
          </a:p>
          <a:p>
            <a:pPr>
              <a:buFont typeface="Arial" panose="020B0604020202020204" pitchFamily="34" charset="0"/>
              <a:buChar char="•"/>
            </a:pPr>
            <a:r>
              <a:rPr lang="en-US" b="1" dirty="0"/>
              <a:t>Reduced Data Scanning</a:t>
            </a:r>
            <a:r>
              <a:rPr lang="en-US" dirty="0"/>
              <a:t>: Only relevant data blocks are read</a:t>
            </a:r>
          </a:p>
          <a:p>
            <a:pPr>
              <a:buFont typeface="Arial" panose="020B0604020202020204" pitchFamily="34" charset="0"/>
              <a:buChar char="•"/>
            </a:pPr>
            <a:r>
              <a:rPr lang="en-US" b="1" dirty="0"/>
              <a:t>Lower Costs</a:t>
            </a:r>
            <a:r>
              <a:rPr lang="en-US" dirty="0"/>
              <a:t>: AWS Athena charges based on amount of data scanned</a:t>
            </a:r>
          </a:p>
          <a:p>
            <a:pPr>
              <a:buFont typeface="Arial" panose="020B0604020202020204" pitchFamily="34" charset="0"/>
              <a:buChar char="•"/>
            </a:pPr>
            <a:r>
              <a:rPr lang="en-US" b="1" dirty="0"/>
              <a:t>Faster Queries</a:t>
            </a:r>
            <a:r>
              <a:rPr lang="en-US" dirty="0"/>
              <a:t>: Less data to process means faster execution time</a:t>
            </a:r>
          </a:p>
          <a:p>
            <a:pPr>
              <a:buFont typeface="Arial" panose="020B0604020202020204" pitchFamily="34" charset="0"/>
              <a:buChar char="•"/>
            </a:pPr>
            <a:r>
              <a:rPr lang="en-US" b="1" dirty="0"/>
              <a:t>Improved Scalability</a:t>
            </a:r>
            <a:r>
              <a:rPr lang="en-US" dirty="0"/>
              <a:t>: More efficient resource utilization</a:t>
            </a:r>
          </a:p>
          <a:p>
            <a:pPr>
              <a:buNone/>
            </a:pPr>
            <a:r>
              <a:rPr lang="en-US" b="1" dirty="0"/>
              <a:t>Best Practices</a:t>
            </a:r>
          </a:p>
          <a:p>
            <a:pPr>
              <a:buFont typeface="Arial" panose="020B0604020202020204" pitchFamily="34" charset="0"/>
              <a:buChar char="•"/>
            </a:pPr>
            <a:r>
              <a:rPr lang="en-US" dirty="0"/>
              <a:t>Use file formats that support predicate pushdown (Parquet, ORC)</a:t>
            </a:r>
          </a:p>
          <a:p>
            <a:pPr>
              <a:buFont typeface="Arial" panose="020B0604020202020204" pitchFamily="34" charset="0"/>
              <a:buChar char="•"/>
            </a:pPr>
            <a:r>
              <a:rPr lang="en-US" dirty="0"/>
              <a:t>Structure your WHERE clauses to filter as early as possible in the query</a:t>
            </a:r>
          </a:p>
          <a:p>
            <a:pPr>
              <a:buFont typeface="Arial" panose="020B0604020202020204" pitchFamily="34" charset="0"/>
              <a:buChar char="•"/>
            </a:pPr>
            <a:r>
              <a:rPr lang="en-US" dirty="0"/>
              <a:t>Sort data on frequently filtered columns when writing to S3</a:t>
            </a:r>
          </a:p>
          <a:p>
            <a:pPr>
              <a:buFont typeface="Arial" panose="020B0604020202020204" pitchFamily="34" charset="0"/>
              <a:buChar char="•"/>
            </a:pPr>
            <a:r>
              <a:rPr lang="en-US" dirty="0"/>
              <a:t>Partition data to complement predicate pushdown for compound performance gains</a:t>
            </a:r>
          </a:p>
          <a:p>
            <a:r>
              <a:rPr lang="en-US" dirty="0"/>
              <a:t>Predicate pushdown is one of the most effective techniques for optimizing Athena queries, especially when working with large datasets.</a:t>
            </a:r>
          </a:p>
          <a:p>
            <a:pPr marL="0" indent="0">
              <a:buNone/>
            </a:pPr>
            <a:endParaRPr lang="en-US" noProof="1"/>
          </a:p>
          <a:p>
            <a:endParaRPr lang="en-US" noProof="1"/>
          </a:p>
        </p:txBody>
      </p:sp>
    </p:spTree>
    <p:extLst>
      <p:ext uri="{BB962C8B-B14F-4D97-AF65-F5344CB8AC3E}">
        <p14:creationId xmlns:p14="http://schemas.microsoft.com/office/powerpoint/2010/main" val="8030291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B8500-1400-DEF0-F78D-0968C5535036}"/>
              </a:ext>
            </a:extLst>
          </p:cNvPr>
          <p:cNvSpPr>
            <a:spLocks noGrp="1"/>
          </p:cNvSpPr>
          <p:nvPr>
            <p:ph type="title"/>
          </p:nvPr>
        </p:nvSpPr>
        <p:spPr/>
        <p:txBody>
          <a:bodyPr>
            <a:normAutofit/>
          </a:bodyPr>
          <a:lstStyle/>
          <a:p>
            <a:r>
              <a:rPr lang="en-US" dirty="0"/>
              <a:t>Optimizing Queries with Compression, Buckets, and Partitions</a:t>
            </a:r>
          </a:p>
        </p:txBody>
      </p:sp>
      <p:sp>
        <p:nvSpPr>
          <p:cNvPr id="3" name="Content Placeholder 2">
            <a:extLst>
              <a:ext uri="{FF2B5EF4-FFF2-40B4-BE49-F238E27FC236}">
                <a16:creationId xmlns:a16="http://schemas.microsoft.com/office/drawing/2014/main" id="{9AD7E851-ED97-2CE8-84FE-817E0DE3F552}"/>
              </a:ext>
            </a:extLst>
          </p:cNvPr>
          <p:cNvSpPr>
            <a:spLocks noGrp="1"/>
          </p:cNvSpPr>
          <p:nvPr>
            <p:ph idx="1"/>
          </p:nvPr>
        </p:nvSpPr>
        <p:spPr>
          <a:xfrm>
            <a:off x="838200" y="1706007"/>
            <a:ext cx="10515600" cy="4193631"/>
          </a:xfrm>
        </p:spPr>
        <p:txBody>
          <a:bodyPr>
            <a:normAutofit fontScale="92500" lnSpcReduction="10000"/>
          </a:bodyPr>
          <a:lstStyle/>
          <a:p>
            <a:pPr>
              <a:buNone/>
            </a:pPr>
            <a:r>
              <a:rPr lang="en-US" b="1" dirty="0"/>
              <a:t>Buckets</a:t>
            </a:r>
          </a:p>
          <a:p>
            <a:pPr>
              <a:buFont typeface="Arial" panose="020B0604020202020204" pitchFamily="34" charset="0"/>
              <a:buChar char="•"/>
            </a:pPr>
            <a:r>
              <a:rPr lang="en-US" b="1" dirty="0"/>
              <a:t>Definition:</a:t>
            </a:r>
            <a:r>
              <a:rPr lang="en-US" dirty="0"/>
              <a:t> Logical grouping of related records based on </a:t>
            </a:r>
            <a:r>
              <a:rPr lang="en-US" b="1" dirty="0"/>
              <a:t>high-cardinality</a:t>
            </a:r>
            <a:r>
              <a:rPr lang="en-US" dirty="0"/>
              <a:t> fields.</a:t>
            </a:r>
          </a:p>
          <a:p>
            <a:pPr>
              <a:buFont typeface="Arial" panose="020B0604020202020204" pitchFamily="34" charset="0"/>
              <a:buChar char="•"/>
            </a:pPr>
            <a:r>
              <a:rPr lang="en-US" b="1" dirty="0"/>
              <a:t>Purpose:</a:t>
            </a:r>
            <a:r>
              <a:rPr lang="en-US" dirty="0"/>
              <a:t> Speed up query performance by minimizing full dataset scans.</a:t>
            </a:r>
          </a:p>
          <a:p>
            <a:pPr>
              <a:buFont typeface="Arial" panose="020B0604020202020204" pitchFamily="34" charset="0"/>
              <a:buChar char="•"/>
            </a:pPr>
            <a:r>
              <a:rPr lang="en-US" b="1" dirty="0"/>
              <a:t>Example:</a:t>
            </a:r>
            <a:r>
              <a:rPr lang="en-US" dirty="0"/>
              <a:t> Splitting taxi trips into separate buckets by each day's timestamp.</a:t>
            </a:r>
          </a:p>
          <a:p>
            <a:pPr>
              <a:buNone/>
            </a:pPr>
            <a:r>
              <a:rPr lang="en-US" b="1" dirty="0"/>
              <a:t>Compression</a:t>
            </a:r>
          </a:p>
          <a:p>
            <a:pPr>
              <a:buFont typeface="Arial" panose="020B0604020202020204" pitchFamily="34" charset="0"/>
              <a:buChar char="•"/>
            </a:pPr>
            <a:r>
              <a:rPr lang="en-US" b="1" dirty="0"/>
              <a:t>Purpose:</a:t>
            </a:r>
            <a:r>
              <a:rPr lang="en-US" dirty="0"/>
              <a:t> Store data using compressed formats (e.g., GZIP, Parquet) to:</a:t>
            </a:r>
          </a:p>
          <a:p>
            <a:pPr marL="742950" lvl="1" indent="-285750">
              <a:buFont typeface="Arial" panose="020B0604020202020204" pitchFamily="34" charset="0"/>
              <a:buChar char="•"/>
            </a:pPr>
            <a:r>
              <a:rPr lang="en-US" dirty="0"/>
              <a:t>Save S3 storage space.</a:t>
            </a:r>
          </a:p>
          <a:p>
            <a:pPr marL="742950" lvl="1" indent="-285750">
              <a:buFont typeface="Arial" panose="020B0604020202020204" pitchFamily="34" charset="0"/>
              <a:buChar char="•"/>
            </a:pPr>
            <a:r>
              <a:rPr lang="en-US" dirty="0"/>
              <a:t>Reduce the amount of data Athena scans (saving cost).</a:t>
            </a:r>
          </a:p>
          <a:p>
            <a:pPr>
              <a:buNone/>
            </a:pPr>
            <a:r>
              <a:rPr lang="en-US" b="1" dirty="0"/>
              <a:t>Partitioning</a:t>
            </a:r>
          </a:p>
          <a:p>
            <a:pPr>
              <a:buFont typeface="Arial" panose="020B0604020202020204" pitchFamily="34" charset="0"/>
              <a:buChar char="•"/>
            </a:pPr>
            <a:r>
              <a:rPr lang="en-US" b="1" dirty="0"/>
              <a:t>Definition:</a:t>
            </a:r>
            <a:r>
              <a:rPr lang="en-US" dirty="0"/>
              <a:t> Splitting data into logical directories based on </a:t>
            </a:r>
            <a:r>
              <a:rPr lang="en-US" b="1" dirty="0"/>
              <a:t>low-cardinality</a:t>
            </a:r>
            <a:r>
              <a:rPr lang="en-US" dirty="0"/>
              <a:t> fields.</a:t>
            </a:r>
          </a:p>
          <a:p>
            <a:pPr>
              <a:buFont typeface="Arial" panose="020B0604020202020204" pitchFamily="34" charset="0"/>
              <a:buChar char="•"/>
            </a:pPr>
            <a:r>
              <a:rPr lang="en-US" b="1" dirty="0"/>
              <a:t>Example:</a:t>
            </a:r>
            <a:r>
              <a:rPr lang="en-US" dirty="0"/>
              <a:t> Partitioning taxi trips by </a:t>
            </a:r>
            <a:r>
              <a:rPr lang="en-US" b="1" dirty="0"/>
              <a:t>payment type</a:t>
            </a:r>
            <a:r>
              <a:rPr lang="en-US" dirty="0"/>
              <a:t> (Credit card, Cash).</a:t>
            </a:r>
          </a:p>
          <a:p>
            <a:endParaRPr lang="en-US" dirty="0"/>
          </a:p>
        </p:txBody>
      </p:sp>
      <p:sp>
        <p:nvSpPr>
          <p:cNvPr id="5" name="TextBox 4">
            <a:extLst>
              <a:ext uri="{FF2B5EF4-FFF2-40B4-BE49-F238E27FC236}">
                <a16:creationId xmlns:a16="http://schemas.microsoft.com/office/drawing/2014/main" id="{9B683207-102E-4295-A215-32AF77C305FD}"/>
              </a:ext>
            </a:extLst>
          </p:cNvPr>
          <p:cNvSpPr txBox="1"/>
          <p:nvPr/>
        </p:nvSpPr>
        <p:spPr>
          <a:xfrm>
            <a:off x="838200" y="6059914"/>
            <a:ext cx="10679723" cy="646331"/>
          </a:xfrm>
          <a:prstGeom prst="rect">
            <a:avLst/>
          </a:prstGeom>
          <a:noFill/>
        </p:spPr>
        <p:txBody>
          <a:bodyPr wrap="square">
            <a:spAutoFit/>
          </a:bodyPr>
          <a:lstStyle/>
          <a:p>
            <a:r>
              <a:rPr lang="en-US" dirty="0">
                <a:solidFill>
                  <a:srgbClr val="FF0000"/>
                </a:solidFill>
              </a:rPr>
              <a:t>"Athena's cost is based on data scanned — so optimizing file formats and partitions can massively reduce costs in Big Data environments."</a:t>
            </a:r>
          </a:p>
        </p:txBody>
      </p:sp>
    </p:spTree>
    <p:extLst>
      <p:ext uri="{BB962C8B-B14F-4D97-AF65-F5344CB8AC3E}">
        <p14:creationId xmlns:p14="http://schemas.microsoft.com/office/powerpoint/2010/main" val="25956445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1837F-7EAF-4F18-97C5-A1B77DBC40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8C810D-88FA-4A9D-05F8-CFF70DDB6C9C}"/>
              </a:ext>
            </a:extLst>
          </p:cNvPr>
          <p:cNvSpPr>
            <a:spLocks noGrp="1"/>
          </p:cNvSpPr>
          <p:nvPr>
            <p:ph type="title"/>
          </p:nvPr>
        </p:nvSpPr>
        <p:spPr/>
        <p:txBody>
          <a:bodyPr/>
          <a:lstStyle/>
          <a:p>
            <a:r>
              <a:rPr lang="en-US" dirty="0"/>
              <a:t>Optimizing Queries with Compression, Buckets, and Partitions</a:t>
            </a:r>
          </a:p>
        </p:txBody>
      </p:sp>
      <p:graphicFrame>
        <p:nvGraphicFramePr>
          <p:cNvPr id="4" name="Content Placeholder 3">
            <a:extLst>
              <a:ext uri="{FF2B5EF4-FFF2-40B4-BE49-F238E27FC236}">
                <a16:creationId xmlns:a16="http://schemas.microsoft.com/office/drawing/2014/main" id="{625B12B2-7427-5281-68C6-8E47C78561AF}"/>
              </a:ext>
            </a:extLst>
          </p:cNvPr>
          <p:cNvGraphicFramePr>
            <a:graphicFrameLocks noGrp="1"/>
          </p:cNvGraphicFramePr>
          <p:nvPr>
            <p:ph idx="1"/>
          </p:nvPr>
        </p:nvGraphicFramePr>
        <p:xfrm>
          <a:off x="838200" y="1891399"/>
          <a:ext cx="10515600" cy="1219200"/>
        </p:xfrm>
        <a:graphic>
          <a:graphicData uri="http://schemas.openxmlformats.org/drawingml/2006/table">
            <a:tbl>
              <a:tblPr>
                <a:tableStyleId>{616DA210-FB5B-4158-B5E0-FEB733F419BA}</a:tableStyleId>
              </a:tblPr>
              <a:tblGrid>
                <a:gridCol w="2628900">
                  <a:extLst>
                    <a:ext uri="{9D8B030D-6E8A-4147-A177-3AD203B41FA5}">
                      <a16:colId xmlns:a16="http://schemas.microsoft.com/office/drawing/2014/main" val="2588198718"/>
                    </a:ext>
                  </a:extLst>
                </a:gridCol>
                <a:gridCol w="2628900">
                  <a:extLst>
                    <a:ext uri="{9D8B030D-6E8A-4147-A177-3AD203B41FA5}">
                      <a16:colId xmlns:a16="http://schemas.microsoft.com/office/drawing/2014/main" val="2901845632"/>
                    </a:ext>
                  </a:extLst>
                </a:gridCol>
                <a:gridCol w="2628900">
                  <a:extLst>
                    <a:ext uri="{9D8B030D-6E8A-4147-A177-3AD203B41FA5}">
                      <a16:colId xmlns:a16="http://schemas.microsoft.com/office/drawing/2014/main" val="3447356021"/>
                    </a:ext>
                  </a:extLst>
                </a:gridCol>
                <a:gridCol w="2628900">
                  <a:extLst>
                    <a:ext uri="{9D8B030D-6E8A-4147-A177-3AD203B41FA5}">
                      <a16:colId xmlns:a16="http://schemas.microsoft.com/office/drawing/2014/main" val="1341795078"/>
                    </a:ext>
                  </a:extLst>
                </a:gridCol>
              </a:tblGrid>
              <a:tr h="0">
                <a:tc>
                  <a:txBody>
                    <a:bodyPr/>
                    <a:lstStyle/>
                    <a:p>
                      <a:pPr algn="ctr"/>
                      <a:r>
                        <a:rPr lang="en-US" sz="1400" b="1">
                          <a:effectLst/>
                        </a:rPr>
                        <a:t>Technique</a:t>
                      </a:r>
                    </a:p>
                  </a:txBody>
                  <a:tcPr anchor="ctr">
                    <a:solidFill>
                      <a:schemeClr val="bg1">
                        <a:lumMod val="85000"/>
                      </a:schemeClr>
                    </a:solidFill>
                  </a:tcPr>
                </a:tc>
                <a:tc>
                  <a:txBody>
                    <a:bodyPr/>
                    <a:lstStyle/>
                    <a:p>
                      <a:pPr algn="ctr"/>
                      <a:r>
                        <a:rPr lang="en-US" sz="1400" b="1">
                          <a:effectLst/>
                        </a:rPr>
                        <a:t>Best for</a:t>
                      </a:r>
                    </a:p>
                  </a:txBody>
                  <a:tcPr anchor="ctr">
                    <a:solidFill>
                      <a:schemeClr val="bg1">
                        <a:lumMod val="85000"/>
                      </a:schemeClr>
                    </a:solidFill>
                  </a:tcPr>
                </a:tc>
                <a:tc>
                  <a:txBody>
                    <a:bodyPr/>
                    <a:lstStyle/>
                    <a:p>
                      <a:pPr algn="ctr"/>
                      <a:r>
                        <a:rPr lang="en-US" sz="1400" b="1">
                          <a:effectLst/>
                        </a:rPr>
                        <a:t>Example</a:t>
                      </a:r>
                    </a:p>
                  </a:txBody>
                  <a:tcPr anchor="ctr">
                    <a:solidFill>
                      <a:schemeClr val="bg1">
                        <a:lumMod val="85000"/>
                      </a:schemeClr>
                    </a:solidFill>
                  </a:tcPr>
                </a:tc>
                <a:tc>
                  <a:txBody>
                    <a:bodyPr/>
                    <a:lstStyle/>
                    <a:p>
                      <a:pPr algn="ctr"/>
                      <a:r>
                        <a:rPr lang="en-US" sz="1400" b="1" dirty="0">
                          <a:effectLst/>
                        </a:rPr>
                        <a:t>Benefit</a:t>
                      </a:r>
                    </a:p>
                  </a:txBody>
                  <a:tcPr anchor="ctr">
                    <a:solidFill>
                      <a:schemeClr val="bg1">
                        <a:lumMod val="85000"/>
                      </a:schemeClr>
                    </a:solidFill>
                  </a:tcPr>
                </a:tc>
                <a:extLst>
                  <a:ext uri="{0D108BD9-81ED-4DB2-BD59-A6C34878D82A}">
                    <a16:rowId xmlns:a16="http://schemas.microsoft.com/office/drawing/2014/main" val="514782832"/>
                  </a:ext>
                </a:extLst>
              </a:tr>
              <a:tr h="0">
                <a:tc>
                  <a:txBody>
                    <a:bodyPr/>
                    <a:lstStyle/>
                    <a:p>
                      <a:pPr algn="l"/>
                      <a:r>
                        <a:rPr lang="en-US" sz="1400" dirty="0">
                          <a:effectLst/>
                        </a:rPr>
                        <a:t>Compression</a:t>
                      </a:r>
                    </a:p>
                  </a:txBody>
                  <a:tcPr anchor="ctr"/>
                </a:tc>
                <a:tc>
                  <a:txBody>
                    <a:bodyPr/>
                    <a:lstStyle/>
                    <a:p>
                      <a:pPr algn="l"/>
                      <a:r>
                        <a:rPr lang="en-US" sz="1400">
                          <a:effectLst/>
                        </a:rPr>
                        <a:t>Any large dataset</a:t>
                      </a:r>
                    </a:p>
                  </a:txBody>
                  <a:tcPr anchor="ctr"/>
                </a:tc>
                <a:tc>
                  <a:txBody>
                    <a:bodyPr/>
                    <a:lstStyle/>
                    <a:p>
                      <a:pPr algn="l"/>
                      <a:r>
                        <a:rPr lang="en-US" sz="1400">
                          <a:effectLst/>
                        </a:rPr>
                        <a:t>Compress CSV to GZIP</a:t>
                      </a:r>
                    </a:p>
                  </a:txBody>
                  <a:tcPr anchor="ctr"/>
                </a:tc>
                <a:tc>
                  <a:txBody>
                    <a:bodyPr/>
                    <a:lstStyle/>
                    <a:p>
                      <a:pPr algn="l"/>
                      <a:r>
                        <a:rPr lang="en-US" sz="1400" dirty="0">
                          <a:effectLst/>
                        </a:rPr>
                        <a:t>Lower storage and scan costs</a:t>
                      </a:r>
                    </a:p>
                  </a:txBody>
                  <a:tcPr anchor="ctr"/>
                </a:tc>
                <a:extLst>
                  <a:ext uri="{0D108BD9-81ED-4DB2-BD59-A6C34878D82A}">
                    <a16:rowId xmlns:a16="http://schemas.microsoft.com/office/drawing/2014/main" val="3843249417"/>
                  </a:ext>
                </a:extLst>
              </a:tr>
              <a:tr h="0">
                <a:tc>
                  <a:txBody>
                    <a:bodyPr/>
                    <a:lstStyle/>
                    <a:p>
                      <a:pPr algn="l"/>
                      <a:r>
                        <a:rPr lang="en-US" sz="1400">
                          <a:effectLst/>
                        </a:rPr>
                        <a:t>Bucketing</a:t>
                      </a:r>
                    </a:p>
                  </a:txBody>
                  <a:tcPr anchor="ctr"/>
                </a:tc>
                <a:tc>
                  <a:txBody>
                    <a:bodyPr/>
                    <a:lstStyle/>
                    <a:p>
                      <a:pPr algn="l"/>
                      <a:r>
                        <a:rPr lang="en-US" sz="1400">
                          <a:effectLst/>
                        </a:rPr>
                        <a:t>High cardinality fields</a:t>
                      </a:r>
                    </a:p>
                  </a:txBody>
                  <a:tcPr anchor="ctr"/>
                </a:tc>
                <a:tc>
                  <a:txBody>
                    <a:bodyPr/>
                    <a:lstStyle/>
                    <a:p>
                      <a:pPr algn="l"/>
                      <a:r>
                        <a:rPr lang="en-US" sz="1400">
                          <a:effectLst/>
                        </a:rPr>
                        <a:t>Group by pickup timestamp</a:t>
                      </a:r>
                    </a:p>
                  </a:txBody>
                  <a:tcPr anchor="ctr"/>
                </a:tc>
                <a:tc>
                  <a:txBody>
                    <a:bodyPr/>
                    <a:lstStyle/>
                    <a:p>
                      <a:pPr algn="l"/>
                      <a:r>
                        <a:rPr lang="en-US" sz="1400">
                          <a:effectLst/>
                        </a:rPr>
                        <a:t>Speed up random queries</a:t>
                      </a:r>
                    </a:p>
                  </a:txBody>
                  <a:tcPr anchor="ctr"/>
                </a:tc>
                <a:extLst>
                  <a:ext uri="{0D108BD9-81ED-4DB2-BD59-A6C34878D82A}">
                    <a16:rowId xmlns:a16="http://schemas.microsoft.com/office/drawing/2014/main" val="3032187542"/>
                  </a:ext>
                </a:extLst>
              </a:tr>
              <a:tr h="0">
                <a:tc>
                  <a:txBody>
                    <a:bodyPr/>
                    <a:lstStyle/>
                    <a:p>
                      <a:pPr algn="l"/>
                      <a:r>
                        <a:rPr lang="en-US" sz="1400">
                          <a:effectLst/>
                        </a:rPr>
                        <a:t>Partitioning</a:t>
                      </a:r>
                    </a:p>
                  </a:txBody>
                  <a:tcPr anchor="ctr"/>
                </a:tc>
                <a:tc>
                  <a:txBody>
                    <a:bodyPr/>
                    <a:lstStyle/>
                    <a:p>
                      <a:pPr algn="l"/>
                      <a:r>
                        <a:rPr lang="en-US" sz="1400">
                          <a:effectLst/>
                        </a:rPr>
                        <a:t>Low cardinality fields</a:t>
                      </a:r>
                    </a:p>
                  </a:txBody>
                  <a:tcPr anchor="ctr"/>
                </a:tc>
                <a:tc>
                  <a:txBody>
                    <a:bodyPr/>
                    <a:lstStyle/>
                    <a:p>
                      <a:pPr algn="l"/>
                      <a:r>
                        <a:rPr lang="en-US" sz="1400">
                          <a:effectLst/>
                        </a:rPr>
                        <a:t>Split by payment type</a:t>
                      </a:r>
                    </a:p>
                  </a:txBody>
                  <a:tcPr anchor="ctr"/>
                </a:tc>
                <a:tc>
                  <a:txBody>
                    <a:bodyPr/>
                    <a:lstStyle/>
                    <a:p>
                      <a:pPr algn="l"/>
                      <a:r>
                        <a:rPr lang="en-US" sz="1400" dirty="0">
                          <a:effectLst/>
                        </a:rPr>
                        <a:t>Scan only relevant partitions</a:t>
                      </a:r>
                    </a:p>
                  </a:txBody>
                  <a:tcPr anchor="ctr"/>
                </a:tc>
                <a:extLst>
                  <a:ext uri="{0D108BD9-81ED-4DB2-BD59-A6C34878D82A}">
                    <a16:rowId xmlns:a16="http://schemas.microsoft.com/office/drawing/2014/main" val="2660615469"/>
                  </a:ext>
                </a:extLst>
              </a:tr>
            </a:tbl>
          </a:graphicData>
        </a:graphic>
      </p:graphicFrame>
      <p:sp>
        <p:nvSpPr>
          <p:cNvPr id="6" name="TextBox 5">
            <a:extLst>
              <a:ext uri="{FF2B5EF4-FFF2-40B4-BE49-F238E27FC236}">
                <a16:creationId xmlns:a16="http://schemas.microsoft.com/office/drawing/2014/main" id="{2CF12004-D6CE-08E6-D7AE-ED9F54F82D3E}"/>
              </a:ext>
            </a:extLst>
          </p:cNvPr>
          <p:cNvSpPr txBox="1"/>
          <p:nvPr/>
        </p:nvSpPr>
        <p:spPr>
          <a:xfrm>
            <a:off x="745524" y="3562736"/>
            <a:ext cx="6094970" cy="369332"/>
          </a:xfrm>
          <a:prstGeom prst="rect">
            <a:avLst/>
          </a:prstGeom>
          <a:noFill/>
        </p:spPr>
        <p:txBody>
          <a:bodyPr wrap="square">
            <a:spAutoFit/>
          </a:bodyPr>
          <a:lstStyle/>
          <a:p>
            <a:r>
              <a:rPr lang="en-US" dirty="0">
                <a:solidFill>
                  <a:schemeClr val="accent4">
                    <a:lumMod val="60000"/>
                    <a:lumOff val="40000"/>
                  </a:schemeClr>
                </a:solidFill>
                <a:highlight>
                  <a:srgbClr val="000000"/>
                </a:highlight>
              </a:rPr>
              <a:t>Golden Rule: Less data scanned = Faster query + Lower cost</a:t>
            </a:r>
          </a:p>
        </p:txBody>
      </p:sp>
      <p:graphicFrame>
        <p:nvGraphicFramePr>
          <p:cNvPr id="7" name="Table 6">
            <a:extLst>
              <a:ext uri="{FF2B5EF4-FFF2-40B4-BE49-F238E27FC236}">
                <a16:creationId xmlns:a16="http://schemas.microsoft.com/office/drawing/2014/main" id="{C06E91F6-3FFB-AB87-8237-9B478FF2793F}"/>
              </a:ext>
            </a:extLst>
          </p:cNvPr>
          <p:cNvGraphicFramePr>
            <a:graphicFrameLocks noGrp="1"/>
          </p:cNvGraphicFramePr>
          <p:nvPr/>
        </p:nvGraphicFramePr>
        <p:xfrm>
          <a:off x="770753" y="5024157"/>
          <a:ext cx="10515600" cy="1036320"/>
        </p:xfrm>
        <a:graphic>
          <a:graphicData uri="http://schemas.openxmlformats.org/drawingml/2006/table">
            <a:tbl>
              <a:tblPr>
                <a:tableStyleId>{616DA210-FB5B-4158-B5E0-FEB733F419BA}</a:tableStyleId>
              </a:tblPr>
              <a:tblGrid>
                <a:gridCol w="3505200">
                  <a:extLst>
                    <a:ext uri="{9D8B030D-6E8A-4147-A177-3AD203B41FA5}">
                      <a16:colId xmlns:a16="http://schemas.microsoft.com/office/drawing/2014/main" val="1504417981"/>
                    </a:ext>
                  </a:extLst>
                </a:gridCol>
                <a:gridCol w="3505200">
                  <a:extLst>
                    <a:ext uri="{9D8B030D-6E8A-4147-A177-3AD203B41FA5}">
                      <a16:colId xmlns:a16="http://schemas.microsoft.com/office/drawing/2014/main" val="1941313505"/>
                    </a:ext>
                  </a:extLst>
                </a:gridCol>
                <a:gridCol w="3505200">
                  <a:extLst>
                    <a:ext uri="{9D8B030D-6E8A-4147-A177-3AD203B41FA5}">
                      <a16:colId xmlns:a16="http://schemas.microsoft.com/office/drawing/2014/main" val="2525427857"/>
                    </a:ext>
                  </a:extLst>
                </a:gridCol>
              </a:tblGrid>
              <a:tr h="0">
                <a:tc>
                  <a:txBody>
                    <a:bodyPr/>
                    <a:lstStyle/>
                    <a:p>
                      <a:pPr algn="ctr"/>
                      <a:r>
                        <a:rPr lang="en-US" sz="1000" b="1" dirty="0">
                          <a:effectLst/>
                        </a:rPr>
                        <a:t>Term</a:t>
                      </a:r>
                      <a:endParaRPr lang="en-US" sz="1000" dirty="0">
                        <a:effectLst/>
                      </a:endParaRPr>
                    </a:p>
                  </a:txBody>
                  <a:tcPr anchor="ctr"/>
                </a:tc>
                <a:tc>
                  <a:txBody>
                    <a:bodyPr/>
                    <a:lstStyle/>
                    <a:p>
                      <a:pPr algn="ctr"/>
                      <a:r>
                        <a:rPr lang="en-US" sz="1000" b="1">
                          <a:effectLst/>
                        </a:rPr>
                        <a:t>Meaning</a:t>
                      </a:r>
                      <a:endParaRPr lang="en-US" sz="1000">
                        <a:effectLst/>
                      </a:endParaRPr>
                    </a:p>
                  </a:txBody>
                  <a:tcPr anchor="ctr"/>
                </a:tc>
                <a:tc>
                  <a:txBody>
                    <a:bodyPr/>
                    <a:lstStyle/>
                    <a:p>
                      <a:pPr algn="ctr"/>
                      <a:r>
                        <a:rPr lang="en-US" sz="1000" b="1" dirty="0">
                          <a:effectLst/>
                        </a:rPr>
                        <a:t>Context</a:t>
                      </a:r>
                      <a:endParaRPr lang="en-US" sz="1000" dirty="0">
                        <a:effectLst/>
                      </a:endParaRPr>
                    </a:p>
                  </a:txBody>
                  <a:tcPr anchor="ctr"/>
                </a:tc>
                <a:extLst>
                  <a:ext uri="{0D108BD9-81ED-4DB2-BD59-A6C34878D82A}">
                    <a16:rowId xmlns:a16="http://schemas.microsoft.com/office/drawing/2014/main" val="3892788723"/>
                  </a:ext>
                </a:extLst>
              </a:tr>
              <a:tr h="0">
                <a:tc>
                  <a:txBody>
                    <a:bodyPr/>
                    <a:lstStyle/>
                    <a:p>
                      <a:pPr algn="l"/>
                      <a:r>
                        <a:rPr lang="en-US" sz="1000" b="1">
                          <a:effectLst/>
                        </a:rPr>
                        <a:t>S3 Buckets</a:t>
                      </a:r>
                      <a:endParaRPr lang="en-US" sz="1000">
                        <a:effectLst/>
                      </a:endParaRPr>
                    </a:p>
                  </a:txBody>
                  <a:tcPr anchor="ctr"/>
                </a:tc>
                <a:tc>
                  <a:txBody>
                    <a:bodyPr/>
                    <a:lstStyle/>
                    <a:p>
                      <a:pPr algn="l"/>
                      <a:r>
                        <a:rPr lang="en-US" sz="1000">
                          <a:effectLst/>
                        </a:rPr>
                        <a:t>Storage containers in Amazon S3 to hold files (objects).</a:t>
                      </a:r>
                    </a:p>
                  </a:txBody>
                  <a:tcPr anchor="ctr"/>
                </a:tc>
                <a:tc>
                  <a:txBody>
                    <a:bodyPr/>
                    <a:lstStyle/>
                    <a:p>
                      <a:pPr algn="l"/>
                      <a:r>
                        <a:rPr lang="en-US" sz="1000">
                          <a:effectLst/>
                        </a:rPr>
                        <a:t>Cloud storage. Think: folders for storing any type of data (CSV, images, backups).</a:t>
                      </a:r>
                    </a:p>
                  </a:txBody>
                  <a:tcPr anchor="ctr"/>
                </a:tc>
                <a:extLst>
                  <a:ext uri="{0D108BD9-81ED-4DB2-BD59-A6C34878D82A}">
                    <a16:rowId xmlns:a16="http://schemas.microsoft.com/office/drawing/2014/main" val="2073301606"/>
                  </a:ext>
                </a:extLst>
              </a:tr>
              <a:tr h="0">
                <a:tc>
                  <a:txBody>
                    <a:bodyPr/>
                    <a:lstStyle/>
                    <a:p>
                      <a:pPr algn="l"/>
                      <a:r>
                        <a:rPr lang="en-US" sz="1000" b="1">
                          <a:effectLst/>
                        </a:rPr>
                        <a:t>Bucketing (in Athena/Glue/Presto SQL)</a:t>
                      </a:r>
                      <a:endParaRPr lang="en-US" sz="1000">
                        <a:effectLst/>
                      </a:endParaRPr>
                    </a:p>
                  </a:txBody>
                  <a:tcPr anchor="ctr"/>
                </a:tc>
                <a:tc>
                  <a:txBody>
                    <a:bodyPr/>
                    <a:lstStyle/>
                    <a:p>
                      <a:pPr algn="l"/>
                      <a:r>
                        <a:rPr lang="en-US" sz="1000">
                          <a:effectLst/>
                        </a:rPr>
                        <a:t>A </a:t>
                      </a:r>
                      <a:r>
                        <a:rPr lang="en-US" sz="1000" b="1">
                          <a:effectLst/>
                        </a:rPr>
                        <a:t>data organization technique</a:t>
                      </a:r>
                      <a:r>
                        <a:rPr lang="en-US" sz="1000">
                          <a:effectLst/>
                        </a:rPr>
                        <a:t>: splitting data into logical groups ("buckets") based on the values of a column.</a:t>
                      </a:r>
                    </a:p>
                  </a:txBody>
                  <a:tcPr anchor="ctr"/>
                </a:tc>
                <a:tc>
                  <a:txBody>
                    <a:bodyPr/>
                    <a:lstStyle/>
                    <a:p>
                      <a:pPr algn="l"/>
                      <a:r>
                        <a:rPr lang="en-US" sz="1000" dirty="0">
                          <a:effectLst/>
                        </a:rPr>
                        <a:t>Database optimization. Think: dividing a huge table into smaller "mini-tables" inside a database to speed up queries.</a:t>
                      </a:r>
                    </a:p>
                  </a:txBody>
                  <a:tcPr anchor="ctr"/>
                </a:tc>
                <a:extLst>
                  <a:ext uri="{0D108BD9-81ED-4DB2-BD59-A6C34878D82A}">
                    <a16:rowId xmlns:a16="http://schemas.microsoft.com/office/drawing/2014/main" val="4040120152"/>
                  </a:ext>
                </a:extLst>
              </a:tr>
            </a:tbl>
          </a:graphicData>
        </a:graphic>
      </p:graphicFrame>
      <p:sp>
        <p:nvSpPr>
          <p:cNvPr id="9" name="TextBox 8">
            <a:extLst>
              <a:ext uri="{FF2B5EF4-FFF2-40B4-BE49-F238E27FC236}">
                <a16:creationId xmlns:a16="http://schemas.microsoft.com/office/drawing/2014/main" id="{1A32F7C1-68F1-593B-D336-A2336809E2C0}"/>
              </a:ext>
            </a:extLst>
          </p:cNvPr>
          <p:cNvSpPr txBox="1"/>
          <p:nvPr/>
        </p:nvSpPr>
        <p:spPr>
          <a:xfrm>
            <a:off x="745524" y="4609444"/>
            <a:ext cx="6675224" cy="338554"/>
          </a:xfrm>
          <a:prstGeom prst="rect">
            <a:avLst/>
          </a:prstGeom>
          <a:noFill/>
        </p:spPr>
        <p:txBody>
          <a:bodyPr wrap="square">
            <a:spAutoFit/>
          </a:bodyPr>
          <a:lstStyle/>
          <a:p>
            <a:pPr algn="l"/>
            <a:r>
              <a:rPr lang="en-US" sz="1600" dirty="0">
                <a:effectLst/>
              </a:rPr>
              <a:t>Note: Buckets in compression is different than S3 storage buckets</a:t>
            </a:r>
          </a:p>
        </p:txBody>
      </p:sp>
    </p:spTree>
    <p:extLst>
      <p:ext uri="{BB962C8B-B14F-4D97-AF65-F5344CB8AC3E}">
        <p14:creationId xmlns:p14="http://schemas.microsoft.com/office/powerpoint/2010/main" val="15360071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A849FA-7E1A-DD65-4654-9F6AEC4DC614}"/>
              </a:ext>
            </a:extLst>
          </p:cNvPr>
          <p:cNvSpPr>
            <a:spLocks noGrp="1"/>
          </p:cNvSpPr>
          <p:nvPr>
            <p:ph type="title"/>
          </p:nvPr>
        </p:nvSpPr>
        <p:spPr/>
        <p:txBody>
          <a:bodyPr/>
          <a:lstStyle/>
          <a:p>
            <a:r>
              <a:rPr lang="en-US" dirty="0"/>
              <a:t>Handling Large Files</a:t>
            </a:r>
          </a:p>
        </p:txBody>
      </p:sp>
      <p:sp>
        <p:nvSpPr>
          <p:cNvPr id="3" name="Content Placeholder 2">
            <a:extLst>
              <a:ext uri="{FF2B5EF4-FFF2-40B4-BE49-F238E27FC236}">
                <a16:creationId xmlns:a16="http://schemas.microsoft.com/office/drawing/2014/main" id="{88858F7B-62E9-3C38-3A7C-4ABABBF42A9A}"/>
              </a:ext>
            </a:extLst>
          </p:cNvPr>
          <p:cNvSpPr>
            <a:spLocks noGrp="1"/>
          </p:cNvSpPr>
          <p:nvPr>
            <p:ph idx="1"/>
          </p:nvPr>
        </p:nvSpPr>
        <p:spPr/>
        <p:txBody>
          <a:bodyPr/>
          <a:lstStyle/>
          <a:p>
            <a:pPr>
              <a:buFont typeface="Arial" panose="020B0604020202020204" pitchFamily="34" charset="0"/>
              <a:buChar char="•"/>
            </a:pPr>
            <a:r>
              <a:rPr lang="en-US" dirty="0"/>
              <a:t>Use appropriate file formats (Parquet/ORC)</a:t>
            </a:r>
          </a:p>
          <a:p>
            <a:pPr>
              <a:buFont typeface="Arial" panose="020B0604020202020204" pitchFamily="34" charset="0"/>
              <a:buChar char="•"/>
            </a:pPr>
            <a:r>
              <a:rPr lang="en-US" dirty="0"/>
              <a:t>Implement effective partitioning strategies</a:t>
            </a:r>
          </a:p>
          <a:p>
            <a:pPr>
              <a:buFont typeface="Arial" panose="020B0604020202020204" pitchFamily="34" charset="0"/>
              <a:buChar char="•"/>
            </a:pPr>
            <a:r>
              <a:rPr lang="en-US" dirty="0"/>
              <a:t>Apply bucketing for high-cardinality columns</a:t>
            </a:r>
          </a:p>
          <a:p>
            <a:pPr>
              <a:buFont typeface="Arial" panose="020B0604020202020204" pitchFamily="34" charset="0"/>
              <a:buChar char="•"/>
            </a:pPr>
            <a:r>
              <a:rPr lang="en-US" dirty="0"/>
              <a:t>Control query scope with filters</a:t>
            </a:r>
          </a:p>
          <a:p>
            <a:pPr>
              <a:buFont typeface="Arial" panose="020B0604020202020204" pitchFamily="34" charset="0"/>
              <a:buChar char="•"/>
            </a:pPr>
            <a:r>
              <a:rPr lang="en-US" dirty="0"/>
              <a:t>Use columnar compression</a:t>
            </a:r>
          </a:p>
          <a:p>
            <a:endParaRPr lang="en-US" dirty="0"/>
          </a:p>
        </p:txBody>
      </p:sp>
      <p:sp>
        <p:nvSpPr>
          <p:cNvPr id="4" name="Content Placeholder 2">
            <a:extLst>
              <a:ext uri="{FF2B5EF4-FFF2-40B4-BE49-F238E27FC236}">
                <a16:creationId xmlns:a16="http://schemas.microsoft.com/office/drawing/2014/main" id="{FC8910C7-C304-AEE4-6D34-C5D2BC8FEFEC}"/>
              </a:ext>
            </a:extLst>
          </p:cNvPr>
          <p:cNvSpPr txBox="1">
            <a:spLocks/>
          </p:cNvSpPr>
          <p:nvPr/>
        </p:nvSpPr>
        <p:spPr>
          <a:xfrm>
            <a:off x="838200" y="4343400"/>
            <a:ext cx="10515600" cy="190880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3100" dirty="0"/>
              <a:t>Create a Table with Partition in Athena</a:t>
            </a:r>
          </a:p>
          <a:p>
            <a:pPr marL="0" indent="0">
              <a:buFont typeface="Arial" panose="020B0604020202020204" pitchFamily="34" charset="0"/>
              <a:buNone/>
            </a:pPr>
            <a:endParaRPr lang="en-US" dirty="0"/>
          </a:p>
          <a:p>
            <a:pPr marL="0" indent="0">
              <a:buFont typeface="Arial" panose="020B0604020202020204" pitchFamily="34" charset="0"/>
              <a:buNone/>
            </a:pPr>
            <a:r>
              <a:rPr lang="en-US" dirty="0">
                <a:solidFill>
                  <a:srgbClr val="A626A4"/>
                </a:solidFill>
              </a:rPr>
              <a:t>CREATE</a:t>
            </a:r>
            <a:r>
              <a:rPr lang="en-US" dirty="0"/>
              <a:t> EXTERNAL </a:t>
            </a:r>
            <a:r>
              <a:rPr lang="en-US" dirty="0">
                <a:solidFill>
                  <a:srgbClr val="A626A4"/>
                </a:solidFill>
              </a:rPr>
              <a:t>TABLE</a:t>
            </a:r>
            <a:r>
              <a:rPr lang="en-US" dirty="0"/>
              <a:t> </a:t>
            </a:r>
            <a:r>
              <a:rPr lang="en-US" dirty="0" err="1"/>
              <a:t>sales_records</a:t>
            </a:r>
            <a:r>
              <a:rPr lang="en-US" dirty="0"/>
              <a:t> </a:t>
            </a:r>
            <a:r>
              <a:rPr lang="en-US" dirty="0">
                <a:solidFill>
                  <a:srgbClr val="383A42"/>
                </a:solidFill>
              </a:rPr>
              <a:t>(</a:t>
            </a:r>
            <a:r>
              <a:rPr lang="en-US" dirty="0"/>
              <a:t> </a:t>
            </a:r>
            <a:r>
              <a:rPr lang="en-US" dirty="0" err="1"/>
              <a:t>product_id</a:t>
            </a:r>
            <a:r>
              <a:rPr lang="en-US" dirty="0"/>
              <a:t> </a:t>
            </a:r>
            <a:r>
              <a:rPr lang="en-US" dirty="0">
                <a:solidFill>
                  <a:srgbClr val="A626A4"/>
                </a:solidFill>
              </a:rPr>
              <a:t>INT</a:t>
            </a:r>
            <a:r>
              <a:rPr lang="en-US" dirty="0">
                <a:solidFill>
                  <a:srgbClr val="383A42"/>
                </a:solidFill>
              </a:rPr>
              <a:t>,</a:t>
            </a:r>
            <a:r>
              <a:rPr lang="en-US" dirty="0"/>
              <a:t> </a:t>
            </a:r>
            <a:r>
              <a:rPr lang="en-US" dirty="0" err="1"/>
              <a:t>sales_amount</a:t>
            </a:r>
            <a:r>
              <a:rPr lang="en-US" dirty="0"/>
              <a:t> </a:t>
            </a:r>
            <a:r>
              <a:rPr lang="en-US" dirty="0">
                <a:solidFill>
                  <a:srgbClr val="A626A4"/>
                </a:solidFill>
              </a:rPr>
              <a:t>DECIMAL</a:t>
            </a:r>
            <a:r>
              <a:rPr lang="en-US" dirty="0">
                <a:solidFill>
                  <a:srgbClr val="383A42"/>
                </a:solidFill>
              </a:rPr>
              <a:t>(</a:t>
            </a:r>
            <a:r>
              <a:rPr lang="en-US" dirty="0">
                <a:solidFill>
                  <a:srgbClr val="B76B01"/>
                </a:solidFill>
              </a:rPr>
              <a:t>10</a:t>
            </a:r>
            <a:r>
              <a:rPr lang="en-US" dirty="0">
                <a:solidFill>
                  <a:srgbClr val="383A42"/>
                </a:solidFill>
              </a:rPr>
              <a:t>,</a:t>
            </a:r>
            <a:r>
              <a:rPr lang="en-US" dirty="0"/>
              <a:t> </a:t>
            </a:r>
            <a:r>
              <a:rPr lang="en-US" dirty="0">
                <a:solidFill>
                  <a:srgbClr val="B76B01"/>
                </a:solidFill>
              </a:rPr>
              <a:t>2</a:t>
            </a:r>
            <a:r>
              <a:rPr lang="en-US" dirty="0">
                <a:solidFill>
                  <a:srgbClr val="383A42"/>
                </a:solidFill>
              </a:rPr>
              <a:t>),</a:t>
            </a:r>
            <a:r>
              <a:rPr lang="en-US" dirty="0"/>
              <a:t> </a:t>
            </a:r>
            <a:r>
              <a:rPr lang="en-US" dirty="0" err="1"/>
              <a:t>transaction_date</a:t>
            </a:r>
            <a:r>
              <a:rPr lang="en-US" dirty="0"/>
              <a:t> </a:t>
            </a:r>
            <a:r>
              <a:rPr lang="en-US" dirty="0">
                <a:solidFill>
                  <a:srgbClr val="A626A4"/>
                </a:solidFill>
              </a:rPr>
              <a:t>DATE</a:t>
            </a:r>
            <a:r>
              <a:rPr lang="en-US" dirty="0"/>
              <a:t> </a:t>
            </a:r>
            <a:r>
              <a:rPr lang="en-US" dirty="0">
                <a:solidFill>
                  <a:srgbClr val="383A42"/>
                </a:solidFill>
              </a:rPr>
              <a:t>)</a:t>
            </a:r>
            <a:r>
              <a:rPr lang="en-US" dirty="0"/>
              <a:t> </a:t>
            </a:r>
          </a:p>
          <a:p>
            <a:pPr marL="0" indent="0">
              <a:buFont typeface="Arial" panose="020B0604020202020204" pitchFamily="34" charset="0"/>
              <a:buNone/>
            </a:pPr>
            <a:r>
              <a:rPr lang="en-US" dirty="0"/>
              <a:t>PARTITIONED </a:t>
            </a:r>
            <a:r>
              <a:rPr lang="en-US" dirty="0">
                <a:solidFill>
                  <a:srgbClr val="A626A4"/>
                </a:solidFill>
              </a:rPr>
              <a:t>BY</a:t>
            </a:r>
            <a:r>
              <a:rPr lang="en-US" dirty="0"/>
              <a:t> </a:t>
            </a:r>
            <a:r>
              <a:rPr lang="en-US" dirty="0">
                <a:solidFill>
                  <a:srgbClr val="383A42"/>
                </a:solidFill>
              </a:rPr>
              <a:t>(</a:t>
            </a:r>
            <a:r>
              <a:rPr lang="en-US" dirty="0">
                <a:solidFill>
                  <a:srgbClr val="A626A4"/>
                </a:solidFill>
              </a:rPr>
              <a:t>year</a:t>
            </a:r>
            <a:r>
              <a:rPr lang="en-US" dirty="0"/>
              <a:t> </a:t>
            </a:r>
            <a:r>
              <a:rPr lang="en-US" dirty="0">
                <a:solidFill>
                  <a:srgbClr val="A626A4"/>
                </a:solidFill>
              </a:rPr>
              <a:t>INT</a:t>
            </a:r>
            <a:r>
              <a:rPr lang="en-US" dirty="0">
                <a:solidFill>
                  <a:srgbClr val="383A42"/>
                </a:solidFill>
              </a:rPr>
              <a:t>,</a:t>
            </a:r>
            <a:r>
              <a:rPr lang="en-US" dirty="0"/>
              <a:t> </a:t>
            </a:r>
            <a:r>
              <a:rPr lang="en-US" dirty="0">
                <a:solidFill>
                  <a:srgbClr val="A626A4"/>
                </a:solidFill>
              </a:rPr>
              <a:t>month</a:t>
            </a:r>
            <a:r>
              <a:rPr lang="en-US" dirty="0"/>
              <a:t> </a:t>
            </a:r>
            <a:r>
              <a:rPr lang="en-US" dirty="0">
                <a:solidFill>
                  <a:srgbClr val="A626A4"/>
                </a:solidFill>
              </a:rPr>
              <a:t>INT</a:t>
            </a:r>
            <a:r>
              <a:rPr lang="en-US" dirty="0">
                <a:solidFill>
                  <a:srgbClr val="383A42"/>
                </a:solidFill>
              </a:rPr>
              <a:t>)</a:t>
            </a:r>
            <a:r>
              <a:rPr lang="en-US" dirty="0"/>
              <a:t> </a:t>
            </a:r>
          </a:p>
          <a:p>
            <a:pPr marL="0" indent="0">
              <a:buFont typeface="Arial" panose="020B0604020202020204" pitchFamily="34" charset="0"/>
              <a:buNone/>
            </a:pPr>
            <a:r>
              <a:rPr lang="en-US" dirty="0"/>
              <a:t>LOCATION </a:t>
            </a:r>
            <a:r>
              <a:rPr lang="en-US" dirty="0">
                <a:solidFill>
                  <a:srgbClr val="50A14F"/>
                </a:solidFill>
              </a:rPr>
              <a:t>'s3://your-bucket/sales-data/'</a:t>
            </a:r>
            <a:r>
              <a:rPr lang="en-US" dirty="0">
                <a:solidFill>
                  <a:srgbClr val="383A42"/>
                </a:solidFill>
              </a:rPr>
              <a:t>;</a:t>
            </a:r>
            <a:endParaRPr lang="en-US" dirty="0"/>
          </a:p>
        </p:txBody>
      </p:sp>
    </p:spTree>
    <p:extLst>
      <p:ext uri="{BB962C8B-B14F-4D97-AF65-F5344CB8AC3E}">
        <p14:creationId xmlns:p14="http://schemas.microsoft.com/office/powerpoint/2010/main" val="908460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F544E-042D-F745-4D9F-AC7D4FB84F5F}"/>
              </a:ext>
            </a:extLst>
          </p:cNvPr>
          <p:cNvSpPr>
            <a:spLocks noGrp="1"/>
          </p:cNvSpPr>
          <p:nvPr>
            <p:ph type="title"/>
          </p:nvPr>
        </p:nvSpPr>
        <p:spPr/>
        <p:txBody>
          <a:bodyPr>
            <a:normAutofit/>
          </a:bodyPr>
          <a:lstStyle/>
          <a:p>
            <a:r>
              <a:rPr lang="en-US" dirty="0"/>
              <a:t>Module 4 Lab: Querying Data Using Amazon Athena</a:t>
            </a:r>
          </a:p>
        </p:txBody>
      </p:sp>
      <p:pic>
        <p:nvPicPr>
          <p:cNvPr id="4" name="Picture 3" descr="A diagram of a software flow&#10;&#10;AI-generated content may be incorrect.">
            <a:extLst>
              <a:ext uri="{FF2B5EF4-FFF2-40B4-BE49-F238E27FC236}">
                <a16:creationId xmlns:a16="http://schemas.microsoft.com/office/drawing/2014/main" id="{15E627D0-4C13-8D1B-10C0-F2C8C3505FC2}"/>
              </a:ext>
            </a:extLst>
          </p:cNvPr>
          <p:cNvPicPr>
            <a:picLocks noChangeAspect="1"/>
          </p:cNvPicPr>
          <p:nvPr/>
        </p:nvPicPr>
        <p:blipFill>
          <a:blip r:embed="rId2"/>
          <a:stretch>
            <a:fillRect/>
          </a:stretch>
        </p:blipFill>
        <p:spPr>
          <a:xfrm>
            <a:off x="5410200" y="1706007"/>
            <a:ext cx="5943600" cy="4065905"/>
          </a:xfrm>
          <a:prstGeom prst="rect">
            <a:avLst/>
          </a:prstGeom>
        </p:spPr>
      </p:pic>
      <p:sp>
        <p:nvSpPr>
          <p:cNvPr id="3" name="Content Placeholder 2">
            <a:extLst>
              <a:ext uri="{FF2B5EF4-FFF2-40B4-BE49-F238E27FC236}">
                <a16:creationId xmlns:a16="http://schemas.microsoft.com/office/drawing/2014/main" id="{88C908DC-1F9C-FDAB-C897-BDECE5DBB02A}"/>
              </a:ext>
            </a:extLst>
          </p:cNvPr>
          <p:cNvSpPr>
            <a:spLocks noGrp="1"/>
          </p:cNvSpPr>
          <p:nvPr>
            <p:ph idx="1"/>
          </p:nvPr>
        </p:nvSpPr>
        <p:spPr>
          <a:xfrm>
            <a:off x="838200" y="1706007"/>
            <a:ext cx="4790304" cy="5151993"/>
          </a:xfrm>
        </p:spPr>
        <p:txBody>
          <a:bodyPr>
            <a:normAutofit/>
          </a:bodyPr>
          <a:lstStyle/>
          <a:p>
            <a:pPr marL="0" indent="0">
              <a:buNone/>
            </a:pPr>
            <a:r>
              <a:rPr lang="en-US" sz="1200" dirty="0"/>
              <a:t>In this lab, you will learn to query CSV data stored in Amazon S3 using </a:t>
            </a:r>
            <a:r>
              <a:rPr lang="en-US" sz="1200" b="1" dirty="0"/>
              <a:t>Amazon Athena</a:t>
            </a:r>
            <a:r>
              <a:rPr lang="en-US" sz="1200" dirty="0"/>
              <a:t> and </a:t>
            </a:r>
            <a:r>
              <a:rPr lang="en-US" sz="1200" b="1" dirty="0"/>
              <a:t>AWS Glue</a:t>
            </a:r>
            <a:r>
              <a:rPr lang="en-US" sz="1200" dirty="0"/>
              <a:t>. </a:t>
            </a:r>
          </a:p>
          <a:p>
            <a:pPr marL="0" indent="0">
              <a:buNone/>
            </a:pPr>
            <a:r>
              <a:rPr lang="en-US" sz="1200" dirty="0"/>
              <a:t>Athena enables SQL queries on S3 data without moving it, while Glue helps define and manage metadata.</a:t>
            </a:r>
          </a:p>
          <a:p>
            <a:pPr marL="0" indent="0">
              <a:buNone/>
            </a:pPr>
            <a:r>
              <a:rPr lang="en-US" sz="1200" dirty="0"/>
              <a:t>You will implement a lab in AWS Academy Data Engineering Course (Module 4) where we simulate the role of a data scientist building a scalable, permission-controlled solution that supports team-wide access following the principle of least privilege.</a:t>
            </a:r>
          </a:p>
          <a:p>
            <a:pPr>
              <a:buNone/>
            </a:pPr>
            <a:r>
              <a:rPr lang="en-US" sz="1200" b="1" dirty="0"/>
              <a:t>Objectives</a:t>
            </a:r>
          </a:p>
          <a:p>
            <a:pPr>
              <a:buNone/>
            </a:pPr>
            <a:r>
              <a:rPr lang="en-US" sz="1200" dirty="0"/>
              <a:t>You will:</a:t>
            </a:r>
          </a:p>
          <a:p>
            <a:pPr>
              <a:buFont typeface="Arial" panose="020B0604020202020204" pitchFamily="34" charset="0"/>
              <a:buChar char="•"/>
            </a:pPr>
            <a:r>
              <a:rPr lang="en-US" sz="1200" dirty="0"/>
              <a:t>Create a Glue database and table via the Athena editor</a:t>
            </a:r>
          </a:p>
          <a:p>
            <a:pPr>
              <a:buFont typeface="Arial" panose="020B0604020202020204" pitchFamily="34" charset="0"/>
              <a:buChar char="•"/>
            </a:pPr>
            <a:r>
              <a:rPr lang="en-US" sz="1200" dirty="0"/>
              <a:t>Define schema and use bulk column features</a:t>
            </a:r>
          </a:p>
          <a:p>
            <a:pPr>
              <a:buFont typeface="Arial" panose="020B0604020202020204" pitchFamily="34" charset="0"/>
              <a:buChar char="•"/>
            </a:pPr>
            <a:r>
              <a:rPr lang="en-US" sz="1200" dirty="0"/>
              <a:t>Query and optimize data in S3 with Athena</a:t>
            </a:r>
          </a:p>
          <a:p>
            <a:pPr>
              <a:buFont typeface="Arial" panose="020B0604020202020204" pitchFamily="34" charset="0"/>
              <a:buChar char="•"/>
            </a:pPr>
            <a:r>
              <a:rPr lang="en-US" sz="1200" dirty="0"/>
              <a:t>Create views and named queries</a:t>
            </a:r>
          </a:p>
          <a:p>
            <a:pPr>
              <a:buFont typeface="Arial" panose="020B0604020202020204" pitchFamily="34" charset="0"/>
              <a:buChar char="•"/>
            </a:pPr>
            <a:r>
              <a:rPr lang="en-US" sz="1200" dirty="0"/>
              <a:t>Deploy named queries using CloudFormation</a:t>
            </a:r>
          </a:p>
          <a:p>
            <a:pPr>
              <a:buFont typeface="Arial" panose="020B0604020202020204" pitchFamily="34" charset="0"/>
              <a:buChar char="•"/>
            </a:pPr>
            <a:r>
              <a:rPr lang="en-US" sz="1200" dirty="0"/>
              <a:t>Validate IAM access through AWS CLI</a:t>
            </a:r>
          </a:p>
          <a:p>
            <a:r>
              <a:rPr lang="en-US" sz="1200" dirty="0"/>
              <a:t>This training uses a 2017 taxi trip dataset and is restricted to required AWS services only.</a:t>
            </a:r>
          </a:p>
        </p:txBody>
      </p:sp>
    </p:spTree>
    <p:extLst>
      <p:ext uri="{BB962C8B-B14F-4D97-AF65-F5344CB8AC3E}">
        <p14:creationId xmlns:p14="http://schemas.microsoft.com/office/powerpoint/2010/main" val="2445927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7DD05-7D42-70B7-3FB8-DD44C42AF4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96B0E-233C-A038-2E92-06702FF5044F}"/>
              </a:ext>
            </a:extLst>
          </p:cNvPr>
          <p:cNvSpPr>
            <a:spLocks noGrp="1"/>
          </p:cNvSpPr>
          <p:nvPr>
            <p:ph type="title"/>
          </p:nvPr>
        </p:nvSpPr>
        <p:spPr/>
        <p:txBody>
          <a:bodyPr>
            <a:normAutofit/>
          </a:bodyPr>
          <a:lstStyle/>
          <a:p>
            <a:r>
              <a:rPr lang="en-US" dirty="0"/>
              <a:t>Module 7 Lab: Performing ETL on a Dataset by Using AWS Glue</a:t>
            </a:r>
          </a:p>
        </p:txBody>
      </p:sp>
      <p:sp>
        <p:nvSpPr>
          <p:cNvPr id="3" name="Content Placeholder 2">
            <a:extLst>
              <a:ext uri="{FF2B5EF4-FFF2-40B4-BE49-F238E27FC236}">
                <a16:creationId xmlns:a16="http://schemas.microsoft.com/office/drawing/2014/main" id="{5F3390D8-41D3-A76C-378C-2108E5C9B941}"/>
              </a:ext>
            </a:extLst>
          </p:cNvPr>
          <p:cNvSpPr>
            <a:spLocks noGrp="1"/>
          </p:cNvSpPr>
          <p:nvPr>
            <p:ph idx="1"/>
          </p:nvPr>
        </p:nvSpPr>
        <p:spPr>
          <a:xfrm>
            <a:off x="838199" y="1706007"/>
            <a:ext cx="5154827" cy="5151993"/>
          </a:xfrm>
        </p:spPr>
        <p:txBody>
          <a:bodyPr>
            <a:normAutofit/>
          </a:bodyPr>
          <a:lstStyle/>
          <a:p>
            <a:pPr marL="0" indent="0" algn="l">
              <a:buNone/>
            </a:pPr>
            <a:r>
              <a:rPr lang="en-US" sz="1200" b="0" i="0" dirty="0">
                <a:solidFill>
                  <a:srgbClr val="333333"/>
                </a:solidFill>
                <a:effectLst/>
                <a:ea typeface="Open Sans" panose="020B0606030504020204" pitchFamily="34" charset="0"/>
                <a:cs typeface="Open Sans" panose="020B0606030504020204" pitchFamily="34" charset="0"/>
              </a:rPr>
              <a:t>In this lab, you will learn how to use AWS Glue to import a dataset from Amazon Simple Storage Service (</a:t>
            </a:r>
            <a:r>
              <a:rPr lang="en-US" sz="1200" b="1" i="0" dirty="0">
                <a:solidFill>
                  <a:srgbClr val="333333"/>
                </a:solidFill>
                <a:effectLst/>
                <a:ea typeface="Open Sans" panose="020B0606030504020204" pitchFamily="34" charset="0"/>
                <a:cs typeface="Open Sans" panose="020B0606030504020204" pitchFamily="34" charset="0"/>
              </a:rPr>
              <a:t>Amazon S3</a:t>
            </a:r>
            <a:r>
              <a:rPr lang="en-US" sz="1200" b="0" i="0" dirty="0">
                <a:solidFill>
                  <a:srgbClr val="333333"/>
                </a:solidFill>
                <a:effectLst/>
                <a:ea typeface="Open Sans" panose="020B0606030504020204" pitchFamily="34" charset="0"/>
                <a:cs typeface="Open Sans" panose="020B0606030504020204" pitchFamily="34" charset="0"/>
              </a:rPr>
              <a:t>).</a:t>
            </a:r>
          </a:p>
          <a:p>
            <a:pPr marL="0" indent="0" algn="l">
              <a:buNone/>
            </a:pPr>
            <a:r>
              <a:rPr lang="en-US" sz="1200" b="0" i="0" dirty="0">
                <a:solidFill>
                  <a:srgbClr val="333333"/>
                </a:solidFill>
                <a:effectLst/>
                <a:ea typeface="Open Sans" panose="020B0606030504020204" pitchFamily="34" charset="0"/>
                <a:cs typeface="Open Sans" panose="020B0606030504020204" pitchFamily="34" charset="0"/>
              </a:rPr>
              <a:t>You will then extract the data, transform its schema, and load the dataset into an </a:t>
            </a:r>
            <a:r>
              <a:rPr lang="en-US" sz="1200" b="1" i="0" dirty="0">
                <a:solidFill>
                  <a:srgbClr val="333333"/>
                </a:solidFill>
                <a:effectLst/>
                <a:ea typeface="Open Sans" panose="020B0606030504020204" pitchFamily="34" charset="0"/>
                <a:cs typeface="Open Sans" panose="020B0606030504020204" pitchFamily="34" charset="0"/>
              </a:rPr>
              <a:t>AWS Glue </a:t>
            </a:r>
            <a:r>
              <a:rPr lang="en-US" sz="1200" b="0" i="0" dirty="0">
                <a:solidFill>
                  <a:srgbClr val="333333"/>
                </a:solidFill>
                <a:effectLst/>
                <a:ea typeface="Open Sans" panose="020B0606030504020204" pitchFamily="34" charset="0"/>
                <a:cs typeface="Open Sans" panose="020B0606030504020204" pitchFamily="34" charset="0"/>
              </a:rPr>
              <a:t>database for later analysis by using Athena.</a:t>
            </a:r>
          </a:p>
          <a:p>
            <a:pPr algn="l">
              <a:buNone/>
            </a:pPr>
            <a:r>
              <a:rPr lang="en-US" sz="1200" b="0" i="0" dirty="0">
                <a:solidFill>
                  <a:srgbClr val="333333"/>
                </a:solidFill>
                <a:effectLst/>
                <a:ea typeface="Open Sans" panose="020B0606030504020204" pitchFamily="34" charset="0"/>
                <a:cs typeface="Open Sans" panose="020B0606030504020204" pitchFamily="34" charset="0"/>
              </a:rPr>
              <a:t>After completing this lab, you will be able to do the following:</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Access AWS Glue in the AWS Management Console and create a </a:t>
            </a:r>
            <a:r>
              <a:rPr lang="en-US" sz="1200" b="1" i="0" dirty="0">
                <a:solidFill>
                  <a:srgbClr val="333333"/>
                </a:solidFill>
                <a:effectLst/>
                <a:ea typeface="Open Sans" panose="020B0606030504020204" pitchFamily="34" charset="0"/>
                <a:cs typeface="Open Sans" panose="020B0606030504020204" pitchFamily="34" charset="0"/>
              </a:rPr>
              <a:t>crawler</a:t>
            </a:r>
            <a:r>
              <a:rPr lang="en-US" sz="1200" b="0" i="0" dirty="0">
                <a:solidFill>
                  <a:srgbClr val="333333"/>
                </a:solidFill>
                <a:effectLst/>
                <a:ea typeface="Open Sans" panose="020B0606030504020204" pitchFamily="34" charset="0"/>
                <a:cs typeface="Open Sans" panose="020B0606030504020204" pitchFamily="34" charset="0"/>
              </a:rPr>
              <a:t>.</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Create an AWS Glue database with tables and a schema by using a crawler.</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Query data in the AWS Glue database by using Athena.</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Create and deploy an AWS Glue crawler by using an AWS CloudFormation template.</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Review an AWS Identity and Access Management (IAM) policy for users to run an AWS Glue crawler and query an AWS Glue database in Athena.</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Confirm that a user with the IAM policy can use the AWS Command Line Interface (AWS CLI) to access the AWS Glue database that the crawler created.</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Confirm that a user can run the AWS Glue crawler when source data changes.</a:t>
            </a:r>
          </a:p>
        </p:txBody>
      </p:sp>
      <p:pic>
        <p:nvPicPr>
          <p:cNvPr id="7" name="Picture 6">
            <a:extLst>
              <a:ext uri="{FF2B5EF4-FFF2-40B4-BE49-F238E27FC236}">
                <a16:creationId xmlns:a16="http://schemas.microsoft.com/office/drawing/2014/main" id="{234FF387-6459-3315-F5E2-15FC59A4BBE7}"/>
              </a:ext>
            </a:extLst>
          </p:cNvPr>
          <p:cNvPicPr>
            <a:picLocks noChangeAspect="1"/>
          </p:cNvPicPr>
          <p:nvPr/>
        </p:nvPicPr>
        <p:blipFill>
          <a:blip r:embed="rId2"/>
          <a:stretch>
            <a:fillRect/>
          </a:stretch>
        </p:blipFill>
        <p:spPr>
          <a:xfrm>
            <a:off x="5910223" y="1706007"/>
            <a:ext cx="5443577" cy="3551793"/>
          </a:xfrm>
          <a:prstGeom prst="rect">
            <a:avLst/>
          </a:prstGeom>
        </p:spPr>
      </p:pic>
    </p:spTree>
    <p:extLst>
      <p:ext uri="{BB962C8B-B14F-4D97-AF65-F5344CB8AC3E}">
        <p14:creationId xmlns:p14="http://schemas.microsoft.com/office/powerpoint/2010/main" val="5020996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Self-service Business Intelligence for Amazon Redshift - Holistics |  Self-service BI Platform">
            <a:extLst>
              <a:ext uri="{FF2B5EF4-FFF2-40B4-BE49-F238E27FC236}">
                <a16:creationId xmlns:a16="http://schemas.microsoft.com/office/drawing/2014/main" id="{86711816-D9A5-A6F9-B17A-937520942D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750" y="2238375"/>
            <a:ext cx="4762500" cy="2381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74301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615AF-86E5-F697-AAAC-0B381EC54073}"/>
              </a:ext>
            </a:extLst>
          </p:cNvPr>
          <p:cNvSpPr>
            <a:spLocks noGrp="1"/>
          </p:cNvSpPr>
          <p:nvPr>
            <p:ph type="title"/>
          </p:nvPr>
        </p:nvSpPr>
        <p:spPr/>
        <p:txBody>
          <a:bodyPr/>
          <a:lstStyle/>
          <a:p>
            <a:r>
              <a:rPr lang="en-US" dirty="0"/>
              <a:t>Amazon Redshift</a:t>
            </a:r>
          </a:p>
        </p:txBody>
      </p:sp>
      <p:sp>
        <p:nvSpPr>
          <p:cNvPr id="3" name="Content Placeholder 2">
            <a:extLst>
              <a:ext uri="{FF2B5EF4-FFF2-40B4-BE49-F238E27FC236}">
                <a16:creationId xmlns:a16="http://schemas.microsoft.com/office/drawing/2014/main" id="{EA6A2339-14A1-09EE-FE07-F0F2DF511927}"/>
              </a:ext>
            </a:extLst>
          </p:cNvPr>
          <p:cNvSpPr>
            <a:spLocks noGrp="1"/>
          </p:cNvSpPr>
          <p:nvPr>
            <p:ph idx="1"/>
          </p:nvPr>
        </p:nvSpPr>
        <p:spPr>
          <a:xfrm>
            <a:off x="838199" y="1706007"/>
            <a:ext cx="10986247" cy="4991039"/>
          </a:xfrm>
        </p:spPr>
        <p:txBody>
          <a:bodyPr>
            <a:normAutofit fontScale="92500" lnSpcReduction="10000"/>
          </a:bodyPr>
          <a:lstStyle/>
          <a:p>
            <a:pPr marL="0" indent="0">
              <a:buNone/>
            </a:pPr>
            <a:r>
              <a:rPr lang="en-US" sz="1200" dirty="0"/>
              <a:t>Amazon Redshift is a </a:t>
            </a:r>
            <a:r>
              <a:rPr lang="en-US" sz="1200" dirty="0">
                <a:solidFill>
                  <a:srgbClr val="FF0000"/>
                </a:solidFill>
              </a:rPr>
              <a:t>fully managed data warehouse service </a:t>
            </a:r>
            <a:r>
              <a:rPr lang="en-US" sz="1200" dirty="0"/>
              <a:t>offered by Amazon Web Services (AWS). </a:t>
            </a:r>
          </a:p>
          <a:p>
            <a:pPr marL="0" indent="0">
              <a:buNone/>
            </a:pPr>
            <a:r>
              <a:rPr lang="en-US" sz="1200" dirty="0"/>
              <a:t>It is designed for large-scale data storage and fast query performance, making it suitable for data analytics and business intelligence workloads. </a:t>
            </a:r>
          </a:p>
          <a:p>
            <a:pPr marL="0" indent="0">
              <a:buNone/>
            </a:pPr>
            <a:r>
              <a:rPr lang="en-US" sz="1200" dirty="0"/>
              <a:t>Here are some key features and benefits of Amazon Redshift:</a:t>
            </a:r>
          </a:p>
          <a:p>
            <a:pPr marL="0" indent="0">
              <a:buNone/>
            </a:pPr>
            <a:r>
              <a:rPr lang="en-US" sz="1200" b="1" dirty="0"/>
              <a:t>Key Features and Benefits:</a:t>
            </a:r>
          </a:p>
          <a:p>
            <a:r>
              <a:rPr lang="en-US" sz="1200" b="1" dirty="0"/>
              <a:t>High Performance</a:t>
            </a:r>
            <a:r>
              <a:rPr lang="en-US" sz="1200" dirty="0"/>
              <a:t>:</a:t>
            </a:r>
          </a:p>
          <a:p>
            <a:pPr lvl="1"/>
            <a:r>
              <a:rPr lang="en-US" sz="1100" dirty="0"/>
              <a:t>Redshift uses </a:t>
            </a:r>
            <a:r>
              <a:rPr lang="en-US" sz="1100" dirty="0">
                <a:solidFill>
                  <a:srgbClr val="FF0000"/>
                </a:solidFill>
              </a:rPr>
              <a:t>columnar storage </a:t>
            </a:r>
            <a:r>
              <a:rPr lang="en-US" sz="1100" dirty="0"/>
              <a:t>and data compression to reduce the amount of data read from disk, improving query performance.</a:t>
            </a:r>
          </a:p>
          <a:p>
            <a:pPr lvl="1"/>
            <a:r>
              <a:rPr lang="en-US" sz="1100" dirty="0">
                <a:solidFill>
                  <a:srgbClr val="FF0000"/>
                </a:solidFill>
              </a:rPr>
              <a:t>Massively parallel processing (MPP)</a:t>
            </a:r>
            <a:r>
              <a:rPr lang="en-US" sz="1100" dirty="0"/>
              <a:t> architecture allows Redshift to distribute and parallelize queries across multiple nodes.</a:t>
            </a:r>
          </a:p>
          <a:p>
            <a:r>
              <a:rPr lang="en-US" sz="1200" b="1" dirty="0"/>
              <a:t>Scalability</a:t>
            </a:r>
            <a:r>
              <a:rPr lang="en-US" sz="1200" dirty="0"/>
              <a:t>:</a:t>
            </a:r>
          </a:p>
          <a:p>
            <a:pPr lvl="1"/>
            <a:r>
              <a:rPr lang="en-US" sz="1100" dirty="0"/>
              <a:t>Redshift allows you to start with a small cluster and scale up to petabytes of data.</a:t>
            </a:r>
          </a:p>
          <a:p>
            <a:pPr lvl="1"/>
            <a:r>
              <a:rPr lang="en-US" sz="1100" dirty="0"/>
              <a:t>You can easily resize your Redshift cluster by adding or removing nodes.</a:t>
            </a:r>
          </a:p>
          <a:p>
            <a:r>
              <a:rPr lang="en-US" sz="1200" b="1" dirty="0"/>
              <a:t>Cost-Effective</a:t>
            </a:r>
            <a:r>
              <a:rPr lang="en-US" sz="1200" dirty="0"/>
              <a:t>:</a:t>
            </a:r>
          </a:p>
          <a:p>
            <a:pPr lvl="1"/>
            <a:r>
              <a:rPr lang="en-US" sz="1100" dirty="0"/>
              <a:t>Pay only for the resources you use with on-demand pricing.</a:t>
            </a:r>
          </a:p>
          <a:p>
            <a:pPr lvl="1"/>
            <a:r>
              <a:rPr lang="en-US" sz="1100" dirty="0"/>
              <a:t>Reserved instance pricing and the ability to pause and resume clusters can further reduce costs.</a:t>
            </a:r>
          </a:p>
          <a:p>
            <a:r>
              <a:rPr lang="en-US" sz="1200" b="1" dirty="0"/>
              <a:t>Managed Service</a:t>
            </a:r>
            <a:r>
              <a:rPr lang="en-US" sz="1200" dirty="0"/>
              <a:t>:</a:t>
            </a:r>
          </a:p>
          <a:p>
            <a:pPr lvl="1"/>
            <a:r>
              <a:rPr lang="en-US" sz="1100" dirty="0"/>
              <a:t>AWS manages the setup, operation, and scaling of Redshift, including backups, patching, and monitoring.</a:t>
            </a:r>
          </a:p>
          <a:p>
            <a:pPr lvl="1"/>
            <a:r>
              <a:rPr lang="en-US" sz="1100" dirty="0"/>
              <a:t>Automatic backups and snapshots provide data protection and recovery.</a:t>
            </a:r>
          </a:p>
          <a:p>
            <a:r>
              <a:rPr lang="en-US" sz="1200" b="1" dirty="0"/>
              <a:t>Data Integration</a:t>
            </a:r>
            <a:r>
              <a:rPr lang="en-US" sz="1200" dirty="0"/>
              <a:t>:</a:t>
            </a:r>
          </a:p>
          <a:p>
            <a:pPr lvl="1"/>
            <a:r>
              <a:rPr lang="en-US" sz="1100" dirty="0"/>
              <a:t>Redshift integrates with various AWS services such as Amazon S3, Amazon RDS, Amazon DynamoDB, and AWS Glue for data ingestion and ETL processes.</a:t>
            </a:r>
          </a:p>
          <a:p>
            <a:pPr lvl="1"/>
            <a:r>
              <a:rPr lang="en-US" sz="1100" dirty="0"/>
              <a:t>Supports integration with third-party ETL tools and BI platforms.</a:t>
            </a:r>
          </a:p>
          <a:p>
            <a:r>
              <a:rPr lang="en-US" sz="1200" b="1" dirty="0"/>
              <a:t>Advanced Analytics</a:t>
            </a:r>
            <a:r>
              <a:rPr lang="en-US" sz="1200" dirty="0"/>
              <a:t>:</a:t>
            </a:r>
          </a:p>
          <a:p>
            <a:pPr lvl="1"/>
            <a:r>
              <a:rPr lang="en-US" sz="1100" dirty="0"/>
              <a:t>Supports SQL-based querying and analytics.</a:t>
            </a:r>
          </a:p>
          <a:p>
            <a:pPr lvl="1"/>
            <a:r>
              <a:rPr lang="en-US" sz="1100" dirty="0"/>
              <a:t>Redshift Spectrum allows you to run queries on data stored in Amazon S3 without loading it into Redshift.</a:t>
            </a:r>
          </a:p>
          <a:p>
            <a:pPr lvl="1"/>
            <a:r>
              <a:rPr lang="en-US" sz="1100" dirty="0"/>
              <a:t>Machine learning integration with Amazon </a:t>
            </a:r>
            <a:r>
              <a:rPr lang="en-US" sz="1100" dirty="0" err="1"/>
              <a:t>SageMaker</a:t>
            </a:r>
            <a:r>
              <a:rPr lang="en-US" sz="1100" dirty="0"/>
              <a:t> for predictive analytics.</a:t>
            </a:r>
          </a:p>
          <a:p>
            <a:endParaRPr lang="en-US" sz="1200" dirty="0"/>
          </a:p>
        </p:txBody>
      </p:sp>
    </p:spTree>
    <p:extLst>
      <p:ext uri="{BB962C8B-B14F-4D97-AF65-F5344CB8AC3E}">
        <p14:creationId xmlns:p14="http://schemas.microsoft.com/office/powerpoint/2010/main" val="31989909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BACE72-3C12-5531-3B79-AD8DF551673D}"/>
              </a:ext>
            </a:extLst>
          </p:cNvPr>
          <p:cNvSpPr>
            <a:spLocks noGrp="1"/>
          </p:cNvSpPr>
          <p:nvPr>
            <p:ph type="title"/>
          </p:nvPr>
        </p:nvSpPr>
        <p:spPr/>
        <p:txBody>
          <a:bodyPr>
            <a:normAutofit/>
          </a:bodyPr>
          <a:lstStyle/>
          <a:p>
            <a:r>
              <a:rPr lang="en-US" dirty="0"/>
              <a:t>Core Components of Amazon Redshift</a:t>
            </a:r>
          </a:p>
        </p:txBody>
      </p:sp>
      <p:sp>
        <p:nvSpPr>
          <p:cNvPr id="3" name="Content Placeholder 2">
            <a:extLst>
              <a:ext uri="{FF2B5EF4-FFF2-40B4-BE49-F238E27FC236}">
                <a16:creationId xmlns:a16="http://schemas.microsoft.com/office/drawing/2014/main" id="{AE1EA6CE-BC31-BD02-951E-B994F3F375FD}"/>
              </a:ext>
            </a:extLst>
          </p:cNvPr>
          <p:cNvSpPr>
            <a:spLocks noGrp="1"/>
          </p:cNvSpPr>
          <p:nvPr>
            <p:ph idx="1"/>
          </p:nvPr>
        </p:nvSpPr>
        <p:spPr>
          <a:xfrm>
            <a:off x="838200" y="1706007"/>
            <a:ext cx="6844553" cy="4991039"/>
          </a:xfrm>
        </p:spPr>
        <p:txBody>
          <a:bodyPr/>
          <a:lstStyle/>
          <a:p>
            <a:pPr>
              <a:buNone/>
            </a:pPr>
            <a:r>
              <a:rPr lang="en-US" b="1" dirty="0"/>
              <a:t>1. Clusters:</a:t>
            </a:r>
            <a:endParaRPr lang="en-US" dirty="0"/>
          </a:p>
          <a:p>
            <a:pPr>
              <a:buFont typeface="Arial" panose="020B0604020202020204" pitchFamily="34" charset="0"/>
              <a:buChar char="•"/>
            </a:pPr>
            <a:r>
              <a:rPr lang="en-US" dirty="0"/>
              <a:t>The core infrastructure component, composed of one or more compute nodes.</a:t>
            </a:r>
          </a:p>
          <a:p>
            <a:pPr>
              <a:buNone/>
            </a:pPr>
            <a:r>
              <a:rPr lang="en-US" b="1" dirty="0"/>
              <a:t>2. Leader Node:</a:t>
            </a:r>
            <a:endParaRPr lang="en-US" dirty="0"/>
          </a:p>
          <a:p>
            <a:pPr>
              <a:buFont typeface="Arial" panose="020B0604020202020204" pitchFamily="34" charset="0"/>
              <a:buChar char="•"/>
            </a:pPr>
            <a:r>
              <a:rPr lang="en-US" dirty="0"/>
              <a:t>Manages communications with client programs and all communication with compute nodes.</a:t>
            </a:r>
          </a:p>
          <a:p>
            <a:pPr>
              <a:buNone/>
            </a:pPr>
            <a:r>
              <a:rPr lang="en-US" b="1" dirty="0"/>
              <a:t>3. Compute Nodes:</a:t>
            </a:r>
            <a:endParaRPr lang="en-US" dirty="0"/>
          </a:p>
          <a:p>
            <a:pPr>
              <a:buFont typeface="Arial" panose="020B0604020202020204" pitchFamily="34" charset="0"/>
              <a:buChar char="•"/>
            </a:pPr>
            <a:r>
              <a:rPr lang="en-US" dirty="0"/>
              <a:t>Handle data processing tasks and store data. </a:t>
            </a:r>
          </a:p>
          <a:p>
            <a:endParaRPr lang="en-US" dirty="0"/>
          </a:p>
        </p:txBody>
      </p:sp>
      <p:pic>
        <p:nvPicPr>
          <p:cNvPr id="9218" name="Picture 2" descr="Architecture components of an Amazon Redshift data warehouse - AWS Prescriptive Guidance">
            <a:extLst>
              <a:ext uri="{FF2B5EF4-FFF2-40B4-BE49-F238E27FC236}">
                <a16:creationId xmlns:a16="http://schemas.microsoft.com/office/drawing/2014/main" id="{803F6751-E16B-E26A-0BCF-FC5D0C6F08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91463" y="80682"/>
            <a:ext cx="4300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51757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89D3A-463A-C3C7-51EC-361D79115936}"/>
              </a:ext>
            </a:extLst>
          </p:cNvPr>
          <p:cNvSpPr>
            <a:spLocks noGrp="1"/>
          </p:cNvSpPr>
          <p:nvPr>
            <p:ph type="title"/>
          </p:nvPr>
        </p:nvSpPr>
        <p:spPr/>
        <p:txBody>
          <a:bodyPr>
            <a:normAutofit/>
          </a:bodyPr>
          <a:lstStyle/>
          <a:p>
            <a:r>
              <a:rPr lang="en-US" dirty="0"/>
              <a:t>Data Storage and Compression</a:t>
            </a:r>
          </a:p>
        </p:txBody>
      </p:sp>
      <p:sp>
        <p:nvSpPr>
          <p:cNvPr id="3" name="Content Placeholder 2">
            <a:extLst>
              <a:ext uri="{FF2B5EF4-FFF2-40B4-BE49-F238E27FC236}">
                <a16:creationId xmlns:a16="http://schemas.microsoft.com/office/drawing/2014/main" id="{60A38C79-8E9B-3E44-E5D3-222963EB1A49}"/>
              </a:ext>
            </a:extLst>
          </p:cNvPr>
          <p:cNvSpPr>
            <a:spLocks noGrp="1"/>
          </p:cNvSpPr>
          <p:nvPr>
            <p:ph idx="1"/>
          </p:nvPr>
        </p:nvSpPr>
        <p:spPr>
          <a:xfrm>
            <a:off x="838200" y="1706007"/>
            <a:ext cx="5706035" cy="4991039"/>
          </a:xfrm>
        </p:spPr>
        <p:txBody>
          <a:bodyPr/>
          <a:lstStyle/>
          <a:p>
            <a:pPr>
              <a:buNone/>
            </a:pPr>
            <a:r>
              <a:rPr lang="en-US" b="1" dirty="0"/>
              <a:t>Columnar Storage:</a:t>
            </a:r>
            <a:endParaRPr lang="en-US" dirty="0"/>
          </a:p>
          <a:p>
            <a:pPr>
              <a:buFont typeface="Arial" panose="020B0604020202020204" pitchFamily="34" charset="0"/>
              <a:buChar char="•"/>
            </a:pPr>
            <a:r>
              <a:rPr lang="en-US" dirty="0"/>
              <a:t>Data is stored in columns, optimizing query performance and reducing I/O.</a:t>
            </a:r>
          </a:p>
          <a:p>
            <a:pPr>
              <a:buNone/>
            </a:pPr>
            <a:r>
              <a:rPr lang="en-US" b="1" dirty="0"/>
              <a:t>Compression:</a:t>
            </a:r>
            <a:endParaRPr lang="en-US" dirty="0"/>
          </a:p>
          <a:p>
            <a:pPr>
              <a:buFont typeface="Arial" panose="020B0604020202020204" pitchFamily="34" charset="0"/>
              <a:buChar char="•"/>
            </a:pPr>
            <a:r>
              <a:rPr lang="en-US" dirty="0"/>
              <a:t>Redshift applies compression to reduce storage requirements and improve performance.</a:t>
            </a:r>
          </a:p>
          <a:p>
            <a:endParaRPr lang="en-US" dirty="0"/>
          </a:p>
        </p:txBody>
      </p:sp>
      <p:pic>
        <p:nvPicPr>
          <p:cNvPr id="11268" name="Picture 4" descr="Row- vs. Column-oriented Storage | Download Scientific Diagram">
            <a:extLst>
              <a:ext uri="{FF2B5EF4-FFF2-40B4-BE49-F238E27FC236}">
                <a16:creationId xmlns:a16="http://schemas.microsoft.com/office/drawing/2014/main" id="{0CB0592C-21D9-B2A7-5931-643B3EF546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15175" y="1706007"/>
            <a:ext cx="4238625" cy="28098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67894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FFCF9-C2B5-EB57-E8A0-690BF093B5E7}"/>
              </a:ext>
            </a:extLst>
          </p:cNvPr>
          <p:cNvSpPr>
            <a:spLocks noGrp="1"/>
          </p:cNvSpPr>
          <p:nvPr>
            <p:ph type="title"/>
          </p:nvPr>
        </p:nvSpPr>
        <p:spPr/>
        <p:txBody>
          <a:bodyPr>
            <a:normAutofit/>
          </a:bodyPr>
          <a:lstStyle/>
          <a:p>
            <a:r>
              <a:rPr lang="en-US" dirty="0"/>
              <a:t>Query Processing and Optimization</a:t>
            </a:r>
          </a:p>
        </p:txBody>
      </p:sp>
      <p:sp>
        <p:nvSpPr>
          <p:cNvPr id="3" name="Content Placeholder 2">
            <a:extLst>
              <a:ext uri="{FF2B5EF4-FFF2-40B4-BE49-F238E27FC236}">
                <a16:creationId xmlns:a16="http://schemas.microsoft.com/office/drawing/2014/main" id="{7CC322F2-73C0-A3A7-59AD-E2E6A3DAE270}"/>
              </a:ext>
            </a:extLst>
          </p:cNvPr>
          <p:cNvSpPr>
            <a:spLocks noGrp="1"/>
          </p:cNvSpPr>
          <p:nvPr>
            <p:ph idx="1"/>
          </p:nvPr>
        </p:nvSpPr>
        <p:spPr>
          <a:xfrm>
            <a:off x="838200" y="1706007"/>
            <a:ext cx="4890247" cy="4991039"/>
          </a:xfrm>
        </p:spPr>
        <p:txBody>
          <a:bodyPr/>
          <a:lstStyle/>
          <a:p>
            <a:pPr>
              <a:buNone/>
            </a:pPr>
            <a:r>
              <a:rPr lang="en-US" b="1" dirty="0"/>
              <a:t>Massively Parallel Processing (MPP):</a:t>
            </a:r>
            <a:endParaRPr lang="en-US" dirty="0"/>
          </a:p>
          <a:p>
            <a:pPr>
              <a:buFont typeface="Arial" panose="020B0604020202020204" pitchFamily="34" charset="0"/>
              <a:buChar char="•"/>
            </a:pPr>
            <a:r>
              <a:rPr lang="en-US" dirty="0"/>
              <a:t>Distributes data and query load across multiple nodes for efficient processing.</a:t>
            </a:r>
          </a:p>
          <a:p>
            <a:pPr>
              <a:buNone/>
            </a:pPr>
            <a:r>
              <a:rPr lang="en-US" b="1" dirty="0"/>
              <a:t>Query Optimization:</a:t>
            </a:r>
            <a:endParaRPr lang="en-US" dirty="0"/>
          </a:p>
          <a:p>
            <a:pPr>
              <a:buFont typeface="Arial" panose="020B0604020202020204" pitchFamily="34" charset="0"/>
              <a:buChar char="•"/>
            </a:pPr>
            <a:r>
              <a:rPr lang="en-US" dirty="0"/>
              <a:t>Redshift's query optimizer evaluates multiple execution strategies and selects the most efficient one. </a:t>
            </a:r>
          </a:p>
          <a:p>
            <a:endParaRPr lang="en-US" dirty="0"/>
          </a:p>
        </p:txBody>
      </p:sp>
      <p:pic>
        <p:nvPicPr>
          <p:cNvPr id="13314" name="Picture 2" descr="5 Key Concepts of Massively Parallel Processing | by Jagadesh ...">
            <a:extLst>
              <a:ext uri="{FF2B5EF4-FFF2-40B4-BE49-F238E27FC236}">
                <a16:creationId xmlns:a16="http://schemas.microsoft.com/office/drawing/2014/main" id="{897CB487-88FA-E240-5D36-218D49F3AC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90121" y="1706007"/>
            <a:ext cx="5864993" cy="32990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01321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9594C9-AF65-F049-CFF9-715B69A08AC1}"/>
              </a:ext>
            </a:extLst>
          </p:cNvPr>
          <p:cNvSpPr>
            <a:spLocks noGrp="1"/>
          </p:cNvSpPr>
          <p:nvPr>
            <p:ph type="title"/>
          </p:nvPr>
        </p:nvSpPr>
        <p:spPr/>
        <p:txBody>
          <a:bodyPr>
            <a:normAutofit/>
          </a:bodyPr>
          <a:lstStyle/>
          <a:p>
            <a:r>
              <a:rPr lang="en-US" dirty="0"/>
              <a:t>Redshift Deployment Options</a:t>
            </a:r>
          </a:p>
        </p:txBody>
      </p:sp>
      <p:sp>
        <p:nvSpPr>
          <p:cNvPr id="3" name="Content Placeholder 2">
            <a:extLst>
              <a:ext uri="{FF2B5EF4-FFF2-40B4-BE49-F238E27FC236}">
                <a16:creationId xmlns:a16="http://schemas.microsoft.com/office/drawing/2014/main" id="{24B75147-0CB0-B607-338C-DE3D10E75CEA}"/>
              </a:ext>
            </a:extLst>
          </p:cNvPr>
          <p:cNvSpPr>
            <a:spLocks noGrp="1"/>
          </p:cNvSpPr>
          <p:nvPr>
            <p:ph idx="1"/>
          </p:nvPr>
        </p:nvSpPr>
        <p:spPr>
          <a:xfrm>
            <a:off x="838200" y="1706007"/>
            <a:ext cx="10515600" cy="5201420"/>
          </a:xfrm>
        </p:spPr>
        <p:txBody>
          <a:bodyPr>
            <a:normAutofit fontScale="85000" lnSpcReduction="20000"/>
          </a:bodyPr>
          <a:lstStyle/>
          <a:p>
            <a:pPr>
              <a:buNone/>
            </a:pPr>
            <a:r>
              <a:rPr lang="en-US" b="1" dirty="0"/>
              <a:t>Provisioned Clusters</a:t>
            </a:r>
          </a:p>
          <a:p>
            <a:pPr marL="0" indent="0">
              <a:buNone/>
            </a:pPr>
            <a:r>
              <a:rPr lang="en-US" dirty="0"/>
              <a:t>With provisioned clusters, you manage your Amazon Redshift resources manually. This option gives you complete control over cluster sizing, scaling, and maintenance windows.</a:t>
            </a:r>
          </a:p>
          <a:p>
            <a:pPr>
              <a:buNone/>
            </a:pPr>
            <a:r>
              <a:rPr lang="en-US" b="1" dirty="0"/>
              <a:t>Redshift Serverless</a:t>
            </a:r>
          </a:p>
          <a:p>
            <a:pPr marL="0" indent="0">
              <a:buNone/>
            </a:pPr>
            <a:r>
              <a:rPr lang="en-US" dirty="0"/>
              <a:t>Amazon Redshift Serverless lets you access and analyze data without the configurations of a provisioned data warehouse. Resources are automatically provisioned, and capacity is intelligently scaled to deliver fast performance for demanding workloads.</a:t>
            </a:r>
          </a:p>
          <a:p>
            <a:pPr>
              <a:buNone/>
            </a:pPr>
            <a:r>
              <a:rPr lang="en-US" dirty="0"/>
              <a:t>Key benefits of Redshift Serverless:</a:t>
            </a:r>
          </a:p>
          <a:p>
            <a:pPr>
              <a:buFont typeface="+mj-lt"/>
              <a:buAutoNum type="arabicPeriod"/>
            </a:pPr>
            <a:r>
              <a:rPr lang="en-US" b="1" dirty="0"/>
              <a:t>Automatic resource provisioning</a:t>
            </a:r>
            <a:r>
              <a:rPr lang="en-US" dirty="0"/>
              <a:t>: No need to manually configure cluster size</a:t>
            </a:r>
          </a:p>
          <a:p>
            <a:pPr>
              <a:buFont typeface="+mj-lt"/>
              <a:buAutoNum type="arabicPeriod"/>
            </a:pPr>
            <a:r>
              <a:rPr lang="en-US" b="1" dirty="0"/>
              <a:t>Pay-per-use pricing</a:t>
            </a:r>
            <a:r>
              <a:rPr lang="en-US" dirty="0"/>
              <a:t>: You don't incur charges when the data warehouse is idle</a:t>
            </a:r>
          </a:p>
          <a:p>
            <a:pPr>
              <a:buFont typeface="+mj-lt"/>
              <a:buAutoNum type="arabicPeriod"/>
            </a:pPr>
            <a:r>
              <a:rPr lang="en-US" b="1" dirty="0"/>
              <a:t>Auto-scaling</a:t>
            </a:r>
            <a:r>
              <a:rPr lang="en-US" dirty="0"/>
              <a:t>: Capacity adjusts based on workload demands</a:t>
            </a:r>
          </a:p>
          <a:p>
            <a:pPr>
              <a:buFont typeface="+mj-lt"/>
              <a:buAutoNum type="arabicPeriod"/>
            </a:pPr>
            <a:r>
              <a:rPr lang="en-US" b="1" dirty="0"/>
              <a:t>Simplified management</a:t>
            </a:r>
            <a:r>
              <a:rPr lang="en-US" dirty="0"/>
              <a:t>: No need to monitor or tune the cluster</a:t>
            </a:r>
          </a:p>
          <a:p>
            <a:pPr marL="0" indent="0">
              <a:buNone/>
            </a:pPr>
            <a:endParaRPr lang="en-US" dirty="0"/>
          </a:p>
          <a:p>
            <a:pPr marL="0" indent="0">
              <a:buNone/>
            </a:pPr>
            <a:r>
              <a:rPr lang="en-US" dirty="0"/>
              <a:t>Redshift Serverless organizes resources using namespaces (for database objects) and workgroups (for compute resources). Workgroups house compute resources like Redshift Processing Units (RPUs), security groups, and usage limits.</a:t>
            </a:r>
          </a:p>
          <a:p>
            <a:endParaRPr lang="en-US" dirty="0"/>
          </a:p>
        </p:txBody>
      </p:sp>
    </p:spTree>
    <p:extLst>
      <p:ext uri="{BB962C8B-B14F-4D97-AF65-F5344CB8AC3E}">
        <p14:creationId xmlns:p14="http://schemas.microsoft.com/office/powerpoint/2010/main" val="36841389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9D239-CEBD-5B49-CD6C-CD5AE8203880}"/>
              </a:ext>
            </a:extLst>
          </p:cNvPr>
          <p:cNvSpPr>
            <a:spLocks noGrp="1"/>
          </p:cNvSpPr>
          <p:nvPr>
            <p:ph type="title"/>
          </p:nvPr>
        </p:nvSpPr>
        <p:spPr/>
        <p:txBody>
          <a:bodyPr>
            <a:normAutofit/>
          </a:bodyPr>
          <a:lstStyle/>
          <a:p>
            <a:r>
              <a:rPr lang="en-US" dirty="0"/>
              <a:t>Setting Up AWS Redshift</a:t>
            </a:r>
          </a:p>
        </p:txBody>
      </p:sp>
      <p:sp>
        <p:nvSpPr>
          <p:cNvPr id="3" name="Content Placeholder 2">
            <a:extLst>
              <a:ext uri="{FF2B5EF4-FFF2-40B4-BE49-F238E27FC236}">
                <a16:creationId xmlns:a16="http://schemas.microsoft.com/office/drawing/2014/main" id="{3D99CABB-069A-393D-F8EC-459AA2F46187}"/>
              </a:ext>
            </a:extLst>
          </p:cNvPr>
          <p:cNvSpPr>
            <a:spLocks noGrp="1"/>
          </p:cNvSpPr>
          <p:nvPr>
            <p:ph idx="1"/>
          </p:nvPr>
        </p:nvSpPr>
        <p:spPr/>
        <p:txBody>
          <a:bodyPr>
            <a:normAutofit fontScale="70000" lnSpcReduction="20000"/>
          </a:bodyPr>
          <a:lstStyle/>
          <a:p>
            <a:pPr>
              <a:buNone/>
            </a:pPr>
            <a:r>
              <a:rPr lang="en-US" b="1" dirty="0"/>
              <a:t>Setting Up a Provisioned Cluster</a:t>
            </a:r>
          </a:p>
          <a:p>
            <a:pPr>
              <a:buFont typeface="+mj-lt"/>
              <a:buAutoNum type="arabicPeriod"/>
            </a:pPr>
            <a:r>
              <a:rPr lang="en-US" b="1" dirty="0"/>
              <a:t>Sign in to AWS Console</a:t>
            </a:r>
            <a:r>
              <a:rPr lang="en-US" dirty="0"/>
              <a:t>: Navigate to the Redshift service</a:t>
            </a:r>
          </a:p>
          <a:p>
            <a:pPr>
              <a:buFont typeface="+mj-lt"/>
              <a:buAutoNum type="arabicPeriod"/>
            </a:pPr>
            <a:r>
              <a:rPr lang="en-US" b="1" dirty="0"/>
              <a:t>Create Cluster</a:t>
            </a:r>
            <a:r>
              <a:rPr lang="en-US" dirty="0"/>
              <a:t>: Choose "Create cluster" and configure settings: </a:t>
            </a:r>
          </a:p>
          <a:p>
            <a:pPr marL="742950" lvl="1" indent="-285750">
              <a:buFont typeface="+mj-lt"/>
              <a:buAutoNum type="arabicPeriod"/>
            </a:pPr>
            <a:r>
              <a:rPr lang="en-US" dirty="0"/>
              <a:t>Cluster identifier</a:t>
            </a:r>
          </a:p>
          <a:p>
            <a:pPr marL="742950" lvl="1" indent="-285750">
              <a:buFont typeface="+mj-lt"/>
              <a:buAutoNum type="arabicPeriod"/>
            </a:pPr>
            <a:r>
              <a:rPr lang="en-US" dirty="0"/>
              <a:t>Node type</a:t>
            </a:r>
          </a:p>
          <a:p>
            <a:pPr marL="742950" lvl="1" indent="-285750">
              <a:buFont typeface="+mj-lt"/>
              <a:buAutoNum type="arabicPeriod"/>
            </a:pPr>
            <a:r>
              <a:rPr lang="en-US" dirty="0"/>
              <a:t>Number of nodes</a:t>
            </a:r>
          </a:p>
          <a:p>
            <a:pPr marL="742950" lvl="1" indent="-285750">
              <a:buFont typeface="+mj-lt"/>
              <a:buAutoNum type="arabicPeriod"/>
            </a:pPr>
            <a:r>
              <a:rPr lang="en-US" dirty="0"/>
              <a:t>Database configurations (name, port, credentials)</a:t>
            </a:r>
          </a:p>
          <a:p>
            <a:pPr marL="742950" lvl="1" indent="-285750">
              <a:buFont typeface="+mj-lt"/>
              <a:buAutoNum type="arabicPeriod"/>
            </a:pPr>
            <a:r>
              <a:rPr lang="en-US" dirty="0"/>
              <a:t>Network and security settings</a:t>
            </a:r>
          </a:p>
          <a:p>
            <a:pPr marL="742950" lvl="1" indent="-285750">
              <a:buFont typeface="+mj-lt"/>
              <a:buAutoNum type="arabicPeriod"/>
            </a:pPr>
            <a:r>
              <a:rPr lang="en-US" dirty="0"/>
              <a:t>Maintenance and backup options</a:t>
            </a:r>
          </a:p>
          <a:p>
            <a:pPr>
              <a:buFont typeface="+mj-lt"/>
              <a:buAutoNum type="arabicPeriod"/>
            </a:pPr>
            <a:r>
              <a:rPr lang="en-US" b="1" dirty="0"/>
              <a:t>Launch Cluster</a:t>
            </a:r>
            <a:r>
              <a:rPr lang="en-US" dirty="0"/>
              <a:t>: Review settings and create the cluster</a:t>
            </a:r>
          </a:p>
          <a:p>
            <a:pPr>
              <a:buFont typeface="+mj-lt"/>
              <a:buAutoNum type="arabicPeriod"/>
            </a:pPr>
            <a:endParaRPr lang="en-US" dirty="0"/>
          </a:p>
          <a:p>
            <a:pPr>
              <a:buNone/>
            </a:pPr>
            <a:r>
              <a:rPr lang="en-US" b="1" dirty="0"/>
              <a:t>Setting Up Redshift Serverless</a:t>
            </a:r>
          </a:p>
          <a:p>
            <a:pPr>
              <a:buFont typeface="+mj-lt"/>
              <a:buAutoNum type="arabicPeriod"/>
            </a:pPr>
            <a:r>
              <a:rPr lang="en-US" b="1" dirty="0"/>
              <a:t>Sign in to AWS Console</a:t>
            </a:r>
            <a:r>
              <a:rPr lang="en-US" dirty="0"/>
              <a:t>: Navigate to the Redshift service</a:t>
            </a:r>
          </a:p>
          <a:p>
            <a:pPr>
              <a:buFont typeface="+mj-lt"/>
              <a:buAutoNum type="arabicPeriod"/>
            </a:pPr>
            <a:r>
              <a:rPr lang="en-US" b="1" dirty="0"/>
              <a:t>Create Serverless Workspace</a:t>
            </a:r>
            <a:r>
              <a:rPr lang="en-US" dirty="0"/>
              <a:t>: Configure settings: </a:t>
            </a:r>
          </a:p>
          <a:p>
            <a:pPr marL="742950" lvl="1" indent="-285750">
              <a:buFont typeface="+mj-lt"/>
              <a:buAutoNum type="arabicPeriod"/>
            </a:pPr>
            <a:r>
              <a:rPr lang="en-US" dirty="0"/>
              <a:t>Namespace name (for database objects)</a:t>
            </a:r>
          </a:p>
          <a:p>
            <a:pPr marL="742950" lvl="1" indent="-285750">
              <a:buFont typeface="+mj-lt"/>
              <a:buAutoNum type="arabicPeriod"/>
            </a:pPr>
            <a:r>
              <a:rPr lang="en-US" dirty="0"/>
              <a:t>Workgroup name (for compute resources)</a:t>
            </a:r>
          </a:p>
          <a:p>
            <a:pPr marL="742950" lvl="1" indent="-285750">
              <a:buFont typeface="+mj-lt"/>
              <a:buAutoNum type="arabicPeriod"/>
            </a:pPr>
            <a:r>
              <a:rPr lang="en-US" dirty="0"/>
              <a:t>Network and security settings</a:t>
            </a:r>
          </a:p>
          <a:p>
            <a:pPr marL="742950" lvl="1" indent="-285750">
              <a:buFont typeface="+mj-lt"/>
              <a:buAutoNum type="arabicPeriod"/>
            </a:pPr>
            <a:r>
              <a:rPr lang="en-US" dirty="0"/>
              <a:t>RPU capacity settings (optional)</a:t>
            </a:r>
          </a:p>
          <a:p>
            <a:pPr>
              <a:buFont typeface="+mj-lt"/>
              <a:buAutoNum type="arabicPeriod"/>
            </a:pPr>
            <a:r>
              <a:rPr lang="en-US" b="1" dirty="0"/>
              <a:t>Create Workspace</a:t>
            </a:r>
            <a:r>
              <a:rPr lang="en-US" dirty="0"/>
              <a:t>: Review settings and create the serverless workspace</a:t>
            </a:r>
          </a:p>
          <a:p>
            <a:endParaRPr lang="en-US" dirty="0"/>
          </a:p>
        </p:txBody>
      </p:sp>
    </p:spTree>
    <p:extLst>
      <p:ext uri="{BB962C8B-B14F-4D97-AF65-F5344CB8AC3E}">
        <p14:creationId xmlns:p14="http://schemas.microsoft.com/office/powerpoint/2010/main" val="31896543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54AA6-5138-EF89-E817-A02641F53B19}"/>
              </a:ext>
            </a:extLst>
          </p:cNvPr>
          <p:cNvSpPr>
            <a:spLocks noGrp="1"/>
          </p:cNvSpPr>
          <p:nvPr>
            <p:ph type="title"/>
          </p:nvPr>
        </p:nvSpPr>
        <p:spPr/>
        <p:txBody>
          <a:bodyPr>
            <a:normAutofit/>
          </a:bodyPr>
          <a:lstStyle/>
          <a:p>
            <a:r>
              <a:rPr lang="en-US" dirty="0"/>
              <a:t>Use Cases</a:t>
            </a:r>
          </a:p>
        </p:txBody>
      </p:sp>
      <p:sp>
        <p:nvSpPr>
          <p:cNvPr id="3" name="Content Placeholder 2">
            <a:extLst>
              <a:ext uri="{FF2B5EF4-FFF2-40B4-BE49-F238E27FC236}">
                <a16:creationId xmlns:a16="http://schemas.microsoft.com/office/drawing/2014/main" id="{41A4AC44-5C07-EB8A-FF7C-39C5889903C8}"/>
              </a:ext>
            </a:extLst>
          </p:cNvPr>
          <p:cNvSpPr>
            <a:spLocks noGrp="1"/>
          </p:cNvSpPr>
          <p:nvPr>
            <p:ph idx="1"/>
          </p:nvPr>
        </p:nvSpPr>
        <p:spPr/>
        <p:txBody>
          <a:bodyPr/>
          <a:lstStyle/>
          <a:p>
            <a:pPr>
              <a:buNone/>
            </a:pPr>
            <a:r>
              <a:rPr lang="en-US" b="1" dirty="0"/>
              <a:t>Data Warehousing:</a:t>
            </a:r>
            <a:endParaRPr lang="en-US" dirty="0"/>
          </a:p>
          <a:p>
            <a:pPr>
              <a:buFont typeface="Arial" panose="020B0604020202020204" pitchFamily="34" charset="0"/>
              <a:buChar char="•"/>
            </a:pPr>
            <a:r>
              <a:rPr lang="en-US" dirty="0"/>
              <a:t>Centralized repository for structured and semi-structured data.</a:t>
            </a:r>
          </a:p>
          <a:p>
            <a:pPr>
              <a:buNone/>
            </a:pPr>
            <a:r>
              <a:rPr lang="en-US" b="1" dirty="0"/>
              <a:t>Business Intelligence:</a:t>
            </a:r>
            <a:endParaRPr lang="en-US" dirty="0"/>
          </a:p>
          <a:p>
            <a:pPr>
              <a:buFont typeface="Arial" panose="020B0604020202020204" pitchFamily="34" charset="0"/>
              <a:buChar char="•"/>
            </a:pPr>
            <a:r>
              <a:rPr lang="en-US" dirty="0"/>
              <a:t>Supports integration with BI tools like Tableau, Looker, and Amazon </a:t>
            </a:r>
            <a:r>
              <a:rPr lang="en-US" dirty="0" err="1"/>
              <a:t>QuickSight</a:t>
            </a:r>
            <a:r>
              <a:rPr lang="en-US" dirty="0"/>
              <a:t>. </a:t>
            </a:r>
          </a:p>
          <a:p>
            <a:pPr>
              <a:buNone/>
            </a:pPr>
            <a:r>
              <a:rPr lang="en-US" b="1" dirty="0"/>
              <a:t>Machine Learning:</a:t>
            </a:r>
            <a:endParaRPr lang="en-US" dirty="0"/>
          </a:p>
          <a:p>
            <a:pPr>
              <a:buFont typeface="Arial" panose="020B0604020202020204" pitchFamily="34" charset="0"/>
              <a:buChar char="•"/>
            </a:pPr>
            <a:r>
              <a:rPr lang="en-US" dirty="0"/>
              <a:t>Provides data for training and inference in machine learning models.</a:t>
            </a:r>
          </a:p>
          <a:p>
            <a:endParaRPr lang="en-US" dirty="0"/>
          </a:p>
        </p:txBody>
      </p:sp>
    </p:spTree>
    <p:extLst>
      <p:ext uri="{BB962C8B-B14F-4D97-AF65-F5344CB8AC3E}">
        <p14:creationId xmlns:p14="http://schemas.microsoft.com/office/powerpoint/2010/main" val="10806030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A4CCC0-4849-FE0A-C1B9-EAAE1A5104D2}"/>
              </a:ext>
            </a:extLst>
          </p:cNvPr>
          <p:cNvSpPr>
            <a:spLocks noGrp="1"/>
          </p:cNvSpPr>
          <p:nvPr>
            <p:ph type="title"/>
          </p:nvPr>
        </p:nvSpPr>
        <p:spPr/>
        <p:txBody>
          <a:bodyPr>
            <a:normAutofit/>
          </a:bodyPr>
          <a:lstStyle/>
          <a:p>
            <a:r>
              <a:rPr lang="en-US" dirty="0"/>
              <a:t>Redshift ML</a:t>
            </a:r>
          </a:p>
        </p:txBody>
      </p:sp>
      <p:sp>
        <p:nvSpPr>
          <p:cNvPr id="3" name="Content Placeholder 2">
            <a:extLst>
              <a:ext uri="{FF2B5EF4-FFF2-40B4-BE49-F238E27FC236}">
                <a16:creationId xmlns:a16="http://schemas.microsoft.com/office/drawing/2014/main" id="{3016C476-9902-4F06-D5F3-5DC4E5775393}"/>
              </a:ext>
            </a:extLst>
          </p:cNvPr>
          <p:cNvSpPr>
            <a:spLocks noGrp="1"/>
          </p:cNvSpPr>
          <p:nvPr>
            <p:ph idx="1"/>
          </p:nvPr>
        </p:nvSpPr>
        <p:spPr>
          <a:xfrm>
            <a:off x="838200" y="1706008"/>
            <a:ext cx="10515600" cy="1766242"/>
          </a:xfrm>
        </p:spPr>
        <p:txBody>
          <a:bodyPr>
            <a:normAutofit lnSpcReduction="10000"/>
          </a:bodyPr>
          <a:lstStyle/>
          <a:p>
            <a:pPr marL="0" indent="0">
              <a:buNone/>
            </a:pPr>
            <a:r>
              <a:rPr lang="en-US" dirty="0"/>
              <a:t>Amazon Redshift ML makes it easy for data analysts and database developers to create, train, and apply machine learning models using familiar SQL commands. It leverages Amazon </a:t>
            </a:r>
            <a:r>
              <a:rPr lang="en-US" dirty="0" err="1"/>
              <a:t>SageMaker</a:t>
            </a:r>
            <a:r>
              <a:rPr lang="en-US" dirty="0"/>
              <a:t> without requiring users to learn new tools or languages.</a:t>
            </a:r>
          </a:p>
          <a:p>
            <a:r>
              <a:rPr lang="en-US" dirty="0"/>
              <a:t>Example of creating a model:</a:t>
            </a:r>
          </a:p>
          <a:p>
            <a:endParaRPr lang="en-US" dirty="0"/>
          </a:p>
        </p:txBody>
      </p:sp>
      <p:pic>
        <p:nvPicPr>
          <p:cNvPr id="7" name="Picture 6">
            <a:extLst>
              <a:ext uri="{FF2B5EF4-FFF2-40B4-BE49-F238E27FC236}">
                <a16:creationId xmlns:a16="http://schemas.microsoft.com/office/drawing/2014/main" id="{FAB526DD-E40E-3311-8B63-B009E82F101D}"/>
              </a:ext>
            </a:extLst>
          </p:cNvPr>
          <p:cNvPicPr>
            <a:picLocks noChangeAspect="1"/>
          </p:cNvPicPr>
          <p:nvPr/>
        </p:nvPicPr>
        <p:blipFill>
          <a:blip r:embed="rId2"/>
          <a:stretch>
            <a:fillRect/>
          </a:stretch>
        </p:blipFill>
        <p:spPr>
          <a:xfrm>
            <a:off x="4898811" y="3083011"/>
            <a:ext cx="6153007" cy="3601993"/>
          </a:xfrm>
          <a:prstGeom prst="rect">
            <a:avLst/>
          </a:prstGeom>
        </p:spPr>
      </p:pic>
    </p:spTree>
    <p:extLst>
      <p:ext uri="{BB962C8B-B14F-4D97-AF65-F5344CB8AC3E}">
        <p14:creationId xmlns:p14="http://schemas.microsoft.com/office/powerpoint/2010/main" val="16391215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3198-2F9B-7142-6F12-B45FE74C197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F7BC8C6-5A4B-9F6D-F603-DA302607B56F}"/>
              </a:ext>
            </a:extLst>
          </p:cNvPr>
          <p:cNvSpPr>
            <a:spLocks noGrp="1"/>
          </p:cNvSpPr>
          <p:nvPr>
            <p:ph type="body" idx="1"/>
          </p:nvPr>
        </p:nvSpPr>
        <p:spPr/>
        <p:txBody>
          <a:bodyPr/>
          <a:lstStyle/>
          <a:p>
            <a:endParaRPr lang="en-US"/>
          </a:p>
        </p:txBody>
      </p:sp>
      <p:pic>
        <p:nvPicPr>
          <p:cNvPr id="1026" name="Picture 2" descr="AWS EMR">
            <a:extLst>
              <a:ext uri="{FF2B5EF4-FFF2-40B4-BE49-F238E27FC236}">
                <a16:creationId xmlns:a16="http://schemas.microsoft.com/office/drawing/2014/main" id="{7C8F9009-4F8D-4649-FA31-281207EF3F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17707" y="2442410"/>
            <a:ext cx="46101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74601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F3391C-74F8-068E-027E-291734885C4E}"/>
              </a:ext>
            </a:extLst>
          </p:cNvPr>
          <p:cNvSpPr>
            <a:spLocks noGrp="1"/>
          </p:cNvSpPr>
          <p:nvPr>
            <p:ph type="title"/>
          </p:nvPr>
        </p:nvSpPr>
        <p:spPr/>
        <p:txBody>
          <a:bodyPr>
            <a:normAutofit/>
          </a:bodyPr>
          <a:lstStyle/>
          <a:p>
            <a:r>
              <a:rPr lang="en-US" dirty="0"/>
              <a:t>Introduction to Amazon EMR</a:t>
            </a:r>
          </a:p>
        </p:txBody>
      </p:sp>
      <p:sp>
        <p:nvSpPr>
          <p:cNvPr id="5" name="Content Placeholder 4">
            <a:extLst>
              <a:ext uri="{FF2B5EF4-FFF2-40B4-BE49-F238E27FC236}">
                <a16:creationId xmlns:a16="http://schemas.microsoft.com/office/drawing/2014/main" id="{D8E77094-F979-5F6C-412A-5983BC852207}"/>
              </a:ext>
            </a:extLst>
          </p:cNvPr>
          <p:cNvSpPr>
            <a:spLocks noGrp="1"/>
          </p:cNvSpPr>
          <p:nvPr>
            <p:ph idx="1"/>
          </p:nvPr>
        </p:nvSpPr>
        <p:spPr/>
        <p:txBody>
          <a:bodyPr>
            <a:normAutofit fontScale="92500" lnSpcReduction="20000"/>
          </a:bodyPr>
          <a:lstStyle/>
          <a:p>
            <a:pPr>
              <a:buNone/>
            </a:pPr>
            <a:r>
              <a:rPr lang="en-US" b="1" dirty="0"/>
              <a:t>What is Amazon EMR?</a:t>
            </a:r>
            <a:endParaRPr lang="en-US" dirty="0"/>
          </a:p>
          <a:p>
            <a:pPr>
              <a:buFont typeface="Arial" panose="020B0604020202020204" pitchFamily="34" charset="0"/>
              <a:buChar char="•"/>
            </a:pPr>
            <a:r>
              <a:rPr lang="en-US" dirty="0"/>
              <a:t>Amazon EMR (Elastic MapReduce) is a managed cloud-native big data platform provided by Amazon Web Services (AWS). </a:t>
            </a:r>
          </a:p>
          <a:p>
            <a:pPr>
              <a:buFont typeface="Arial" panose="020B0604020202020204" pitchFamily="34" charset="0"/>
              <a:buChar char="•"/>
            </a:pPr>
            <a:r>
              <a:rPr lang="en-US" dirty="0"/>
              <a:t>It simplifies running big data frameworks, such as Apache Hadoop and Apache Spark, on AWS to process and analyze vast amounts of data.</a:t>
            </a:r>
          </a:p>
          <a:p>
            <a:pPr>
              <a:buNone/>
            </a:pPr>
            <a:r>
              <a:rPr lang="en-US" b="1" dirty="0"/>
              <a:t>Key Features:</a:t>
            </a:r>
            <a:endParaRPr lang="en-US" dirty="0"/>
          </a:p>
          <a:p>
            <a:pPr>
              <a:buFont typeface="Arial" panose="020B0604020202020204" pitchFamily="34" charset="0"/>
              <a:buChar char="•"/>
            </a:pPr>
            <a:r>
              <a:rPr lang="en-US" b="1" dirty="0"/>
              <a:t>Scalability:</a:t>
            </a:r>
            <a:r>
              <a:rPr lang="en-US" dirty="0"/>
              <a:t> Handles large-scale data sets, allowing dynamic scaling of resources based on workload demands.</a:t>
            </a:r>
          </a:p>
          <a:p>
            <a:pPr>
              <a:buFont typeface="Arial" panose="020B0604020202020204" pitchFamily="34" charset="0"/>
              <a:buChar char="•"/>
            </a:pPr>
            <a:r>
              <a:rPr lang="en-US" b="1" dirty="0"/>
              <a:t>Performance:</a:t>
            </a:r>
            <a:r>
              <a:rPr lang="en-US" dirty="0"/>
              <a:t> Utilizes distributed processing frameworks to decrease command execution time.</a:t>
            </a:r>
          </a:p>
          <a:p>
            <a:pPr>
              <a:buFont typeface="Arial" panose="020B0604020202020204" pitchFamily="34" charset="0"/>
              <a:buChar char="•"/>
            </a:pPr>
            <a:r>
              <a:rPr lang="en-US" b="1" dirty="0"/>
              <a:t>Simplified Management</a:t>
            </a:r>
            <a:r>
              <a:rPr lang="en-US" dirty="0"/>
              <a:t>: AWS handles provisioning, configuration, and tuning of clusters</a:t>
            </a:r>
          </a:p>
          <a:p>
            <a:pPr>
              <a:buFont typeface="Arial" panose="020B0604020202020204" pitchFamily="34" charset="0"/>
              <a:buChar char="•"/>
            </a:pPr>
            <a:r>
              <a:rPr lang="en-US" b="1" dirty="0"/>
              <a:t>Flexibility</a:t>
            </a:r>
            <a:r>
              <a:rPr lang="en-US" dirty="0"/>
              <a:t>: Supports multiple deployment options and various open-source big data frameworks</a:t>
            </a:r>
          </a:p>
          <a:p>
            <a:pPr>
              <a:buFont typeface="Arial" panose="020B0604020202020204" pitchFamily="34" charset="0"/>
              <a:buChar char="•"/>
            </a:pPr>
            <a:r>
              <a:rPr lang="en-US" b="1" dirty="0"/>
              <a:t>Integration:</a:t>
            </a:r>
            <a:r>
              <a:rPr lang="en-US" dirty="0"/>
              <a:t> Seamlessly integrates with various AWS services like Amazon S3, Amazon RDS, and Amazon DynamoDB.</a:t>
            </a:r>
          </a:p>
          <a:p>
            <a:pPr>
              <a:buFont typeface="Arial" panose="020B0604020202020204" pitchFamily="34" charset="0"/>
              <a:buChar char="•"/>
            </a:pPr>
            <a:r>
              <a:rPr lang="en-US" b="1" dirty="0"/>
              <a:t>Security</a:t>
            </a:r>
            <a:r>
              <a:rPr lang="en-US" dirty="0"/>
              <a:t>: Integrates with AWS security services for comprehensive protection</a:t>
            </a:r>
          </a:p>
          <a:p>
            <a:endParaRPr lang="en-US" dirty="0"/>
          </a:p>
        </p:txBody>
      </p:sp>
    </p:spTree>
    <p:extLst>
      <p:ext uri="{BB962C8B-B14F-4D97-AF65-F5344CB8AC3E}">
        <p14:creationId xmlns:p14="http://schemas.microsoft.com/office/powerpoint/2010/main" val="36148205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69659-08C7-7967-D771-01B33804E5CA}"/>
              </a:ext>
            </a:extLst>
          </p:cNvPr>
          <p:cNvSpPr>
            <a:spLocks noGrp="1"/>
          </p:cNvSpPr>
          <p:nvPr>
            <p:ph type="title"/>
          </p:nvPr>
        </p:nvSpPr>
        <p:spPr/>
        <p:txBody>
          <a:bodyPr>
            <a:normAutofit/>
          </a:bodyPr>
          <a:lstStyle/>
          <a:p>
            <a:r>
              <a:rPr lang="en-US" dirty="0"/>
              <a:t>Use Cases</a:t>
            </a:r>
          </a:p>
        </p:txBody>
      </p:sp>
      <p:sp>
        <p:nvSpPr>
          <p:cNvPr id="3" name="Content Placeholder 2">
            <a:extLst>
              <a:ext uri="{FF2B5EF4-FFF2-40B4-BE49-F238E27FC236}">
                <a16:creationId xmlns:a16="http://schemas.microsoft.com/office/drawing/2014/main" id="{748FE772-7A6B-89B0-0111-DE65DEE72A89}"/>
              </a:ext>
            </a:extLst>
          </p:cNvPr>
          <p:cNvSpPr>
            <a:spLocks noGrp="1"/>
          </p:cNvSpPr>
          <p:nvPr>
            <p:ph idx="1"/>
          </p:nvPr>
        </p:nvSpPr>
        <p:spPr/>
        <p:txBody>
          <a:bodyPr/>
          <a:lstStyle/>
          <a:p>
            <a:pPr>
              <a:buFont typeface="Arial" panose="020B0604020202020204" pitchFamily="34" charset="0"/>
              <a:buChar char="•"/>
            </a:pPr>
            <a:r>
              <a:rPr lang="en-US" dirty="0"/>
              <a:t>Big data processing and analytics</a:t>
            </a:r>
          </a:p>
          <a:p>
            <a:pPr>
              <a:buFont typeface="Arial" panose="020B0604020202020204" pitchFamily="34" charset="0"/>
              <a:buChar char="•"/>
            </a:pPr>
            <a:r>
              <a:rPr lang="en-US" dirty="0"/>
              <a:t>Machine learning</a:t>
            </a:r>
          </a:p>
          <a:p>
            <a:pPr>
              <a:buFont typeface="Arial" panose="020B0604020202020204" pitchFamily="34" charset="0"/>
              <a:buChar char="•"/>
            </a:pPr>
            <a:r>
              <a:rPr lang="en-US" dirty="0"/>
              <a:t>Extract, Transform, Load (ETL) operations</a:t>
            </a:r>
          </a:p>
          <a:p>
            <a:pPr>
              <a:buFont typeface="Arial" panose="020B0604020202020204" pitchFamily="34" charset="0"/>
              <a:buChar char="•"/>
            </a:pPr>
            <a:r>
              <a:rPr lang="en-US" dirty="0"/>
              <a:t>Log analysis</a:t>
            </a:r>
          </a:p>
          <a:p>
            <a:pPr>
              <a:buFont typeface="Arial" panose="020B0604020202020204" pitchFamily="34" charset="0"/>
              <a:buChar char="•"/>
            </a:pPr>
            <a:r>
              <a:rPr lang="en-US" dirty="0"/>
              <a:t>Real-time streaming</a:t>
            </a:r>
          </a:p>
          <a:p>
            <a:pPr>
              <a:buFont typeface="Arial" panose="020B0604020202020204" pitchFamily="34" charset="0"/>
              <a:buChar char="•"/>
            </a:pPr>
            <a:r>
              <a:rPr lang="en-US" dirty="0"/>
              <a:t>Data transformations</a:t>
            </a:r>
          </a:p>
          <a:p>
            <a:pPr>
              <a:buFont typeface="Arial" panose="020B0604020202020204" pitchFamily="34" charset="0"/>
              <a:buChar char="•"/>
            </a:pPr>
            <a:r>
              <a:rPr lang="en-US" dirty="0"/>
              <a:t>Clickstream analysis</a:t>
            </a:r>
          </a:p>
          <a:p>
            <a:pPr>
              <a:buFont typeface="Arial" panose="020B0604020202020204" pitchFamily="34" charset="0"/>
              <a:buChar char="•"/>
            </a:pPr>
            <a:r>
              <a:rPr lang="en-US" dirty="0"/>
              <a:t>Genomics processing</a:t>
            </a:r>
          </a:p>
          <a:p>
            <a:pPr>
              <a:buFont typeface="Arial" panose="020B0604020202020204" pitchFamily="34" charset="0"/>
              <a:buChar char="•"/>
            </a:pPr>
            <a:r>
              <a:rPr lang="en-US" dirty="0"/>
              <a:t>Predictive analytics</a:t>
            </a:r>
          </a:p>
          <a:p>
            <a:endParaRPr lang="en-US" dirty="0"/>
          </a:p>
        </p:txBody>
      </p:sp>
    </p:spTree>
    <p:extLst>
      <p:ext uri="{BB962C8B-B14F-4D97-AF65-F5344CB8AC3E}">
        <p14:creationId xmlns:p14="http://schemas.microsoft.com/office/powerpoint/2010/main" val="24934620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7DBE8D-8349-BDC5-AAD9-777491A8DE01}"/>
              </a:ext>
            </a:extLst>
          </p:cNvPr>
          <p:cNvSpPr>
            <a:spLocks noGrp="1"/>
          </p:cNvSpPr>
          <p:nvPr>
            <p:ph type="title"/>
          </p:nvPr>
        </p:nvSpPr>
        <p:spPr/>
        <p:txBody>
          <a:bodyPr>
            <a:normAutofit/>
          </a:bodyPr>
          <a:lstStyle/>
          <a:p>
            <a:r>
              <a:rPr lang="en-US" dirty="0"/>
              <a:t>EMR Architecture Overview</a:t>
            </a:r>
          </a:p>
        </p:txBody>
      </p:sp>
      <p:sp>
        <p:nvSpPr>
          <p:cNvPr id="3" name="Content Placeholder 2">
            <a:extLst>
              <a:ext uri="{FF2B5EF4-FFF2-40B4-BE49-F238E27FC236}">
                <a16:creationId xmlns:a16="http://schemas.microsoft.com/office/drawing/2014/main" id="{41592225-2C11-070C-67FC-0CAA0DCD232C}"/>
              </a:ext>
            </a:extLst>
          </p:cNvPr>
          <p:cNvSpPr>
            <a:spLocks noGrp="1"/>
          </p:cNvSpPr>
          <p:nvPr>
            <p:ph idx="1"/>
          </p:nvPr>
        </p:nvSpPr>
        <p:spPr/>
        <p:txBody>
          <a:bodyPr>
            <a:normAutofit fontScale="92500" lnSpcReduction="20000"/>
          </a:bodyPr>
          <a:lstStyle/>
          <a:p>
            <a:pPr>
              <a:buNone/>
            </a:pPr>
            <a:r>
              <a:rPr lang="en-US" b="1" dirty="0"/>
              <a:t>Core Components</a:t>
            </a:r>
          </a:p>
          <a:p>
            <a:pPr>
              <a:buNone/>
            </a:pPr>
            <a:r>
              <a:rPr lang="en-US" dirty="0"/>
              <a:t>AWS EMR architecture consists of several layers, each providing specific functionality to the cluster:</a:t>
            </a:r>
          </a:p>
          <a:p>
            <a:pPr>
              <a:buFont typeface="+mj-lt"/>
              <a:buAutoNum type="arabicPeriod"/>
            </a:pPr>
            <a:r>
              <a:rPr lang="en-US" b="1" dirty="0"/>
              <a:t>Storage Layer</a:t>
            </a:r>
            <a:r>
              <a:rPr lang="en-US" dirty="0"/>
              <a:t> </a:t>
            </a:r>
          </a:p>
          <a:p>
            <a:pPr marL="742950" lvl="1" indent="-285750">
              <a:buFont typeface="+mj-lt"/>
              <a:buAutoNum type="arabicPeriod"/>
            </a:pPr>
            <a:r>
              <a:rPr lang="en-US" dirty="0"/>
              <a:t>Amazon S3 (primary data store)</a:t>
            </a:r>
          </a:p>
          <a:p>
            <a:pPr marL="742950" lvl="1" indent="-285750">
              <a:buFont typeface="+mj-lt"/>
              <a:buAutoNum type="arabicPeriod"/>
            </a:pPr>
            <a:r>
              <a:rPr lang="en-US" dirty="0"/>
              <a:t>HDFS (Hadoop Distributed File System)</a:t>
            </a:r>
          </a:p>
          <a:p>
            <a:pPr marL="742950" lvl="1" indent="-285750">
              <a:buFont typeface="+mj-lt"/>
              <a:buAutoNum type="arabicPeriod"/>
            </a:pPr>
            <a:r>
              <a:rPr lang="en-US" dirty="0"/>
              <a:t>EMRFS (EMR File System)</a:t>
            </a:r>
          </a:p>
          <a:p>
            <a:pPr marL="742950" lvl="1" indent="-285750">
              <a:buFont typeface="+mj-lt"/>
              <a:buAutoNum type="arabicPeriod"/>
            </a:pPr>
            <a:r>
              <a:rPr lang="en-US" dirty="0"/>
              <a:t>Local instance storage</a:t>
            </a:r>
          </a:p>
          <a:p>
            <a:pPr>
              <a:buFont typeface="+mj-lt"/>
              <a:buAutoNum type="arabicPeriod"/>
            </a:pPr>
            <a:r>
              <a:rPr lang="en-US" b="1" dirty="0"/>
              <a:t>Cluster Layer</a:t>
            </a:r>
            <a:r>
              <a:rPr lang="en-US" dirty="0"/>
              <a:t> </a:t>
            </a:r>
          </a:p>
          <a:p>
            <a:pPr marL="742950" lvl="1" indent="-285750">
              <a:buFont typeface="+mj-lt"/>
              <a:buAutoNum type="arabicPeriod"/>
            </a:pPr>
            <a:r>
              <a:rPr lang="en-US" b="1" dirty="0"/>
              <a:t>Primary Node (formerly Master Node)</a:t>
            </a:r>
            <a:r>
              <a:rPr lang="en-US" dirty="0"/>
              <a:t>: Manages the cluster and coordinates distribution of data and tasks</a:t>
            </a:r>
          </a:p>
          <a:p>
            <a:pPr marL="742950" lvl="1" indent="-285750">
              <a:buFont typeface="+mj-lt"/>
              <a:buAutoNum type="arabicPeriod"/>
            </a:pPr>
            <a:r>
              <a:rPr lang="en-US" b="1" dirty="0"/>
              <a:t>Core Nodes</a:t>
            </a:r>
            <a:r>
              <a:rPr lang="en-US" dirty="0"/>
              <a:t>: Run tasks and store data in HDFS</a:t>
            </a:r>
          </a:p>
          <a:p>
            <a:pPr marL="742950" lvl="1" indent="-285750">
              <a:buFont typeface="+mj-lt"/>
              <a:buAutoNum type="arabicPeriod"/>
            </a:pPr>
            <a:r>
              <a:rPr lang="en-US" b="1" dirty="0"/>
              <a:t>Task Nodes</a:t>
            </a:r>
            <a:r>
              <a:rPr lang="en-US" dirty="0"/>
              <a:t>: Run tasks but don't store data</a:t>
            </a:r>
          </a:p>
          <a:p>
            <a:pPr>
              <a:buFont typeface="+mj-lt"/>
              <a:buAutoNum type="arabicPeriod"/>
            </a:pPr>
            <a:r>
              <a:rPr lang="en-US" b="1" dirty="0"/>
              <a:t>Processing Layer</a:t>
            </a:r>
            <a:r>
              <a:rPr lang="en-US" dirty="0"/>
              <a:t> </a:t>
            </a:r>
          </a:p>
          <a:p>
            <a:pPr marL="742950" lvl="1" indent="-285750">
              <a:buFont typeface="+mj-lt"/>
              <a:buAutoNum type="arabicPeriod"/>
            </a:pPr>
            <a:r>
              <a:rPr lang="en-US" dirty="0"/>
              <a:t>Open-source frameworks like Hadoop, Spark, Hive, and others</a:t>
            </a:r>
          </a:p>
          <a:p>
            <a:pPr marL="742950" lvl="1" indent="-285750">
              <a:buFont typeface="+mj-lt"/>
              <a:buAutoNum type="arabicPeriod"/>
            </a:pPr>
            <a:r>
              <a:rPr lang="en-US" dirty="0"/>
              <a:t>EMR-optimized versions of these frameworks</a:t>
            </a:r>
          </a:p>
          <a:p>
            <a:endParaRPr lang="en-US" dirty="0"/>
          </a:p>
        </p:txBody>
      </p:sp>
    </p:spTree>
    <p:extLst>
      <p:ext uri="{BB962C8B-B14F-4D97-AF65-F5344CB8AC3E}">
        <p14:creationId xmlns:p14="http://schemas.microsoft.com/office/powerpoint/2010/main" val="11801480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7EC56-86D6-BE2F-7B78-27DCBF714086}"/>
              </a:ext>
            </a:extLst>
          </p:cNvPr>
          <p:cNvSpPr>
            <a:spLocks noGrp="1"/>
          </p:cNvSpPr>
          <p:nvPr>
            <p:ph type="title"/>
          </p:nvPr>
        </p:nvSpPr>
        <p:spPr/>
        <p:txBody>
          <a:bodyPr>
            <a:normAutofit/>
          </a:bodyPr>
          <a:lstStyle/>
          <a:p>
            <a:r>
              <a:rPr lang="en-US" dirty="0"/>
              <a:t>Core Components of Amazon EMR</a:t>
            </a:r>
          </a:p>
        </p:txBody>
      </p:sp>
      <p:sp>
        <p:nvSpPr>
          <p:cNvPr id="3" name="Content Placeholder 2">
            <a:extLst>
              <a:ext uri="{FF2B5EF4-FFF2-40B4-BE49-F238E27FC236}">
                <a16:creationId xmlns:a16="http://schemas.microsoft.com/office/drawing/2014/main" id="{1EF50DDF-74A4-EA65-3379-89A66E8EDBFC}"/>
              </a:ext>
            </a:extLst>
          </p:cNvPr>
          <p:cNvSpPr>
            <a:spLocks noGrp="1"/>
          </p:cNvSpPr>
          <p:nvPr>
            <p:ph idx="1"/>
          </p:nvPr>
        </p:nvSpPr>
        <p:spPr/>
        <p:txBody>
          <a:bodyPr/>
          <a:lstStyle/>
          <a:p>
            <a:pPr>
              <a:buNone/>
            </a:pPr>
            <a:r>
              <a:rPr lang="en-US" b="1" dirty="0"/>
              <a:t>1. Clusters:</a:t>
            </a:r>
            <a:endParaRPr lang="en-US" dirty="0"/>
          </a:p>
          <a:p>
            <a:pPr>
              <a:buFont typeface="Arial" panose="020B0604020202020204" pitchFamily="34" charset="0"/>
              <a:buChar char="•"/>
            </a:pPr>
            <a:r>
              <a:rPr lang="en-US" dirty="0"/>
              <a:t>The central component of Amazon EMR, composed of Amazon EC2 instances. Each instance in the cluster is called a node.</a:t>
            </a:r>
          </a:p>
          <a:p>
            <a:pPr>
              <a:buNone/>
            </a:pPr>
            <a:r>
              <a:rPr lang="en-US" b="1" dirty="0"/>
              <a:t>2. Node Types:</a:t>
            </a:r>
            <a:endParaRPr lang="en-US" dirty="0"/>
          </a:p>
          <a:p>
            <a:pPr>
              <a:buFont typeface="Arial" panose="020B0604020202020204" pitchFamily="34" charset="0"/>
              <a:buChar char="•"/>
            </a:pPr>
            <a:r>
              <a:rPr lang="en-US" b="1" dirty="0"/>
              <a:t>Primary Node:</a:t>
            </a:r>
            <a:r>
              <a:rPr lang="en-US" dirty="0"/>
              <a:t> Manages the cluster by running software components to coordinate the distribution of data and tasks among other nodes for processing.</a:t>
            </a:r>
          </a:p>
          <a:p>
            <a:pPr>
              <a:buFont typeface="Arial" panose="020B0604020202020204" pitchFamily="34" charset="0"/>
              <a:buChar char="•"/>
            </a:pPr>
            <a:r>
              <a:rPr lang="en-US" b="1" dirty="0"/>
              <a:t>Core Node:</a:t>
            </a:r>
            <a:r>
              <a:rPr lang="en-US" dirty="0"/>
              <a:t> Runs tasks and stores data in the Hadoop Distributed File System (HDFS) on your cluster.</a:t>
            </a:r>
          </a:p>
          <a:p>
            <a:pPr>
              <a:buFont typeface="Arial" panose="020B0604020202020204" pitchFamily="34" charset="0"/>
              <a:buChar char="•"/>
            </a:pPr>
            <a:r>
              <a:rPr lang="en-US" b="1" dirty="0"/>
              <a:t>Task Node:</a:t>
            </a:r>
            <a:r>
              <a:rPr lang="en-US" dirty="0"/>
              <a:t> Runs tasks but does not store data in HDFS. Task nodes are optional.</a:t>
            </a:r>
          </a:p>
          <a:p>
            <a:endParaRPr lang="en-US" dirty="0"/>
          </a:p>
        </p:txBody>
      </p:sp>
    </p:spTree>
    <p:extLst>
      <p:ext uri="{BB962C8B-B14F-4D97-AF65-F5344CB8AC3E}">
        <p14:creationId xmlns:p14="http://schemas.microsoft.com/office/powerpoint/2010/main" val="187501036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28729-F5BF-296D-B879-53C649696812}"/>
              </a:ext>
            </a:extLst>
          </p:cNvPr>
          <p:cNvSpPr>
            <a:spLocks noGrp="1"/>
          </p:cNvSpPr>
          <p:nvPr>
            <p:ph type="title"/>
          </p:nvPr>
        </p:nvSpPr>
        <p:spPr/>
        <p:txBody>
          <a:bodyPr>
            <a:normAutofit/>
          </a:bodyPr>
          <a:lstStyle/>
          <a:p>
            <a:r>
              <a:rPr lang="en-US" dirty="0"/>
              <a:t>Data Storage and Processing</a:t>
            </a:r>
          </a:p>
        </p:txBody>
      </p:sp>
      <p:sp>
        <p:nvSpPr>
          <p:cNvPr id="3" name="Content Placeholder 2">
            <a:extLst>
              <a:ext uri="{FF2B5EF4-FFF2-40B4-BE49-F238E27FC236}">
                <a16:creationId xmlns:a16="http://schemas.microsoft.com/office/drawing/2014/main" id="{FE553B28-ABA4-BA25-8705-985FEBF2F2DD}"/>
              </a:ext>
            </a:extLst>
          </p:cNvPr>
          <p:cNvSpPr>
            <a:spLocks noGrp="1"/>
          </p:cNvSpPr>
          <p:nvPr>
            <p:ph idx="1"/>
          </p:nvPr>
        </p:nvSpPr>
        <p:spPr/>
        <p:txBody>
          <a:bodyPr/>
          <a:lstStyle/>
          <a:p>
            <a:pPr>
              <a:buNone/>
            </a:pPr>
            <a:r>
              <a:rPr lang="en-US" b="1" dirty="0"/>
              <a:t>Storage Options:</a:t>
            </a:r>
            <a:endParaRPr lang="en-US" dirty="0"/>
          </a:p>
          <a:p>
            <a:pPr>
              <a:buFont typeface="Arial" panose="020B0604020202020204" pitchFamily="34" charset="0"/>
              <a:buChar char="•"/>
            </a:pPr>
            <a:r>
              <a:rPr lang="en-US" b="1" dirty="0"/>
              <a:t>Amazon S3:</a:t>
            </a:r>
            <a:r>
              <a:rPr lang="en-US" dirty="0"/>
              <a:t> EMR File System (EMRFS) allows EMR clusters to directly access data stored in Amazon S3 as if it were a file system like HDFS.</a:t>
            </a:r>
          </a:p>
          <a:p>
            <a:pPr>
              <a:buFont typeface="Arial" panose="020B0604020202020204" pitchFamily="34" charset="0"/>
              <a:buChar char="•"/>
            </a:pPr>
            <a:r>
              <a:rPr lang="en-US" b="1" dirty="0"/>
              <a:t>HDFS:</a:t>
            </a:r>
            <a:r>
              <a:rPr lang="en-US" dirty="0"/>
              <a:t> A distributed and scalable Hadoop file system enabling data distribution across instances in the cluster.</a:t>
            </a:r>
          </a:p>
          <a:p>
            <a:pPr>
              <a:buNone/>
            </a:pPr>
            <a:r>
              <a:rPr lang="en-US" b="1" dirty="0"/>
              <a:t>Processing Frameworks:</a:t>
            </a:r>
            <a:endParaRPr lang="en-US" dirty="0"/>
          </a:p>
          <a:p>
            <a:pPr>
              <a:buFont typeface="Arial" panose="020B0604020202020204" pitchFamily="34" charset="0"/>
              <a:buChar char="•"/>
            </a:pPr>
            <a:r>
              <a:rPr lang="en-US" b="1" dirty="0"/>
              <a:t>Apache Hadoop MapReduce:</a:t>
            </a:r>
            <a:r>
              <a:rPr lang="en-US" dirty="0"/>
              <a:t> An open-source programming model for distributed computing.</a:t>
            </a:r>
          </a:p>
          <a:p>
            <a:pPr>
              <a:buFont typeface="Arial" panose="020B0604020202020204" pitchFamily="34" charset="0"/>
              <a:buChar char="•"/>
            </a:pPr>
            <a:r>
              <a:rPr lang="en-US" b="1" dirty="0"/>
              <a:t>Apache Spark:</a:t>
            </a:r>
            <a:r>
              <a:rPr lang="en-US" dirty="0"/>
              <a:t> A cluster framework and programming model for processing big data workloads, supporting multiple interactive query modules such as </a:t>
            </a:r>
            <a:r>
              <a:rPr lang="en-US" dirty="0" err="1"/>
              <a:t>SparkSQL</a:t>
            </a:r>
            <a:endParaRPr lang="en-US" dirty="0"/>
          </a:p>
          <a:p>
            <a:endParaRPr lang="en-US" dirty="0"/>
          </a:p>
        </p:txBody>
      </p:sp>
    </p:spTree>
    <p:extLst>
      <p:ext uri="{BB962C8B-B14F-4D97-AF65-F5344CB8AC3E}">
        <p14:creationId xmlns:p14="http://schemas.microsoft.com/office/powerpoint/2010/main" val="29482561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C978E-3352-99B0-E86A-57C5889BE27A}"/>
              </a:ext>
            </a:extLst>
          </p:cNvPr>
          <p:cNvSpPr>
            <a:spLocks noGrp="1"/>
          </p:cNvSpPr>
          <p:nvPr>
            <p:ph type="title"/>
          </p:nvPr>
        </p:nvSpPr>
        <p:spPr/>
        <p:txBody>
          <a:bodyPr>
            <a:normAutofit/>
          </a:bodyPr>
          <a:lstStyle/>
          <a:p>
            <a:r>
              <a:rPr lang="en-US" dirty="0"/>
              <a:t>EMR Studio and Notebooks</a:t>
            </a:r>
          </a:p>
        </p:txBody>
      </p:sp>
      <p:sp>
        <p:nvSpPr>
          <p:cNvPr id="3" name="Content Placeholder 2">
            <a:extLst>
              <a:ext uri="{FF2B5EF4-FFF2-40B4-BE49-F238E27FC236}">
                <a16:creationId xmlns:a16="http://schemas.microsoft.com/office/drawing/2014/main" id="{C288CD06-901E-45E4-1BD4-2E9D2A9D688E}"/>
              </a:ext>
            </a:extLst>
          </p:cNvPr>
          <p:cNvSpPr>
            <a:spLocks noGrp="1"/>
          </p:cNvSpPr>
          <p:nvPr>
            <p:ph idx="1"/>
          </p:nvPr>
        </p:nvSpPr>
        <p:spPr/>
        <p:txBody>
          <a:bodyPr/>
          <a:lstStyle/>
          <a:p>
            <a:pPr>
              <a:buNone/>
            </a:pPr>
            <a:r>
              <a:rPr lang="en-US" b="1" dirty="0"/>
              <a:t>EMR Studio:</a:t>
            </a:r>
            <a:endParaRPr lang="en-US" dirty="0"/>
          </a:p>
          <a:p>
            <a:pPr>
              <a:buFont typeface="Arial" panose="020B0604020202020204" pitchFamily="34" charset="0"/>
              <a:buChar char="•"/>
            </a:pPr>
            <a:r>
              <a:rPr lang="en-US" dirty="0"/>
              <a:t>An integrated development environment (IDE) that makes it easy for data scientists and data engineers to develop, visualize, and debug data engineering and data science applications written in R, Python, Scala, and PySpark.</a:t>
            </a:r>
          </a:p>
          <a:p>
            <a:pPr>
              <a:buNone/>
            </a:pPr>
            <a:r>
              <a:rPr lang="en-US" b="1" dirty="0"/>
              <a:t>EMR Notebooks:</a:t>
            </a:r>
            <a:endParaRPr lang="en-US" dirty="0"/>
          </a:p>
          <a:p>
            <a:pPr>
              <a:buFont typeface="Arial" panose="020B0604020202020204" pitchFamily="34" charset="0"/>
              <a:buChar char="•"/>
            </a:pPr>
            <a:r>
              <a:rPr lang="en-US" dirty="0"/>
              <a:t>Provides a managed environment based on </a:t>
            </a:r>
            <a:r>
              <a:rPr lang="en-US" dirty="0" err="1"/>
              <a:t>Jupyter</a:t>
            </a:r>
            <a:r>
              <a:rPr lang="en-US" dirty="0"/>
              <a:t> Notebooks for interactive data analysis and visualization.</a:t>
            </a:r>
          </a:p>
          <a:p>
            <a:endParaRPr lang="en-US" dirty="0"/>
          </a:p>
        </p:txBody>
      </p:sp>
    </p:spTree>
    <p:extLst>
      <p:ext uri="{BB962C8B-B14F-4D97-AF65-F5344CB8AC3E}">
        <p14:creationId xmlns:p14="http://schemas.microsoft.com/office/powerpoint/2010/main" val="19684361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A8D9E-BBC7-0363-48A7-1DDB286CF6D0}"/>
              </a:ext>
            </a:extLst>
          </p:cNvPr>
          <p:cNvSpPr>
            <a:spLocks noGrp="1"/>
          </p:cNvSpPr>
          <p:nvPr>
            <p:ph type="title"/>
          </p:nvPr>
        </p:nvSpPr>
        <p:spPr/>
        <p:txBody>
          <a:bodyPr>
            <a:normAutofit/>
          </a:bodyPr>
          <a:lstStyle/>
          <a:p>
            <a:r>
              <a:rPr lang="en-US" dirty="0"/>
              <a:t>Deployment Options</a:t>
            </a:r>
          </a:p>
        </p:txBody>
      </p:sp>
      <p:sp>
        <p:nvSpPr>
          <p:cNvPr id="3" name="Content Placeholder 2">
            <a:extLst>
              <a:ext uri="{FF2B5EF4-FFF2-40B4-BE49-F238E27FC236}">
                <a16:creationId xmlns:a16="http://schemas.microsoft.com/office/drawing/2014/main" id="{D576A33E-BDD1-7A1B-376B-4A8800EC168B}"/>
              </a:ext>
            </a:extLst>
          </p:cNvPr>
          <p:cNvSpPr>
            <a:spLocks noGrp="1"/>
          </p:cNvSpPr>
          <p:nvPr>
            <p:ph idx="1"/>
          </p:nvPr>
        </p:nvSpPr>
        <p:spPr/>
        <p:txBody>
          <a:bodyPr>
            <a:normAutofit fontScale="92500" lnSpcReduction="10000"/>
          </a:bodyPr>
          <a:lstStyle/>
          <a:p>
            <a:pPr marL="0" indent="0">
              <a:buNone/>
            </a:pPr>
            <a:r>
              <a:rPr lang="en-US" dirty="0"/>
              <a:t>AWS EMR offers four distinct deployment options to meet different operational requirements:</a:t>
            </a:r>
          </a:p>
          <a:p>
            <a:pPr>
              <a:buNone/>
            </a:pPr>
            <a:r>
              <a:rPr lang="en-US" b="1" dirty="0"/>
              <a:t>1. EMR on EC2</a:t>
            </a:r>
          </a:p>
          <a:p>
            <a:pPr>
              <a:buNone/>
            </a:pPr>
            <a:r>
              <a:rPr lang="en-US" dirty="0"/>
              <a:t>The traditional deployment model where EMR runs on Amazon EC2 instances.</a:t>
            </a:r>
          </a:p>
          <a:p>
            <a:pPr>
              <a:buNone/>
            </a:pPr>
            <a:r>
              <a:rPr lang="en-US" b="1" dirty="0"/>
              <a:t>Key features:</a:t>
            </a:r>
            <a:endParaRPr lang="en-US" dirty="0"/>
          </a:p>
          <a:p>
            <a:pPr>
              <a:buFont typeface="Arial" panose="020B0604020202020204" pitchFamily="34" charset="0"/>
              <a:buChar char="•"/>
            </a:pPr>
            <a:r>
              <a:rPr lang="en-US" dirty="0"/>
              <a:t>Full control over cluster configuration and instance selection</a:t>
            </a:r>
          </a:p>
          <a:p>
            <a:pPr>
              <a:buFont typeface="Arial" panose="020B0604020202020204" pitchFamily="34" charset="0"/>
              <a:buChar char="•"/>
            </a:pPr>
            <a:r>
              <a:rPr lang="en-US" dirty="0"/>
              <a:t>Customizable AMIs (Amazon Machine Images)</a:t>
            </a:r>
          </a:p>
          <a:p>
            <a:pPr>
              <a:buFont typeface="Arial" panose="020B0604020202020204" pitchFamily="34" charset="0"/>
              <a:buChar char="•"/>
            </a:pPr>
            <a:r>
              <a:rPr lang="en-US" dirty="0"/>
              <a:t>Ability to install custom software</a:t>
            </a:r>
          </a:p>
          <a:p>
            <a:pPr>
              <a:buFont typeface="Arial" panose="020B0604020202020204" pitchFamily="34" charset="0"/>
              <a:buChar char="•"/>
            </a:pPr>
            <a:r>
              <a:rPr lang="en-US" dirty="0"/>
              <a:t>Ideal for workloads requiring specific hardware configurations</a:t>
            </a:r>
          </a:p>
          <a:p>
            <a:pPr>
              <a:buNone/>
            </a:pPr>
            <a:r>
              <a:rPr lang="en-US" b="1" dirty="0"/>
              <a:t>Use when:</a:t>
            </a:r>
            <a:endParaRPr lang="en-US" dirty="0"/>
          </a:p>
          <a:p>
            <a:pPr>
              <a:buFont typeface="Arial" panose="020B0604020202020204" pitchFamily="34" charset="0"/>
              <a:buChar char="•"/>
            </a:pPr>
            <a:r>
              <a:rPr lang="en-US" dirty="0"/>
              <a:t>You need maximum control and flexibility</a:t>
            </a:r>
          </a:p>
          <a:p>
            <a:pPr>
              <a:buFont typeface="Arial" panose="020B0604020202020204" pitchFamily="34" charset="0"/>
              <a:buChar char="•"/>
            </a:pPr>
            <a:r>
              <a:rPr lang="en-US" dirty="0"/>
              <a:t>You want to customize underlying infrastructure</a:t>
            </a:r>
          </a:p>
          <a:p>
            <a:pPr>
              <a:buFont typeface="Arial" panose="020B0604020202020204" pitchFamily="34" charset="0"/>
              <a:buChar char="•"/>
            </a:pPr>
            <a:r>
              <a:rPr lang="en-US" dirty="0"/>
              <a:t>You need specific EC2 instance types for performance optimization</a:t>
            </a:r>
          </a:p>
          <a:p>
            <a:endParaRPr lang="en-US" dirty="0"/>
          </a:p>
        </p:txBody>
      </p:sp>
    </p:spTree>
    <p:extLst>
      <p:ext uri="{BB962C8B-B14F-4D97-AF65-F5344CB8AC3E}">
        <p14:creationId xmlns:p14="http://schemas.microsoft.com/office/powerpoint/2010/main" val="284588924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D9BA7-CB02-2B7E-DE95-25BF1E1A67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7FF627-72A2-6E4D-F9BD-537DBACA6077}"/>
              </a:ext>
            </a:extLst>
          </p:cNvPr>
          <p:cNvSpPr>
            <a:spLocks noGrp="1"/>
          </p:cNvSpPr>
          <p:nvPr>
            <p:ph type="title"/>
          </p:nvPr>
        </p:nvSpPr>
        <p:spPr/>
        <p:txBody>
          <a:bodyPr>
            <a:normAutofit/>
          </a:bodyPr>
          <a:lstStyle/>
          <a:p>
            <a:r>
              <a:rPr lang="en-US" dirty="0"/>
              <a:t>Deployment Options</a:t>
            </a:r>
          </a:p>
        </p:txBody>
      </p:sp>
      <p:sp>
        <p:nvSpPr>
          <p:cNvPr id="3" name="Content Placeholder 2">
            <a:extLst>
              <a:ext uri="{FF2B5EF4-FFF2-40B4-BE49-F238E27FC236}">
                <a16:creationId xmlns:a16="http://schemas.microsoft.com/office/drawing/2014/main" id="{23573DC9-58AC-E8B5-615F-5254A4171A47}"/>
              </a:ext>
            </a:extLst>
          </p:cNvPr>
          <p:cNvSpPr>
            <a:spLocks noGrp="1"/>
          </p:cNvSpPr>
          <p:nvPr>
            <p:ph idx="1"/>
          </p:nvPr>
        </p:nvSpPr>
        <p:spPr/>
        <p:txBody>
          <a:bodyPr>
            <a:normAutofit lnSpcReduction="10000"/>
          </a:bodyPr>
          <a:lstStyle/>
          <a:p>
            <a:pPr marL="0" indent="0">
              <a:buNone/>
            </a:pPr>
            <a:r>
              <a:rPr lang="en-US" dirty="0"/>
              <a:t>A serverless deployment option that eliminates the need to configure, manage, or scale clusters.</a:t>
            </a:r>
          </a:p>
          <a:p>
            <a:pPr>
              <a:buNone/>
            </a:pPr>
            <a:r>
              <a:rPr lang="en-US" b="1" dirty="0"/>
              <a:t>Key features:</a:t>
            </a:r>
            <a:endParaRPr lang="en-US" dirty="0"/>
          </a:p>
          <a:p>
            <a:pPr>
              <a:buFont typeface="Arial" panose="020B0604020202020204" pitchFamily="34" charset="0"/>
              <a:buChar char="•"/>
            </a:pPr>
            <a:r>
              <a:rPr lang="en-US" dirty="0"/>
              <a:t>Automatic resource provisioning and scaling</a:t>
            </a:r>
          </a:p>
          <a:p>
            <a:pPr>
              <a:buFont typeface="Arial" panose="020B0604020202020204" pitchFamily="34" charset="0"/>
              <a:buChar char="•"/>
            </a:pPr>
            <a:r>
              <a:rPr lang="en-US" dirty="0"/>
              <a:t>Pay only for resources used by your applications</a:t>
            </a:r>
          </a:p>
          <a:p>
            <a:pPr>
              <a:buFont typeface="Arial" panose="020B0604020202020204" pitchFamily="34" charset="0"/>
              <a:buChar char="•"/>
            </a:pPr>
            <a:r>
              <a:rPr lang="en-US" dirty="0"/>
              <a:t>Zero infrastructure management</a:t>
            </a:r>
          </a:p>
          <a:p>
            <a:pPr>
              <a:buFont typeface="Arial" panose="020B0604020202020204" pitchFamily="34" charset="0"/>
              <a:buChar char="•"/>
            </a:pPr>
            <a:r>
              <a:rPr lang="en-US" dirty="0"/>
              <a:t>Currently supports Apache Spark and Apache Hive</a:t>
            </a:r>
          </a:p>
          <a:p>
            <a:pPr>
              <a:buNone/>
            </a:pPr>
            <a:r>
              <a:rPr lang="en-US" b="1" dirty="0"/>
              <a:t>Use when:</a:t>
            </a:r>
            <a:endParaRPr lang="en-US" dirty="0"/>
          </a:p>
          <a:p>
            <a:pPr>
              <a:buFont typeface="Arial" panose="020B0604020202020204" pitchFamily="34" charset="0"/>
              <a:buChar char="•"/>
            </a:pPr>
            <a:r>
              <a:rPr lang="en-US" dirty="0"/>
              <a:t>You want to simplify operations</a:t>
            </a:r>
          </a:p>
          <a:p>
            <a:pPr>
              <a:buFont typeface="Arial" panose="020B0604020202020204" pitchFamily="34" charset="0"/>
              <a:buChar char="•"/>
            </a:pPr>
            <a:r>
              <a:rPr lang="en-US" dirty="0"/>
              <a:t>You have variable or unpredictable workloads</a:t>
            </a:r>
          </a:p>
          <a:p>
            <a:pPr>
              <a:buFont typeface="Arial" panose="020B0604020202020204" pitchFamily="34" charset="0"/>
              <a:buChar char="•"/>
            </a:pPr>
            <a:r>
              <a:rPr lang="en-US" dirty="0"/>
              <a:t>You want to avoid managing clusters</a:t>
            </a:r>
          </a:p>
          <a:p>
            <a:pPr>
              <a:buFont typeface="Arial" panose="020B0604020202020204" pitchFamily="34" charset="0"/>
              <a:buChar char="•"/>
            </a:pPr>
            <a:r>
              <a:rPr lang="en-US" dirty="0"/>
              <a:t>You prefer focusing on applications rather than infrastructure</a:t>
            </a:r>
          </a:p>
          <a:p>
            <a:endParaRPr lang="en-US" dirty="0"/>
          </a:p>
        </p:txBody>
      </p:sp>
    </p:spTree>
    <p:extLst>
      <p:ext uri="{BB962C8B-B14F-4D97-AF65-F5344CB8AC3E}">
        <p14:creationId xmlns:p14="http://schemas.microsoft.com/office/powerpoint/2010/main" val="2116084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CF6B9-7B5C-ABC5-7E01-5B0C474329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548F33-0617-5915-2BEF-9D3472FD3BDD}"/>
              </a:ext>
            </a:extLst>
          </p:cNvPr>
          <p:cNvSpPr>
            <a:spLocks noGrp="1"/>
          </p:cNvSpPr>
          <p:nvPr>
            <p:ph type="title"/>
          </p:nvPr>
        </p:nvSpPr>
        <p:spPr/>
        <p:txBody>
          <a:bodyPr>
            <a:normAutofit/>
          </a:bodyPr>
          <a:lstStyle/>
          <a:p>
            <a:r>
              <a:rPr lang="en-US" dirty="0"/>
              <a:t>Setting Up AWS EMR</a:t>
            </a:r>
          </a:p>
        </p:txBody>
      </p:sp>
      <p:sp>
        <p:nvSpPr>
          <p:cNvPr id="3" name="Content Placeholder 2">
            <a:extLst>
              <a:ext uri="{FF2B5EF4-FFF2-40B4-BE49-F238E27FC236}">
                <a16:creationId xmlns:a16="http://schemas.microsoft.com/office/drawing/2014/main" id="{8CF42333-A4F7-ECEC-9339-ECBFCCA8B97C}"/>
              </a:ext>
            </a:extLst>
          </p:cNvPr>
          <p:cNvSpPr>
            <a:spLocks noGrp="1"/>
          </p:cNvSpPr>
          <p:nvPr>
            <p:ph idx="1"/>
          </p:nvPr>
        </p:nvSpPr>
        <p:spPr/>
        <p:txBody>
          <a:bodyPr>
            <a:normAutofit fontScale="70000" lnSpcReduction="20000"/>
          </a:bodyPr>
          <a:lstStyle/>
          <a:p>
            <a:pPr>
              <a:buNone/>
            </a:pPr>
            <a:r>
              <a:rPr lang="en-US" b="1" dirty="0"/>
              <a:t>Setting Up EMR on EC2</a:t>
            </a:r>
          </a:p>
          <a:p>
            <a:pPr>
              <a:buFont typeface="+mj-lt"/>
              <a:buAutoNum type="arabicPeriod"/>
            </a:pPr>
            <a:r>
              <a:rPr lang="en-US" b="1" dirty="0"/>
              <a:t>Sign in to AWS Console</a:t>
            </a:r>
            <a:r>
              <a:rPr lang="en-US" dirty="0"/>
              <a:t>: Navigate to the EMR service</a:t>
            </a:r>
          </a:p>
          <a:p>
            <a:pPr>
              <a:buFont typeface="+mj-lt"/>
              <a:buAutoNum type="arabicPeriod"/>
            </a:pPr>
            <a:r>
              <a:rPr lang="en-US" b="1" dirty="0"/>
              <a:t>Create Cluster</a:t>
            </a:r>
            <a:r>
              <a:rPr lang="en-US" dirty="0"/>
              <a:t>: Choose "Create cluster" and configure: </a:t>
            </a:r>
          </a:p>
          <a:p>
            <a:pPr marL="742950" lvl="1" indent="-285750">
              <a:buFont typeface="+mj-lt"/>
              <a:buAutoNum type="arabicPeriod"/>
            </a:pPr>
            <a:r>
              <a:rPr lang="en-US" dirty="0"/>
              <a:t>Cluster name</a:t>
            </a:r>
          </a:p>
          <a:p>
            <a:pPr marL="742950" lvl="1" indent="-285750">
              <a:buFont typeface="+mj-lt"/>
              <a:buAutoNum type="arabicPeriod"/>
            </a:pPr>
            <a:r>
              <a:rPr lang="en-US" dirty="0"/>
              <a:t>Release version (applications and versions)</a:t>
            </a:r>
          </a:p>
          <a:p>
            <a:pPr marL="742950" lvl="1" indent="-285750">
              <a:buFont typeface="+mj-lt"/>
              <a:buAutoNum type="arabicPeriod"/>
            </a:pPr>
            <a:r>
              <a:rPr lang="en-US" dirty="0"/>
              <a:t>Instance types and count</a:t>
            </a:r>
          </a:p>
          <a:p>
            <a:pPr marL="742950" lvl="1" indent="-285750">
              <a:buFont typeface="+mj-lt"/>
              <a:buAutoNum type="arabicPeriod"/>
            </a:pPr>
            <a:r>
              <a:rPr lang="en-US" dirty="0"/>
              <a:t>Networking settings</a:t>
            </a:r>
          </a:p>
          <a:p>
            <a:pPr marL="742950" lvl="1" indent="-285750">
              <a:buFont typeface="+mj-lt"/>
              <a:buAutoNum type="arabicPeriod"/>
            </a:pPr>
            <a:r>
              <a:rPr lang="en-US" dirty="0"/>
              <a:t>Security configurations</a:t>
            </a:r>
          </a:p>
          <a:p>
            <a:pPr marL="742950" lvl="1" indent="-285750">
              <a:buFont typeface="+mj-lt"/>
              <a:buAutoNum type="arabicPeriod"/>
            </a:pPr>
            <a:r>
              <a:rPr lang="en-US" dirty="0"/>
              <a:t>Bootstrap actions (optional)</a:t>
            </a:r>
          </a:p>
          <a:p>
            <a:pPr>
              <a:buFont typeface="+mj-lt"/>
              <a:buAutoNum type="arabicPeriod"/>
            </a:pPr>
            <a:r>
              <a:rPr lang="en-US" b="1" dirty="0"/>
              <a:t>Launch Cluster</a:t>
            </a:r>
            <a:r>
              <a:rPr lang="en-US" dirty="0"/>
              <a:t>: Review settings and create</a:t>
            </a:r>
          </a:p>
          <a:p>
            <a:pPr>
              <a:buFont typeface="+mj-lt"/>
              <a:buAutoNum type="arabicPeriod"/>
            </a:pPr>
            <a:endParaRPr lang="en-US" dirty="0"/>
          </a:p>
          <a:p>
            <a:pPr>
              <a:buNone/>
            </a:pPr>
            <a:r>
              <a:rPr lang="en-US" b="1" dirty="0"/>
              <a:t>Setting Up EMR Serverless</a:t>
            </a:r>
          </a:p>
          <a:p>
            <a:pPr>
              <a:buFont typeface="+mj-lt"/>
              <a:buAutoNum type="arabicPeriod"/>
            </a:pPr>
            <a:r>
              <a:rPr lang="en-US" b="1" dirty="0"/>
              <a:t>Sign in to AWS Console</a:t>
            </a:r>
            <a:r>
              <a:rPr lang="en-US" dirty="0"/>
              <a:t>: Navigate to the EMR service</a:t>
            </a:r>
          </a:p>
          <a:p>
            <a:pPr>
              <a:buFont typeface="+mj-lt"/>
              <a:buAutoNum type="arabicPeriod"/>
            </a:pPr>
            <a:r>
              <a:rPr lang="en-US" b="1" dirty="0"/>
              <a:t>Create Application</a:t>
            </a:r>
            <a:r>
              <a:rPr lang="en-US" dirty="0"/>
              <a:t>: </a:t>
            </a:r>
          </a:p>
          <a:p>
            <a:pPr marL="742950" lvl="1" indent="-285750">
              <a:buFont typeface="+mj-lt"/>
              <a:buAutoNum type="arabicPeriod"/>
            </a:pPr>
            <a:r>
              <a:rPr lang="en-US" dirty="0"/>
              <a:t>Choose application type (Spark or Hive)</a:t>
            </a:r>
          </a:p>
          <a:p>
            <a:pPr marL="742950" lvl="1" indent="-285750">
              <a:buFont typeface="+mj-lt"/>
              <a:buAutoNum type="arabicPeriod"/>
            </a:pPr>
            <a:r>
              <a:rPr lang="en-US" dirty="0"/>
              <a:t>Select release version</a:t>
            </a:r>
          </a:p>
          <a:p>
            <a:pPr marL="742950" lvl="1" indent="-285750">
              <a:buFont typeface="+mj-lt"/>
              <a:buAutoNum type="arabicPeriod"/>
            </a:pPr>
            <a:r>
              <a:rPr lang="en-US" dirty="0"/>
              <a:t>Configure capacity settings (optional)</a:t>
            </a:r>
          </a:p>
          <a:p>
            <a:pPr marL="742950" lvl="1" indent="-285750">
              <a:buFont typeface="+mj-lt"/>
              <a:buAutoNum type="arabicPeriod"/>
            </a:pPr>
            <a:r>
              <a:rPr lang="en-US" dirty="0"/>
              <a:t>Set up network and security options</a:t>
            </a:r>
          </a:p>
          <a:p>
            <a:pPr>
              <a:buFont typeface="+mj-lt"/>
              <a:buAutoNum type="arabicPeriod"/>
            </a:pPr>
            <a:r>
              <a:rPr lang="en-US" b="1" dirty="0"/>
              <a:t>Submit Jobs</a:t>
            </a:r>
            <a:r>
              <a:rPr lang="en-US" dirty="0"/>
              <a:t>: Use the EMR Studio, AWS CLI, or SDK to submit jobs</a:t>
            </a:r>
          </a:p>
          <a:p>
            <a:endParaRPr lang="en-US" dirty="0"/>
          </a:p>
        </p:txBody>
      </p:sp>
    </p:spTree>
    <p:extLst>
      <p:ext uri="{BB962C8B-B14F-4D97-AF65-F5344CB8AC3E}">
        <p14:creationId xmlns:p14="http://schemas.microsoft.com/office/powerpoint/2010/main" val="22370895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8FEF8-0DA6-AC94-1C21-E043E8ABA2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F54E6-803F-046A-58BF-37767613E321}"/>
              </a:ext>
            </a:extLst>
          </p:cNvPr>
          <p:cNvSpPr>
            <a:spLocks noGrp="1"/>
          </p:cNvSpPr>
          <p:nvPr>
            <p:ph type="title"/>
          </p:nvPr>
        </p:nvSpPr>
        <p:spPr/>
        <p:txBody>
          <a:bodyPr>
            <a:normAutofit/>
          </a:bodyPr>
          <a:lstStyle/>
          <a:p>
            <a:pPr>
              <a:buNone/>
            </a:pPr>
            <a:r>
              <a:rPr lang="en-US" dirty="0"/>
              <a:t>Data Processing Frameworks</a:t>
            </a:r>
          </a:p>
        </p:txBody>
      </p:sp>
      <p:sp>
        <p:nvSpPr>
          <p:cNvPr id="3" name="Content Placeholder 2">
            <a:extLst>
              <a:ext uri="{FF2B5EF4-FFF2-40B4-BE49-F238E27FC236}">
                <a16:creationId xmlns:a16="http://schemas.microsoft.com/office/drawing/2014/main" id="{0A10BA82-A454-E8BC-B540-DB4296955C94}"/>
              </a:ext>
            </a:extLst>
          </p:cNvPr>
          <p:cNvSpPr>
            <a:spLocks noGrp="1"/>
          </p:cNvSpPr>
          <p:nvPr>
            <p:ph idx="1"/>
          </p:nvPr>
        </p:nvSpPr>
        <p:spPr/>
        <p:txBody>
          <a:bodyPr>
            <a:normAutofit fontScale="70000" lnSpcReduction="20000"/>
          </a:bodyPr>
          <a:lstStyle/>
          <a:p>
            <a:pPr>
              <a:buNone/>
            </a:pPr>
            <a:r>
              <a:rPr lang="en-US" dirty="0"/>
              <a:t>EMR supports a variety of open-source frameworks for data processing. The latest EMR releases include:</a:t>
            </a:r>
          </a:p>
          <a:p>
            <a:pPr>
              <a:buNone/>
            </a:pPr>
            <a:r>
              <a:rPr lang="en-US" b="1" dirty="0"/>
              <a:t>Apache Hadoop</a:t>
            </a:r>
          </a:p>
          <a:p>
            <a:pPr>
              <a:buNone/>
            </a:pPr>
            <a:r>
              <a:rPr lang="en-US" dirty="0"/>
              <a:t>The foundation framework providing:</a:t>
            </a:r>
          </a:p>
          <a:p>
            <a:pPr>
              <a:buFont typeface="Arial" panose="020B0604020202020204" pitchFamily="34" charset="0"/>
              <a:buChar char="•"/>
            </a:pPr>
            <a:r>
              <a:rPr lang="en-US" dirty="0"/>
              <a:t>HDFS (Hadoop Distributed File System)</a:t>
            </a:r>
          </a:p>
          <a:p>
            <a:pPr>
              <a:buFont typeface="Arial" panose="020B0604020202020204" pitchFamily="34" charset="0"/>
              <a:buChar char="•"/>
            </a:pPr>
            <a:r>
              <a:rPr lang="en-US" dirty="0"/>
              <a:t>YARN (resource management)</a:t>
            </a:r>
          </a:p>
          <a:p>
            <a:pPr>
              <a:buFont typeface="Arial" panose="020B0604020202020204" pitchFamily="34" charset="0"/>
              <a:buChar char="•"/>
            </a:pPr>
            <a:r>
              <a:rPr lang="en-US" dirty="0"/>
              <a:t>MapReduce (programming model)</a:t>
            </a:r>
          </a:p>
          <a:p>
            <a:pPr>
              <a:buNone/>
            </a:pPr>
            <a:r>
              <a:rPr lang="en-US" b="1" dirty="0"/>
              <a:t>Apache Spark</a:t>
            </a:r>
          </a:p>
          <a:p>
            <a:pPr>
              <a:buNone/>
            </a:pPr>
            <a:r>
              <a:rPr lang="en-US" dirty="0"/>
              <a:t>A unified analytics engine offering:</a:t>
            </a:r>
          </a:p>
          <a:p>
            <a:pPr>
              <a:buFont typeface="Arial" panose="020B0604020202020204" pitchFamily="34" charset="0"/>
              <a:buChar char="•"/>
            </a:pPr>
            <a:r>
              <a:rPr lang="en-US" dirty="0"/>
              <a:t>In-memory processing</a:t>
            </a:r>
          </a:p>
          <a:p>
            <a:pPr>
              <a:buFont typeface="Arial" panose="020B0604020202020204" pitchFamily="34" charset="0"/>
              <a:buChar char="•"/>
            </a:pPr>
            <a:r>
              <a:rPr lang="en-US" dirty="0"/>
              <a:t>Support for SQL, streaming, machine learning, and graph processing</a:t>
            </a:r>
          </a:p>
          <a:p>
            <a:pPr>
              <a:buFont typeface="Arial" panose="020B0604020202020204" pitchFamily="34" charset="0"/>
              <a:buChar char="•"/>
            </a:pPr>
            <a:r>
              <a:rPr lang="en-US" dirty="0"/>
              <a:t>Performance up to 100x faster than traditional MapReduce</a:t>
            </a:r>
          </a:p>
          <a:p>
            <a:pPr>
              <a:buNone/>
            </a:pPr>
            <a:r>
              <a:rPr lang="en-US" b="1" dirty="0"/>
              <a:t>Apache Hive</a:t>
            </a:r>
          </a:p>
          <a:p>
            <a:pPr>
              <a:buNone/>
            </a:pPr>
            <a:r>
              <a:rPr lang="en-US" dirty="0"/>
              <a:t>Data warehouse software providing:</a:t>
            </a:r>
          </a:p>
          <a:p>
            <a:pPr>
              <a:buFont typeface="Arial" panose="020B0604020202020204" pitchFamily="34" charset="0"/>
              <a:buChar char="•"/>
            </a:pPr>
            <a:r>
              <a:rPr lang="en-US" dirty="0"/>
              <a:t>SQL-like interface (HiveQL)</a:t>
            </a:r>
          </a:p>
          <a:p>
            <a:pPr>
              <a:buFont typeface="Arial" panose="020B0604020202020204" pitchFamily="34" charset="0"/>
              <a:buChar char="•"/>
            </a:pPr>
            <a:r>
              <a:rPr lang="en-US" dirty="0"/>
              <a:t>Structured data querying capabilities</a:t>
            </a:r>
          </a:p>
          <a:p>
            <a:pPr>
              <a:buFont typeface="Arial" panose="020B0604020202020204" pitchFamily="34" charset="0"/>
              <a:buChar char="•"/>
            </a:pPr>
            <a:r>
              <a:rPr lang="en-US" dirty="0"/>
              <a:t>Integration with various storage system</a:t>
            </a:r>
          </a:p>
          <a:p>
            <a:endParaRPr lang="en-US" dirty="0"/>
          </a:p>
        </p:txBody>
      </p:sp>
    </p:spTree>
    <p:extLst>
      <p:ext uri="{BB962C8B-B14F-4D97-AF65-F5344CB8AC3E}">
        <p14:creationId xmlns:p14="http://schemas.microsoft.com/office/powerpoint/2010/main" val="31154334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72FA-50CA-5B13-FCD7-010ACF864C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1438F6-DF58-DC2F-0402-6ED70D6C8B92}"/>
              </a:ext>
            </a:extLst>
          </p:cNvPr>
          <p:cNvSpPr>
            <a:spLocks noGrp="1"/>
          </p:cNvSpPr>
          <p:nvPr>
            <p:ph type="title"/>
          </p:nvPr>
        </p:nvSpPr>
        <p:spPr/>
        <p:txBody>
          <a:bodyPr>
            <a:normAutofit/>
          </a:bodyPr>
          <a:lstStyle/>
          <a:p>
            <a:pPr>
              <a:buNone/>
            </a:pPr>
            <a:r>
              <a:rPr lang="en-US" dirty="0"/>
              <a:t>Data Processing Frameworks</a:t>
            </a:r>
          </a:p>
        </p:txBody>
      </p:sp>
      <p:sp>
        <p:nvSpPr>
          <p:cNvPr id="3" name="Content Placeholder 2">
            <a:extLst>
              <a:ext uri="{FF2B5EF4-FFF2-40B4-BE49-F238E27FC236}">
                <a16:creationId xmlns:a16="http://schemas.microsoft.com/office/drawing/2014/main" id="{B358DC3F-4DBA-DBB6-CC19-7A759DD372FF}"/>
              </a:ext>
            </a:extLst>
          </p:cNvPr>
          <p:cNvSpPr>
            <a:spLocks noGrp="1"/>
          </p:cNvSpPr>
          <p:nvPr>
            <p:ph idx="1"/>
          </p:nvPr>
        </p:nvSpPr>
        <p:spPr/>
        <p:txBody>
          <a:bodyPr>
            <a:normAutofit fontScale="92500" lnSpcReduction="20000"/>
          </a:bodyPr>
          <a:lstStyle/>
          <a:p>
            <a:pPr>
              <a:buNone/>
            </a:pPr>
            <a:r>
              <a:rPr lang="en-US" b="1" dirty="0"/>
              <a:t>Presto and Trino</a:t>
            </a:r>
          </a:p>
          <a:p>
            <a:pPr>
              <a:buNone/>
            </a:pPr>
            <a:r>
              <a:rPr lang="en-US" dirty="0"/>
              <a:t>Distributed SQL query engines for:</a:t>
            </a:r>
          </a:p>
          <a:p>
            <a:pPr>
              <a:buFont typeface="Arial" panose="020B0604020202020204" pitchFamily="34" charset="0"/>
              <a:buChar char="•"/>
            </a:pPr>
            <a:r>
              <a:rPr lang="en-US" dirty="0"/>
              <a:t>High-performance interactive analytics</a:t>
            </a:r>
          </a:p>
          <a:p>
            <a:pPr>
              <a:buFont typeface="Arial" panose="020B0604020202020204" pitchFamily="34" charset="0"/>
              <a:buChar char="•"/>
            </a:pPr>
            <a:r>
              <a:rPr lang="en-US" dirty="0"/>
              <a:t>Querying data across multiple sources</a:t>
            </a:r>
          </a:p>
          <a:p>
            <a:pPr>
              <a:buNone/>
            </a:pPr>
            <a:r>
              <a:rPr lang="en-US" b="1" dirty="0"/>
              <a:t>Apache Flink</a:t>
            </a:r>
          </a:p>
          <a:p>
            <a:pPr>
              <a:buNone/>
            </a:pPr>
            <a:r>
              <a:rPr lang="en-US" dirty="0"/>
              <a:t>A stream processing framework offering:</a:t>
            </a:r>
          </a:p>
          <a:p>
            <a:pPr>
              <a:buFont typeface="Arial" panose="020B0604020202020204" pitchFamily="34" charset="0"/>
              <a:buChar char="•"/>
            </a:pPr>
            <a:r>
              <a:rPr lang="en-US" dirty="0"/>
              <a:t>Real-time data processing</a:t>
            </a:r>
          </a:p>
          <a:p>
            <a:pPr>
              <a:buFont typeface="Arial" panose="020B0604020202020204" pitchFamily="34" charset="0"/>
              <a:buChar char="•"/>
            </a:pPr>
            <a:r>
              <a:rPr lang="en-US" dirty="0"/>
              <a:t>Event-time processing</a:t>
            </a:r>
          </a:p>
          <a:p>
            <a:pPr>
              <a:buFont typeface="Arial" panose="020B0604020202020204" pitchFamily="34" charset="0"/>
              <a:buChar char="•"/>
            </a:pPr>
            <a:r>
              <a:rPr lang="en-US" dirty="0"/>
              <a:t>State management</a:t>
            </a:r>
          </a:p>
          <a:p>
            <a:pPr>
              <a:buNone/>
            </a:pPr>
            <a:r>
              <a:rPr lang="en-US" b="1" dirty="0"/>
              <a:t>HBase</a:t>
            </a:r>
          </a:p>
          <a:p>
            <a:pPr>
              <a:buNone/>
            </a:pPr>
            <a:r>
              <a:rPr lang="en-US" dirty="0"/>
              <a:t>A NoSQL database providing:</a:t>
            </a:r>
          </a:p>
          <a:p>
            <a:pPr>
              <a:buFont typeface="Arial" panose="020B0604020202020204" pitchFamily="34" charset="0"/>
              <a:buChar char="•"/>
            </a:pPr>
            <a:r>
              <a:rPr lang="en-US" dirty="0"/>
              <a:t>Random, real-time read/write access</a:t>
            </a:r>
          </a:p>
          <a:p>
            <a:pPr>
              <a:buFont typeface="Arial" panose="020B0604020202020204" pitchFamily="34" charset="0"/>
              <a:buChar char="•"/>
            </a:pPr>
            <a:r>
              <a:rPr lang="en-US" dirty="0"/>
              <a:t>Storage for large tables with billions of rows</a:t>
            </a:r>
          </a:p>
          <a:p>
            <a:endParaRPr lang="en-US" dirty="0"/>
          </a:p>
        </p:txBody>
      </p:sp>
    </p:spTree>
    <p:extLst>
      <p:ext uri="{BB962C8B-B14F-4D97-AF65-F5344CB8AC3E}">
        <p14:creationId xmlns:p14="http://schemas.microsoft.com/office/powerpoint/2010/main" val="25524082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8AF7B-C603-9EE0-4F7F-909582E29B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E7D35F-D14D-A5B2-8E07-4804B08089E0}"/>
              </a:ext>
            </a:extLst>
          </p:cNvPr>
          <p:cNvSpPr>
            <a:spLocks noGrp="1"/>
          </p:cNvSpPr>
          <p:nvPr>
            <p:ph type="title"/>
          </p:nvPr>
        </p:nvSpPr>
        <p:spPr/>
        <p:txBody>
          <a:bodyPr>
            <a:normAutofit/>
          </a:bodyPr>
          <a:lstStyle/>
          <a:p>
            <a:pPr>
              <a:buNone/>
            </a:pPr>
            <a:r>
              <a:rPr lang="en-US" dirty="0"/>
              <a:t>Data Processing Frameworks</a:t>
            </a:r>
          </a:p>
        </p:txBody>
      </p:sp>
      <p:sp>
        <p:nvSpPr>
          <p:cNvPr id="3" name="Content Placeholder 2">
            <a:extLst>
              <a:ext uri="{FF2B5EF4-FFF2-40B4-BE49-F238E27FC236}">
                <a16:creationId xmlns:a16="http://schemas.microsoft.com/office/drawing/2014/main" id="{F3D7E6F6-A6EF-C24C-908B-1B351568AACC}"/>
              </a:ext>
            </a:extLst>
          </p:cNvPr>
          <p:cNvSpPr>
            <a:spLocks noGrp="1"/>
          </p:cNvSpPr>
          <p:nvPr>
            <p:ph idx="1"/>
          </p:nvPr>
        </p:nvSpPr>
        <p:spPr/>
        <p:txBody>
          <a:bodyPr>
            <a:normAutofit fontScale="92500" lnSpcReduction="20000"/>
          </a:bodyPr>
          <a:lstStyle/>
          <a:p>
            <a:pPr>
              <a:buNone/>
            </a:pPr>
            <a:r>
              <a:rPr lang="en-US" b="1" dirty="0"/>
              <a:t>Other Supported Frameworks</a:t>
            </a:r>
          </a:p>
          <a:p>
            <a:pPr>
              <a:buFont typeface="Arial" panose="020B0604020202020204" pitchFamily="34" charset="0"/>
              <a:buChar char="•"/>
            </a:pPr>
            <a:r>
              <a:rPr lang="en-US" dirty="0"/>
              <a:t>Livy: REST interface for Spark</a:t>
            </a:r>
          </a:p>
          <a:p>
            <a:pPr>
              <a:buFont typeface="Arial" panose="020B0604020202020204" pitchFamily="34" charset="0"/>
              <a:buChar char="•"/>
            </a:pPr>
            <a:r>
              <a:rPr lang="en-US" dirty="0"/>
              <a:t>Hudi: Data lake storage framework</a:t>
            </a:r>
          </a:p>
          <a:p>
            <a:pPr>
              <a:buFont typeface="Arial" panose="020B0604020202020204" pitchFamily="34" charset="0"/>
              <a:buChar char="•"/>
            </a:pPr>
            <a:r>
              <a:rPr lang="en-US" dirty="0"/>
              <a:t>Delta Lake: Storage layer for reliability</a:t>
            </a:r>
          </a:p>
          <a:p>
            <a:pPr>
              <a:buFont typeface="Arial" panose="020B0604020202020204" pitchFamily="34" charset="0"/>
              <a:buChar char="•"/>
            </a:pPr>
            <a:r>
              <a:rPr lang="en-US" dirty="0"/>
              <a:t>Iceberg: Table format for huge analytic datasets</a:t>
            </a:r>
          </a:p>
          <a:p>
            <a:pPr>
              <a:buFont typeface="Arial" panose="020B0604020202020204" pitchFamily="34" charset="0"/>
              <a:buChar char="•"/>
            </a:pPr>
            <a:r>
              <a:rPr lang="en-US" dirty="0"/>
              <a:t>TensorFlow: Machine learning framework</a:t>
            </a:r>
          </a:p>
          <a:p>
            <a:pPr>
              <a:buNone/>
            </a:pPr>
            <a:r>
              <a:rPr lang="en-US" b="1" dirty="0"/>
              <a:t>Framework Selection Guidance</a:t>
            </a:r>
          </a:p>
          <a:p>
            <a:pPr>
              <a:buNone/>
            </a:pPr>
            <a:r>
              <a:rPr lang="en-US" dirty="0"/>
              <a:t>When choosing frameworks, consider:</a:t>
            </a:r>
          </a:p>
          <a:p>
            <a:pPr>
              <a:buFont typeface="Arial" panose="020B0604020202020204" pitchFamily="34" charset="0"/>
              <a:buChar char="•"/>
            </a:pPr>
            <a:r>
              <a:rPr lang="en-US" dirty="0"/>
              <a:t>Data processing needs (batch vs. streaming)</a:t>
            </a:r>
          </a:p>
          <a:p>
            <a:pPr>
              <a:buFont typeface="Arial" panose="020B0604020202020204" pitchFamily="34" charset="0"/>
              <a:buChar char="•"/>
            </a:pPr>
            <a:r>
              <a:rPr lang="en-US" dirty="0"/>
              <a:t>Query complexity and performance requirements</a:t>
            </a:r>
          </a:p>
          <a:p>
            <a:pPr>
              <a:buFont typeface="Arial" panose="020B0604020202020204" pitchFamily="34" charset="0"/>
              <a:buChar char="•"/>
            </a:pPr>
            <a:r>
              <a:rPr lang="en-US" dirty="0"/>
              <a:t>Skill levels and team expertise</a:t>
            </a:r>
          </a:p>
          <a:p>
            <a:pPr>
              <a:buFont typeface="Arial" panose="020B0604020202020204" pitchFamily="34" charset="0"/>
              <a:buChar char="•"/>
            </a:pPr>
            <a:r>
              <a:rPr lang="en-US" dirty="0"/>
              <a:t>Integration requirements with other systems</a:t>
            </a:r>
          </a:p>
          <a:p>
            <a:pPr>
              <a:buFont typeface="Arial" panose="020B0604020202020204" pitchFamily="34" charset="0"/>
              <a:buChar char="•"/>
            </a:pPr>
            <a:r>
              <a:rPr lang="en-US"/>
              <a:t>Operational considerations</a:t>
            </a:r>
          </a:p>
          <a:p>
            <a:endParaRPr lang="en-US" dirty="0"/>
          </a:p>
        </p:txBody>
      </p:sp>
    </p:spTree>
    <p:extLst>
      <p:ext uri="{BB962C8B-B14F-4D97-AF65-F5344CB8AC3E}">
        <p14:creationId xmlns:p14="http://schemas.microsoft.com/office/powerpoint/2010/main" val="6287074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7DA06-D243-A01A-BB3B-E3E4C5E8FDA9}"/>
              </a:ext>
            </a:extLst>
          </p:cNvPr>
          <p:cNvSpPr>
            <a:spLocks noGrp="1"/>
          </p:cNvSpPr>
          <p:nvPr>
            <p:ph type="title"/>
          </p:nvPr>
        </p:nvSpPr>
        <p:spPr/>
        <p:txBody>
          <a:bodyPr>
            <a:normAutofit/>
          </a:bodyPr>
          <a:lstStyle/>
          <a:p>
            <a:r>
              <a:rPr lang="en-US" dirty="0"/>
              <a:t>Working with Data in EMR</a:t>
            </a:r>
          </a:p>
        </p:txBody>
      </p:sp>
      <p:sp>
        <p:nvSpPr>
          <p:cNvPr id="3" name="Content Placeholder 2">
            <a:extLst>
              <a:ext uri="{FF2B5EF4-FFF2-40B4-BE49-F238E27FC236}">
                <a16:creationId xmlns:a16="http://schemas.microsoft.com/office/drawing/2014/main" id="{C17548E3-E407-354D-CEBC-2A645DDC64F5}"/>
              </a:ext>
            </a:extLst>
          </p:cNvPr>
          <p:cNvSpPr>
            <a:spLocks noGrp="1"/>
          </p:cNvSpPr>
          <p:nvPr>
            <p:ph idx="1"/>
          </p:nvPr>
        </p:nvSpPr>
        <p:spPr/>
        <p:txBody>
          <a:bodyPr>
            <a:normAutofit/>
          </a:bodyPr>
          <a:lstStyle/>
          <a:p>
            <a:pPr>
              <a:buNone/>
            </a:pPr>
            <a:r>
              <a:rPr lang="en-US" b="1" dirty="0"/>
              <a:t>Data Storage Options</a:t>
            </a:r>
          </a:p>
          <a:p>
            <a:pPr>
              <a:buFont typeface="+mj-lt"/>
              <a:buAutoNum type="arabicPeriod"/>
            </a:pPr>
            <a:r>
              <a:rPr lang="en-US" b="1" dirty="0"/>
              <a:t>Amazon S3</a:t>
            </a:r>
            <a:r>
              <a:rPr lang="en-US" dirty="0"/>
              <a:t>: </a:t>
            </a:r>
          </a:p>
          <a:p>
            <a:pPr marL="742950" lvl="1" indent="-285750">
              <a:buFont typeface="+mj-lt"/>
              <a:buAutoNum type="arabicPeriod"/>
            </a:pPr>
            <a:r>
              <a:rPr lang="en-US" dirty="0"/>
              <a:t>Recommended for persistent, long-term storage</a:t>
            </a:r>
          </a:p>
          <a:p>
            <a:pPr marL="742950" lvl="1" indent="-285750">
              <a:buFont typeface="+mj-lt"/>
              <a:buAutoNum type="arabicPeriod"/>
            </a:pPr>
            <a:r>
              <a:rPr lang="en-US" dirty="0"/>
              <a:t>Accessible from multiple clusters</a:t>
            </a:r>
          </a:p>
          <a:p>
            <a:pPr marL="742950" lvl="1" indent="-285750">
              <a:buFont typeface="+mj-lt"/>
              <a:buAutoNum type="arabicPeriod"/>
            </a:pPr>
            <a:r>
              <a:rPr lang="en-US" dirty="0"/>
              <a:t>Separation of compute and storage</a:t>
            </a:r>
          </a:p>
          <a:p>
            <a:pPr marL="742950" lvl="1" indent="-285750">
              <a:buFont typeface="+mj-lt"/>
              <a:buAutoNum type="arabicPeriod"/>
            </a:pPr>
            <a:r>
              <a:rPr lang="en-US" dirty="0"/>
              <a:t>Integrated with EMRFS for optimized access</a:t>
            </a:r>
          </a:p>
          <a:p>
            <a:pPr>
              <a:buFont typeface="+mj-lt"/>
              <a:buAutoNum type="arabicPeriod"/>
            </a:pPr>
            <a:r>
              <a:rPr lang="en-US" b="1" dirty="0"/>
              <a:t>HDFS (Hadoop Distributed File System)</a:t>
            </a:r>
            <a:r>
              <a:rPr lang="en-US" dirty="0"/>
              <a:t>: </a:t>
            </a:r>
          </a:p>
          <a:p>
            <a:pPr marL="742950" lvl="1" indent="-285750">
              <a:buFont typeface="+mj-lt"/>
              <a:buAutoNum type="arabicPeriod"/>
            </a:pPr>
            <a:r>
              <a:rPr lang="en-US" dirty="0"/>
              <a:t>Fast access for temporary data</a:t>
            </a:r>
          </a:p>
          <a:p>
            <a:pPr marL="742950" lvl="1" indent="-285750">
              <a:buFont typeface="+mj-lt"/>
              <a:buAutoNum type="arabicPeriod"/>
            </a:pPr>
            <a:r>
              <a:rPr lang="en-US" dirty="0"/>
              <a:t>Data is lost when cluster terminates</a:t>
            </a:r>
          </a:p>
          <a:p>
            <a:pPr marL="742950" lvl="1" indent="-285750">
              <a:buFont typeface="+mj-lt"/>
              <a:buAutoNum type="arabicPeriod"/>
            </a:pPr>
            <a:r>
              <a:rPr lang="en-US" dirty="0"/>
              <a:t>Best for intermediate processing results</a:t>
            </a:r>
          </a:p>
          <a:p>
            <a:pPr>
              <a:buFont typeface="+mj-lt"/>
              <a:buAutoNum type="arabicPeriod"/>
            </a:pPr>
            <a:r>
              <a:rPr lang="en-US" b="1" dirty="0"/>
              <a:t>Amazon DynamoDB</a:t>
            </a:r>
            <a:r>
              <a:rPr lang="en-US" dirty="0"/>
              <a:t>: </a:t>
            </a:r>
          </a:p>
          <a:p>
            <a:pPr marL="742950" lvl="1" indent="-285750">
              <a:buFont typeface="+mj-lt"/>
              <a:buAutoNum type="arabicPeriod"/>
            </a:pPr>
            <a:r>
              <a:rPr lang="en-US" dirty="0"/>
              <a:t>For NoSQL database integration</a:t>
            </a:r>
          </a:p>
          <a:p>
            <a:pPr marL="742950" lvl="1" indent="-285750">
              <a:buFont typeface="+mj-lt"/>
              <a:buAutoNum type="arabicPeriod"/>
            </a:pPr>
            <a:r>
              <a:rPr lang="en-US" dirty="0"/>
              <a:t>Direct access from EMR applications</a:t>
            </a:r>
          </a:p>
          <a:p>
            <a:endParaRPr lang="en-US" dirty="0"/>
          </a:p>
        </p:txBody>
      </p:sp>
    </p:spTree>
    <p:extLst>
      <p:ext uri="{BB962C8B-B14F-4D97-AF65-F5344CB8AC3E}">
        <p14:creationId xmlns:p14="http://schemas.microsoft.com/office/powerpoint/2010/main" val="228483238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8E8FB-92EE-186C-4C42-0A9520A3AA16}"/>
              </a:ext>
            </a:extLst>
          </p:cNvPr>
          <p:cNvSpPr>
            <a:spLocks noGrp="1"/>
          </p:cNvSpPr>
          <p:nvPr>
            <p:ph type="title"/>
          </p:nvPr>
        </p:nvSpPr>
        <p:spPr/>
        <p:txBody>
          <a:bodyPr/>
          <a:lstStyle/>
          <a:p>
            <a:r>
              <a:rPr lang="en-US" dirty="0"/>
              <a:t>Working with Data in EMR</a:t>
            </a:r>
          </a:p>
        </p:txBody>
      </p:sp>
      <p:sp>
        <p:nvSpPr>
          <p:cNvPr id="3" name="Content Placeholder 2">
            <a:extLst>
              <a:ext uri="{FF2B5EF4-FFF2-40B4-BE49-F238E27FC236}">
                <a16:creationId xmlns:a16="http://schemas.microsoft.com/office/drawing/2014/main" id="{C5A14B59-C64A-D82D-CF00-E508FCE8AC86}"/>
              </a:ext>
            </a:extLst>
          </p:cNvPr>
          <p:cNvSpPr>
            <a:spLocks noGrp="1"/>
          </p:cNvSpPr>
          <p:nvPr>
            <p:ph idx="1"/>
          </p:nvPr>
        </p:nvSpPr>
        <p:spPr/>
        <p:txBody>
          <a:bodyPr/>
          <a:lstStyle/>
          <a:p>
            <a:pPr>
              <a:buNone/>
            </a:pPr>
            <a:r>
              <a:rPr lang="en-US" b="1" dirty="0"/>
              <a:t>Data Input and Output</a:t>
            </a:r>
          </a:p>
          <a:p>
            <a:pPr>
              <a:buFont typeface="+mj-lt"/>
              <a:buAutoNum type="arabicPeriod"/>
            </a:pPr>
            <a:r>
              <a:rPr lang="en-US" b="1" dirty="0"/>
              <a:t>Loading Data to EMR</a:t>
            </a:r>
            <a:r>
              <a:rPr lang="en-US" dirty="0"/>
              <a:t>: </a:t>
            </a:r>
          </a:p>
          <a:p>
            <a:pPr marL="742950" lvl="1" indent="-285750">
              <a:buFont typeface="+mj-lt"/>
              <a:buAutoNum type="arabicPeriod"/>
            </a:pPr>
            <a:r>
              <a:rPr lang="en-US" dirty="0"/>
              <a:t>Direct read from S3 using EMRFS</a:t>
            </a:r>
          </a:p>
          <a:p>
            <a:pPr marL="742950" lvl="1" indent="-285750">
              <a:buFont typeface="+mj-lt"/>
              <a:buAutoNum type="arabicPeriod"/>
            </a:pPr>
            <a:r>
              <a:rPr lang="en-US" dirty="0"/>
              <a:t>Import from DynamoDB</a:t>
            </a:r>
          </a:p>
          <a:p>
            <a:pPr marL="742950" lvl="1" indent="-285750">
              <a:buFont typeface="+mj-lt"/>
              <a:buAutoNum type="arabicPeriod"/>
            </a:pPr>
            <a:r>
              <a:rPr lang="en-US" dirty="0"/>
              <a:t>Streaming data from Kinesis</a:t>
            </a:r>
          </a:p>
          <a:p>
            <a:pPr marL="742950" lvl="1" indent="-285750">
              <a:buFont typeface="+mj-lt"/>
              <a:buAutoNum type="arabicPeriod"/>
            </a:pPr>
            <a:r>
              <a:rPr lang="en-US" dirty="0"/>
              <a:t>Loading from JDBC sources</a:t>
            </a:r>
          </a:p>
          <a:p>
            <a:pPr>
              <a:buFont typeface="+mj-lt"/>
              <a:buAutoNum type="arabicPeriod"/>
            </a:pPr>
            <a:r>
              <a:rPr lang="en-US" b="1" dirty="0"/>
              <a:t>Exporting Processed Data</a:t>
            </a:r>
            <a:r>
              <a:rPr lang="en-US" dirty="0"/>
              <a:t>: </a:t>
            </a:r>
          </a:p>
          <a:p>
            <a:pPr marL="742950" lvl="1" indent="-285750">
              <a:buFont typeface="+mj-lt"/>
              <a:buAutoNum type="arabicPeriod"/>
            </a:pPr>
            <a:r>
              <a:rPr lang="en-US" dirty="0"/>
              <a:t>Writing to S3</a:t>
            </a:r>
          </a:p>
          <a:p>
            <a:pPr marL="742950" lvl="1" indent="-285750">
              <a:buFont typeface="+mj-lt"/>
              <a:buAutoNum type="arabicPeriod"/>
            </a:pPr>
            <a:r>
              <a:rPr lang="en-US" dirty="0"/>
              <a:t>Exporting to DynamoDB</a:t>
            </a:r>
          </a:p>
          <a:p>
            <a:pPr marL="742950" lvl="1" indent="-285750">
              <a:buFont typeface="+mj-lt"/>
              <a:buAutoNum type="arabicPeriod"/>
            </a:pPr>
            <a:r>
              <a:rPr lang="en-US" dirty="0"/>
              <a:t>Saving to other AWS data stores</a:t>
            </a:r>
          </a:p>
          <a:p>
            <a:endParaRPr lang="en-US" dirty="0"/>
          </a:p>
        </p:txBody>
      </p:sp>
    </p:spTree>
    <p:extLst>
      <p:ext uri="{BB962C8B-B14F-4D97-AF65-F5344CB8AC3E}">
        <p14:creationId xmlns:p14="http://schemas.microsoft.com/office/powerpoint/2010/main" val="337684763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93366-0BDB-9DFA-7167-EDECC6BCD651}"/>
              </a:ext>
            </a:extLst>
          </p:cNvPr>
          <p:cNvSpPr>
            <a:spLocks noGrp="1"/>
          </p:cNvSpPr>
          <p:nvPr>
            <p:ph type="title"/>
          </p:nvPr>
        </p:nvSpPr>
        <p:spPr/>
        <p:txBody>
          <a:bodyPr/>
          <a:lstStyle/>
          <a:p>
            <a:r>
              <a:rPr lang="en-US" dirty="0"/>
              <a:t>Working with Data in EMR</a:t>
            </a:r>
          </a:p>
        </p:txBody>
      </p:sp>
      <p:sp>
        <p:nvSpPr>
          <p:cNvPr id="3" name="Content Placeholder 2">
            <a:extLst>
              <a:ext uri="{FF2B5EF4-FFF2-40B4-BE49-F238E27FC236}">
                <a16:creationId xmlns:a16="http://schemas.microsoft.com/office/drawing/2014/main" id="{94490137-9E07-22F7-DEE1-88AF99B268AA}"/>
              </a:ext>
            </a:extLst>
          </p:cNvPr>
          <p:cNvSpPr>
            <a:spLocks noGrp="1"/>
          </p:cNvSpPr>
          <p:nvPr>
            <p:ph idx="1"/>
          </p:nvPr>
        </p:nvSpPr>
        <p:spPr/>
        <p:txBody>
          <a:bodyPr>
            <a:normAutofit fontScale="92500" lnSpcReduction="20000"/>
          </a:bodyPr>
          <a:lstStyle/>
          <a:p>
            <a:pPr>
              <a:buNone/>
            </a:pPr>
            <a:r>
              <a:rPr lang="en-US" b="1" dirty="0"/>
              <a:t>Data Formats</a:t>
            </a:r>
          </a:p>
          <a:p>
            <a:pPr>
              <a:buNone/>
            </a:pPr>
            <a:r>
              <a:rPr lang="en-US" dirty="0"/>
              <a:t>EMR supports multiple data formats:</a:t>
            </a:r>
          </a:p>
          <a:p>
            <a:pPr>
              <a:buFont typeface="Arial" panose="020B0604020202020204" pitchFamily="34" charset="0"/>
              <a:buChar char="•"/>
            </a:pPr>
            <a:r>
              <a:rPr lang="en-US" dirty="0"/>
              <a:t>Parquet (columnar format, optimized for performance)</a:t>
            </a:r>
          </a:p>
          <a:p>
            <a:pPr>
              <a:buFont typeface="Arial" panose="020B0604020202020204" pitchFamily="34" charset="0"/>
              <a:buChar char="•"/>
            </a:pPr>
            <a:r>
              <a:rPr lang="en-US" dirty="0"/>
              <a:t>ORC (Optimized Row Columnar)</a:t>
            </a:r>
          </a:p>
          <a:p>
            <a:pPr>
              <a:buFont typeface="Arial" panose="020B0604020202020204" pitchFamily="34" charset="0"/>
              <a:buChar char="•"/>
            </a:pPr>
            <a:r>
              <a:rPr lang="en-US" dirty="0"/>
              <a:t>Avro (row-based format with schema)</a:t>
            </a:r>
          </a:p>
          <a:p>
            <a:pPr>
              <a:buFont typeface="Arial" panose="020B0604020202020204" pitchFamily="34" charset="0"/>
              <a:buChar char="•"/>
            </a:pPr>
            <a:r>
              <a:rPr lang="en-US" dirty="0"/>
              <a:t>JSON</a:t>
            </a:r>
          </a:p>
          <a:p>
            <a:pPr>
              <a:buFont typeface="Arial" panose="020B0604020202020204" pitchFamily="34" charset="0"/>
              <a:buChar char="•"/>
            </a:pPr>
            <a:r>
              <a:rPr lang="en-US" dirty="0"/>
              <a:t>CSV</a:t>
            </a:r>
          </a:p>
          <a:p>
            <a:pPr>
              <a:buFont typeface="Arial" panose="020B0604020202020204" pitchFamily="34" charset="0"/>
              <a:buChar char="•"/>
            </a:pPr>
            <a:r>
              <a:rPr lang="en-US" dirty="0"/>
              <a:t>Text</a:t>
            </a:r>
          </a:p>
          <a:p>
            <a:pPr>
              <a:buNone/>
            </a:pPr>
            <a:r>
              <a:rPr lang="en-US" b="1" dirty="0"/>
              <a:t>Open Table Formats</a:t>
            </a:r>
          </a:p>
          <a:p>
            <a:pPr>
              <a:buNone/>
            </a:pPr>
            <a:r>
              <a:rPr lang="en-US" dirty="0"/>
              <a:t>EMR 7.x and 6.x releases include support for:</a:t>
            </a:r>
          </a:p>
          <a:p>
            <a:pPr>
              <a:buFont typeface="Arial" panose="020B0604020202020204" pitchFamily="34" charset="0"/>
              <a:buChar char="•"/>
            </a:pPr>
            <a:r>
              <a:rPr lang="en-US" b="1" dirty="0"/>
              <a:t>Apache Hudi</a:t>
            </a:r>
            <a:r>
              <a:rPr lang="en-US" dirty="0"/>
              <a:t>: For data lake transactions and change data capture</a:t>
            </a:r>
          </a:p>
          <a:p>
            <a:pPr>
              <a:buFont typeface="Arial" panose="020B0604020202020204" pitchFamily="34" charset="0"/>
              <a:buChar char="•"/>
            </a:pPr>
            <a:r>
              <a:rPr lang="en-US" b="1" dirty="0"/>
              <a:t>Apache Iceberg</a:t>
            </a:r>
            <a:r>
              <a:rPr lang="en-US" dirty="0"/>
              <a:t>: For table format with schema evolution and partition evolution</a:t>
            </a:r>
          </a:p>
          <a:p>
            <a:pPr>
              <a:buFont typeface="Arial" panose="020B0604020202020204" pitchFamily="34" charset="0"/>
              <a:buChar char="•"/>
            </a:pPr>
            <a:r>
              <a:rPr lang="en-US" b="1" dirty="0"/>
              <a:t>Delta Lake</a:t>
            </a:r>
            <a:r>
              <a:rPr lang="en-US" dirty="0"/>
              <a:t>: For ACID transactions and time travel capabilities</a:t>
            </a:r>
          </a:p>
          <a:p>
            <a:endParaRPr lang="en-US" dirty="0"/>
          </a:p>
        </p:txBody>
      </p:sp>
    </p:spTree>
    <p:extLst>
      <p:ext uri="{BB962C8B-B14F-4D97-AF65-F5344CB8AC3E}">
        <p14:creationId xmlns:p14="http://schemas.microsoft.com/office/powerpoint/2010/main" val="32334506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C198DC-FD98-4FBA-8DE6-F6E6ECECE428}"/>
              </a:ext>
            </a:extLst>
          </p:cNvPr>
          <p:cNvSpPr>
            <a:spLocks noGrp="1"/>
          </p:cNvSpPr>
          <p:nvPr>
            <p:ph type="title"/>
          </p:nvPr>
        </p:nvSpPr>
        <p:spPr/>
        <p:txBody>
          <a:bodyPr>
            <a:normAutofit/>
          </a:bodyPr>
          <a:lstStyle/>
          <a:p>
            <a:r>
              <a:rPr lang="en-US" dirty="0"/>
              <a:t>Data Processing Patterns</a:t>
            </a:r>
          </a:p>
        </p:txBody>
      </p:sp>
      <p:sp>
        <p:nvSpPr>
          <p:cNvPr id="3" name="Content Placeholder 2">
            <a:extLst>
              <a:ext uri="{FF2B5EF4-FFF2-40B4-BE49-F238E27FC236}">
                <a16:creationId xmlns:a16="http://schemas.microsoft.com/office/drawing/2014/main" id="{AAD512ED-FC67-3A21-4BBA-B143F80F02E3}"/>
              </a:ext>
            </a:extLst>
          </p:cNvPr>
          <p:cNvSpPr>
            <a:spLocks noGrp="1"/>
          </p:cNvSpPr>
          <p:nvPr>
            <p:ph idx="1"/>
          </p:nvPr>
        </p:nvSpPr>
        <p:spPr/>
        <p:txBody>
          <a:bodyPr/>
          <a:lstStyle/>
          <a:p>
            <a:pPr>
              <a:buFont typeface="+mj-lt"/>
              <a:buAutoNum type="arabicPeriod"/>
            </a:pPr>
            <a:r>
              <a:rPr lang="en-US" b="1" dirty="0"/>
              <a:t>Batch Processing</a:t>
            </a:r>
            <a:r>
              <a:rPr lang="en-US" dirty="0"/>
              <a:t>: </a:t>
            </a:r>
          </a:p>
          <a:p>
            <a:pPr marL="742950" lvl="1" indent="-285750">
              <a:buFont typeface="+mj-lt"/>
              <a:buAutoNum type="arabicPeriod"/>
            </a:pPr>
            <a:r>
              <a:rPr lang="en-US" dirty="0"/>
              <a:t>Processing large volumes of data periodically</a:t>
            </a:r>
          </a:p>
          <a:p>
            <a:pPr marL="742950" lvl="1" indent="-285750">
              <a:buFont typeface="+mj-lt"/>
              <a:buAutoNum type="arabicPeriod"/>
            </a:pPr>
            <a:r>
              <a:rPr lang="en-US" dirty="0"/>
              <a:t>ETL jobs for data warehousing</a:t>
            </a:r>
          </a:p>
          <a:p>
            <a:pPr>
              <a:buFont typeface="+mj-lt"/>
              <a:buAutoNum type="arabicPeriod"/>
            </a:pPr>
            <a:r>
              <a:rPr lang="en-US" b="1" dirty="0"/>
              <a:t>Interactive Analysis</a:t>
            </a:r>
            <a:r>
              <a:rPr lang="en-US" dirty="0"/>
              <a:t>: </a:t>
            </a:r>
          </a:p>
          <a:p>
            <a:pPr marL="742950" lvl="1" indent="-285750">
              <a:buFont typeface="+mj-lt"/>
              <a:buAutoNum type="arabicPeriod"/>
            </a:pPr>
            <a:r>
              <a:rPr lang="en-US" dirty="0"/>
              <a:t>SQL queries with Hive, Presto, or Spark SQL</a:t>
            </a:r>
          </a:p>
          <a:p>
            <a:pPr marL="742950" lvl="1" indent="-285750">
              <a:buFont typeface="+mj-lt"/>
              <a:buAutoNum type="arabicPeriod"/>
            </a:pPr>
            <a:r>
              <a:rPr lang="en-US" dirty="0"/>
              <a:t>Ad-hoc analysis in notebooks</a:t>
            </a:r>
          </a:p>
          <a:p>
            <a:pPr>
              <a:buFont typeface="+mj-lt"/>
              <a:buAutoNum type="arabicPeriod"/>
            </a:pPr>
            <a:r>
              <a:rPr lang="en-US" b="1" dirty="0"/>
              <a:t>Streaming Processing</a:t>
            </a:r>
            <a:r>
              <a:rPr lang="en-US" dirty="0"/>
              <a:t>: </a:t>
            </a:r>
          </a:p>
          <a:p>
            <a:pPr marL="742950" lvl="1" indent="-285750">
              <a:buFont typeface="+mj-lt"/>
              <a:buAutoNum type="arabicPeriod"/>
            </a:pPr>
            <a:r>
              <a:rPr lang="en-US" dirty="0"/>
              <a:t>Real-time data processing with Spark Streaming or Flink</a:t>
            </a:r>
          </a:p>
          <a:p>
            <a:pPr marL="742950" lvl="1" indent="-285750">
              <a:buFont typeface="+mj-lt"/>
              <a:buAutoNum type="arabicPeriod"/>
            </a:pPr>
            <a:r>
              <a:rPr lang="en-US" dirty="0"/>
              <a:t>Processing data from Kinesis or Kafka</a:t>
            </a:r>
          </a:p>
          <a:p>
            <a:pPr>
              <a:buFont typeface="+mj-lt"/>
              <a:buAutoNum type="arabicPeriod"/>
            </a:pPr>
            <a:r>
              <a:rPr lang="en-US" b="1" dirty="0"/>
              <a:t>Machine Learning</a:t>
            </a:r>
            <a:r>
              <a:rPr lang="en-US" dirty="0"/>
              <a:t>: </a:t>
            </a:r>
          </a:p>
          <a:p>
            <a:pPr marL="742950" lvl="1" indent="-285750">
              <a:buFont typeface="+mj-lt"/>
              <a:buAutoNum type="arabicPeriod"/>
            </a:pPr>
            <a:r>
              <a:rPr lang="en-US" dirty="0"/>
              <a:t>Building and deploying models with Spark </a:t>
            </a:r>
            <a:r>
              <a:rPr lang="en-US" dirty="0" err="1"/>
              <a:t>MLlib</a:t>
            </a:r>
            <a:endParaRPr lang="en-US" dirty="0"/>
          </a:p>
          <a:p>
            <a:pPr marL="742950" lvl="1" indent="-285750">
              <a:buFont typeface="+mj-lt"/>
              <a:buAutoNum type="arabicPeriod"/>
            </a:pPr>
            <a:r>
              <a:rPr lang="en-US" dirty="0"/>
              <a:t>Feature engineering and model scoring</a:t>
            </a:r>
          </a:p>
          <a:p>
            <a:endParaRPr lang="en-US" dirty="0"/>
          </a:p>
        </p:txBody>
      </p:sp>
    </p:spTree>
    <p:extLst>
      <p:ext uri="{BB962C8B-B14F-4D97-AF65-F5344CB8AC3E}">
        <p14:creationId xmlns:p14="http://schemas.microsoft.com/office/powerpoint/2010/main" val="2762872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7C248-FCE7-D259-30FC-789906203636}"/>
              </a:ext>
            </a:extLst>
          </p:cNvPr>
          <p:cNvSpPr>
            <a:spLocks noGrp="1"/>
          </p:cNvSpPr>
          <p:nvPr>
            <p:ph type="title"/>
          </p:nvPr>
        </p:nvSpPr>
        <p:spPr/>
        <p:txBody>
          <a:bodyPr>
            <a:normAutofit/>
          </a:bodyPr>
          <a:lstStyle/>
          <a:p>
            <a:endParaRPr lang="en-US" dirty="0"/>
          </a:p>
        </p:txBody>
      </p:sp>
      <p:sp>
        <p:nvSpPr>
          <p:cNvPr id="3" name="Content Placeholder 2">
            <a:extLst>
              <a:ext uri="{FF2B5EF4-FFF2-40B4-BE49-F238E27FC236}">
                <a16:creationId xmlns:a16="http://schemas.microsoft.com/office/drawing/2014/main" id="{073CC1D2-0986-5AB6-D3B4-97CDC47FD267}"/>
              </a:ext>
            </a:extLst>
          </p:cNvPr>
          <p:cNvSpPr>
            <a:spLocks noGrp="1"/>
          </p:cNvSpPr>
          <p:nvPr>
            <p:ph idx="1"/>
          </p:nvPr>
        </p:nvSpPr>
        <p:spPr/>
        <p:txBody>
          <a:bodyPr>
            <a:normAutofit fontScale="85000" lnSpcReduction="20000"/>
          </a:bodyPr>
          <a:lstStyle/>
          <a:p>
            <a:pPr>
              <a:buNone/>
            </a:pPr>
            <a:r>
              <a:rPr lang="en-US" b="1" dirty="0"/>
              <a:t>Data Governance</a:t>
            </a:r>
            <a:endParaRPr lang="ar-JO" b="1" dirty="0"/>
          </a:p>
          <a:p>
            <a:pPr>
              <a:buFont typeface="+mj-lt"/>
              <a:buAutoNum type="arabicPeriod"/>
            </a:pPr>
            <a:r>
              <a:rPr lang="en-US" b="1" dirty="0"/>
              <a:t>AWS Glue Data Catalog</a:t>
            </a:r>
            <a:r>
              <a:rPr lang="en-US" dirty="0"/>
              <a:t>: </a:t>
            </a:r>
          </a:p>
          <a:p>
            <a:pPr marL="742950" lvl="1" indent="-285750">
              <a:buFont typeface="+mj-lt"/>
              <a:buAutoNum type="arabicPeriod"/>
            </a:pPr>
            <a:r>
              <a:rPr lang="en-US" dirty="0"/>
              <a:t>Centralized metadata repository</a:t>
            </a:r>
          </a:p>
          <a:p>
            <a:pPr marL="742950" lvl="1" indent="-285750">
              <a:buFont typeface="+mj-lt"/>
              <a:buAutoNum type="arabicPeriod"/>
            </a:pPr>
            <a:r>
              <a:rPr lang="en-US" dirty="0"/>
              <a:t>Table and database definitions</a:t>
            </a:r>
          </a:p>
          <a:p>
            <a:pPr marL="742950" lvl="1" indent="-285750">
              <a:buFont typeface="+mj-lt"/>
              <a:buAutoNum type="arabicPeriod"/>
            </a:pPr>
            <a:r>
              <a:rPr lang="en-US" dirty="0"/>
              <a:t>Schema management</a:t>
            </a:r>
          </a:p>
          <a:p>
            <a:pPr>
              <a:buFont typeface="+mj-lt"/>
              <a:buAutoNum type="arabicPeriod"/>
            </a:pPr>
            <a:r>
              <a:rPr lang="en-US" b="1" dirty="0"/>
              <a:t>AWS Lake Formation</a:t>
            </a:r>
            <a:r>
              <a:rPr lang="en-US" dirty="0"/>
              <a:t>: </a:t>
            </a:r>
          </a:p>
          <a:p>
            <a:pPr marL="742950" lvl="1" indent="-285750">
              <a:buFont typeface="+mj-lt"/>
              <a:buAutoNum type="arabicPeriod"/>
            </a:pPr>
            <a:r>
              <a:rPr lang="en-US" dirty="0"/>
              <a:t>Centralized permissions management</a:t>
            </a:r>
          </a:p>
          <a:p>
            <a:pPr marL="742950" lvl="1" indent="-285750">
              <a:buFont typeface="+mj-lt"/>
              <a:buAutoNum type="arabicPeriod"/>
            </a:pPr>
            <a:r>
              <a:rPr lang="en-US" dirty="0"/>
              <a:t>Data discovery and cataloging</a:t>
            </a:r>
          </a:p>
          <a:p>
            <a:pPr marL="742950" lvl="1" indent="-285750">
              <a:buFont typeface="+mj-lt"/>
              <a:buAutoNum type="arabicPeriod"/>
            </a:pPr>
            <a:r>
              <a:rPr lang="en-US" dirty="0"/>
              <a:t>Secure data sharing</a:t>
            </a:r>
            <a:endParaRPr lang="ar-JO" dirty="0"/>
          </a:p>
          <a:p>
            <a:pPr marL="742950" lvl="1" indent="-285750">
              <a:buFont typeface="+mj-lt"/>
              <a:buAutoNum type="arabicPeriod"/>
            </a:pPr>
            <a:endParaRPr lang="en-US" dirty="0"/>
          </a:p>
          <a:p>
            <a:pPr>
              <a:buNone/>
            </a:pPr>
            <a:r>
              <a:rPr lang="en-US" b="1" dirty="0"/>
              <a:t>Auditing and Monitoring</a:t>
            </a:r>
          </a:p>
          <a:p>
            <a:pPr>
              <a:buFont typeface="+mj-lt"/>
              <a:buAutoNum type="arabicPeriod"/>
            </a:pPr>
            <a:r>
              <a:rPr lang="en-US" b="1" dirty="0"/>
              <a:t>CloudTrail Integration</a:t>
            </a:r>
            <a:r>
              <a:rPr lang="en-US" dirty="0"/>
              <a:t>: </a:t>
            </a:r>
          </a:p>
          <a:p>
            <a:pPr marL="742950" lvl="1" indent="-285750">
              <a:buFont typeface="+mj-lt"/>
              <a:buAutoNum type="arabicPeriod"/>
            </a:pPr>
            <a:r>
              <a:rPr lang="en-US" dirty="0"/>
              <a:t>Audit logging for API calls</a:t>
            </a:r>
          </a:p>
          <a:p>
            <a:pPr marL="742950" lvl="1" indent="-285750">
              <a:buFont typeface="+mj-lt"/>
              <a:buAutoNum type="arabicPeriod"/>
            </a:pPr>
            <a:r>
              <a:rPr lang="en-US" dirty="0"/>
              <a:t>User activity tracking</a:t>
            </a:r>
          </a:p>
          <a:p>
            <a:pPr>
              <a:buFont typeface="+mj-lt"/>
              <a:buAutoNum type="arabicPeriod"/>
            </a:pPr>
            <a:r>
              <a:rPr lang="en-US" b="1" dirty="0"/>
              <a:t>Security Monitoring</a:t>
            </a:r>
            <a:r>
              <a:rPr lang="en-US" dirty="0"/>
              <a:t>: </a:t>
            </a:r>
          </a:p>
          <a:p>
            <a:pPr marL="742950" lvl="1" indent="-285750">
              <a:buFont typeface="+mj-lt"/>
              <a:buAutoNum type="arabicPeriod"/>
            </a:pPr>
            <a:r>
              <a:rPr lang="en-US" dirty="0"/>
              <a:t>Integration with Amazon </a:t>
            </a:r>
            <a:r>
              <a:rPr lang="en-US" dirty="0" err="1"/>
              <a:t>GuardDuty</a:t>
            </a:r>
            <a:endParaRPr lang="en-US" dirty="0"/>
          </a:p>
          <a:p>
            <a:pPr marL="742950" lvl="1" indent="-285750">
              <a:buFont typeface="+mj-lt"/>
              <a:buAutoNum type="arabicPeriod"/>
            </a:pPr>
            <a:r>
              <a:rPr lang="en-US" dirty="0"/>
              <a:t>Security findings for potential issues</a:t>
            </a:r>
          </a:p>
          <a:p>
            <a:endParaRPr lang="en-US" dirty="0"/>
          </a:p>
        </p:txBody>
      </p:sp>
    </p:spTree>
    <p:extLst>
      <p:ext uri="{BB962C8B-B14F-4D97-AF65-F5344CB8AC3E}">
        <p14:creationId xmlns:p14="http://schemas.microsoft.com/office/powerpoint/2010/main" val="21492068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03F2D-BC35-67A2-792C-24DE86CBC7DD}"/>
              </a:ext>
            </a:extLst>
          </p:cNvPr>
          <p:cNvSpPr>
            <a:spLocks noGrp="1"/>
          </p:cNvSpPr>
          <p:nvPr>
            <p:ph type="title"/>
          </p:nvPr>
        </p:nvSpPr>
        <p:spPr/>
        <p:txBody>
          <a:bodyPr>
            <a:normAutofit/>
          </a:bodyPr>
          <a:lstStyle/>
          <a:p>
            <a:r>
              <a:rPr lang="en-US" dirty="0"/>
              <a:t>Monitoring Tools</a:t>
            </a:r>
          </a:p>
        </p:txBody>
      </p:sp>
      <p:sp>
        <p:nvSpPr>
          <p:cNvPr id="3" name="Content Placeholder 2">
            <a:extLst>
              <a:ext uri="{FF2B5EF4-FFF2-40B4-BE49-F238E27FC236}">
                <a16:creationId xmlns:a16="http://schemas.microsoft.com/office/drawing/2014/main" id="{691105A5-6BB8-6712-0700-4FAC1E121E9E}"/>
              </a:ext>
            </a:extLst>
          </p:cNvPr>
          <p:cNvSpPr>
            <a:spLocks noGrp="1"/>
          </p:cNvSpPr>
          <p:nvPr>
            <p:ph idx="1"/>
          </p:nvPr>
        </p:nvSpPr>
        <p:spPr/>
        <p:txBody>
          <a:bodyPr/>
          <a:lstStyle/>
          <a:p>
            <a:pPr>
              <a:buFont typeface="+mj-lt"/>
              <a:buAutoNum type="arabicPeriod"/>
            </a:pPr>
            <a:r>
              <a:rPr lang="en-US" b="1" dirty="0"/>
              <a:t>CloudWatch Integration</a:t>
            </a:r>
            <a:r>
              <a:rPr lang="en-US" dirty="0"/>
              <a:t>: </a:t>
            </a:r>
          </a:p>
          <a:p>
            <a:pPr marL="742950" lvl="1" indent="-285750">
              <a:buFont typeface="+mj-lt"/>
              <a:buAutoNum type="arabicPeriod"/>
            </a:pPr>
            <a:r>
              <a:rPr lang="en-US" dirty="0"/>
              <a:t>Metric collection and visualization</a:t>
            </a:r>
          </a:p>
          <a:p>
            <a:pPr marL="742950" lvl="1" indent="-285750">
              <a:buFont typeface="+mj-lt"/>
              <a:buAutoNum type="arabicPeriod"/>
            </a:pPr>
            <a:r>
              <a:rPr lang="en-US" dirty="0"/>
              <a:t>Alarm configuration</a:t>
            </a:r>
          </a:p>
          <a:p>
            <a:pPr marL="742950" lvl="1" indent="-285750">
              <a:buFont typeface="+mj-lt"/>
              <a:buAutoNum type="arabicPeriod"/>
            </a:pPr>
            <a:r>
              <a:rPr lang="en-US" dirty="0"/>
              <a:t>Log aggregation and analysis</a:t>
            </a:r>
          </a:p>
          <a:p>
            <a:pPr>
              <a:buFont typeface="+mj-lt"/>
              <a:buAutoNum type="arabicPeriod"/>
            </a:pPr>
            <a:r>
              <a:rPr lang="en-US" b="1" dirty="0"/>
              <a:t>Ganglia</a:t>
            </a:r>
            <a:r>
              <a:rPr lang="en-US" dirty="0"/>
              <a:t>: </a:t>
            </a:r>
          </a:p>
          <a:p>
            <a:pPr marL="742950" lvl="1" indent="-285750">
              <a:buFont typeface="+mj-lt"/>
              <a:buAutoNum type="arabicPeriod"/>
            </a:pPr>
            <a:r>
              <a:rPr lang="en-US" dirty="0"/>
              <a:t>Cluster performance monitoring</a:t>
            </a:r>
          </a:p>
          <a:p>
            <a:pPr marL="742950" lvl="1" indent="-285750">
              <a:buFont typeface="+mj-lt"/>
              <a:buAutoNum type="arabicPeriod"/>
            </a:pPr>
            <a:r>
              <a:rPr lang="en-US" dirty="0"/>
              <a:t>Resource utilization tracking</a:t>
            </a:r>
          </a:p>
          <a:p>
            <a:pPr>
              <a:buFont typeface="+mj-lt"/>
              <a:buAutoNum type="arabicPeriod"/>
            </a:pPr>
            <a:r>
              <a:rPr lang="en-US" b="1" dirty="0"/>
              <a:t>Prometheus and Grafana</a:t>
            </a:r>
            <a:r>
              <a:rPr lang="en-US" dirty="0"/>
              <a:t>: </a:t>
            </a:r>
          </a:p>
          <a:p>
            <a:pPr marL="742950" lvl="1" indent="-285750">
              <a:buFont typeface="+mj-lt"/>
              <a:buAutoNum type="arabicPeriod"/>
            </a:pPr>
            <a:r>
              <a:rPr lang="en-US" dirty="0"/>
              <a:t>Custom monitoring solutions</a:t>
            </a:r>
          </a:p>
          <a:p>
            <a:pPr marL="742950" lvl="1" indent="-285750">
              <a:buFont typeface="+mj-lt"/>
              <a:buAutoNum type="arabicPeriod"/>
            </a:pPr>
            <a:r>
              <a:rPr lang="en-US" dirty="0"/>
              <a:t>Advanced visualization</a:t>
            </a:r>
          </a:p>
          <a:p>
            <a:endParaRPr lang="en-US" dirty="0"/>
          </a:p>
        </p:txBody>
      </p:sp>
    </p:spTree>
    <p:extLst>
      <p:ext uri="{BB962C8B-B14F-4D97-AF65-F5344CB8AC3E}">
        <p14:creationId xmlns:p14="http://schemas.microsoft.com/office/powerpoint/2010/main" val="29305407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B6B38-F6CD-C9A7-A820-39431D23D6C0}"/>
              </a:ext>
            </a:extLst>
          </p:cNvPr>
          <p:cNvSpPr>
            <a:spLocks noGrp="1"/>
          </p:cNvSpPr>
          <p:nvPr>
            <p:ph type="title"/>
          </p:nvPr>
        </p:nvSpPr>
        <p:spPr/>
        <p:txBody>
          <a:bodyPr>
            <a:normAutofit/>
          </a:bodyPr>
          <a:lstStyle/>
          <a:p>
            <a:r>
              <a:rPr lang="en-US" dirty="0"/>
              <a:t>Critical Metrics to Monitor</a:t>
            </a:r>
          </a:p>
        </p:txBody>
      </p:sp>
      <p:sp>
        <p:nvSpPr>
          <p:cNvPr id="3" name="Content Placeholder 2">
            <a:extLst>
              <a:ext uri="{FF2B5EF4-FFF2-40B4-BE49-F238E27FC236}">
                <a16:creationId xmlns:a16="http://schemas.microsoft.com/office/drawing/2014/main" id="{A829AF08-7F4B-547E-C164-0F99D0980D6A}"/>
              </a:ext>
            </a:extLst>
          </p:cNvPr>
          <p:cNvSpPr>
            <a:spLocks noGrp="1"/>
          </p:cNvSpPr>
          <p:nvPr>
            <p:ph idx="1"/>
          </p:nvPr>
        </p:nvSpPr>
        <p:spPr/>
        <p:txBody>
          <a:bodyPr>
            <a:normAutofit lnSpcReduction="10000"/>
          </a:bodyPr>
          <a:lstStyle/>
          <a:p>
            <a:pPr>
              <a:buFont typeface="+mj-lt"/>
              <a:buAutoNum type="arabicPeriod"/>
            </a:pPr>
            <a:r>
              <a:rPr lang="en-US" b="1" dirty="0"/>
              <a:t>Cluster Health</a:t>
            </a:r>
            <a:r>
              <a:rPr lang="en-US" dirty="0"/>
              <a:t>: </a:t>
            </a:r>
          </a:p>
          <a:p>
            <a:pPr marL="742950" lvl="1" indent="-285750">
              <a:buFont typeface="+mj-lt"/>
              <a:buAutoNum type="arabicPeriod"/>
            </a:pPr>
            <a:r>
              <a:rPr lang="en-US" dirty="0"/>
              <a:t>Node status</a:t>
            </a:r>
          </a:p>
          <a:p>
            <a:pPr marL="742950" lvl="1" indent="-285750">
              <a:buFont typeface="+mj-lt"/>
              <a:buAutoNum type="arabicPeriod"/>
            </a:pPr>
            <a:r>
              <a:rPr lang="en-US" dirty="0"/>
              <a:t>Service availability</a:t>
            </a:r>
          </a:p>
          <a:p>
            <a:pPr marL="742950" lvl="1" indent="-285750">
              <a:buFont typeface="+mj-lt"/>
              <a:buAutoNum type="arabicPeriod"/>
            </a:pPr>
            <a:r>
              <a:rPr lang="en-US" dirty="0"/>
              <a:t>HDFS health</a:t>
            </a:r>
          </a:p>
          <a:p>
            <a:pPr>
              <a:buFont typeface="+mj-lt"/>
              <a:buAutoNum type="arabicPeriod"/>
            </a:pPr>
            <a:r>
              <a:rPr lang="en-US" b="1" dirty="0"/>
              <a:t>Resource Utilization</a:t>
            </a:r>
            <a:r>
              <a:rPr lang="en-US" dirty="0"/>
              <a:t>: </a:t>
            </a:r>
          </a:p>
          <a:p>
            <a:pPr marL="742950" lvl="1" indent="-285750">
              <a:buFont typeface="+mj-lt"/>
              <a:buAutoNum type="arabicPeriod"/>
            </a:pPr>
            <a:r>
              <a:rPr lang="en-US" dirty="0"/>
              <a:t>CPU usage</a:t>
            </a:r>
          </a:p>
          <a:p>
            <a:pPr marL="742950" lvl="1" indent="-285750">
              <a:buFont typeface="+mj-lt"/>
              <a:buAutoNum type="arabicPeriod"/>
            </a:pPr>
            <a:r>
              <a:rPr lang="en-US" dirty="0"/>
              <a:t>Memory consumption</a:t>
            </a:r>
          </a:p>
          <a:p>
            <a:pPr marL="742950" lvl="1" indent="-285750">
              <a:buFont typeface="+mj-lt"/>
              <a:buAutoNum type="arabicPeriod"/>
            </a:pPr>
            <a:r>
              <a:rPr lang="en-US" dirty="0"/>
              <a:t>Disk space</a:t>
            </a:r>
          </a:p>
          <a:p>
            <a:pPr marL="742950" lvl="1" indent="-285750">
              <a:buFont typeface="+mj-lt"/>
              <a:buAutoNum type="arabicPeriod"/>
            </a:pPr>
            <a:r>
              <a:rPr lang="en-US" dirty="0"/>
              <a:t>Network I/O</a:t>
            </a:r>
          </a:p>
          <a:p>
            <a:pPr>
              <a:buFont typeface="+mj-lt"/>
              <a:buAutoNum type="arabicPeriod"/>
            </a:pPr>
            <a:r>
              <a:rPr lang="en-US" b="1" dirty="0"/>
              <a:t>Application Metrics</a:t>
            </a:r>
            <a:r>
              <a:rPr lang="en-US" dirty="0"/>
              <a:t>: </a:t>
            </a:r>
          </a:p>
          <a:p>
            <a:pPr marL="742950" lvl="1" indent="-285750">
              <a:buFont typeface="+mj-lt"/>
              <a:buAutoNum type="arabicPeriod"/>
            </a:pPr>
            <a:r>
              <a:rPr lang="en-US" dirty="0"/>
              <a:t>Job completion rates</a:t>
            </a:r>
          </a:p>
          <a:p>
            <a:pPr marL="742950" lvl="1" indent="-285750">
              <a:buFont typeface="+mj-lt"/>
              <a:buAutoNum type="arabicPeriod"/>
            </a:pPr>
            <a:r>
              <a:rPr lang="en-US" dirty="0"/>
              <a:t>Processing latency</a:t>
            </a:r>
          </a:p>
          <a:p>
            <a:pPr marL="742950" lvl="1" indent="-285750">
              <a:buFont typeface="+mj-lt"/>
              <a:buAutoNum type="arabicPeriod"/>
            </a:pPr>
            <a:r>
              <a:rPr lang="en-US" dirty="0"/>
              <a:t>Error rates</a:t>
            </a:r>
          </a:p>
          <a:p>
            <a:pPr marL="742950" lvl="1" indent="-285750">
              <a:buFont typeface="+mj-lt"/>
              <a:buAutoNum type="arabicPeriod"/>
            </a:pPr>
            <a:r>
              <a:rPr lang="en-US" dirty="0"/>
              <a:t>Throughput</a:t>
            </a:r>
          </a:p>
          <a:p>
            <a:endParaRPr lang="en-US" dirty="0"/>
          </a:p>
        </p:txBody>
      </p:sp>
    </p:spTree>
    <p:extLst>
      <p:ext uri="{BB962C8B-B14F-4D97-AF65-F5344CB8AC3E}">
        <p14:creationId xmlns:p14="http://schemas.microsoft.com/office/powerpoint/2010/main" val="67134155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76A45-CFAA-A976-BB68-DC2E29ABB6F4}"/>
              </a:ext>
            </a:extLst>
          </p:cNvPr>
          <p:cNvSpPr>
            <a:spLocks noGrp="1"/>
          </p:cNvSpPr>
          <p:nvPr>
            <p:ph type="title"/>
          </p:nvPr>
        </p:nvSpPr>
        <p:spPr/>
        <p:txBody>
          <a:bodyPr>
            <a:normAutofit/>
          </a:bodyPr>
          <a:lstStyle/>
          <a:p>
            <a:r>
              <a:rPr lang="en-US" dirty="0"/>
              <a:t>Cost Management</a:t>
            </a:r>
          </a:p>
        </p:txBody>
      </p:sp>
      <p:sp>
        <p:nvSpPr>
          <p:cNvPr id="3" name="Content Placeholder 2">
            <a:extLst>
              <a:ext uri="{FF2B5EF4-FFF2-40B4-BE49-F238E27FC236}">
                <a16:creationId xmlns:a16="http://schemas.microsoft.com/office/drawing/2014/main" id="{528330CF-273D-6943-10F1-0C12A059C5B2}"/>
              </a:ext>
            </a:extLst>
          </p:cNvPr>
          <p:cNvSpPr>
            <a:spLocks noGrp="1"/>
          </p:cNvSpPr>
          <p:nvPr>
            <p:ph idx="1"/>
          </p:nvPr>
        </p:nvSpPr>
        <p:spPr/>
        <p:txBody>
          <a:bodyPr>
            <a:normAutofit/>
          </a:bodyPr>
          <a:lstStyle/>
          <a:p>
            <a:pPr>
              <a:buNone/>
            </a:pPr>
            <a:r>
              <a:rPr lang="en-US" b="1" dirty="0"/>
              <a:t>EMR Pricing Models</a:t>
            </a:r>
          </a:p>
          <a:p>
            <a:pPr>
              <a:buFont typeface="+mj-lt"/>
              <a:buAutoNum type="arabicPeriod"/>
            </a:pPr>
            <a:r>
              <a:rPr lang="en-US" b="1" dirty="0"/>
              <a:t>On-Demand Instances</a:t>
            </a:r>
            <a:r>
              <a:rPr lang="en-US" dirty="0"/>
              <a:t>: </a:t>
            </a:r>
          </a:p>
          <a:p>
            <a:pPr marL="742950" lvl="1" indent="-285750">
              <a:buFont typeface="+mj-lt"/>
              <a:buAutoNum type="arabicPeriod"/>
            </a:pPr>
            <a:r>
              <a:rPr lang="en-US" dirty="0"/>
              <a:t>Pay per hour with no long-term commitments</a:t>
            </a:r>
          </a:p>
          <a:p>
            <a:pPr marL="742950" lvl="1" indent="-285750">
              <a:buFont typeface="+mj-lt"/>
              <a:buAutoNum type="arabicPeriod"/>
            </a:pPr>
            <a:r>
              <a:rPr lang="en-US" dirty="0"/>
              <a:t>Higher rate but maximum flexibility</a:t>
            </a:r>
          </a:p>
          <a:p>
            <a:pPr>
              <a:buFont typeface="+mj-lt"/>
              <a:buAutoNum type="arabicPeriod"/>
            </a:pPr>
            <a:r>
              <a:rPr lang="en-US" b="1" dirty="0"/>
              <a:t>Reserved Instances</a:t>
            </a:r>
            <a:r>
              <a:rPr lang="en-US" dirty="0"/>
              <a:t>: </a:t>
            </a:r>
          </a:p>
          <a:p>
            <a:pPr marL="742950" lvl="1" indent="-285750">
              <a:buFont typeface="+mj-lt"/>
              <a:buAutoNum type="arabicPeriod"/>
            </a:pPr>
            <a:r>
              <a:rPr lang="en-US" dirty="0"/>
              <a:t>Lower hourly rate with 1 or 3-year commitments</a:t>
            </a:r>
          </a:p>
          <a:p>
            <a:pPr marL="742950" lvl="1" indent="-285750">
              <a:buFont typeface="+mj-lt"/>
              <a:buAutoNum type="arabicPeriod"/>
            </a:pPr>
            <a:r>
              <a:rPr lang="en-US" dirty="0"/>
              <a:t>Significant discount for predictable workloads</a:t>
            </a:r>
          </a:p>
          <a:p>
            <a:pPr>
              <a:buFont typeface="+mj-lt"/>
              <a:buAutoNum type="arabicPeriod"/>
            </a:pPr>
            <a:r>
              <a:rPr lang="en-US" b="1" dirty="0"/>
              <a:t>Spot Instances</a:t>
            </a:r>
            <a:r>
              <a:rPr lang="en-US" dirty="0"/>
              <a:t>: </a:t>
            </a:r>
          </a:p>
          <a:p>
            <a:pPr marL="742950" lvl="1" indent="-285750">
              <a:buFont typeface="+mj-lt"/>
              <a:buAutoNum type="arabicPeriod"/>
            </a:pPr>
            <a:r>
              <a:rPr lang="en-US" dirty="0"/>
              <a:t>Use unused EC2 capacity at steep discounts</a:t>
            </a:r>
          </a:p>
          <a:p>
            <a:pPr marL="742950" lvl="1" indent="-285750">
              <a:buFont typeface="+mj-lt"/>
              <a:buAutoNum type="arabicPeriod"/>
            </a:pPr>
            <a:r>
              <a:rPr lang="en-US" dirty="0"/>
              <a:t>Subject to interruption based on capacity availability</a:t>
            </a:r>
          </a:p>
          <a:p>
            <a:pPr>
              <a:buFont typeface="+mj-lt"/>
              <a:buAutoNum type="arabicPeriod"/>
            </a:pPr>
            <a:r>
              <a:rPr lang="en-US" b="1" dirty="0"/>
              <a:t>EMR Serverless Pricing</a:t>
            </a:r>
            <a:r>
              <a:rPr lang="en-US" dirty="0"/>
              <a:t>: </a:t>
            </a:r>
          </a:p>
          <a:p>
            <a:pPr marL="742950" lvl="1" indent="-285750">
              <a:buFont typeface="+mj-lt"/>
              <a:buAutoNum type="arabicPeriod"/>
            </a:pPr>
            <a:r>
              <a:rPr lang="en-US" dirty="0"/>
              <a:t>Pay only for vCPU, memory, and storage resources used</a:t>
            </a:r>
          </a:p>
          <a:p>
            <a:pPr marL="742950" lvl="1" indent="-285750">
              <a:buFont typeface="+mj-lt"/>
              <a:buAutoNum type="arabicPeriod"/>
            </a:pPr>
            <a:r>
              <a:rPr lang="en-US" dirty="0"/>
              <a:t>No need to pay for idle capacity</a:t>
            </a:r>
          </a:p>
          <a:p>
            <a:endParaRPr lang="en-US" dirty="0"/>
          </a:p>
        </p:txBody>
      </p:sp>
    </p:spTree>
    <p:extLst>
      <p:ext uri="{BB962C8B-B14F-4D97-AF65-F5344CB8AC3E}">
        <p14:creationId xmlns:p14="http://schemas.microsoft.com/office/powerpoint/2010/main" val="396977193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B62743-1192-7D05-E0A4-B982F54A49B7}"/>
              </a:ext>
            </a:extLst>
          </p:cNvPr>
          <p:cNvSpPr>
            <a:spLocks noGrp="1"/>
          </p:cNvSpPr>
          <p:nvPr>
            <p:ph type="title"/>
          </p:nvPr>
        </p:nvSpPr>
        <p:spPr/>
        <p:txBody>
          <a:bodyPr>
            <a:normAutofit/>
          </a:bodyPr>
          <a:lstStyle/>
          <a:p>
            <a:r>
              <a:rPr lang="en-US" dirty="0"/>
              <a:t>Cost Optimization Strategies</a:t>
            </a:r>
          </a:p>
        </p:txBody>
      </p:sp>
      <p:sp>
        <p:nvSpPr>
          <p:cNvPr id="3" name="Content Placeholder 2">
            <a:extLst>
              <a:ext uri="{FF2B5EF4-FFF2-40B4-BE49-F238E27FC236}">
                <a16:creationId xmlns:a16="http://schemas.microsoft.com/office/drawing/2014/main" id="{AD5E111E-C772-826F-379B-D8279912B953}"/>
              </a:ext>
            </a:extLst>
          </p:cNvPr>
          <p:cNvSpPr>
            <a:spLocks noGrp="1"/>
          </p:cNvSpPr>
          <p:nvPr>
            <p:ph idx="1"/>
          </p:nvPr>
        </p:nvSpPr>
        <p:spPr/>
        <p:txBody>
          <a:bodyPr>
            <a:normAutofit fontScale="92500" lnSpcReduction="20000"/>
          </a:bodyPr>
          <a:lstStyle/>
          <a:p>
            <a:pPr>
              <a:buFont typeface="+mj-lt"/>
              <a:buAutoNum type="arabicPeriod"/>
            </a:pPr>
            <a:r>
              <a:rPr lang="en-US" b="1" dirty="0"/>
              <a:t>Cluster Management</a:t>
            </a:r>
            <a:r>
              <a:rPr lang="en-US" dirty="0"/>
              <a:t>: </a:t>
            </a:r>
          </a:p>
          <a:p>
            <a:pPr marL="742950" lvl="1" indent="-285750">
              <a:buFont typeface="+mj-lt"/>
              <a:buAutoNum type="arabicPeriod"/>
            </a:pPr>
            <a:r>
              <a:rPr lang="en-US" dirty="0"/>
              <a:t>Use transient clusters for batch processing</a:t>
            </a:r>
          </a:p>
          <a:p>
            <a:pPr marL="742950" lvl="1" indent="-285750">
              <a:buFont typeface="+mj-lt"/>
              <a:buAutoNum type="arabicPeriod"/>
            </a:pPr>
            <a:r>
              <a:rPr lang="en-US" dirty="0"/>
              <a:t>Leverage auto-termination for idle clusters</a:t>
            </a:r>
          </a:p>
          <a:p>
            <a:pPr marL="742950" lvl="1" indent="-285750">
              <a:buFont typeface="+mj-lt"/>
              <a:buAutoNum type="arabicPeriod"/>
            </a:pPr>
            <a:r>
              <a:rPr lang="en-US" dirty="0"/>
              <a:t>Implement managed scaling</a:t>
            </a:r>
          </a:p>
          <a:p>
            <a:pPr>
              <a:buFont typeface="+mj-lt"/>
              <a:buAutoNum type="arabicPeriod"/>
            </a:pPr>
            <a:r>
              <a:rPr lang="en-US" b="1" dirty="0"/>
              <a:t>Instance Strategy</a:t>
            </a:r>
            <a:r>
              <a:rPr lang="en-US" dirty="0"/>
              <a:t>: </a:t>
            </a:r>
          </a:p>
          <a:p>
            <a:pPr marL="742950" lvl="1" indent="-285750">
              <a:buFont typeface="+mj-lt"/>
              <a:buAutoNum type="arabicPeriod"/>
            </a:pPr>
            <a:r>
              <a:rPr lang="en-US" dirty="0"/>
              <a:t>Mix instance types (On-Demand, Spot)</a:t>
            </a:r>
          </a:p>
          <a:p>
            <a:pPr marL="742950" lvl="1" indent="-285750">
              <a:buFont typeface="+mj-lt"/>
              <a:buAutoNum type="arabicPeriod"/>
            </a:pPr>
            <a:r>
              <a:rPr lang="en-US" dirty="0"/>
              <a:t>Use Instance Fleets for flexible allocation</a:t>
            </a:r>
          </a:p>
          <a:p>
            <a:pPr marL="742950" lvl="1" indent="-285750">
              <a:buFont typeface="+mj-lt"/>
              <a:buAutoNum type="arabicPeriod"/>
            </a:pPr>
            <a:r>
              <a:rPr lang="en-US" dirty="0"/>
              <a:t>Leverage Graviton processors for better price-performance</a:t>
            </a:r>
          </a:p>
          <a:p>
            <a:pPr>
              <a:buFont typeface="+mj-lt"/>
              <a:buAutoNum type="arabicPeriod"/>
            </a:pPr>
            <a:r>
              <a:rPr lang="en-US" b="1" dirty="0"/>
              <a:t>Storage Optimization</a:t>
            </a:r>
            <a:r>
              <a:rPr lang="en-US" dirty="0"/>
              <a:t>: </a:t>
            </a:r>
          </a:p>
          <a:p>
            <a:pPr marL="742950" lvl="1" indent="-285750">
              <a:buFont typeface="+mj-lt"/>
              <a:buAutoNum type="arabicPeriod"/>
            </a:pPr>
            <a:r>
              <a:rPr lang="en-US" dirty="0"/>
              <a:t>Use S3 for persistent storage</a:t>
            </a:r>
          </a:p>
          <a:p>
            <a:pPr marL="742950" lvl="1" indent="-285750">
              <a:buFont typeface="+mj-lt"/>
              <a:buAutoNum type="arabicPeriod"/>
            </a:pPr>
            <a:r>
              <a:rPr lang="en-US" dirty="0"/>
              <a:t>Compress data appropriately</a:t>
            </a:r>
          </a:p>
          <a:p>
            <a:pPr marL="742950" lvl="1" indent="-285750">
              <a:buFont typeface="+mj-lt"/>
              <a:buAutoNum type="arabicPeriod"/>
            </a:pPr>
            <a:r>
              <a:rPr lang="en-US" dirty="0"/>
              <a:t>Implement lifecycle policies for old data</a:t>
            </a:r>
          </a:p>
          <a:p>
            <a:pPr>
              <a:buFont typeface="+mj-lt"/>
              <a:buAutoNum type="arabicPeriod"/>
            </a:pPr>
            <a:r>
              <a:rPr lang="en-US" b="1" dirty="0"/>
              <a:t>Workload Optimization</a:t>
            </a:r>
            <a:r>
              <a:rPr lang="en-US" dirty="0"/>
              <a:t>: </a:t>
            </a:r>
          </a:p>
          <a:p>
            <a:pPr marL="742950" lvl="1" indent="-285750">
              <a:buFont typeface="+mj-lt"/>
              <a:buAutoNum type="arabicPeriod"/>
            </a:pPr>
            <a:r>
              <a:rPr lang="en-US" dirty="0"/>
              <a:t>Improve job efficiency to reduce runtime</a:t>
            </a:r>
          </a:p>
          <a:p>
            <a:pPr marL="742950" lvl="1" indent="-285750">
              <a:buFont typeface="+mj-lt"/>
              <a:buAutoNum type="arabicPeriod"/>
            </a:pPr>
            <a:r>
              <a:rPr lang="en-US" dirty="0"/>
              <a:t>Schedule jobs during off-peak hours</a:t>
            </a:r>
          </a:p>
          <a:p>
            <a:pPr marL="742950" lvl="1" indent="-285750">
              <a:buFont typeface="+mj-lt"/>
              <a:buAutoNum type="arabicPeriod"/>
            </a:pPr>
            <a:r>
              <a:rPr lang="en-US" dirty="0"/>
              <a:t>Batch small processing jobs</a:t>
            </a:r>
          </a:p>
          <a:p>
            <a:endParaRPr lang="en-US" dirty="0"/>
          </a:p>
        </p:txBody>
      </p:sp>
    </p:spTree>
    <p:extLst>
      <p:ext uri="{BB962C8B-B14F-4D97-AF65-F5344CB8AC3E}">
        <p14:creationId xmlns:p14="http://schemas.microsoft.com/office/powerpoint/2010/main" val="334075565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5E3-0A3F-BE67-3385-B9C1A9EA8F6A}"/>
              </a:ext>
            </a:extLst>
          </p:cNvPr>
          <p:cNvSpPr>
            <a:spLocks noGrp="1"/>
          </p:cNvSpPr>
          <p:nvPr>
            <p:ph type="title"/>
          </p:nvPr>
        </p:nvSpPr>
        <p:spPr/>
        <p:txBody>
          <a:bodyPr>
            <a:normAutofit/>
          </a:bodyPr>
          <a:lstStyle/>
          <a:p>
            <a:r>
              <a:rPr lang="en-US" dirty="0"/>
              <a:t>Cost Monitoring</a:t>
            </a:r>
          </a:p>
        </p:txBody>
      </p:sp>
      <p:sp>
        <p:nvSpPr>
          <p:cNvPr id="3" name="Content Placeholder 2">
            <a:extLst>
              <a:ext uri="{FF2B5EF4-FFF2-40B4-BE49-F238E27FC236}">
                <a16:creationId xmlns:a16="http://schemas.microsoft.com/office/drawing/2014/main" id="{A12466A6-B51B-849A-A877-3E376C18E8F9}"/>
              </a:ext>
            </a:extLst>
          </p:cNvPr>
          <p:cNvSpPr>
            <a:spLocks noGrp="1"/>
          </p:cNvSpPr>
          <p:nvPr>
            <p:ph idx="1"/>
          </p:nvPr>
        </p:nvSpPr>
        <p:spPr/>
        <p:txBody>
          <a:bodyPr/>
          <a:lstStyle/>
          <a:p>
            <a:pPr>
              <a:buFont typeface="+mj-lt"/>
              <a:buAutoNum type="arabicPeriod"/>
            </a:pPr>
            <a:r>
              <a:rPr lang="en-US" b="1" dirty="0"/>
              <a:t>AWS Cost Explorer</a:t>
            </a:r>
            <a:r>
              <a:rPr lang="en-US" dirty="0"/>
              <a:t>: </a:t>
            </a:r>
          </a:p>
          <a:p>
            <a:pPr marL="742950" lvl="1" indent="-285750">
              <a:buFont typeface="+mj-lt"/>
              <a:buAutoNum type="arabicPeriod"/>
            </a:pPr>
            <a:r>
              <a:rPr lang="en-US" dirty="0"/>
              <a:t>Track EMR spending by cluster, user, or project</a:t>
            </a:r>
          </a:p>
          <a:p>
            <a:pPr marL="742950" lvl="1" indent="-285750">
              <a:buFont typeface="+mj-lt"/>
              <a:buAutoNum type="arabicPeriod"/>
            </a:pPr>
            <a:r>
              <a:rPr lang="en-US" dirty="0"/>
              <a:t>Analyze cost trends</a:t>
            </a:r>
          </a:p>
          <a:p>
            <a:pPr marL="742950" lvl="1" indent="-285750">
              <a:buFont typeface="+mj-lt"/>
              <a:buAutoNum type="arabicPeriod"/>
            </a:pPr>
            <a:r>
              <a:rPr lang="en-US" dirty="0"/>
              <a:t>Create budget alerts</a:t>
            </a:r>
          </a:p>
          <a:p>
            <a:pPr>
              <a:buFont typeface="+mj-lt"/>
              <a:buAutoNum type="arabicPeriod"/>
            </a:pPr>
            <a:r>
              <a:rPr lang="en-US" b="1" dirty="0"/>
              <a:t>AWS Budgets</a:t>
            </a:r>
            <a:r>
              <a:rPr lang="en-US" dirty="0"/>
              <a:t>: </a:t>
            </a:r>
          </a:p>
          <a:p>
            <a:pPr marL="742950" lvl="1" indent="-285750">
              <a:buFont typeface="+mj-lt"/>
              <a:buAutoNum type="arabicPeriod"/>
            </a:pPr>
            <a:r>
              <a:rPr lang="en-US" dirty="0"/>
              <a:t>Set spending limits</a:t>
            </a:r>
          </a:p>
          <a:p>
            <a:pPr marL="742950" lvl="1" indent="-285750">
              <a:buFont typeface="+mj-lt"/>
              <a:buAutoNum type="arabicPeriod"/>
            </a:pPr>
            <a:r>
              <a:rPr lang="en-US" dirty="0"/>
              <a:t>Configure alerts for potential overruns</a:t>
            </a:r>
          </a:p>
          <a:p>
            <a:pPr>
              <a:buFont typeface="+mj-lt"/>
              <a:buAutoNum type="arabicPeriod"/>
            </a:pPr>
            <a:r>
              <a:rPr lang="en-US" b="1" dirty="0"/>
              <a:t>Cost Allocation Tags</a:t>
            </a:r>
            <a:r>
              <a:rPr lang="en-US" dirty="0"/>
              <a:t>: </a:t>
            </a:r>
          </a:p>
          <a:p>
            <a:pPr marL="742950" lvl="1" indent="-285750">
              <a:buFont typeface="+mj-lt"/>
              <a:buAutoNum type="arabicPeriod"/>
            </a:pPr>
            <a:r>
              <a:rPr lang="en-US" dirty="0"/>
              <a:t>Tag resources for cost attribution</a:t>
            </a:r>
          </a:p>
          <a:p>
            <a:pPr marL="742950" lvl="1" indent="-285750">
              <a:buFont typeface="+mj-lt"/>
              <a:buAutoNum type="arabicPeriod"/>
            </a:pPr>
            <a:r>
              <a:rPr lang="en-US" dirty="0"/>
              <a:t>Track costs by department, project, or environment</a:t>
            </a:r>
          </a:p>
          <a:p>
            <a:endParaRPr lang="en-US" b="1" dirty="0"/>
          </a:p>
        </p:txBody>
      </p:sp>
    </p:spTree>
    <p:extLst>
      <p:ext uri="{BB962C8B-B14F-4D97-AF65-F5344CB8AC3E}">
        <p14:creationId xmlns:p14="http://schemas.microsoft.com/office/powerpoint/2010/main" val="126860420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11FB8-1BCE-949E-60A9-5AC48D8D5CC0}"/>
              </a:ext>
            </a:extLst>
          </p:cNvPr>
          <p:cNvSpPr>
            <a:spLocks noGrp="1"/>
          </p:cNvSpPr>
          <p:nvPr>
            <p:ph type="title"/>
          </p:nvPr>
        </p:nvSpPr>
        <p:spPr/>
        <p:txBody>
          <a:bodyPr>
            <a:normAutofit/>
          </a:bodyPr>
          <a:lstStyle/>
          <a:p>
            <a:r>
              <a:rPr lang="en-US" dirty="0"/>
              <a:t>Integration with AWS Ecosystem</a:t>
            </a:r>
          </a:p>
        </p:txBody>
      </p:sp>
      <p:sp>
        <p:nvSpPr>
          <p:cNvPr id="3" name="Content Placeholder 2">
            <a:extLst>
              <a:ext uri="{FF2B5EF4-FFF2-40B4-BE49-F238E27FC236}">
                <a16:creationId xmlns:a16="http://schemas.microsoft.com/office/drawing/2014/main" id="{B4C6E8DF-598D-C72C-A08B-27003733EA44}"/>
              </a:ext>
            </a:extLst>
          </p:cNvPr>
          <p:cNvSpPr>
            <a:spLocks noGrp="1"/>
          </p:cNvSpPr>
          <p:nvPr>
            <p:ph idx="1"/>
          </p:nvPr>
        </p:nvSpPr>
        <p:spPr/>
        <p:txBody>
          <a:bodyPr/>
          <a:lstStyle/>
          <a:p>
            <a:pPr>
              <a:buNone/>
            </a:pPr>
            <a:r>
              <a:rPr lang="en-US" b="1" dirty="0"/>
              <a:t>Data Integration</a:t>
            </a:r>
          </a:p>
          <a:p>
            <a:pPr>
              <a:buFont typeface="+mj-lt"/>
              <a:buAutoNum type="arabicPeriod"/>
            </a:pPr>
            <a:r>
              <a:rPr lang="en-US" b="1" dirty="0"/>
              <a:t>Storage Services</a:t>
            </a:r>
            <a:r>
              <a:rPr lang="en-US" dirty="0"/>
              <a:t>: </a:t>
            </a:r>
          </a:p>
          <a:p>
            <a:pPr marL="742950" lvl="1" indent="-285750">
              <a:buFont typeface="+mj-lt"/>
              <a:buAutoNum type="arabicPeriod"/>
            </a:pPr>
            <a:r>
              <a:rPr lang="en-US" dirty="0"/>
              <a:t>Amazon S3: Primary data lake storage</a:t>
            </a:r>
          </a:p>
          <a:p>
            <a:pPr marL="742950" lvl="1" indent="-285750">
              <a:buFont typeface="+mj-lt"/>
              <a:buAutoNum type="arabicPeriod"/>
            </a:pPr>
            <a:r>
              <a:rPr lang="en-US" dirty="0"/>
              <a:t>Amazon EFS: Shared file system</a:t>
            </a:r>
          </a:p>
          <a:p>
            <a:pPr marL="742950" lvl="1" indent="-285750">
              <a:buFont typeface="+mj-lt"/>
              <a:buAutoNum type="arabicPeriod"/>
            </a:pPr>
            <a:r>
              <a:rPr lang="en-US" dirty="0"/>
              <a:t>Amazon </a:t>
            </a:r>
            <a:r>
              <a:rPr lang="en-US" dirty="0" err="1"/>
              <a:t>FSx</a:t>
            </a:r>
            <a:r>
              <a:rPr lang="en-US" dirty="0"/>
              <a:t> for </a:t>
            </a:r>
            <a:r>
              <a:rPr lang="en-US" dirty="0" err="1"/>
              <a:t>Lustre</a:t>
            </a:r>
            <a:r>
              <a:rPr lang="en-US" dirty="0"/>
              <a:t>: High-performance file system</a:t>
            </a:r>
          </a:p>
          <a:p>
            <a:pPr>
              <a:buFont typeface="+mj-lt"/>
              <a:buAutoNum type="arabicPeriod"/>
            </a:pPr>
            <a:r>
              <a:rPr lang="en-US" b="1" dirty="0"/>
              <a:t>Database Services</a:t>
            </a:r>
            <a:r>
              <a:rPr lang="en-US" dirty="0"/>
              <a:t>: </a:t>
            </a:r>
          </a:p>
          <a:p>
            <a:pPr marL="742950" lvl="1" indent="-285750">
              <a:buFont typeface="+mj-lt"/>
              <a:buAutoNum type="arabicPeriod"/>
            </a:pPr>
            <a:r>
              <a:rPr lang="en-US" dirty="0"/>
              <a:t>Amazon RDS: Relational databases</a:t>
            </a:r>
          </a:p>
          <a:p>
            <a:pPr marL="742950" lvl="1" indent="-285750">
              <a:buFont typeface="+mj-lt"/>
              <a:buAutoNum type="arabicPeriod"/>
            </a:pPr>
            <a:r>
              <a:rPr lang="en-US" dirty="0"/>
              <a:t>Amazon DynamoDB: NoSQL database</a:t>
            </a:r>
          </a:p>
          <a:p>
            <a:pPr marL="742950" lvl="1" indent="-285750">
              <a:buFont typeface="+mj-lt"/>
              <a:buAutoNum type="arabicPeriod"/>
            </a:pPr>
            <a:r>
              <a:rPr lang="en-US" dirty="0"/>
              <a:t>Amazon Redshift: Data warehouse</a:t>
            </a:r>
          </a:p>
          <a:p>
            <a:pPr>
              <a:buFont typeface="+mj-lt"/>
              <a:buAutoNum type="arabicPeriod"/>
            </a:pPr>
            <a:r>
              <a:rPr lang="en-US" b="1" dirty="0"/>
              <a:t>Streaming Services</a:t>
            </a:r>
            <a:r>
              <a:rPr lang="en-US" dirty="0"/>
              <a:t>: </a:t>
            </a:r>
          </a:p>
          <a:p>
            <a:pPr marL="742950" lvl="1" indent="-285750">
              <a:buFont typeface="+mj-lt"/>
              <a:buAutoNum type="arabicPeriod"/>
            </a:pPr>
            <a:r>
              <a:rPr lang="en-US" dirty="0"/>
              <a:t>Amazon Kinesis: Real-time streaming data</a:t>
            </a:r>
          </a:p>
          <a:p>
            <a:pPr marL="742950" lvl="1" indent="-285750">
              <a:buFont typeface="+mj-lt"/>
              <a:buAutoNum type="arabicPeriod"/>
            </a:pPr>
            <a:r>
              <a:rPr lang="en-US" dirty="0"/>
              <a:t>Amazon MSK: Managed Kafka service</a:t>
            </a:r>
          </a:p>
          <a:p>
            <a:endParaRPr lang="en-US" dirty="0"/>
          </a:p>
        </p:txBody>
      </p:sp>
    </p:spTree>
    <p:extLst>
      <p:ext uri="{BB962C8B-B14F-4D97-AF65-F5344CB8AC3E}">
        <p14:creationId xmlns:p14="http://schemas.microsoft.com/office/powerpoint/2010/main" val="15043343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B3E39-5700-A4EC-765D-C68F4FDD3EA1}"/>
              </a:ext>
            </a:extLst>
          </p:cNvPr>
          <p:cNvSpPr>
            <a:spLocks noGrp="1"/>
          </p:cNvSpPr>
          <p:nvPr>
            <p:ph type="title"/>
          </p:nvPr>
        </p:nvSpPr>
        <p:spPr/>
        <p:txBody>
          <a:bodyPr>
            <a:normAutofit/>
          </a:bodyPr>
          <a:lstStyle/>
          <a:p>
            <a:r>
              <a:rPr lang="en-US" dirty="0"/>
              <a:t>Analytics Integration</a:t>
            </a:r>
          </a:p>
        </p:txBody>
      </p:sp>
      <p:sp>
        <p:nvSpPr>
          <p:cNvPr id="3" name="Content Placeholder 2">
            <a:extLst>
              <a:ext uri="{FF2B5EF4-FFF2-40B4-BE49-F238E27FC236}">
                <a16:creationId xmlns:a16="http://schemas.microsoft.com/office/drawing/2014/main" id="{2C12B441-2E38-9C51-8AFC-F080C816BED8}"/>
              </a:ext>
            </a:extLst>
          </p:cNvPr>
          <p:cNvSpPr>
            <a:spLocks noGrp="1"/>
          </p:cNvSpPr>
          <p:nvPr>
            <p:ph idx="1"/>
          </p:nvPr>
        </p:nvSpPr>
        <p:spPr/>
        <p:txBody>
          <a:bodyPr/>
          <a:lstStyle/>
          <a:p>
            <a:pPr>
              <a:buFont typeface="+mj-lt"/>
              <a:buAutoNum type="arabicPeriod"/>
            </a:pPr>
            <a:r>
              <a:rPr lang="en-US" b="1" dirty="0"/>
              <a:t>Amazon Athena</a:t>
            </a:r>
            <a:r>
              <a:rPr lang="en-US" dirty="0"/>
              <a:t>: </a:t>
            </a:r>
          </a:p>
          <a:p>
            <a:pPr marL="742950" lvl="1" indent="-285750">
              <a:buFont typeface="+mj-lt"/>
              <a:buAutoNum type="arabicPeriod"/>
            </a:pPr>
            <a:r>
              <a:rPr lang="en-US" dirty="0"/>
              <a:t>Serverless query service for S3 data</a:t>
            </a:r>
          </a:p>
          <a:p>
            <a:pPr marL="742950" lvl="1" indent="-285750">
              <a:buFont typeface="+mj-lt"/>
              <a:buAutoNum type="arabicPeriod"/>
            </a:pPr>
            <a:r>
              <a:rPr lang="en-US" dirty="0"/>
              <a:t>Shares metadata with EMR through Glue Data Catalog</a:t>
            </a:r>
          </a:p>
          <a:p>
            <a:pPr>
              <a:buFont typeface="+mj-lt"/>
              <a:buAutoNum type="arabicPeriod"/>
            </a:pPr>
            <a:r>
              <a:rPr lang="en-US" b="1" dirty="0"/>
              <a:t>Amazon </a:t>
            </a:r>
            <a:r>
              <a:rPr lang="en-US" b="1" dirty="0" err="1"/>
              <a:t>QuickSight</a:t>
            </a:r>
            <a:r>
              <a:rPr lang="en-US" dirty="0"/>
              <a:t>: </a:t>
            </a:r>
          </a:p>
          <a:p>
            <a:pPr marL="742950" lvl="1" indent="-285750">
              <a:buFont typeface="+mj-lt"/>
              <a:buAutoNum type="arabicPeriod"/>
            </a:pPr>
            <a:r>
              <a:rPr lang="en-US" dirty="0"/>
              <a:t>Business intelligence and visualization</a:t>
            </a:r>
          </a:p>
          <a:p>
            <a:pPr marL="742950" lvl="1" indent="-285750">
              <a:buFont typeface="+mj-lt"/>
              <a:buAutoNum type="arabicPeriod"/>
            </a:pPr>
            <a:r>
              <a:rPr lang="en-US" dirty="0"/>
              <a:t>Connect to EMR data sources</a:t>
            </a:r>
          </a:p>
          <a:p>
            <a:pPr>
              <a:buFont typeface="+mj-lt"/>
              <a:buAutoNum type="arabicPeriod"/>
            </a:pPr>
            <a:r>
              <a:rPr lang="en-US" b="1" dirty="0"/>
              <a:t>Amazon </a:t>
            </a:r>
            <a:r>
              <a:rPr lang="en-US" b="1" dirty="0" err="1"/>
              <a:t>SageMaker</a:t>
            </a:r>
            <a:r>
              <a:rPr lang="en-US" dirty="0"/>
              <a:t>: </a:t>
            </a:r>
          </a:p>
          <a:p>
            <a:pPr marL="742950" lvl="1" indent="-285750">
              <a:buFont typeface="+mj-lt"/>
              <a:buAutoNum type="arabicPeriod"/>
            </a:pPr>
            <a:r>
              <a:rPr lang="en-US" dirty="0"/>
              <a:t>Machine learning platform</a:t>
            </a:r>
          </a:p>
          <a:p>
            <a:pPr marL="742950" lvl="1" indent="-285750">
              <a:buFont typeface="+mj-lt"/>
              <a:buAutoNum type="arabicPeriod"/>
            </a:pPr>
            <a:r>
              <a:rPr lang="en-US" dirty="0"/>
              <a:t>Use EMR for data preparation</a:t>
            </a:r>
          </a:p>
          <a:p>
            <a:endParaRPr lang="en-US" dirty="0"/>
          </a:p>
        </p:txBody>
      </p:sp>
    </p:spTree>
    <p:extLst>
      <p:ext uri="{BB962C8B-B14F-4D97-AF65-F5344CB8AC3E}">
        <p14:creationId xmlns:p14="http://schemas.microsoft.com/office/powerpoint/2010/main" val="242748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BCD7B-049C-E91A-AFBB-0640B59AAA82}"/>
              </a:ext>
            </a:extLst>
          </p:cNvPr>
          <p:cNvSpPr>
            <a:spLocks noGrp="1"/>
          </p:cNvSpPr>
          <p:nvPr>
            <p:ph type="title"/>
          </p:nvPr>
        </p:nvSpPr>
        <p:spPr/>
        <p:txBody>
          <a:bodyPr>
            <a:normAutofit/>
          </a:bodyPr>
          <a:lstStyle/>
          <a:p>
            <a:r>
              <a:rPr lang="en-US" dirty="0"/>
              <a:t>Data Governance Integration</a:t>
            </a:r>
          </a:p>
        </p:txBody>
      </p:sp>
      <p:sp>
        <p:nvSpPr>
          <p:cNvPr id="3" name="Content Placeholder 2">
            <a:extLst>
              <a:ext uri="{FF2B5EF4-FFF2-40B4-BE49-F238E27FC236}">
                <a16:creationId xmlns:a16="http://schemas.microsoft.com/office/drawing/2014/main" id="{3B66FFFA-E35F-A654-7699-E9F5242D224C}"/>
              </a:ext>
            </a:extLst>
          </p:cNvPr>
          <p:cNvSpPr>
            <a:spLocks noGrp="1"/>
          </p:cNvSpPr>
          <p:nvPr>
            <p:ph idx="1"/>
          </p:nvPr>
        </p:nvSpPr>
        <p:spPr/>
        <p:txBody>
          <a:bodyPr/>
          <a:lstStyle/>
          <a:p>
            <a:pPr>
              <a:buFont typeface="+mj-lt"/>
              <a:buAutoNum type="arabicPeriod"/>
            </a:pPr>
            <a:r>
              <a:rPr lang="en-US" b="1" dirty="0"/>
              <a:t>AWS Glue</a:t>
            </a:r>
            <a:r>
              <a:rPr lang="en-US" dirty="0"/>
              <a:t>: </a:t>
            </a:r>
          </a:p>
          <a:p>
            <a:pPr marL="742950" lvl="1" indent="-285750">
              <a:buFont typeface="+mj-lt"/>
              <a:buAutoNum type="arabicPeriod"/>
            </a:pPr>
            <a:r>
              <a:rPr lang="en-US" dirty="0"/>
              <a:t>Metadata catalog shared with EMR</a:t>
            </a:r>
          </a:p>
          <a:p>
            <a:pPr marL="742950" lvl="1" indent="-285750">
              <a:buFont typeface="+mj-lt"/>
              <a:buAutoNum type="arabicPeriod"/>
            </a:pPr>
            <a:r>
              <a:rPr lang="en-US" dirty="0"/>
              <a:t>ETL job orchestration</a:t>
            </a:r>
          </a:p>
          <a:p>
            <a:pPr>
              <a:buFont typeface="+mj-lt"/>
              <a:buAutoNum type="arabicPeriod"/>
            </a:pPr>
            <a:r>
              <a:rPr lang="en-US" b="1" dirty="0"/>
              <a:t>AWS Lake Formation</a:t>
            </a:r>
            <a:r>
              <a:rPr lang="en-US" dirty="0"/>
              <a:t>: </a:t>
            </a:r>
          </a:p>
          <a:p>
            <a:pPr marL="742950" lvl="1" indent="-285750">
              <a:buFont typeface="+mj-lt"/>
              <a:buAutoNum type="arabicPeriod"/>
            </a:pPr>
            <a:r>
              <a:rPr lang="en-US" dirty="0"/>
              <a:t>Fine-grained access control for data lakes</a:t>
            </a:r>
          </a:p>
          <a:p>
            <a:pPr marL="742950" lvl="1" indent="-285750">
              <a:buFont typeface="+mj-lt"/>
              <a:buAutoNum type="arabicPeriod"/>
            </a:pPr>
            <a:r>
              <a:rPr lang="en-US" dirty="0"/>
              <a:t>Integration with EMR for permission enforcement</a:t>
            </a:r>
          </a:p>
          <a:p>
            <a:pPr>
              <a:buFont typeface="+mj-lt"/>
              <a:buAutoNum type="arabicPeriod"/>
            </a:pPr>
            <a:r>
              <a:rPr lang="en-US" b="1" dirty="0"/>
              <a:t>Amazon </a:t>
            </a:r>
            <a:r>
              <a:rPr lang="en-US" b="1" dirty="0" err="1"/>
              <a:t>DataZone</a:t>
            </a:r>
            <a:r>
              <a:rPr lang="en-US" dirty="0"/>
              <a:t>: </a:t>
            </a:r>
          </a:p>
          <a:p>
            <a:pPr marL="742950" lvl="1" indent="-285750">
              <a:buFont typeface="+mj-lt"/>
              <a:buAutoNum type="arabicPeriod"/>
            </a:pPr>
            <a:r>
              <a:rPr lang="en-US" dirty="0"/>
              <a:t>Data discovery and governance</a:t>
            </a:r>
          </a:p>
          <a:p>
            <a:pPr marL="742950" lvl="1" indent="-285750">
              <a:buFont typeface="+mj-lt"/>
              <a:buAutoNum type="arabicPeriod"/>
            </a:pPr>
            <a:r>
              <a:rPr lang="en-US" dirty="0"/>
              <a:t>Metadata management</a:t>
            </a:r>
          </a:p>
          <a:p>
            <a:endParaRPr lang="en-US" dirty="0"/>
          </a:p>
        </p:txBody>
      </p:sp>
    </p:spTree>
    <p:extLst>
      <p:ext uri="{BB962C8B-B14F-4D97-AF65-F5344CB8AC3E}">
        <p14:creationId xmlns:p14="http://schemas.microsoft.com/office/powerpoint/2010/main" val="39207543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720-B948-4DBF-A3A0-CE3DEBD8FE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1811DE-B2EA-CDF4-F005-5A26924B1DE6}"/>
              </a:ext>
            </a:extLst>
          </p:cNvPr>
          <p:cNvSpPr>
            <a:spLocks noGrp="1"/>
          </p:cNvSpPr>
          <p:nvPr>
            <p:ph type="title"/>
          </p:nvPr>
        </p:nvSpPr>
        <p:spPr/>
        <p:txBody>
          <a:bodyPr>
            <a:normAutofit/>
          </a:bodyPr>
          <a:lstStyle/>
          <a:p>
            <a:r>
              <a:rPr lang="en-US" dirty="0"/>
              <a:t>Operational Integration</a:t>
            </a:r>
          </a:p>
        </p:txBody>
      </p:sp>
      <p:sp>
        <p:nvSpPr>
          <p:cNvPr id="3" name="Content Placeholder 2">
            <a:extLst>
              <a:ext uri="{FF2B5EF4-FFF2-40B4-BE49-F238E27FC236}">
                <a16:creationId xmlns:a16="http://schemas.microsoft.com/office/drawing/2014/main" id="{33B09259-0CDD-8804-5DC6-63373E60BFF5}"/>
              </a:ext>
            </a:extLst>
          </p:cNvPr>
          <p:cNvSpPr>
            <a:spLocks noGrp="1"/>
          </p:cNvSpPr>
          <p:nvPr>
            <p:ph idx="1"/>
          </p:nvPr>
        </p:nvSpPr>
        <p:spPr/>
        <p:txBody>
          <a:bodyPr/>
          <a:lstStyle/>
          <a:p>
            <a:pPr>
              <a:buFont typeface="+mj-lt"/>
              <a:buAutoNum type="arabicPeriod"/>
            </a:pPr>
            <a:r>
              <a:rPr lang="en-US" b="1" dirty="0"/>
              <a:t>AWS CloudFormation</a:t>
            </a:r>
            <a:r>
              <a:rPr lang="en-US" dirty="0"/>
              <a:t>: </a:t>
            </a:r>
          </a:p>
          <a:p>
            <a:pPr marL="742950" lvl="1" indent="-285750">
              <a:buFont typeface="+mj-lt"/>
              <a:buAutoNum type="arabicPeriod"/>
            </a:pPr>
            <a:r>
              <a:rPr lang="en-US" dirty="0"/>
              <a:t>Infrastructure as code for EMR</a:t>
            </a:r>
          </a:p>
          <a:p>
            <a:pPr marL="742950" lvl="1" indent="-285750">
              <a:buFont typeface="+mj-lt"/>
              <a:buAutoNum type="arabicPeriod"/>
            </a:pPr>
            <a:r>
              <a:rPr lang="en-US" dirty="0"/>
              <a:t>Automated cluster provisioning</a:t>
            </a:r>
          </a:p>
          <a:p>
            <a:pPr>
              <a:buFont typeface="+mj-lt"/>
              <a:buAutoNum type="arabicPeriod"/>
            </a:pPr>
            <a:r>
              <a:rPr lang="en-US" b="1" dirty="0"/>
              <a:t>AWS Step Functions</a:t>
            </a:r>
            <a:r>
              <a:rPr lang="en-US" dirty="0"/>
              <a:t>: </a:t>
            </a:r>
          </a:p>
          <a:p>
            <a:pPr marL="742950" lvl="1" indent="-285750">
              <a:buFont typeface="+mj-lt"/>
              <a:buAutoNum type="arabicPeriod"/>
            </a:pPr>
            <a:r>
              <a:rPr lang="en-US" dirty="0"/>
              <a:t>Workflow orchestration</a:t>
            </a:r>
          </a:p>
          <a:p>
            <a:pPr marL="742950" lvl="1" indent="-285750">
              <a:buFont typeface="+mj-lt"/>
              <a:buAutoNum type="arabicPeriod"/>
            </a:pPr>
            <a:r>
              <a:rPr lang="en-US" dirty="0"/>
              <a:t>EMR job coordination</a:t>
            </a:r>
          </a:p>
          <a:p>
            <a:pPr>
              <a:buFont typeface="+mj-lt"/>
              <a:buAutoNum type="arabicPeriod"/>
            </a:pPr>
            <a:r>
              <a:rPr lang="en-US" b="1" dirty="0"/>
              <a:t>Amazon </a:t>
            </a:r>
            <a:r>
              <a:rPr lang="en-US" b="1" dirty="0" err="1"/>
              <a:t>EventBridge</a:t>
            </a:r>
            <a:r>
              <a:rPr lang="en-US" dirty="0"/>
              <a:t>: </a:t>
            </a:r>
          </a:p>
          <a:p>
            <a:pPr marL="742950" lvl="1" indent="-285750">
              <a:buFont typeface="+mj-lt"/>
              <a:buAutoNum type="arabicPeriod"/>
            </a:pPr>
            <a:r>
              <a:rPr lang="en-US" dirty="0"/>
              <a:t>Event-driven EMR management</a:t>
            </a:r>
          </a:p>
          <a:p>
            <a:pPr marL="742950" lvl="1" indent="-285750">
              <a:buFont typeface="+mj-lt"/>
              <a:buAutoNum type="arabicPeriod"/>
            </a:pPr>
            <a:r>
              <a:rPr lang="en-US" dirty="0"/>
              <a:t>Automated responses to cluster events</a:t>
            </a:r>
          </a:p>
          <a:p>
            <a:endParaRPr lang="en-US" dirty="0"/>
          </a:p>
        </p:txBody>
      </p:sp>
    </p:spTree>
    <p:extLst>
      <p:ext uri="{BB962C8B-B14F-4D97-AF65-F5344CB8AC3E}">
        <p14:creationId xmlns:p14="http://schemas.microsoft.com/office/powerpoint/2010/main" val="11588477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24E54-CA70-283F-35B6-3D1F47114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611D4-723B-B3B4-FF0A-6825EF096A45}"/>
              </a:ext>
            </a:extLst>
          </p:cNvPr>
          <p:cNvSpPr>
            <a:spLocks noGrp="1"/>
          </p:cNvSpPr>
          <p:nvPr>
            <p:ph type="title"/>
          </p:nvPr>
        </p:nvSpPr>
        <p:spPr/>
        <p:txBody>
          <a:bodyPr>
            <a:normAutofit/>
          </a:bodyPr>
          <a:lstStyle/>
          <a:p>
            <a:r>
              <a:rPr lang="en-US" dirty="0"/>
              <a:t>Integration Architecture Patterns</a:t>
            </a:r>
          </a:p>
        </p:txBody>
      </p:sp>
      <p:sp>
        <p:nvSpPr>
          <p:cNvPr id="3" name="Content Placeholder 2">
            <a:extLst>
              <a:ext uri="{FF2B5EF4-FFF2-40B4-BE49-F238E27FC236}">
                <a16:creationId xmlns:a16="http://schemas.microsoft.com/office/drawing/2014/main" id="{66731CAF-B38F-742E-FAA3-21D4CA2216F2}"/>
              </a:ext>
            </a:extLst>
          </p:cNvPr>
          <p:cNvSpPr>
            <a:spLocks noGrp="1"/>
          </p:cNvSpPr>
          <p:nvPr>
            <p:ph idx="1"/>
          </p:nvPr>
        </p:nvSpPr>
        <p:spPr/>
        <p:txBody>
          <a:bodyPr/>
          <a:lstStyle/>
          <a:p>
            <a:pPr>
              <a:buFont typeface="+mj-lt"/>
              <a:buAutoNum type="arabicPeriod"/>
            </a:pPr>
            <a:r>
              <a:rPr lang="en-US" b="1" dirty="0"/>
              <a:t>Data Lake Architecture</a:t>
            </a:r>
            <a:r>
              <a:rPr lang="en-US" dirty="0"/>
              <a:t>: </a:t>
            </a:r>
          </a:p>
          <a:p>
            <a:pPr marL="742950" lvl="1" indent="-285750">
              <a:buFont typeface="+mj-lt"/>
              <a:buAutoNum type="arabicPeriod"/>
            </a:pPr>
            <a:r>
              <a:rPr lang="en-US" dirty="0"/>
              <a:t>S3 as central storage</a:t>
            </a:r>
          </a:p>
          <a:p>
            <a:pPr marL="742950" lvl="1" indent="-285750">
              <a:buFont typeface="+mj-lt"/>
              <a:buAutoNum type="arabicPeriod"/>
            </a:pPr>
            <a:r>
              <a:rPr lang="en-US" dirty="0"/>
              <a:t>EMR for processing</a:t>
            </a:r>
          </a:p>
          <a:p>
            <a:pPr marL="742950" lvl="1" indent="-285750">
              <a:buFont typeface="+mj-lt"/>
              <a:buAutoNum type="arabicPeriod"/>
            </a:pPr>
            <a:r>
              <a:rPr lang="en-US" dirty="0"/>
              <a:t>Athena and </a:t>
            </a:r>
            <a:r>
              <a:rPr lang="en-US" dirty="0" err="1"/>
              <a:t>QuickSight</a:t>
            </a:r>
            <a:r>
              <a:rPr lang="en-US" dirty="0"/>
              <a:t> for analysis</a:t>
            </a:r>
          </a:p>
          <a:p>
            <a:pPr>
              <a:buFont typeface="+mj-lt"/>
              <a:buAutoNum type="arabicPeriod"/>
            </a:pPr>
            <a:r>
              <a:rPr lang="en-US" b="1" dirty="0"/>
              <a:t>Streaming Analytics</a:t>
            </a:r>
            <a:r>
              <a:rPr lang="en-US" dirty="0"/>
              <a:t>: </a:t>
            </a:r>
          </a:p>
          <a:p>
            <a:pPr marL="742950" lvl="1" indent="-285750">
              <a:buFont typeface="+mj-lt"/>
              <a:buAutoNum type="arabicPeriod"/>
            </a:pPr>
            <a:r>
              <a:rPr lang="en-US" dirty="0"/>
              <a:t>Kinesis or MSK for data ingestion</a:t>
            </a:r>
          </a:p>
          <a:p>
            <a:pPr marL="742950" lvl="1" indent="-285750">
              <a:buFont typeface="+mj-lt"/>
              <a:buAutoNum type="arabicPeriod"/>
            </a:pPr>
            <a:r>
              <a:rPr lang="en-US" dirty="0"/>
              <a:t>EMR for stream processing</a:t>
            </a:r>
          </a:p>
          <a:p>
            <a:pPr marL="742950" lvl="1" indent="-285750">
              <a:buFont typeface="+mj-lt"/>
              <a:buAutoNum type="arabicPeriod"/>
            </a:pPr>
            <a:r>
              <a:rPr lang="en-US" dirty="0"/>
              <a:t>DynamoDB or S3 for processed data</a:t>
            </a:r>
          </a:p>
          <a:p>
            <a:pPr>
              <a:buFont typeface="+mj-lt"/>
              <a:buAutoNum type="arabicPeriod"/>
            </a:pPr>
            <a:r>
              <a:rPr lang="en-US" b="1" dirty="0"/>
              <a:t>Machine Learning Pipeline</a:t>
            </a:r>
            <a:r>
              <a:rPr lang="en-US" dirty="0"/>
              <a:t>: </a:t>
            </a:r>
          </a:p>
          <a:p>
            <a:pPr marL="742950" lvl="1" indent="-285750">
              <a:buFont typeface="+mj-lt"/>
              <a:buAutoNum type="arabicPeriod"/>
            </a:pPr>
            <a:r>
              <a:rPr lang="en-US" dirty="0"/>
              <a:t>EMR for data preparation</a:t>
            </a:r>
          </a:p>
          <a:p>
            <a:pPr marL="742950" lvl="1" indent="-285750">
              <a:buFont typeface="+mj-lt"/>
              <a:buAutoNum type="arabicPeriod"/>
            </a:pPr>
            <a:r>
              <a:rPr lang="en-US" dirty="0"/>
              <a:t>Feature Store for feature management</a:t>
            </a:r>
          </a:p>
          <a:p>
            <a:pPr marL="742950" lvl="1" indent="-285750">
              <a:buFont typeface="+mj-lt"/>
              <a:buAutoNum type="arabicPeriod"/>
            </a:pPr>
            <a:r>
              <a:rPr lang="en-US" dirty="0" err="1"/>
              <a:t>SageMaker</a:t>
            </a:r>
            <a:r>
              <a:rPr lang="en-US" dirty="0"/>
              <a:t> for model training and deployment</a:t>
            </a:r>
          </a:p>
          <a:p>
            <a:endParaRPr lang="en-US" dirty="0"/>
          </a:p>
        </p:txBody>
      </p:sp>
    </p:spTree>
    <p:extLst>
      <p:ext uri="{BB962C8B-B14F-4D97-AF65-F5344CB8AC3E}">
        <p14:creationId xmlns:p14="http://schemas.microsoft.com/office/powerpoint/2010/main" val="119726334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59978-E8CF-D51C-5A09-40C58F7A53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DC1DE0-EB44-14E0-5ABE-5386FBAB2284}"/>
              </a:ext>
            </a:extLst>
          </p:cNvPr>
          <p:cNvSpPr>
            <a:spLocks noGrp="1"/>
          </p:cNvSpPr>
          <p:nvPr>
            <p:ph type="title"/>
          </p:nvPr>
        </p:nvSpPr>
        <p:spPr/>
        <p:txBody>
          <a:bodyPr/>
          <a:lstStyle/>
          <a:p>
            <a:r>
              <a:rPr lang="en-US" dirty="0"/>
              <a:t>Hands-On Exercises</a:t>
            </a:r>
          </a:p>
        </p:txBody>
      </p:sp>
      <p:sp>
        <p:nvSpPr>
          <p:cNvPr id="3" name="Content Placeholder 2">
            <a:extLst>
              <a:ext uri="{FF2B5EF4-FFF2-40B4-BE49-F238E27FC236}">
                <a16:creationId xmlns:a16="http://schemas.microsoft.com/office/drawing/2014/main" id="{4AFDF484-0475-92A6-94A8-9AB24C955DC4}"/>
              </a:ext>
            </a:extLst>
          </p:cNvPr>
          <p:cNvSpPr>
            <a:spLocks noGrp="1"/>
          </p:cNvSpPr>
          <p:nvPr>
            <p:ph idx="1"/>
          </p:nvPr>
        </p:nvSpPr>
        <p:spPr>
          <a:xfrm>
            <a:off x="838200" y="1706007"/>
            <a:ext cx="4110318" cy="4991039"/>
          </a:xfrm>
        </p:spPr>
        <p:txBody>
          <a:bodyPr>
            <a:normAutofit fontScale="62500" lnSpcReduction="20000"/>
          </a:bodyPr>
          <a:lstStyle/>
          <a:p>
            <a:pPr>
              <a:buNone/>
            </a:pPr>
            <a:r>
              <a:rPr lang="en-US" b="1" dirty="0"/>
              <a:t>Exercise 1: Setting Up an EMR Cluster</a:t>
            </a:r>
          </a:p>
          <a:p>
            <a:pPr>
              <a:buFont typeface="+mj-lt"/>
              <a:buAutoNum type="arabicPeriod"/>
            </a:pPr>
            <a:r>
              <a:rPr lang="en-US" dirty="0"/>
              <a:t>Launch a basic EMR cluster using the AWS Management Console</a:t>
            </a:r>
          </a:p>
          <a:p>
            <a:pPr>
              <a:buFont typeface="+mj-lt"/>
              <a:buAutoNum type="arabicPeriod"/>
            </a:pPr>
            <a:r>
              <a:rPr lang="en-US" dirty="0"/>
              <a:t>Connect to the cluster using SSH</a:t>
            </a:r>
          </a:p>
          <a:p>
            <a:pPr>
              <a:buFont typeface="+mj-lt"/>
              <a:buAutoNum type="arabicPeriod"/>
            </a:pPr>
            <a:r>
              <a:rPr lang="en-US" dirty="0"/>
              <a:t>Explore the cluster web interfaces (YARN, Spark, etc.)</a:t>
            </a:r>
          </a:p>
          <a:p>
            <a:pPr>
              <a:buFont typeface="+mj-lt"/>
              <a:buAutoNum type="arabicPeriod"/>
            </a:pPr>
            <a:r>
              <a:rPr lang="en-US" dirty="0"/>
              <a:t>Submit a simple job and monitor its execution</a:t>
            </a:r>
          </a:p>
          <a:p>
            <a:pPr>
              <a:buNone/>
            </a:pPr>
            <a:r>
              <a:rPr lang="en-US" b="1" dirty="0"/>
              <a:t>Exercise 2: Processing Data with Spark</a:t>
            </a:r>
          </a:p>
          <a:p>
            <a:pPr>
              <a:buFont typeface="+mj-lt"/>
              <a:buAutoNum type="arabicPeriod"/>
            </a:pPr>
            <a:r>
              <a:rPr lang="en-US" dirty="0"/>
              <a:t>Prepare sample dataset in S3</a:t>
            </a:r>
          </a:p>
          <a:p>
            <a:pPr>
              <a:buFont typeface="+mj-lt"/>
              <a:buAutoNum type="arabicPeriod"/>
            </a:pPr>
            <a:r>
              <a:rPr lang="en-US" dirty="0"/>
              <a:t>Create a Spark application to process the data</a:t>
            </a:r>
          </a:p>
          <a:p>
            <a:pPr>
              <a:buFont typeface="+mj-lt"/>
              <a:buAutoNum type="arabicPeriod"/>
            </a:pPr>
            <a:r>
              <a:rPr lang="en-US" dirty="0"/>
              <a:t>Submit the application to EMR</a:t>
            </a:r>
          </a:p>
          <a:p>
            <a:pPr>
              <a:buFont typeface="+mj-lt"/>
              <a:buAutoNum type="arabicPeriod"/>
            </a:pPr>
            <a:r>
              <a:rPr lang="en-US" dirty="0"/>
              <a:t>Analyze the results and optimize the application</a:t>
            </a:r>
          </a:p>
          <a:p>
            <a:pPr>
              <a:buNone/>
            </a:pPr>
            <a:r>
              <a:rPr lang="en-US" b="1" dirty="0"/>
              <a:t>Exercise 3: EMR Serverless Deployment</a:t>
            </a:r>
          </a:p>
          <a:p>
            <a:pPr>
              <a:buFont typeface="+mj-lt"/>
              <a:buAutoNum type="arabicPeriod"/>
            </a:pPr>
            <a:r>
              <a:rPr lang="en-US" dirty="0"/>
              <a:t>Create an EMR Serverless application</a:t>
            </a:r>
          </a:p>
          <a:p>
            <a:pPr>
              <a:buFont typeface="+mj-lt"/>
              <a:buAutoNum type="arabicPeriod"/>
            </a:pPr>
            <a:r>
              <a:rPr lang="en-US" dirty="0"/>
              <a:t>Configure pre-initialized capacity</a:t>
            </a:r>
          </a:p>
          <a:p>
            <a:pPr>
              <a:buFont typeface="+mj-lt"/>
              <a:buAutoNum type="arabicPeriod"/>
            </a:pPr>
            <a:r>
              <a:rPr lang="en-US" dirty="0"/>
              <a:t>Submit Spark or Hive jobs</a:t>
            </a:r>
          </a:p>
          <a:p>
            <a:pPr>
              <a:buFont typeface="+mj-lt"/>
              <a:buAutoNum type="arabicPeriod"/>
            </a:pPr>
            <a:r>
              <a:rPr lang="en-US" dirty="0"/>
              <a:t>Monitor job execution and resource usage</a:t>
            </a:r>
          </a:p>
        </p:txBody>
      </p:sp>
      <p:sp>
        <p:nvSpPr>
          <p:cNvPr id="4" name="Content Placeholder 2">
            <a:extLst>
              <a:ext uri="{FF2B5EF4-FFF2-40B4-BE49-F238E27FC236}">
                <a16:creationId xmlns:a16="http://schemas.microsoft.com/office/drawing/2014/main" id="{41048E78-167C-9063-16C2-6F03CA589303}"/>
              </a:ext>
            </a:extLst>
          </p:cNvPr>
          <p:cNvSpPr txBox="1">
            <a:spLocks/>
          </p:cNvSpPr>
          <p:nvPr/>
        </p:nvSpPr>
        <p:spPr>
          <a:xfrm>
            <a:off x="6575613" y="1715443"/>
            <a:ext cx="4778188" cy="499103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None/>
            </a:pPr>
            <a:r>
              <a:rPr lang="en-US" sz="1500" b="1" dirty="0"/>
              <a:t>Exercise 4: Security Implementation</a:t>
            </a:r>
          </a:p>
          <a:p>
            <a:pPr>
              <a:buFont typeface="+mj-lt"/>
              <a:buAutoNum type="arabicPeriod"/>
            </a:pPr>
            <a:r>
              <a:rPr lang="en-US" sz="1500" dirty="0"/>
              <a:t>Create a security configuration with encryption</a:t>
            </a:r>
          </a:p>
          <a:p>
            <a:pPr>
              <a:buFont typeface="+mj-lt"/>
              <a:buAutoNum type="arabicPeriod"/>
            </a:pPr>
            <a:r>
              <a:rPr lang="en-US" sz="1500" dirty="0"/>
              <a:t>Set up Kerberos authentication</a:t>
            </a:r>
          </a:p>
          <a:p>
            <a:pPr>
              <a:buFont typeface="+mj-lt"/>
              <a:buAutoNum type="arabicPeriod"/>
            </a:pPr>
            <a:r>
              <a:rPr lang="en-US" sz="1500" dirty="0"/>
              <a:t>Implement Lake Formation integration</a:t>
            </a:r>
          </a:p>
          <a:p>
            <a:pPr>
              <a:buFont typeface="+mj-lt"/>
              <a:buAutoNum type="arabicPeriod"/>
            </a:pPr>
            <a:r>
              <a:rPr lang="en-US" sz="1500" dirty="0"/>
              <a:t>Test fine-grained access controls</a:t>
            </a:r>
          </a:p>
          <a:p>
            <a:pPr>
              <a:buFont typeface="Arial" panose="020B0604020202020204" pitchFamily="34" charset="0"/>
              <a:buNone/>
            </a:pPr>
            <a:r>
              <a:rPr lang="en-US" sz="1500" b="1" dirty="0"/>
              <a:t>Exercise 5: Performance Optimization</a:t>
            </a:r>
          </a:p>
          <a:p>
            <a:pPr>
              <a:buFont typeface="+mj-lt"/>
              <a:buAutoNum type="arabicPeriod"/>
            </a:pPr>
            <a:r>
              <a:rPr lang="en-US" sz="1500" dirty="0"/>
              <a:t>Benchmark a standard EMR configuration</a:t>
            </a:r>
          </a:p>
          <a:p>
            <a:pPr>
              <a:buFont typeface="+mj-lt"/>
              <a:buAutoNum type="arabicPeriod"/>
            </a:pPr>
            <a:r>
              <a:rPr lang="en-US" sz="1500" dirty="0"/>
              <a:t>Apply performance optimization techniques</a:t>
            </a:r>
          </a:p>
          <a:p>
            <a:pPr>
              <a:buFont typeface="+mj-lt"/>
              <a:buAutoNum type="arabicPeriod"/>
            </a:pPr>
            <a:r>
              <a:rPr lang="en-US" sz="1500" dirty="0"/>
              <a:t>Measure the impact of optimizations</a:t>
            </a:r>
          </a:p>
          <a:p>
            <a:pPr>
              <a:buFont typeface="+mj-lt"/>
              <a:buAutoNum type="arabicPeriod"/>
            </a:pPr>
            <a:r>
              <a:rPr lang="en-US" sz="1500" dirty="0"/>
              <a:t>Develop a performance tuning checklist</a:t>
            </a:r>
          </a:p>
        </p:txBody>
      </p:sp>
    </p:spTree>
    <p:extLst>
      <p:ext uri="{BB962C8B-B14F-4D97-AF65-F5344CB8AC3E}">
        <p14:creationId xmlns:p14="http://schemas.microsoft.com/office/powerpoint/2010/main" val="27300524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7922</TotalTime>
  <Words>5413</Words>
  <Application>Microsoft Office PowerPoint</Application>
  <PresentationFormat>Widescreen</PresentationFormat>
  <Paragraphs>753</Paragraphs>
  <Slides>72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72</vt:i4>
      </vt:variant>
    </vt:vector>
  </HeadingPairs>
  <TitlesOfParts>
    <vt:vector size="77" baseType="lpstr">
      <vt:lpstr>Arial</vt:lpstr>
      <vt:lpstr>Calibri</vt:lpstr>
      <vt:lpstr>Calibri Light</vt:lpstr>
      <vt:lpstr>Open Sans</vt:lpstr>
      <vt:lpstr>Office Theme</vt:lpstr>
      <vt:lpstr>307401 Big Data</vt:lpstr>
      <vt:lpstr>Overview of AWS Data Engineering</vt:lpstr>
      <vt:lpstr>Core AWS Services for Data Engineering</vt:lpstr>
      <vt:lpstr>Designing Data Pipelines on AWS</vt:lpstr>
      <vt:lpstr>Data Security and Governance</vt:lpstr>
      <vt:lpstr>PowerPoint Presentation</vt:lpstr>
      <vt:lpstr>PowerPoint Presentation</vt:lpstr>
      <vt:lpstr>Introduction to AWS Glue</vt:lpstr>
      <vt:lpstr>Core Components of AWS Glue</vt:lpstr>
      <vt:lpstr>PowerPoint Presentation</vt:lpstr>
      <vt:lpstr>AWS Glue Data Catalog</vt:lpstr>
      <vt:lpstr>AWS Glue Crawlers</vt:lpstr>
      <vt:lpstr>PowerPoint Presentation</vt:lpstr>
      <vt:lpstr>AWS Glue Jobs</vt:lpstr>
      <vt:lpstr>Triggers and Workflows</vt:lpstr>
      <vt:lpstr>AWS Glue Studio</vt:lpstr>
      <vt:lpstr>AWS Glue DataBrew</vt:lpstr>
      <vt:lpstr>Integration with Other AWS Services</vt:lpstr>
      <vt:lpstr>Security and Compliance</vt:lpstr>
      <vt:lpstr>PowerPoint Presentation</vt:lpstr>
      <vt:lpstr>Introduction to Amazon Athena</vt:lpstr>
      <vt:lpstr>How Athena Works</vt:lpstr>
      <vt:lpstr>Core Components of Amazon Athena</vt:lpstr>
      <vt:lpstr>Athena and S3 Integration</vt:lpstr>
      <vt:lpstr>AWS Glue Data Catalog Integration</vt:lpstr>
      <vt:lpstr>Schema Evolution in Athena</vt:lpstr>
      <vt:lpstr>Partitioning in Athena</vt:lpstr>
      <vt:lpstr>Predicate Pushdown in AWS Athena</vt:lpstr>
      <vt:lpstr>Example</vt:lpstr>
      <vt:lpstr>Optimizing Queries with Compression, Buckets, and Partitions</vt:lpstr>
      <vt:lpstr>Optimizing Queries with Compression, Buckets, and Partitions</vt:lpstr>
      <vt:lpstr>Handling Large Files</vt:lpstr>
      <vt:lpstr>Module 4 Lab: Querying Data Using Amazon Athena</vt:lpstr>
      <vt:lpstr>Module 7 Lab: Performing ETL on a Dataset by Using AWS Glue</vt:lpstr>
      <vt:lpstr>PowerPoint Presentation</vt:lpstr>
      <vt:lpstr>Amazon Redshift</vt:lpstr>
      <vt:lpstr>Core Components of Amazon Redshift</vt:lpstr>
      <vt:lpstr>Data Storage and Compression</vt:lpstr>
      <vt:lpstr>Query Processing and Optimization</vt:lpstr>
      <vt:lpstr>Redshift Deployment Options</vt:lpstr>
      <vt:lpstr>Setting Up AWS Redshift</vt:lpstr>
      <vt:lpstr>Use Cases</vt:lpstr>
      <vt:lpstr>Redshift ML</vt:lpstr>
      <vt:lpstr>PowerPoint Presentation</vt:lpstr>
      <vt:lpstr>Introduction to Amazon EMR</vt:lpstr>
      <vt:lpstr>Use Cases</vt:lpstr>
      <vt:lpstr>EMR Architecture Overview</vt:lpstr>
      <vt:lpstr>Core Components of Amazon EMR</vt:lpstr>
      <vt:lpstr>Data Storage and Processing</vt:lpstr>
      <vt:lpstr>EMR Studio and Notebooks</vt:lpstr>
      <vt:lpstr>Deployment Options</vt:lpstr>
      <vt:lpstr>Deployment Options</vt:lpstr>
      <vt:lpstr>Setting Up AWS EMR</vt:lpstr>
      <vt:lpstr>Data Processing Frameworks</vt:lpstr>
      <vt:lpstr>Data Processing Frameworks</vt:lpstr>
      <vt:lpstr>Data Processing Frameworks</vt:lpstr>
      <vt:lpstr>Working with Data in EMR</vt:lpstr>
      <vt:lpstr>Working with Data in EMR</vt:lpstr>
      <vt:lpstr>Working with Data in EMR</vt:lpstr>
      <vt:lpstr>Data Processing Patterns</vt:lpstr>
      <vt:lpstr>PowerPoint Presentation</vt:lpstr>
      <vt:lpstr>Monitoring Tools</vt:lpstr>
      <vt:lpstr>Critical Metrics to Monitor</vt:lpstr>
      <vt:lpstr>Cost Management</vt:lpstr>
      <vt:lpstr>Cost Optimization Strategies</vt:lpstr>
      <vt:lpstr>Cost Monitoring</vt:lpstr>
      <vt:lpstr>Integration with AWS Ecosystem</vt:lpstr>
      <vt:lpstr>Analytics Integration</vt:lpstr>
      <vt:lpstr>Data Governance Integration</vt:lpstr>
      <vt:lpstr>Operational Integration</vt:lpstr>
      <vt:lpstr>Integration Architecture Patterns</vt:lpstr>
      <vt:lpstr>Hands-On Exercises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1152</cp:revision>
  <dcterms:created xsi:type="dcterms:W3CDTF">2023-03-26T11:17:23Z</dcterms:created>
  <dcterms:modified xsi:type="dcterms:W3CDTF">2025-05-03T15:30:37Z</dcterms:modified>
</cp:coreProperties>
</file>