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57" r:id="rId15"/>
    <p:sldId id="258" r:id="rId16"/>
    <p:sldId id="259" r:id="rId17"/>
    <p:sldId id="260" r:id="rId18"/>
    <p:sldId id="26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522C622D-18EB-48CB-8598-D5A738546E92}"/>
    <pc:docChg chg="undo custSel addSld modSld">
      <pc:chgData name="Mohammed Fasha" userId="cc64f42d-a1a6-4f08-b97b-0c37f877119f" providerId="ADAL" clId="{522C622D-18EB-48CB-8598-D5A738546E92}" dt="2024-12-01T09:04:05.040" v="134" actId="15"/>
      <pc:docMkLst>
        <pc:docMk/>
      </pc:docMkLst>
      <pc:sldChg chg="modSp add">
        <pc:chgData name="Mohammed Fasha" userId="cc64f42d-a1a6-4f08-b97b-0c37f877119f" providerId="ADAL" clId="{522C622D-18EB-48CB-8598-D5A738546E92}" dt="2024-12-01T07:50:37.075" v="3" actId="20577"/>
        <pc:sldMkLst>
          <pc:docMk/>
          <pc:sldMk cId="4253754442" sldId="258"/>
        </pc:sldMkLst>
        <pc:spChg chg="mod">
          <ac:chgData name="Mohammed Fasha" userId="cc64f42d-a1a6-4f08-b97b-0c37f877119f" providerId="ADAL" clId="{522C622D-18EB-48CB-8598-D5A738546E92}" dt="2024-12-01T07:50:37.075" v="3" actId="20577"/>
          <ac:spMkLst>
            <pc:docMk/>
            <pc:sldMk cId="4253754442" sldId="258"/>
            <ac:spMk id="2" creationId="{79E880C6-85C1-44B5-9DAB-285FA549EA70}"/>
          </ac:spMkLst>
        </pc:spChg>
        <pc:spChg chg="mod">
          <ac:chgData name="Mohammed Fasha" userId="cc64f42d-a1a6-4f08-b97b-0c37f877119f" providerId="ADAL" clId="{522C622D-18EB-48CB-8598-D5A738546E92}" dt="2024-12-01T07:50:35.513" v="1"/>
          <ac:spMkLst>
            <pc:docMk/>
            <pc:sldMk cId="4253754442" sldId="258"/>
            <ac:spMk id="3" creationId="{258E9C8A-0A17-4758-ADD6-8C812655A0A2}"/>
          </ac:spMkLst>
        </pc:spChg>
      </pc:sldChg>
      <pc:sldChg chg="modSp add">
        <pc:chgData name="Mohammed Fasha" userId="cc64f42d-a1a6-4f08-b97b-0c37f877119f" providerId="ADAL" clId="{522C622D-18EB-48CB-8598-D5A738546E92}" dt="2024-12-01T08:55:31.687" v="8" actId="5793"/>
        <pc:sldMkLst>
          <pc:docMk/>
          <pc:sldMk cId="1353176042" sldId="259"/>
        </pc:sldMkLst>
        <pc:spChg chg="mod">
          <ac:chgData name="Mohammed Fasha" userId="cc64f42d-a1a6-4f08-b97b-0c37f877119f" providerId="ADAL" clId="{522C622D-18EB-48CB-8598-D5A738546E92}" dt="2024-12-01T08:55:27.636" v="7" actId="20577"/>
          <ac:spMkLst>
            <pc:docMk/>
            <pc:sldMk cId="1353176042" sldId="259"/>
            <ac:spMk id="2" creationId="{DDD8975C-6AE2-48BA-84F8-81DF04FE6387}"/>
          </ac:spMkLst>
        </pc:spChg>
        <pc:spChg chg="mod">
          <ac:chgData name="Mohammed Fasha" userId="cc64f42d-a1a6-4f08-b97b-0c37f877119f" providerId="ADAL" clId="{522C622D-18EB-48CB-8598-D5A738546E92}" dt="2024-12-01T08:55:31.687" v="8" actId="5793"/>
          <ac:spMkLst>
            <pc:docMk/>
            <pc:sldMk cId="1353176042" sldId="259"/>
            <ac:spMk id="3" creationId="{DBE4D0ED-57A0-4E9A-B7A4-1448DA53EBCF}"/>
          </ac:spMkLst>
        </pc:spChg>
      </pc:sldChg>
      <pc:sldChg chg="modSp add">
        <pc:chgData name="Mohammed Fasha" userId="cc64f42d-a1a6-4f08-b97b-0c37f877119f" providerId="ADAL" clId="{522C622D-18EB-48CB-8598-D5A738546E92}" dt="2024-12-01T08:56:05.535" v="17" actId="5793"/>
        <pc:sldMkLst>
          <pc:docMk/>
          <pc:sldMk cId="3024794117" sldId="260"/>
        </pc:sldMkLst>
        <pc:spChg chg="mod">
          <ac:chgData name="Mohammed Fasha" userId="cc64f42d-a1a6-4f08-b97b-0c37f877119f" providerId="ADAL" clId="{522C622D-18EB-48CB-8598-D5A738546E92}" dt="2024-12-01T08:55:55.044" v="14" actId="20577"/>
          <ac:spMkLst>
            <pc:docMk/>
            <pc:sldMk cId="3024794117" sldId="260"/>
            <ac:spMk id="2" creationId="{9169F0EC-AA9D-4A32-A3FE-A6E5F8CA10D5}"/>
          </ac:spMkLst>
        </pc:spChg>
        <pc:spChg chg="mod">
          <ac:chgData name="Mohammed Fasha" userId="cc64f42d-a1a6-4f08-b97b-0c37f877119f" providerId="ADAL" clId="{522C622D-18EB-48CB-8598-D5A738546E92}" dt="2024-12-01T08:56:05.535" v="17" actId="5793"/>
          <ac:spMkLst>
            <pc:docMk/>
            <pc:sldMk cId="3024794117" sldId="260"/>
            <ac:spMk id="3" creationId="{CFFE283C-7271-4B1B-AFF4-D037DF002A55}"/>
          </ac:spMkLst>
        </pc:spChg>
      </pc:sldChg>
      <pc:sldChg chg="add">
        <pc:chgData name="Mohammed Fasha" userId="cc64f42d-a1a6-4f08-b97b-0c37f877119f" providerId="ADAL" clId="{522C622D-18EB-48CB-8598-D5A738546E92}" dt="2024-12-01T08:56:08.747" v="18"/>
        <pc:sldMkLst>
          <pc:docMk/>
          <pc:sldMk cId="1500679076" sldId="261"/>
        </pc:sldMkLst>
      </pc:sldChg>
      <pc:sldChg chg="modSp add">
        <pc:chgData name="Mohammed Fasha" userId="cc64f42d-a1a6-4f08-b97b-0c37f877119f" providerId="ADAL" clId="{522C622D-18EB-48CB-8598-D5A738546E92}" dt="2024-12-01T08:59:56.126" v="24" actId="5793"/>
        <pc:sldMkLst>
          <pc:docMk/>
          <pc:sldMk cId="487331589" sldId="262"/>
        </pc:sldMkLst>
        <pc:spChg chg="mod">
          <ac:chgData name="Mohammed Fasha" userId="cc64f42d-a1a6-4f08-b97b-0c37f877119f" providerId="ADAL" clId="{522C622D-18EB-48CB-8598-D5A738546E92}" dt="2024-12-01T08:59:53.650" v="23" actId="20577"/>
          <ac:spMkLst>
            <pc:docMk/>
            <pc:sldMk cId="487331589" sldId="262"/>
            <ac:spMk id="2" creationId="{427CF44C-DC3D-454B-939B-677DC631E076}"/>
          </ac:spMkLst>
        </pc:spChg>
        <pc:spChg chg="mod">
          <ac:chgData name="Mohammed Fasha" userId="cc64f42d-a1a6-4f08-b97b-0c37f877119f" providerId="ADAL" clId="{522C622D-18EB-48CB-8598-D5A738546E92}" dt="2024-12-01T08:59:56.126" v="24" actId="5793"/>
          <ac:spMkLst>
            <pc:docMk/>
            <pc:sldMk cId="487331589" sldId="262"/>
            <ac:spMk id="3" creationId="{21712C22-E972-4EE6-BD8A-308E0C681241}"/>
          </ac:spMkLst>
        </pc:spChg>
      </pc:sldChg>
      <pc:sldChg chg="modSp add">
        <pc:chgData name="Mohammed Fasha" userId="cc64f42d-a1a6-4f08-b97b-0c37f877119f" providerId="ADAL" clId="{522C622D-18EB-48CB-8598-D5A738546E92}" dt="2024-12-01T09:00:27.877" v="38" actId="15"/>
        <pc:sldMkLst>
          <pc:docMk/>
          <pc:sldMk cId="2330938038" sldId="263"/>
        </pc:sldMkLst>
        <pc:spChg chg="mod">
          <ac:chgData name="Mohammed Fasha" userId="cc64f42d-a1a6-4f08-b97b-0c37f877119f" providerId="ADAL" clId="{522C622D-18EB-48CB-8598-D5A738546E92}" dt="2024-12-01T09:00:13.466" v="31" actId="20577"/>
          <ac:spMkLst>
            <pc:docMk/>
            <pc:sldMk cId="2330938038" sldId="263"/>
            <ac:spMk id="2" creationId="{AF88087F-A3CD-4A15-A627-F1002A0EF13C}"/>
          </ac:spMkLst>
        </pc:spChg>
        <pc:spChg chg="mod">
          <ac:chgData name="Mohammed Fasha" userId="cc64f42d-a1a6-4f08-b97b-0c37f877119f" providerId="ADAL" clId="{522C622D-18EB-48CB-8598-D5A738546E92}" dt="2024-12-01T09:00:27.877" v="38" actId="15"/>
          <ac:spMkLst>
            <pc:docMk/>
            <pc:sldMk cId="2330938038" sldId="263"/>
            <ac:spMk id="3" creationId="{FAC29F36-EB70-4410-A4AF-8257E27ED2A5}"/>
          </ac:spMkLst>
        </pc:spChg>
      </pc:sldChg>
      <pc:sldChg chg="modSp add">
        <pc:chgData name="Mohammed Fasha" userId="cc64f42d-a1a6-4f08-b97b-0c37f877119f" providerId="ADAL" clId="{522C622D-18EB-48CB-8598-D5A738546E92}" dt="2024-12-01T09:01:11.703" v="59" actId="15"/>
        <pc:sldMkLst>
          <pc:docMk/>
          <pc:sldMk cId="2644369085" sldId="264"/>
        </pc:sldMkLst>
        <pc:spChg chg="mod">
          <ac:chgData name="Mohammed Fasha" userId="cc64f42d-a1a6-4f08-b97b-0c37f877119f" providerId="ADAL" clId="{522C622D-18EB-48CB-8598-D5A738546E92}" dt="2024-12-01T09:00:57.759" v="47" actId="20577"/>
          <ac:spMkLst>
            <pc:docMk/>
            <pc:sldMk cId="2644369085" sldId="264"/>
            <ac:spMk id="2" creationId="{72BFDCD7-D5E2-46B4-B9EF-59FF51ECE889}"/>
          </ac:spMkLst>
        </pc:spChg>
        <pc:spChg chg="mod">
          <ac:chgData name="Mohammed Fasha" userId="cc64f42d-a1a6-4f08-b97b-0c37f877119f" providerId="ADAL" clId="{522C622D-18EB-48CB-8598-D5A738546E92}" dt="2024-12-01T09:01:11.703" v="59" actId="15"/>
          <ac:spMkLst>
            <pc:docMk/>
            <pc:sldMk cId="2644369085" sldId="264"/>
            <ac:spMk id="3" creationId="{AB0E3F0D-CF2B-4B3A-BD56-CE1A09E29D7F}"/>
          </ac:spMkLst>
        </pc:spChg>
      </pc:sldChg>
      <pc:sldChg chg="modSp add">
        <pc:chgData name="Mohammed Fasha" userId="cc64f42d-a1a6-4f08-b97b-0c37f877119f" providerId="ADAL" clId="{522C622D-18EB-48CB-8598-D5A738546E92}" dt="2024-12-01T09:01:37.823" v="72" actId="15"/>
        <pc:sldMkLst>
          <pc:docMk/>
          <pc:sldMk cId="1353108083" sldId="265"/>
        </pc:sldMkLst>
        <pc:spChg chg="mod">
          <ac:chgData name="Mohammed Fasha" userId="cc64f42d-a1a6-4f08-b97b-0c37f877119f" providerId="ADAL" clId="{522C622D-18EB-48CB-8598-D5A738546E92}" dt="2024-12-01T09:01:26.871" v="65" actId="20577"/>
          <ac:spMkLst>
            <pc:docMk/>
            <pc:sldMk cId="1353108083" sldId="265"/>
            <ac:spMk id="2" creationId="{B8B63ADA-C185-4BC1-B584-A125140E1043}"/>
          </ac:spMkLst>
        </pc:spChg>
        <pc:spChg chg="mod">
          <ac:chgData name="Mohammed Fasha" userId="cc64f42d-a1a6-4f08-b97b-0c37f877119f" providerId="ADAL" clId="{522C622D-18EB-48CB-8598-D5A738546E92}" dt="2024-12-01T09:01:37.823" v="72" actId="15"/>
          <ac:spMkLst>
            <pc:docMk/>
            <pc:sldMk cId="1353108083" sldId="265"/>
            <ac:spMk id="3" creationId="{124C455B-9846-4214-8906-AC14BF492C69}"/>
          </ac:spMkLst>
        </pc:spChg>
      </pc:sldChg>
      <pc:sldChg chg="modSp add">
        <pc:chgData name="Mohammed Fasha" userId="cc64f42d-a1a6-4f08-b97b-0c37f877119f" providerId="ADAL" clId="{522C622D-18EB-48CB-8598-D5A738546E92}" dt="2024-12-01T09:02:03.536" v="85" actId="15"/>
        <pc:sldMkLst>
          <pc:docMk/>
          <pc:sldMk cId="1065281473" sldId="266"/>
        </pc:sldMkLst>
        <pc:spChg chg="mod">
          <ac:chgData name="Mohammed Fasha" userId="cc64f42d-a1a6-4f08-b97b-0c37f877119f" providerId="ADAL" clId="{522C622D-18EB-48CB-8598-D5A738546E92}" dt="2024-12-01T09:01:58.049" v="78" actId="20577"/>
          <ac:spMkLst>
            <pc:docMk/>
            <pc:sldMk cId="1065281473" sldId="266"/>
            <ac:spMk id="2" creationId="{C2751FC7-D4FB-483A-A4C2-402D112C73C6}"/>
          </ac:spMkLst>
        </pc:spChg>
        <pc:spChg chg="mod">
          <ac:chgData name="Mohammed Fasha" userId="cc64f42d-a1a6-4f08-b97b-0c37f877119f" providerId="ADAL" clId="{522C622D-18EB-48CB-8598-D5A738546E92}" dt="2024-12-01T09:02:03.536" v="85" actId="15"/>
          <ac:spMkLst>
            <pc:docMk/>
            <pc:sldMk cId="1065281473" sldId="266"/>
            <ac:spMk id="3" creationId="{95D70852-10C2-4BA4-A1D5-D3AC32F39AEB}"/>
          </ac:spMkLst>
        </pc:spChg>
      </pc:sldChg>
      <pc:sldChg chg="modSp add">
        <pc:chgData name="Mohammed Fasha" userId="cc64f42d-a1a6-4f08-b97b-0c37f877119f" providerId="ADAL" clId="{522C622D-18EB-48CB-8598-D5A738546E92}" dt="2024-12-01T09:02:27.192" v="98" actId="15"/>
        <pc:sldMkLst>
          <pc:docMk/>
          <pc:sldMk cId="3815140879" sldId="267"/>
        </pc:sldMkLst>
        <pc:spChg chg="mod">
          <ac:chgData name="Mohammed Fasha" userId="cc64f42d-a1a6-4f08-b97b-0c37f877119f" providerId="ADAL" clId="{522C622D-18EB-48CB-8598-D5A738546E92}" dt="2024-12-01T09:02:20.368" v="91" actId="20577"/>
          <ac:spMkLst>
            <pc:docMk/>
            <pc:sldMk cId="3815140879" sldId="267"/>
            <ac:spMk id="2" creationId="{40753BF9-1AF1-4BEE-BFA7-27357C177108}"/>
          </ac:spMkLst>
        </pc:spChg>
        <pc:spChg chg="mod">
          <ac:chgData name="Mohammed Fasha" userId="cc64f42d-a1a6-4f08-b97b-0c37f877119f" providerId="ADAL" clId="{522C622D-18EB-48CB-8598-D5A738546E92}" dt="2024-12-01T09:02:27.192" v="98" actId="15"/>
          <ac:spMkLst>
            <pc:docMk/>
            <pc:sldMk cId="3815140879" sldId="267"/>
            <ac:spMk id="3" creationId="{2AF9BB6C-9080-4E05-A9D3-EA76A19D2A2F}"/>
          </ac:spMkLst>
        </pc:spChg>
      </pc:sldChg>
      <pc:sldChg chg="modSp add">
        <pc:chgData name="Mohammed Fasha" userId="cc64f42d-a1a6-4f08-b97b-0c37f877119f" providerId="ADAL" clId="{522C622D-18EB-48CB-8598-D5A738546E92}" dt="2024-12-01T09:03:11.176" v="113" actId="15"/>
        <pc:sldMkLst>
          <pc:docMk/>
          <pc:sldMk cId="2091100449" sldId="268"/>
        </pc:sldMkLst>
        <pc:spChg chg="mod">
          <ac:chgData name="Mohammed Fasha" userId="cc64f42d-a1a6-4f08-b97b-0c37f877119f" providerId="ADAL" clId="{522C622D-18EB-48CB-8598-D5A738546E92}" dt="2024-12-01T09:03:00.579" v="105" actId="20577"/>
          <ac:spMkLst>
            <pc:docMk/>
            <pc:sldMk cId="2091100449" sldId="268"/>
            <ac:spMk id="2" creationId="{0668C852-A053-4523-A443-6BA0FD4DC82A}"/>
          </ac:spMkLst>
        </pc:spChg>
        <pc:spChg chg="mod">
          <ac:chgData name="Mohammed Fasha" userId="cc64f42d-a1a6-4f08-b97b-0c37f877119f" providerId="ADAL" clId="{522C622D-18EB-48CB-8598-D5A738546E92}" dt="2024-12-01T09:03:11.176" v="113" actId="15"/>
          <ac:spMkLst>
            <pc:docMk/>
            <pc:sldMk cId="2091100449" sldId="268"/>
            <ac:spMk id="3" creationId="{BDB71213-1417-4729-9F42-E71CC920113C}"/>
          </ac:spMkLst>
        </pc:spChg>
      </pc:sldChg>
      <pc:sldChg chg="modSp add">
        <pc:chgData name="Mohammed Fasha" userId="cc64f42d-a1a6-4f08-b97b-0c37f877119f" providerId="ADAL" clId="{522C622D-18EB-48CB-8598-D5A738546E92}" dt="2024-12-01T09:03:35.364" v="125" actId="5793"/>
        <pc:sldMkLst>
          <pc:docMk/>
          <pc:sldMk cId="338535443" sldId="269"/>
        </pc:sldMkLst>
        <pc:spChg chg="mod">
          <ac:chgData name="Mohammed Fasha" userId="cc64f42d-a1a6-4f08-b97b-0c37f877119f" providerId="ADAL" clId="{522C622D-18EB-48CB-8598-D5A738546E92}" dt="2024-12-01T09:03:29.032" v="119" actId="20577"/>
          <ac:spMkLst>
            <pc:docMk/>
            <pc:sldMk cId="338535443" sldId="269"/>
            <ac:spMk id="2" creationId="{27274D13-3341-49BE-94AF-FC2226F4A54E}"/>
          </ac:spMkLst>
        </pc:spChg>
        <pc:spChg chg="mod">
          <ac:chgData name="Mohammed Fasha" userId="cc64f42d-a1a6-4f08-b97b-0c37f877119f" providerId="ADAL" clId="{522C622D-18EB-48CB-8598-D5A738546E92}" dt="2024-12-01T09:03:35.364" v="125" actId="5793"/>
          <ac:spMkLst>
            <pc:docMk/>
            <pc:sldMk cId="338535443" sldId="269"/>
            <ac:spMk id="3" creationId="{259CD02C-7447-4C29-984E-B96989F8EA1E}"/>
          </ac:spMkLst>
        </pc:spChg>
      </pc:sldChg>
      <pc:sldChg chg="modSp add">
        <pc:chgData name="Mohammed Fasha" userId="cc64f42d-a1a6-4f08-b97b-0c37f877119f" providerId="ADAL" clId="{522C622D-18EB-48CB-8598-D5A738546E92}" dt="2024-12-01T09:04:05.040" v="134" actId="15"/>
        <pc:sldMkLst>
          <pc:docMk/>
          <pc:sldMk cId="759392129" sldId="270"/>
        </pc:sldMkLst>
        <pc:spChg chg="mod">
          <ac:chgData name="Mohammed Fasha" userId="cc64f42d-a1a6-4f08-b97b-0c37f877119f" providerId="ADAL" clId="{522C622D-18EB-48CB-8598-D5A738546E92}" dt="2024-12-01T09:03:58.612" v="130" actId="20577"/>
          <ac:spMkLst>
            <pc:docMk/>
            <pc:sldMk cId="759392129" sldId="270"/>
            <ac:spMk id="2" creationId="{9EF88CC4-81B5-4453-A3B0-3F12006E33C2}"/>
          </ac:spMkLst>
        </pc:spChg>
        <pc:spChg chg="mod">
          <ac:chgData name="Mohammed Fasha" userId="cc64f42d-a1a6-4f08-b97b-0c37f877119f" providerId="ADAL" clId="{522C622D-18EB-48CB-8598-D5A738546E92}" dt="2024-12-01T09:04:05.040" v="134" actId="15"/>
          <ac:spMkLst>
            <pc:docMk/>
            <pc:sldMk cId="759392129" sldId="270"/>
            <ac:spMk id="3" creationId="{3F3CDAB6-438B-4E4C-AA83-C16D4E3683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8421-F76A-48DD-A853-C7971898F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2EB17-00E2-424E-B3F4-CDA96A5C5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CF5CD-08D9-4857-95E0-B156FEA0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9FB2C-15A2-4F9C-BBD4-93E067FE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8C30E-0407-4689-BD74-FA71585D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9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25B4-B64F-4426-BF78-284B17C6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BA34-9488-4881-B788-C7B534DFA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1D670-274D-4564-BBEC-3FD0652E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F7FA3-5B68-4C4A-A123-2AE585B4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4ABB6-A5CC-4BB3-BC7D-5F4149B8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9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EFEF-B711-4C50-A3DF-1CD39F09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11736-9EFC-4F08-B8FE-87EC60D1C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AB50C-8762-42A8-BCB8-4622240A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D3A61-6AB9-4F58-9F5A-5AB51AA8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E5B1D-53EC-4498-B087-21E8DFFF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2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D9B1-522C-4A88-8293-3EA84BD5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D706C-AAB3-49B9-870F-B0723963F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11CAD-B54A-4096-809B-2E79310AE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7A746-AFFC-42A8-A109-EF959EF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74A5E-F7CE-490E-AA24-2FD2C140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0A488-BFE6-43CA-80F8-8BED68CF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52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2060-24DA-4D88-84DB-97C93BA0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ACDD8-D30F-4210-9EAC-44667800D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14130-CA38-4A07-B37A-6A5263BB3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CCC64-FF53-47B7-8D2F-E429C20B2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266449-71FE-4CEA-B50C-F5F41CE5B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58D21-095C-4090-83EA-1B5FD2BDB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E367A-B4E9-41EE-BD31-00800D7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3507F0-3DF9-44BF-A97D-637BB7A1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1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DF52-0F58-4FA2-90FF-5F3B705DE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613FA-9FA1-4F07-8A5F-0A7CC8C9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0F300-ADF0-4CAE-83DA-D029BE36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031FF-C4D2-4FC9-92C7-A23C51D54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6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68F35-581D-4D2A-AB49-4A55E3BC5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DD23C-48B2-4E85-84B1-A3D8D3D4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4D198-5DC9-40B9-8A5A-B5771154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4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7B001-2646-4A02-A33D-721AFF2F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DF89D-88FE-439C-BA8B-347AC6A47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B8E4-E21C-45D2-9D95-2427A8A95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B729E-2324-474B-9042-742091DA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9736B-4ED5-437E-BC77-D7738EE3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8A6A9-BF88-4D0D-B2A9-C6785E5D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6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2582-AED5-4007-96DE-55407C4F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4A039-8C48-4BF4-8065-0503F340D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7041C-707B-470C-B571-4D150D818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BAE55-D275-43E6-A5A1-F96B1FCF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6B54A-6581-4559-890A-2B1D3A67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82D36-D6EE-4756-BC1F-1AF1AC96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1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D5EA-2A23-47E0-9231-92A4CF60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E252C-5E06-4C10-9D39-C8F133E02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CC279-86F0-4B5C-A15B-ED18FFCE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B6E7-4E56-4C5E-A859-B0A862F5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B9CFF-D314-4790-9A10-C68E23A1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5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8CC94-5AB5-40F4-B7FF-6C9A1BA58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9C490-6C65-4908-9CD0-D6D0620C1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FE4AD-7291-4E94-A7BE-4BBA7EA8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6C121-C65E-43AF-AA0F-017A9663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6BAC1-B08A-4028-8C29-DEA12C7C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9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6BA9F-0E76-4A27-AA09-2DD22444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1C163-D0CD-4864-AE5C-E0BCDAF20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5E14C-2359-4F2D-B7E5-7F031FADE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51DEE-CAC0-4C4B-AA9F-0787308BFEEB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9E925-A0CB-4DD4-9BCE-A2DF98E92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31948-4106-4750-A91D-9F1AE2B67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D8C80-B534-4323-B13F-D883DF99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2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33FF-C986-4209-B3BD-6DF4B7262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37791-CBA2-434D-9158-E721677B42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17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F44C-DC3D-454B-939B-677DC631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Cloud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12C22-E972-4EE6-BD8A-308E0C681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Definition:</a:t>
            </a:r>
          </a:p>
          <a:p>
            <a:r>
              <a:rPr lang="en-US" dirty="0"/>
              <a:t>Cloud computing delivers computing services (e.g., servers, storage, databases, networking, software) over the internet.</a:t>
            </a:r>
          </a:p>
          <a:p>
            <a:pPr marL="0" indent="0">
              <a:buNone/>
            </a:pPr>
            <a:r>
              <a:rPr lang="en-US" dirty="0"/>
              <a:t>Key Features:</a:t>
            </a:r>
          </a:p>
          <a:p>
            <a:r>
              <a:rPr lang="en-US" dirty="0"/>
              <a:t>On-demand availability.</a:t>
            </a:r>
          </a:p>
          <a:p>
            <a:r>
              <a:rPr lang="en-US" dirty="0"/>
              <a:t>Pay-as-you-go pricing.</a:t>
            </a:r>
          </a:p>
          <a:p>
            <a:r>
              <a:rPr lang="en-US" dirty="0"/>
              <a:t>Scalability and flexibility.</a:t>
            </a:r>
          </a:p>
        </p:txBody>
      </p:sp>
    </p:spTree>
    <p:extLst>
      <p:ext uri="{BB962C8B-B14F-4D97-AF65-F5344CB8AC3E}">
        <p14:creationId xmlns:p14="http://schemas.microsoft.com/office/powerpoint/2010/main" val="487331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087F-A3CD-4A15-A627-F1002A0E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29F36-EB70-4410-A4AF-8257E27ED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On-Demand Self-Service:</a:t>
            </a:r>
          </a:p>
          <a:p>
            <a:pPr lvl="1"/>
            <a:r>
              <a:rPr lang="en-US" dirty="0"/>
              <a:t>Users can provision resources as needed without human intervention.</a:t>
            </a:r>
          </a:p>
          <a:p>
            <a:r>
              <a:rPr lang="en-US" dirty="0"/>
              <a:t>Broad Network Access:</a:t>
            </a:r>
          </a:p>
          <a:p>
            <a:pPr lvl="1"/>
            <a:r>
              <a:rPr lang="en-US" dirty="0"/>
              <a:t>Services are accessible from anywhere via the internet.</a:t>
            </a:r>
          </a:p>
          <a:p>
            <a:r>
              <a:rPr lang="en-US" dirty="0"/>
              <a:t>Resource Pooling:</a:t>
            </a:r>
          </a:p>
          <a:p>
            <a:pPr lvl="1"/>
            <a:r>
              <a:rPr lang="en-US" dirty="0"/>
              <a:t>Shared resources dynamically allocated to users.</a:t>
            </a:r>
          </a:p>
          <a:p>
            <a:r>
              <a:rPr lang="en-US" dirty="0"/>
              <a:t>Scalability:</a:t>
            </a:r>
          </a:p>
          <a:p>
            <a:pPr lvl="1"/>
            <a:r>
              <a:rPr lang="en-US" dirty="0"/>
              <a:t>Automatic scaling based on demand.</a:t>
            </a:r>
          </a:p>
          <a:p>
            <a:r>
              <a:rPr lang="en-US" dirty="0"/>
              <a:t>Measured Service:</a:t>
            </a:r>
          </a:p>
          <a:p>
            <a:pPr lvl="1"/>
            <a:r>
              <a:rPr lang="en-US" dirty="0"/>
              <a:t>Pay for what you use, no upfront costs.</a:t>
            </a:r>
          </a:p>
        </p:txBody>
      </p:sp>
    </p:spTree>
    <p:extLst>
      <p:ext uri="{BB962C8B-B14F-4D97-AF65-F5344CB8AC3E}">
        <p14:creationId xmlns:p14="http://schemas.microsoft.com/office/powerpoint/2010/main" val="233093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DCD7-D5E2-46B4-B9EF-59FF51EC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 Models (IaaS, PaaS, SaaS)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E3F0D-CF2B-4B3A-BD56-CE1A09E2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Infrastructure as a Service (IaaS):</a:t>
            </a:r>
          </a:p>
          <a:p>
            <a:pPr lvl="1"/>
            <a:r>
              <a:rPr lang="en-US" dirty="0"/>
              <a:t>Provides virtualized computing resources (e.g., VMs, storage).</a:t>
            </a:r>
          </a:p>
          <a:p>
            <a:pPr lvl="1"/>
            <a:r>
              <a:rPr lang="en-US" dirty="0"/>
              <a:t>Example: AWS EC2, Azure Virtual Machines.</a:t>
            </a:r>
          </a:p>
          <a:p>
            <a:r>
              <a:rPr lang="en-US" dirty="0"/>
              <a:t>Platform as a Service (PaaS):</a:t>
            </a:r>
          </a:p>
          <a:p>
            <a:pPr lvl="1"/>
            <a:r>
              <a:rPr lang="en-US" dirty="0"/>
              <a:t>Provides tools for developers to build and deploy applications.</a:t>
            </a:r>
          </a:p>
          <a:p>
            <a:pPr lvl="1"/>
            <a:r>
              <a:rPr lang="en-US" dirty="0"/>
              <a:t>Example: Google App Engine, Azure App Service.</a:t>
            </a:r>
          </a:p>
          <a:p>
            <a:r>
              <a:rPr lang="en-US" dirty="0"/>
              <a:t>Software as a Service (SaaS):</a:t>
            </a:r>
          </a:p>
          <a:p>
            <a:pPr lvl="1"/>
            <a:r>
              <a:rPr lang="en-US" dirty="0"/>
              <a:t>Delivers software applications over the internet.</a:t>
            </a:r>
          </a:p>
          <a:p>
            <a:pPr lvl="1"/>
            <a:r>
              <a:rPr lang="en-US" dirty="0"/>
              <a:t>Example: Microsoft 365, Google Workspace.</a:t>
            </a:r>
          </a:p>
        </p:txBody>
      </p:sp>
    </p:spTree>
    <p:extLst>
      <p:ext uri="{BB962C8B-B14F-4D97-AF65-F5344CB8AC3E}">
        <p14:creationId xmlns:p14="http://schemas.microsoft.com/office/powerpoint/2010/main" val="2644369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3ADA-C185-4BC1-B584-A125140E1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C455B-9846-4214-8906-AC14BF492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Cost Efficiency:</a:t>
            </a:r>
          </a:p>
          <a:p>
            <a:pPr lvl="1"/>
            <a:r>
              <a:rPr lang="en-US" dirty="0"/>
              <a:t>No need to invest in expensive hardware.</a:t>
            </a:r>
          </a:p>
          <a:p>
            <a:r>
              <a:rPr lang="en-US" dirty="0"/>
              <a:t>Scalability:</a:t>
            </a:r>
          </a:p>
          <a:p>
            <a:pPr lvl="1"/>
            <a:r>
              <a:rPr lang="en-US" dirty="0"/>
              <a:t>Resources can grow or shrink based on demand.</a:t>
            </a:r>
          </a:p>
          <a:p>
            <a:r>
              <a:rPr lang="en-US" dirty="0"/>
              <a:t>Flexibility:</a:t>
            </a:r>
          </a:p>
          <a:p>
            <a:pPr lvl="1"/>
            <a:r>
              <a:rPr lang="en-US" dirty="0"/>
              <a:t>Access services from anywhere.</a:t>
            </a:r>
          </a:p>
          <a:p>
            <a:r>
              <a:rPr lang="en-US" dirty="0"/>
              <a:t>Automatic Updates:</a:t>
            </a:r>
          </a:p>
          <a:p>
            <a:pPr lvl="1"/>
            <a:r>
              <a:rPr lang="en-US" dirty="0"/>
              <a:t>Cloud providers manage infrastructure updates.</a:t>
            </a:r>
          </a:p>
          <a:p>
            <a:r>
              <a:rPr lang="en-US" dirty="0"/>
              <a:t>Disaster Recovery:</a:t>
            </a:r>
          </a:p>
          <a:p>
            <a:pPr lvl="1"/>
            <a:r>
              <a:rPr lang="en-US" dirty="0"/>
              <a:t>Built-in redundancy for data backup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35310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1FC7-D4FB-483A-A4C2-402D112C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Popular Cloud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70852-10C2-4BA4-A1D5-D3AC32F39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Amazon Web Services (AWS):</a:t>
            </a:r>
          </a:p>
          <a:p>
            <a:pPr lvl="1"/>
            <a:r>
              <a:rPr lang="en-US" dirty="0"/>
              <a:t>Market leader with a wide range of services.</a:t>
            </a:r>
          </a:p>
          <a:p>
            <a:r>
              <a:rPr lang="en-US" dirty="0"/>
              <a:t>Microsoft Azure:</a:t>
            </a:r>
          </a:p>
          <a:p>
            <a:pPr lvl="1"/>
            <a:r>
              <a:rPr lang="en-US" dirty="0"/>
              <a:t>Strong integration with Microsoft tools.</a:t>
            </a:r>
          </a:p>
          <a:p>
            <a:r>
              <a:rPr lang="en-US" dirty="0"/>
              <a:t>Google Cloud Platform (GCP):</a:t>
            </a:r>
          </a:p>
          <a:p>
            <a:pPr lvl="1"/>
            <a:r>
              <a:rPr lang="en-US" dirty="0"/>
              <a:t>Focused on machine learning and analytics.</a:t>
            </a:r>
          </a:p>
          <a:p>
            <a:r>
              <a:rPr lang="en-US" dirty="0"/>
              <a:t>IBM Cloud:</a:t>
            </a:r>
          </a:p>
          <a:p>
            <a:pPr lvl="1"/>
            <a:r>
              <a:rPr lang="en-US" dirty="0"/>
              <a:t>Focus on enterprise solutions.</a:t>
            </a:r>
          </a:p>
          <a:p>
            <a:r>
              <a:rPr lang="en-US" dirty="0"/>
              <a:t>Alibaba Cloud:</a:t>
            </a:r>
          </a:p>
          <a:p>
            <a:pPr lvl="1"/>
            <a:r>
              <a:rPr lang="en-US" dirty="0"/>
              <a:t>Leading provider in Asia.</a:t>
            </a:r>
          </a:p>
        </p:txBody>
      </p:sp>
    </p:spTree>
    <p:extLst>
      <p:ext uri="{BB962C8B-B14F-4D97-AF65-F5344CB8AC3E}">
        <p14:creationId xmlns:p14="http://schemas.microsoft.com/office/powerpoint/2010/main" val="106528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3BF9-1AF1-4BEE-BFA7-27357C17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BB6C-9080-4E05-A9D3-EA76A19D2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Storage and Backup:</a:t>
            </a:r>
          </a:p>
          <a:p>
            <a:pPr lvl="1"/>
            <a:r>
              <a:rPr lang="en-US" dirty="0"/>
              <a:t>Storing large volumes of data (e.g., Dropbox, Google Drive).</a:t>
            </a:r>
          </a:p>
          <a:p>
            <a:r>
              <a:rPr lang="en-US" dirty="0"/>
              <a:t>Web Hosting:</a:t>
            </a:r>
          </a:p>
          <a:p>
            <a:pPr lvl="1"/>
            <a:r>
              <a:rPr lang="en-US" dirty="0"/>
              <a:t>Hosting websites or web applications.</a:t>
            </a:r>
          </a:p>
          <a:p>
            <a:r>
              <a:rPr lang="en-US" dirty="0"/>
              <a:t>Big Data Analytics:</a:t>
            </a:r>
          </a:p>
          <a:p>
            <a:pPr lvl="1"/>
            <a:r>
              <a:rPr lang="en-US" dirty="0"/>
              <a:t>Processing and analyzing vast datasets.</a:t>
            </a:r>
          </a:p>
          <a:p>
            <a:r>
              <a:rPr lang="en-US" dirty="0"/>
              <a:t>Machine Learning:</a:t>
            </a:r>
          </a:p>
          <a:p>
            <a:pPr lvl="1"/>
            <a:r>
              <a:rPr lang="en-US" dirty="0"/>
              <a:t>Training models using scalable resources.</a:t>
            </a:r>
          </a:p>
          <a:p>
            <a:r>
              <a:rPr lang="en-US" dirty="0"/>
              <a:t>IoT and Edge Computing:</a:t>
            </a:r>
          </a:p>
          <a:p>
            <a:pPr lvl="1"/>
            <a:r>
              <a:rPr lang="en-US" dirty="0"/>
              <a:t>Managing data from IoT devices in real-time.</a:t>
            </a:r>
          </a:p>
        </p:txBody>
      </p:sp>
    </p:spTree>
    <p:extLst>
      <p:ext uri="{BB962C8B-B14F-4D97-AF65-F5344CB8AC3E}">
        <p14:creationId xmlns:p14="http://schemas.microsoft.com/office/powerpoint/2010/main" val="3815140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C852-A053-4523-A443-6BA0FD4D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Microsoft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71213-1417-4729-9F42-E71CC9201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Microsoft Azure?</a:t>
            </a:r>
          </a:p>
          <a:p>
            <a:pPr lvl="1"/>
            <a:r>
              <a:rPr lang="en-US" dirty="0"/>
              <a:t>A cloud computing platform and service by Microsoft.</a:t>
            </a:r>
          </a:p>
          <a:p>
            <a:pPr lvl="1"/>
            <a:r>
              <a:rPr lang="en-US" dirty="0"/>
              <a:t>Offers solutions for building, deploying, and managing applications globally.</a:t>
            </a:r>
          </a:p>
          <a:p>
            <a:pPr marL="0" indent="0">
              <a:buNone/>
            </a:pPr>
            <a:r>
              <a:rPr lang="en-US" dirty="0"/>
              <a:t>Why Use Azure?</a:t>
            </a:r>
          </a:p>
          <a:p>
            <a:pPr lvl="1"/>
            <a:r>
              <a:rPr lang="en-US" dirty="0"/>
              <a:t>Scalability: Elastic resources for growing needs.</a:t>
            </a:r>
          </a:p>
          <a:p>
            <a:pPr lvl="1"/>
            <a:r>
              <a:rPr lang="en-US" dirty="0"/>
              <a:t>Reliability: 99.9% uptime SLA.</a:t>
            </a:r>
          </a:p>
          <a:p>
            <a:pPr lvl="1"/>
            <a:r>
              <a:rPr lang="en-US" dirty="0"/>
              <a:t>Security: Industry-leading compliance standards.</a:t>
            </a:r>
          </a:p>
        </p:txBody>
      </p:sp>
    </p:spTree>
    <p:extLst>
      <p:ext uri="{BB962C8B-B14F-4D97-AF65-F5344CB8AC3E}">
        <p14:creationId xmlns:p14="http://schemas.microsoft.com/office/powerpoint/2010/main" val="2091100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74D13-3341-49BE-94AF-FC2226F4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Services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CD02C-7447-4C29-984E-B96989F8E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Compute:</a:t>
            </a:r>
          </a:p>
          <a:p>
            <a:r>
              <a:rPr lang="en-US" dirty="0"/>
              <a:t>Virtual Machines, App Services, Azure Kubernetes Service (AKS).</a:t>
            </a:r>
          </a:p>
          <a:p>
            <a:pPr marL="0" indent="0">
              <a:buNone/>
            </a:pPr>
            <a:r>
              <a:rPr lang="en-US" dirty="0"/>
              <a:t>Storage:</a:t>
            </a:r>
          </a:p>
          <a:p>
            <a:r>
              <a:rPr lang="en-US" dirty="0"/>
              <a:t>Blob Storage, Azure Data Lake, Disk Storage.</a:t>
            </a:r>
          </a:p>
          <a:p>
            <a:pPr marL="0" indent="0">
              <a:buNone/>
            </a:pPr>
            <a:r>
              <a:rPr lang="en-US" dirty="0"/>
              <a:t>Databases:</a:t>
            </a:r>
          </a:p>
          <a:p>
            <a:r>
              <a:rPr lang="en-US" dirty="0"/>
              <a:t>Azure SQL Database, Cosmos DB, Azure Database for MySQL/PostgreSQL.</a:t>
            </a:r>
          </a:p>
          <a:p>
            <a:pPr marL="0" indent="0">
              <a:buNone/>
            </a:pPr>
            <a:r>
              <a:rPr lang="en-US" dirty="0"/>
              <a:t>Networking:</a:t>
            </a:r>
          </a:p>
          <a:p>
            <a:r>
              <a:rPr lang="en-US" dirty="0"/>
              <a:t>Virtual Networks, Load Balancers, Azure CDN.</a:t>
            </a:r>
          </a:p>
          <a:p>
            <a:pPr marL="0" indent="0">
              <a:buNone/>
            </a:pPr>
            <a:r>
              <a:rPr lang="en-US" dirty="0"/>
              <a:t>AI &amp; Machine Learning:</a:t>
            </a:r>
          </a:p>
          <a:p>
            <a:r>
              <a:rPr lang="en-US" dirty="0"/>
              <a:t>Azure Machine Learning, Cognitive Services.</a:t>
            </a:r>
          </a:p>
          <a:p>
            <a:pPr marL="0" indent="0">
              <a:buNone/>
            </a:pPr>
            <a:r>
              <a:rPr lang="en-US" dirty="0"/>
              <a:t>Big Data &amp; Analytics:</a:t>
            </a:r>
          </a:p>
          <a:p>
            <a:r>
              <a:rPr lang="en-US" dirty="0"/>
              <a:t>Azure Synapse, Databricks, HDInsight.</a:t>
            </a:r>
          </a:p>
        </p:txBody>
      </p:sp>
    </p:spTree>
    <p:extLst>
      <p:ext uri="{BB962C8B-B14F-4D97-AF65-F5344CB8AC3E}">
        <p14:creationId xmlns:p14="http://schemas.microsoft.com/office/powerpoint/2010/main" val="33853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8CC4-81B5-4453-A3B0-3F12006E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CDAB6-438B-4E4C-AA83-C16D4E36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and Mobile Apps:</a:t>
            </a:r>
          </a:p>
          <a:p>
            <a:pPr lvl="1"/>
            <a:r>
              <a:rPr lang="en-US" dirty="0"/>
              <a:t>Host scalable, secure apps with Azure App Service.</a:t>
            </a:r>
          </a:p>
          <a:p>
            <a:r>
              <a:rPr lang="en-US" dirty="0"/>
              <a:t>Data Analytics:</a:t>
            </a:r>
          </a:p>
          <a:p>
            <a:pPr lvl="1"/>
            <a:r>
              <a:rPr lang="en-US" dirty="0"/>
              <a:t>Process large datasets using Azure Synapse Analytics.</a:t>
            </a:r>
          </a:p>
          <a:p>
            <a:r>
              <a:rPr lang="en-US" dirty="0"/>
              <a:t>Machine Learning and AI:</a:t>
            </a:r>
          </a:p>
          <a:p>
            <a:pPr lvl="1"/>
            <a:r>
              <a:rPr lang="en-US" dirty="0"/>
              <a:t>Train and deploy ML models at scale.</a:t>
            </a:r>
          </a:p>
          <a:p>
            <a:r>
              <a:rPr lang="en-US" dirty="0"/>
              <a:t>IoT Solutions:</a:t>
            </a:r>
          </a:p>
          <a:p>
            <a:pPr lvl="1"/>
            <a:r>
              <a:rPr lang="en-US" dirty="0"/>
              <a:t>Connect and monitor IoT devices with Azure IoT Hub.</a:t>
            </a:r>
          </a:p>
        </p:txBody>
      </p:sp>
    </p:spTree>
    <p:extLst>
      <p:ext uri="{BB962C8B-B14F-4D97-AF65-F5344CB8AC3E}">
        <p14:creationId xmlns:p14="http://schemas.microsoft.com/office/powerpoint/2010/main" val="759392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7070-75DE-4EE0-9870-FB2B3E05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E6853-F811-4125-825A-4C5861418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Databricks?</a:t>
            </a:r>
          </a:p>
          <a:p>
            <a:r>
              <a:rPr lang="en-US" dirty="0"/>
              <a:t>Unified platform for big data analytics and AI.</a:t>
            </a:r>
          </a:p>
          <a:p>
            <a:r>
              <a:rPr lang="en-US" dirty="0"/>
              <a:t>Built on Apache Spark.</a:t>
            </a:r>
          </a:p>
          <a:p>
            <a:r>
              <a:rPr lang="en-US" dirty="0"/>
              <a:t>Enables collaboration, scalability, and integration.</a:t>
            </a:r>
          </a:p>
          <a:p>
            <a:r>
              <a:rPr lang="en-US" dirty="0"/>
              <a:t>Why Use Databricks?</a:t>
            </a:r>
          </a:p>
          <a:p>
            <a:r>
              <a:rPr lang="en-US" dirty="0"/>
              <a:t>Fast data processing at scale.</a:t>
            </a:r>
          </a:p>
          <a:p>
            <a:r>
              <a:rPr lang="en-US" dirty="0"/>
              <a:t>Seamless integration with Microsoft Azure.</a:t>
            </a:r>
          </a:p>
          <a:p>
            <a:r>
              <a:rPr lang="en-US" dirty="0"/>
              <a:t>Ideal for ETL, data science, and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2388931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80C6-85C1-44B5-9DAB-285FA549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9C8A-0A17-4758-ADD6-8C812655A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Collaborative Workspaces: Shared notebooks for teams to work together.</a:t>
            </a:r>
          </a:p>
          <a:p>
            <a:r>
              <a:rPr lang="en-US" dirty="0"/>
              <a:t>Scalable Clusters: Autoscaling for optimal resource usage.</a:t>
            </a:r>
          </a:p>
          <a:p>
            <a:r>
              <a:rPr lang="en-US" dirty="0"/>
              <a:t>Azure Integration: Works seamlessly with Azure Data Lake, Blob Storage, and Power BI.</a:t>
            </a:r>
          </a:p>
          <a:p>
            <a:r>
              <a:rPr lang="en-US" dirty="0"/>
              <a:t>Machine Learning Support: Prebuilt libraries and frameworks.</a:t>
            </a:r>
          </a:p>
          <a:p>
            <a:r>
              <a:rPr lang="en-US" dirty="0"/>
              <a:t>Built-in Security: Managed by Azure security standards.</a:t>
            </a:r>
          </a:p>
        </p:txBody>
      </p:sp>
    </p:spTree>
    <p:extLst>
      <p:ext uri="{BB962C8B-B14F-4D97-AF65-F5344CB8AC3E}">
        <p14:creationId xmlns:p14="http://schemas.microsoft.com/office/powerpoint/2010/main" val="4253754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975C-6AE2-48BA-84F8-81DF04FE6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Databricks in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4D0ED-57A0-4E9A-B7A4-1448DA53E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 to Create a Databricks Workspace:</a:t>
            </a:r>
          </a:p>
          <a:p>
            <a:r>
              <a:rPr lang="en-US" dirty="0"/>
              <a:t>Log in to the Azure Portal.</a:t>
            </a:r>
          </a:p>
          <a:p>
            <a:r>
              <a:rPr lang="en-US" dirty="0"/>
              <a:t>Search for Databricks in the search bar.</a:t>
            </a:r>
          </a:p>
          <a:p>
            <a:r>
              <a:rPr lang="en-US" dirty="0"/>
              <a:t>Click "Create" and configure workspace settings (name, region, pricing tier).</a:t>
            </a:r>
          </a:p>
          <a:p>
            <a:r>
              <a:rPr lang="en-US" dirty="0"/>
              <a:t>Launch Databricks workspace from Azure.</a:t>
            </a:r>
          </a:p>
        </p:txBody>
      </p:sp>
    </p:spTree>
    <p:extLst>
      <p:ext uri="{BB962C8B-B14F-4D97-AF65-F5344CB8AC3E}">
        <p14:creationId xmlns:p14="http://schemas.microsoft.com/office/powerpoint/2010/main" val="1353176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F0EC-AA9D-4A32-A3FE-A6E5F8CA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Databricks Cluster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E283C-7271-4B1B-AFF4-D037DF002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a Cluster?</a:t>
            </a:r>
          </a:p>
          <a:p>
            <a:r>
              <a:rPr lang="en-US" dirty="0"/>
              <a:t>A group of virtual machines that process data in parallel.</a:t>
            </a:r>
          </a:p>
          <a:p>
            <a:pPr marL="0" indent="0">
              <a:buNone/>
            </a:pPr>
            <a:r>
              <a:rPr lang="en-US" dirty="0"/>
              <a:t>Steps to Create a Cluster:</a:t>
            </a:r>
          </a:p>
          <a:p>
            <a:r>
              <a:rPr lang="en-US" dirty="0"/>
              <a:t>In Databricks, go to the Clusters tab.</a:t>
            </a:r>
          </a:p>
          <a:p>
            <a:r>
              <a:rPr lang="en-US" dirty="0"/>
              <a:t>Click Create Cluster.</a:t>
            </a:r>
          </a:p>
          <a:p>
            <a:r>
              <a:rPr lang="en-US" dirty="0"/>
              <a:t>Choose a cluster name, runtime, and size.</a:t>
            </a:r>
          </a:p>
          <a:p>
            <a:r>
              <a:rPr lang="en-US" dirty="0"/>
              <a:t>Start the cluster for your workloads.</a:t>
            </a:r>
          </a:p>
          <a:p>
            <a:pPr marL="0" indent="0">
              <a:buNone/>
            </a:pPr>
            <a:r>
              <a:rPr lang="en-US" dirty="0"/>
              <a:t>Tip: Use autoscaling for cost efficiency.</a:t>
            </a:r>
          </a:p>
        </p:txBody>
      </p:sp>
    </p:spTree>
    <p:extLst>
      <p:ext uri="{BB962C8B-B14F-4D97-AF65-F5344CB8AC3E}">
        <p14:creationId xmlns:p14="http://schemas.microsoft.com/office/powerpoint/2010/main" val="3024794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C6FB9-1940-4DFA-8241-6C414BDB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A0DE3-AA72-43A0-9E25-F2E539359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79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0DB0B4DCD4994BA0B53B90F48248FB" ma:contentTypeVersion="17" ma:contentTypeDescription="Create a new document." ma:contentTypeScope="" ma:versionID="89b596077de0219f935a6ab711f2d0ee">
  <xsd:schema xmlns:xsd="http://www.w3.org/2001/XMLSchema" xmlns:xs="http://www.w3.org/2001/XMLSchema" xmlns:p="http://schemas.microsoft.com/office/2006/metadata/properties" xmlns:ns3="5d9e8ea6-d7cf-4c00-b931-0c0027af1451" xmlns:ns4="24b8453d-154c-4c63-97d1-80f7846f6991" targetNamespace="http://schemas.microsoft.com/office/2006/metadata/properties" ma:root="true" ma:fieldsID="cd616adf96839ca32a36dfb6e4534def" ns3:_="" ns4:_="">
    <xsd:import namespace="5d9e8ea6-d7cf-4c00-b931-0c0027af1451"/>
    <xsd:import namespace="24b8453d-154c-4c63-97d1-80f7846f699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e8ea6-d7cf-4c00-b931-0c0027af14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b8453d-154c-4c63-97d1-80f7846f699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9e8ea6-d7cf-4c00-b931-0c0027af1451" xsi:nil="true"/>
  </documentManagement>
</p:properties>
</file>

<file path=customXml/itemProps1.xml><?xml version="1.0" encoding="utf-8"?>
<ds:datastoreItem xmlns:ds="http://schemas.openxmlformats.org/officeDocument/2006/customXml" ds:itemID="{1B6082CE-EBFB-49B8-BC8F-DE2AABF681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9e8ea6-d7cf-4c00-b931-0c0027af1451"/>
    <ds:schemaRef ds:uri="24b8453d-154c-4c63-97d1-80f7846f69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838F7A-4451-4BB9-BFAE-EB2759CDC6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FEA516-5246-40C2-B752-89F6434124DD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5d9e8ea6-d7cf-4c00-b931-0c0027af1451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24b8453d-154c-4c63-97d1-80f7846f69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786</Words>
  <Application>Microsoft Office PowerPoint</Application>
  <PresentationFormat>Widescreen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What is Cloud Computing?</vt:lpstr>
      <vt:lpstr>Characteristics of Cloud Computing</vt:lpstr>
      <vt:lpstr>Cloud Service Models (IaaS, PaaS, SaaS)</vt:lpstr>
      <vt:lpstr>Benefits of Cloud Computing</vt:lpstr>
      <vt:lpstr> Popular Cloud Providers</vt:lpstr>
      <vt:lpstr>Real-World Applications of Cloud Computing</vt:lpstr>
      <vt:lpstr>Introduction to Microsoft Azure</vt:lpstr>
      <vt:lpstr>Azure Services Overview</vt:lpstr>
      <vt:lpstr>Azure Use Cases</vt:lpstr>
      <vt:lpstr>Introduction to Databricks</vt:lpstr>
      <vt:lpstr>Key Features of Databricks</vt:lpstr>
      <vt:lpstr>Setting Up Databricks in Azure</vt:lpstr>
      <vt:lpstr>Databricks Cluster Basics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Fasha</dc:creator>
  <cp:lastModifiedBy>Mohammed Fasha</cp:lastModifiedBy>
  <cp:revision>2</cp:revision>
  <dcterms:created xsi:type="dcterms:W3CDTF">2024-12-01T07:48:57Z</dcterms:created>
  <dcterms:modified xsi:type="dcterms:W3CDTF">2024-12-01T09:04:34Z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0x010100D30DB0B4DCD4994BA0B53B90F48248FB</vt:lpwstr>
  </property>
</Properties>
</file>