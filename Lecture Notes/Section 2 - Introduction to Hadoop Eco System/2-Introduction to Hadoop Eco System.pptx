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83" r:id="rId3"/>
    <p:sldId id="284" r:id="rId4"/>
    <p:sldId id="257" r:id="rId5"/>
    <p:sldId id="258" r:id="rId6"/>
    <p:sldId id="260" r:id="rId7"/>
    <p:sldId id="263" r:id="rId8"/>
    <p:sldId id="264" r:id="rId9"/>
    <p:sldId id="265" r:id="rId10"/>
    <p:sldId id="314" r:id="rId11"/>
    <p:sldId id="268" r:id="rId12"/>
    <p:sldId id="327" r:id="rId13"/>
    <p:sldId id="270" r:id="rId14"/>
    <p:sldId id="329" r:id="rId15"/>
    <p:sldId id="272" r:id="rId16"/>
    <p:sldId id="321" r:id="rId17"/>
    <p:sldId id="320" r:id="rId18"/>
    <p:sldId id="328" r:id="rId19"/>
    <p:sldId id="322" r:id="rId20"/>
    <p:sldId id="274" r:id="rId21"/>
    <p:sldId id="278" r:id="rId22"/>
    <p:sldId id="326" r:id="rId23"/>
    <p:sldId id="280" r:id="rId24"/>
    <p:sldId id="281" r:id="rId25"/>
    <p:sldId id="282" r:id="rId26"/>
    <p:sldId id="325" r:id="rId27"/>
    <p:sldId id="323" r:id="rId28"/>
    <p:sldId id="324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23B"/>
    <a:srgbClr val="67337A"/>
    <a:srgbClr val="00642D"/>
    <a:srgbClr val="98A5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8CEBFD-D6A1-FF4F-145A-C5347D00F6D8}" v="1248" dt="2025-03-23T06:04:22.577"/>
    <p1510:client id="{2F52505F-0676-E1F8-3A9C-C74E2F5553F9}" v="50" dt="2025-03-23T06:07:34.188"/>
    <p1510:client id="{52B7A16F-CAD0-4D4D-9F9C-A24C8678CAD7}" v="140" dt="2025-03-23T08:12:51.874"/>
    <p1510:client id="{90B6B862-2DC7-460D-AAB2-4136282EE665}" v="16" dt="2025-03-22T15:29:43.3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954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ed Fasha" userId="cc64f42d-a1a6-4f08-b97b-0c37f877119f" providerId="ADAL" clId="{52B7A16F-CAD0-4D4D-9F9C-A24C8678CAD7}"/>
    <pc:docChg chg="undo custSel addSld delSld modSld">
      <pc:chgData name="Mohammed Fasha" userId="cc64f42d-a1a6-4f08-b97b-0c37f877119f" providerId="ADAL" clId="{52B7A16F-CAD0-4D4D-9F9C-A24C8678CAD7}" dt="2025-03-23T08:12:51.858" v="440" actId="167"/>
      <pc:docMkLst>
        <pc:docMk/>
      </pc:docMkLst>
      <pc:sldChg chg="modSp mod">
        <pc:chgData name="Mohammed Fasha" userId="cc64f42d-a1a6-4f08-b97b-0c37f877119f" providerId="ADAL" clId="{52B7A16F-CAD0-4D4D-9F9C-A24C8678CAD7}" dt="2025-03-23T07:38:06.248" v="0" actId="1076"/>
        <pc:sldMkLst>
          <pc:docMk/>
          <pc:sldMk cId="0" sldId="260"/>
        </pc:sldMkLst>
        <pc:picChg chg="mod">
          <ac:chgData name="Mohammed Fasha" userId="cc64f42d-a1a6-4f08-b97b-0c37f877119f" providerId="ADAL" clId="{52B7A16F-CAD0-4D4D-9F9C-A24C8678CAD7}" dt="2025-03-23T07:38:06.248" v="0" actId="1076"/>
          <ac:picMkLst>
            <pc:docMk/>
            <pc:sldMk cId="0" sldId="260"/>
            <ac:picMk id="4" creationId="{00000000-0000-0000-0000-000000000000}"/>
          </ac:picMkLst>
        </pc:picChg>
      </pc:sldChg>
      <pc:sldChg chg="addSp delSp modSp mod">
        <pc:chgData name="Mohammed Fasha" userId="cc64f42d-a1a6-4f08-b97b-0c37f877119f" providerId="ADAL" clId="{52B7A16F-CAD0-4D4D-9F9C-A24C8678CAD7}" dt="2025-03-23T07:53:24.379" v="210" actId="1037"/>
        <pc:sldMkLst>
          <pc:docMk/>
          <pc:sldMk cId="0" sldId="268"/>
        </pc:sldMkLst>
        <pc:spChg chg="mod">
          <ac:chgData name="Mohammed Fasha" userId="cc64f42d-a1a6-4f08-b97b-0c37f877119f" providerId="ADAL" clId="{52B7A16F-CAD0-4D4D-9F9C-A24C8678CAD7}" dt="2025-03-23T07:52:27.822" v="194" actId="14100"/>
          <ac:spMkLst>
            <pc:docMk/>
            <pc:sldMk cId="0" sldId="268"/>
            <ac:spMk id="2" creationId="{00000000-0000-0000-0000-000000000000}"/>
          </ac:spMkLst>
        </pc:spChg>
        <pc:picChg chg="del mod">
          <ac:chgData name="Mohammed Fasha" userId="cc64f42d-a1a6-4f08-b97b-0c37f877119f" providerId="ADAL" clId="{52B7A16F-CAD0-4D4D-9F9C-A24C8678CAD7}" dt="2025-03-23T07:49:10.230" v="99" actId="21"/>
          <ac:picMkLst>
            <pc:docMk/>
            <pc:sldMk cId="0" sldId="268"/>
            <ac:picMk id="3" creationId="{80666BF4-16FB-5F6D-681D-CB4B25AF4A97}"/>
          </ac:picMkLst>
        </pc:picChg>
        <pc:picChg chg="add mod">
          <ac:chgData name="Mohammed Fasha" userId="cc64f42d-a1a6-4f08-b97b-0c37f877119f" providerId="ADAL" clId="{52B7A16F-CAD0-4D4D-9F9C-A24C8678CAD7}" dt="2025-03-23T07:53:24.379" v="210" actId="1037"/>
          <ac:picMkLst>
            <pc:docMk/>
            <pc:sldMk cId="0" sldId="268"/>
            <ac:picMk id="4" creationId="{8938F170-AA00-1377-3C2D-9C4BA79F0B63}"/>
          </ac:picMkLst>
        </pc:picChg>
        <pc:picChg chg="mod">
          <ac:chgData name="Mohammed Fasha" userId="cc64f42d-a1a6-4f08-b97b-0c37f877119f" providerId="ADAL" clId="{52B7A16F-CAD0-4D4D-9F9C-A24C8678CAD7}" dt="2025-03-23T07:52:46.951" v="196" actId="1076"/>
          <ac:picMkLst>
            <pc:docMk/>
            <pc:sldMk cId="0" sldId="268"/>
            <ac:picMk id="1026" creationId="{6F3CBA0F-1E6C-643F-B94A-E0D29A10F4F2}"/>
          </ac:picMkLst>
        </pc:picChg>
        <pc:picChg chg="add mod">
          <ac:chgData name="Mohammed Fasha" userId="cc64f42d-a1a6-4f08-b97b-0c37f877119f" providerId="ADAL" clId="{52B7A16F-CAD0-4D4D-9F9C-A24C8678CAD7}" dt="2025-03-23T07:52:51.388" v="198" actId="1076"/>
          <ac:picMkLst>
            <pc:docMk/>
            <pc:sldMk cId="0" sldId="268"/>
            <ac:picMk id="3074" creationId="{CA531F7F-21C5-71FB-D0ED-F868724378F4}"/>
          </ac:picMkLst>
        </pc:picChg>
      </pc:sldChg>
      <pc:sldChg chg="modSp mod">
        <pc:chgData name="Mohammed Fasha" userId="cc64f42d-a1a6-4f08-b97b-0c37f877119f" providerId="ADAL" clId="{52B7A16F-CAD0-4D4D-9F9C-A24C8678CAD7}" dt="2025-03-23T08:04:37.151" v="351" actId="1076"/>
        <pc:sldMkLst>
          <pc:docMk/>
          <pc:sldMk cId="0" sldId="272"/>
        </pc:sldMkLst>
        <pc:picChg chg="mod">
          <ac:chgData name="Mohammed Fasha" userId="cc64f42d-a1a6-4f08-b97b-0c37f877119f" providerId="ADAL" clId="{52B7A16F-CAD0-4D4D-9F9C-A24C8678CAD7}" dt="2025-03-23T08:04:37.151" v="351" actId="1076"/>
          <ac:picMkLst>
            <pc:docMk/>
            <pc:sldMk cId="0" sldId="272"/>
            <ac:picMk id="3" creationId="{00000000-0000-0000-0000-000000000000}"/>
          </ac:picMkLst>
        </pc:picChg>
      </pc:sldChg>
      <pc:sldChg chg="addSp delSp modSp mod">
        <pc:chgData name="Mohammed Fasha" userId="cc64f42d-a1a6-4f08-b97b-0c37f877119f" providerId="ADAL" clId="{52B7A16F-CAD0-4D4D-9F9C-A24C8678CAD7}" dt="2025-03-23T07:57:49.782" v="247" actId="113"/>
        <pc:sldMkLst>
          <pc:docMk/>
          <pc:sldMk cId="1864506158" sldId="314"/>
        </pc:sldMkLst>
        <pc:spChg chg="mod">
          <ac:chgData name="Mohammed Fasha" userId="cc64f42d-a1a6-4f08-b97b-0c37f877119f" providerId="ADAL" clId="{52B7A16F-CAD0-4D4D-9F9C-A24C8678CAD7}" dt="2025-03-23T07:45:37.830" v="55" actId="27636"/>
          <ac:spMkLst>
            <pc:docMk/>
            <pc:sldMk cId="1864506158" sldId="314"/>
            <ac:spMk id="2" creationId="{2531B878-DED6-1381-4B52-F683EA36A7F3}"/>
          </ac:spMkLst>
        </pc:spChg>
        <pc:spChg chg="mod">
          <ac:chgData name="Mohammed Fasha" userId="cc64f42d-a1a6-4f08-b97b-0c37f877119f" providerId="ADAL" clId="{52B7A16F-CAD0-4D4D-9F9C-A24C8678CAD7}" dt="2025-03-23T07:57:49.782" v="247" actId="113"/>
          <ac:spMkLst>
            <pc:docMk/>
            <pc:sldMk cId="1864506158" sldId="314"/>
            <ac:spMk id="3" creationId="{4961BB54-A79B-91B6-2B3E-888FA20CC61F}"/>
          </ac:spMkLst>
        </pc:spChg>
        <pc:picChg chg="add del mod">
          <ac:chgData name="Mohammed Fasha" userId="cc64f42d-a1a6-4f08-b97b-0c37f877119f" providerId="ADAL" clId="{52B7A16F-CAD0-4D4D-9F9C-A24C8678CAD7}" dt="2025-03-23T07:49:26.220" v="103" actId="21"/>
          <ac:picMkLst>
            <pc:docMk/>
            <pc:sldMk cId="1864506158" sldId="314"/>
            <ac:picMk id="4" creationId="{80666BF4-16FB-5F6D-681D-CB4B25AF4A97}"/>
          </ac:picMkLst>
        </pc:picChg>
        <pc:picChg chg="add del mod">
          <ac:chgData name="Mohammed Fasha" userId="cc64f42d-a1a6-4f08-b97b-0c37f877119f" providerId="ADAL" clId="{52B7A16F-CAD0-4D4D-9F9C-A24C8678CAD7}" dt="2025-03-23T07:49:16.023" v="100" actId="478"/>
          <ac:picMkLst>
            <pc:docMk/>
            <pc:sldMk cId="1864506158" sldId="314"/>
            <ac:picMk id="1026" creationId="{E295CD06-983D-2746-D9ED-5EC2CEF7FD9D}"/>
          </ac:picMkLst>
        </pc:picChg>
        <pc:picChg chg="add mod">
          <ac:chgData name="Mohammed Fasha" userId="cc64f42d-a1a6-4f08-b97b-0c37f877119f" providerId="ADAL" clId="{52B7A16F-CAD0-4D4D-9F9C-A24C8678CAD7}" dt="2025-03-23T07:50:06.277" v="132" actId="1038"/>
          <ac:picMkLst>
            <pc:docMk/>
            <pc:sldMk cId="1864506158" sldId="314"/>
            <ac:picMk id="1028" creationId="{A134BD84-5CDB-1185-7A50-8919C0EADE6C}"/>
          </ac:picMkLst>
        </pc:picChg>
      </pc:sldChg>
      <pc:sldChg chg="del">
        <pc:chgData name="Mohammed Fasha" userId="cc64f42d-a1a6-4f08-b97b-0c37f877119f" providerId="ADAL" clId="{52B7A16F-CAD0-4D4D-9F9C-A24C8678CAD7}" dt="2025-03-23T07:50:32.125" v="135" actId="2696"/>
        <pc:sldMkLst>
          <pc:docMk/>
          <pc:sldMk cId="2845841377" sldId="315"/>
        </pc:sldMkLst>
      </pc:sldChg>
      <pc:sldChg chg="addSp delSp modSp mod">
        <pc:chgData name="Mohammed Fasha" userId="cc64f42d-a1a6-4f08-b97b-0c37f877119f" providerId="ADAL" clId="{52B7A16F-CAD0-4D4D-9F9C-A24C8678CAD7}" dt="2025-03-23T08:12:51.858" v="440" actId="167"/>
        <pc:sldMkLst>
          <pc:docMk/>
          <pc:sldMk cId="3694445782" sldId="326"/>
        </pc:sldMkLst>
        <pc:spChg chg="mod">
          <ac:chgData name="Mohammed Fasha" userId="cc64f42d-a1a6-4f08-b97b-0c37f877119f" providerId="ADAL" clId="{52B7A16F-CAD0-4D4D-9F9C-A24C8678CAD7}" dt="2025-03-23T08:09:51.129" v="376" actId="27636"/>
          <ac:spMkLst>
            <pc:docMk/>
            <pc:sldMk cId="3694445782" sldId="326"/>
            <ac:spMk id="2" creationId="{76E77D81-B038-7FB5-2B90-061A90EBF23E}"/>
          </ac:spMkLst>
        </pc:spChg>
        <pc:spChg chg="add del mod">
          <ac:chgData name="Mohammed Fasha" userId="cc64f42d-a1a6-4f08-b97b-0c37f877119f" providerId="ADAL" clId="{52B7A16F-CAD0-4D4D-9F9C-A24C8678CAD7}" dt="2025-03-23T08:12:39.989" v="435" actId="478"/>
          <ac:spMkLst>
            <pc:docMk/>
            <pc:sldMk cId="3694445782" sldId="326"/>
            <ac:spMk id="3" creationId="{A83CAC7D-42B8-C614-E399-7F41DD29BBE0}"/>
          </ac:spMkLst>
        </pc:spChg>
        <pc:spChg chg="add mod">
          <ac:chgData name="Mohammed Fasha" userId="cc64f42d-a1a6-4f08-b97b-0c37f877119f" providerId="ADAL" clId="{52B7A16F-CAD0-4D4D-9F9C-A24C8678CAD7}" dt="2025-03-23T08:12:38.465" v="433" actId="478"/>
          <ac:spMkLst>
            <pc:docMk/>
            <pc:sldMk cId="3694445782" sldId="326"/>
            <ac:spMk id="4" creationId="{497167A0-EE78-4968-6D82-0A145C061EA6}"/>
          </ac:spMkLst>
        </pc:spChg>
        <pc:picChg chg="add del">
          <ac:chgData name="Mohammed Fasha" userId="cc64f42d-a1a6-4f08-b97b-0c37f877119f" providerId="ADAL" clId="{52B7A16F-CAD0-4D4D-9F9C-A24C8678CAD7}" dt="2025-03-23T08:12:43.175" v="436" actId="478"/>
          <ac:picMkLst>
            <pc:docMk/>
            <pc:sldMk cId="3694445782" sldId="326"/>
            <ac:picMk id="6146" creationId="{4A9D4C98-141F-2BF1-7D48-B551199D39AF}"/>
          </ac:picMkLst>
        </pc:picChg>
        <pc:picChg chg="add">
          <ac:chgData name="Mohammed Fasha" userId="cc64f42d-a1a6-4f08-b97b-0c37f877119f" providerId="ADAL" clId="{52B7A16F-CAD0-4D4D-9F9C-A24C8678CAD7}" dt="2025-03-23T08:12:39.090" v="434"/>
          <ac:picMkLst>
            <pc:docMk/>
            <pc:sldMk cId="3694445782" sldId="326"/>
            <ac:picMk id="6148" creationId="{C8F621CB-8F86-187B-662F-33DBFF5F97F6}"/>
          </ac:picMkLst>
        </pc:picChg>
        <pc:picChg chg="add mod">
          <ac:chgData name="Mohammed Fasha" userId="cc64f42d-a1a6-4f08-b97b-0c37f877119f" providerId="ADAL" clId="{52B7A16F-CAD0-4D4D-9F9C-A24C8678CAD7}" dt="2025-03-23T08:12:51.858" v="440" actId="167"/>
          <ac:picMkLst>
            <pc:docMk/>
            <pc:sldMk cId="3694445782" sldId="326"/>
            <ac:picMk id="6150" creationId="{DA80B1E5-2888-D735-7520-A47852F7ED1C}"/>
          </ac:picMkLst>
        </pc:picChg>
      </pc:sldChg>
      <pc:sldChg chg="addSp delSp modSp mod">
        <pc:chgData name="Mohammed Fasha" userId="cc64f42d-a1a6-4f08-b97b-0c37f877119f" providerId="ADAL" clId="{52B7A16F-CAD0-4D4D-9F9C-A24C8678CAD7}" dt="2025-03-23T07:57:59.284" v="248" actId="113"/>
        <pc:sldMkLst>
          <pc:docMk/>
          <pc:sldMk cId="659685489" sldId="327"/>
        </pc:sldMkLst>
        <pc:spChg chg="mod">
          <ac:chgData name="Mohammed Fasha" userId="cc64f42d-a1a6-4f08-b97b-0c37f877119f" providerId="ADAL" clId="{52B7A16F-CAD0-4D4D-9F9C-A24C8678CAD7}" dt="2025-03-23T07:45:22.308" v="49" actId="27636"/>
          <ac:spMkLst>
            <pc:docMk/>
            <pc:sldMk cId="659685489" sldId="327"/>
            <ac:spMk id="2" creationId="{AB3B982C-02E6-3ED4-9C3C-19BC09ADBB3B}"/>
          </ac:spMkLst>
        </pc:spChg>
        <pc:spChg chg="mod">
          <ac:chgData name="Mohammed Fasha" userId="cc64f42d-a1a6-4f08-b97b-0c37f877119f" providerId="ADAL" clId="{52B7A16F-CAD0-4D4D-9F9C-A24C8678CAD7}" dt="2025-03-23T07:57:59.284" v="248" actId="113"/>
          <ac:spMkLst>
            <pc:docMk/>
            <pc:sldMk cId="659685489" sldId="327"/>
            <ac:spMk id="3" creationId="{2370F989-F40F-8A0B-AC42-50D0E7E07AEB}"/>
          </ac:spMkLst>
        </pc:spChg>
        <pc:picChg chg="add del mod">
          <ac:chgData name="Mohammed Fasha" userId="cc64f42d-a1a6-4f08-b97b-0c37f877119f" providerId="ADAL" clId="{52B7A16F-CAD0-4D4D-9F9C-A24C8678CAD7}" dt="2025-03-23T07:51:39.530" v="168" actId="478"/>
          <ac:picMkLst>
            <pc:docMk/>
            <pc:sldMk cId="659685489" sldId="327"/>
            <ac:picMk id="2050" creationId="{70C29FCD-9FF4-7D1E-4036-B4E46065BE85}"/>
          </ac:picMkLst>
        </pc:picChg>
        <pc:picChg chg="add mod">
          <ac:chgData name="Mohammed Fasha" userId="cc64f42d-a1a6-4f08-b97b-0c37f877119f" providerId="ADAL" clId="{52B7A16F-CAD0-4D4D-9F9C-A24C8678CAD7}" dt="2025-03-23T07:51:53.982" v="181" actId="1036"/>
          <ac:picMkLst>
            <pc:docMk/>
            <pc:sldMk cId="659685489" sldId="327"/>
            <ac:picMk id="2052" creationId="{69FD89B0-8C2D-9A2A-4508-AE34F8749789}"/>
          </ac:picMkLst>
        </pc:picChg>
      </pc:sldChg>
      <pc:sldChg chg="modSp add">
        <pc:chgData name="Mohammed Fasha" userId="cc64f42d-a1a6-4f08-b97b-0c37f877119f" providerId="ADAL" clId="{52B7A16F-CAD0-4D4D-9F9C-A24C8678CAD7}" dt="2025-03-23T08:06:38.777" v="363" actId="1035"/>
        <pc:sldMkLst>
          <pc:docMk/>
          <pc:sldMk cId="932796301" sldId="328"/>
        </pc:sldMkLst>
        <pc:picChg chg="mod">
          <ac:chgData name="Mohammed Fasha" userId="cc64f42d-a1a6-4f08-b97b-0c37f877119f" providerId="ADAL" clId="{52B7A16F-CAD0-4D4D-9F9C-A24C8678CAD7}" dt="2025-03-23T08:06:38.777" v="363" actId="1035"/>
          <ac:picMkLst>
            <pc:docMk/>
            <pc:sldMk cId="932796301" sldId="328"/>
            <ac:picMk id="4098" creationId="{0CAA22BE-1351-B1A5-188C-DD41EC29B52D}"/>
          </ac:picMkLst>
        </pc:picChg>
      </pc:sldChg>
      <pc:sldChg chg="addSp modSp del mod">
        <pc:chgData name="Mohammed Fasha" userId="cc64f42d-a1a6-4f08-b97b-0c37f877119f" providerId="ADAL" clId="{52B7A16F-CAD0-4D4D-9F9C-A24C8678CAD7}" dt="2025-03-23T08:06:20.763" v="361" actId="2696"/>
        <pc:sldMkLst>
          <pc:docMk/>
          <pc:sldMk cId="4072578661" sldId="328"/>
        </pc:sldMkLst>
        <pc:spChg chg="mod">
          <ac:chgData name="Mohammed Fasha" userId="cc64f42d-a1a6-4f08-b97b-0c37f877119f" providerId="ADAL" clId="{52B7A16F-CAD0-4D4D-9F9C-A24C8678CAD7}" dt="2025-03-23T07:59:04.676" v="264" actId="20577"/>
          <ac:spMkLst>
            <pc:docMk/>
            <pc:sldMk cId="4072578661" sldId="328"/>
            <ac:spMk id="2" creationId="{3AF05E53-A460-BAD5-18F0-BA9643DE6707}"/>
          </ac:spMkLst>
        </pc:spChg>
        <pc:spChg chg="mod">
          <ac:chgData name="Mohammed Fasha" userId="cc64f42d-a1a6-4f08-b97b-0c37f877119f" providerId="ADAL" clId="{52B7A16F-CAD0-4D4D-9F9C-A24C8678CAD7}" dt="2025-03-23T08:06:00.921" v="360" actId="113"/>
          <ac:spMkLst>
            <pc:docMk/>
            <pc:sldMk cId="4072578661" sldId="328"/>
            <ac:spMk id="3" creationId="{3C3E019B-0F20-8E05-2053-6E145189E1FD}"/>
          </ac:spMkLst>
        </pc:spChg>
        <pc:picChg chg="add mod">
          <ac:chgData name="Mohammed Fasha" userId="cc64f42d-a1a6-4f08-b97b-0c37f877119f" providerId="ADAL" clId="{52B7A16F-CAD0-4D4D-9F9C-A24C8678CAD7}" dt="2025-03-23T08:04:28.286" v="350" actId="1035"/>
          <ac:picMkLst>
            <pc:docMk/>
            <pc:sldMk cId="4072578661" sldId="328"/>
            <ac:picMk id="4098" creationId="{0CAA22BE-1351-B1A5-188C-DD41EC29B52D}"/>
          </ac:picMkLst>
        </pc:picChg>
      </pc:sldChg>
      <pc:sldChg chg="addSp modSp mod">
        <pc:chgData name="Mohammed Fasha" userId="cc64f42d-a1a6-4f08-b97b-0c37f877119f" providerId="ADAL" clId="{52B7A16F-CAD0-4D4D-9F9C-A24C8678CAD7}" dt="2025-03-23T08:05:29.878" v="358" actId="14100"/>
        <pc:sldMkLst>
          <pc:docMk/>
          <pc:sldMk cId="3366111495" sldId="329"/>
        </pc:sldMkLst>
        <pc:spChg chg="mod">
          <ac:chgData name="Mohammed Fasha" userId="cc64f42d-a1a6-4f08-b97b-0c37f877119f" providerId="ADAL" clId="{52B7A16F-CAD0-4D4D-9F9C-A24C8678CAD7}" dt="2025-03-23T07:56:54.852" v="238" actId="27636"/>
          <ac:spMkLst>
            <pc:docMk/>
            <pc:sldMk cId="3366111495" sldId="329"/>
            <ac:spMk id="2" creationId="{A1718324-DE08-4740-D0D9-7603BC5E0162}"/>
          </ac:spMkLst>
        </pc:spChg>
        <pc:spChg chg="mod">
          <ac:chgData name="Mohammed Fasha" userId="cc64f42d-a1a6-4f08-b97b-0c37f877119f" providerId="ADAL" clId="{52B7A16F-CAD0-4D4D-9F9C-A24C8678CAD7}" dt="2025-03-23T08:04:51.241" v="354" actId="20577"/>
          <ac:spMkLst>
            <pc:docMk/>
            <pc:sldMk cId="3366111495" sldId="329"/>
            <ac:spMk id="3" creationId="{9D118BE8-48E4-84B1-F7A3-AE58B873B879}"/>
          </ac:spMkLst>
        </pc:spChg>
        <pc:picChg chg="add mod">
          <ac:chgData name="Mohammed Fasha" userId="cc64f42d-a1a6-4f08-b97b-0c37f877119f" providerId="ADAL" clId="{52B7A16F-CAD0-4D4D-9F9C-A24C8678CAD7}" dt="2025-03-23T08:05:29.878" v="358" actId="14100"/>
          <ac:picMkLst>
            <pc:docMk/>
            <pc:sldMk cId="3366111495" sldId="329"/>
            <ac:picMk id="5122" creationId="{9029A929-644F-B232-0F2F-8E746CA5A374}"/>
          </ac:picMkLst>
        </pc:picChg>
      </pc:sldChg>
    </pc:docChg>
  </pc:docChgLst>
  <pc:docChgLst>
    <pc:chgData name="Mohammed Fasha" userId="cc64f42d-a1a6-4f08-b97b-0c37f877119f" providerId="ADAL" clId="{E8D62E87-A939-4BEA-B882-7E8D1ACA2800}"/>
    <pc:docChg chg="undo redo custSel addSld delSld modSld sldOrd modMainMaster">
      <pc:chgData name="Mohammed Fasha" userId="cc64f42d-a1a6-4f08-b97b-0c37f877119f" providerId="ADAL" clId="{E8D62E87-A939-4BEA-B882-7E8D1ACA2800}" dt="2025-03-19T01:48:14.773" v="2599" actId="20577"/>
      <pc:docMkLst>
        <pc:docMk/>
      </pc:docMkLst>
      <pc:sldChg chg="add">
        <pc:chgData name="Mohammed Fasha" userId="cc64f42d-a1a6-4f08-b97b-0c37f877119f" providerId="ADAL" clId="{E8D62E87-A939-4BEA-B882-7E8D1ACA2800}" dt="2025-03-11T17:36:51.895" v="20"/>
        <pc:sldMkLst>
          <pc:docMk/>
          <pc:sldMk cId="0" sldId="256"/>
        </pc:sldMkLst>
      </pc:sldChg>
      <pc:sldChg chg="addSp delSp modSp add mod chgLayout">
        <pc:chgData name="Mohammed Fasha" userId="cc64f42d-a1a6-4f08-b97b-0c37f877119f" providerId="ADAL" clId="{E8D62E87-A939-4BEA-B882-7E8D1ACA2800}" dt="2025-03-11T17:38:27.728" v="35" actId="14100"/>
        <pc:sldMkLst>
          <pc:docMk/>
          <pc:sldMk cId="0" sldId="257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57"/>
            <ac:spMk id="2" creationId="{00000000-0000-0000-0000-000000000000}"/>
          </ac:spMkLst>
        </pc:spChg>
        <pc:spChg chg="mod">
          <ac:chgData name="Mohammed Fasha" userId="cc64f42d-a1a6-4f08-b97b-0c37f877119f" providerId="ADAL" clId="{E8D62E87-A939-4BEA-B882-7E8D1ACA2800}" dt="2025-03-11T17:38:27.728" v="35" actId="14100"/>
          <ac:spMkLst>
            <pc:docMk/>
            <pc:sldMk cId="0" sldId="257"/>
            <ac:spMk id="3" creationId="{00000000-0000-0000-0000-000000000000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38:18.237" v="33" actId="21"/>
        <pc:sldMkLst>
          <pc:docMk/>
          <pc:sldMk cId="0" sldId="258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58"/>
            <ac:spMk id="2" creationId="{00000000-0000-0000-0000-000000000000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7:39.799" v="189" actId="5793"/>
        <pc:sldMkLst>
          <pc:docMk/>
          <pc:sldMk cId="0" sldId="260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0"/>
            <ac:spMk id="2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7:39.799" v="189" actId="5793"/>
          <ac:spMkLst>
            <pc:docMk/>
            <pc:sldMk cId="0" sldId="260"/>
            <ac:spMk id="5" creationId="{32ABF7DF-DEAD-3193-0AA9-7B245BE33446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38:57.849" v="47"/>
        <pc:sldMkLst>
          <pc:docMk/>
          <pc:sldMk cId="0" sldId="263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3"/>
            <ac:spMk id="2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38:55.621" v="45" actId="27636"/>
          <ac:spMkLst>
            <pc:docMk/>
            <pc:sldMk cId="0" sldId="263"/>
            <ac:spMk id="4" creationId="{DE05939E-0567-B79A-4161-7B333B52B923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1T17:48:36.941" v="211" actId="403"/>
        <pc:sldMkLst>
          <pc:docMk/>
          <pc:sldMk cId="0" sldId="264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4"/>
            <ac:spMk id="4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8:36.941" v="211" actId="403"/>
          <ac:spMkLst>
            <pc:docMk/>
            <pc:sldMk cId="0" sldId="264"/>
            <ac:spMk id="6" creationId="{03562A3C-DF2A-B49E-1B9F-8566CD52A1F9}"/>
          </ac:spMkLst>
        </pc:spChg>
      </pc:sldChg>
      <pc:sldChg chg="addSp delSp modSp add mod ord chgLayout">
        <pc:chgData name="Mohammed Fasha" userId="cc64f42d-a1a6-4f08-b97b-0c37f877119f" providerId="ADAL" clId="{E8D62E87-A939-4BEA-B882-7E8D1ACA2800}" dt="2025-03-16T04:05:56.646" v="827"/>
        <pc:sldMkLst>
          <pc:docMk/>
          <pc:sldMk cId="0" sldId="265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5"/>
            <ac:spMk id="3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39:39.291" v="64" actId="14100"/>
          <ac:spMkLst>
            <pc:docMk/>
            <pc:sldMk cId="0" sldId="265"/>
            <ac:spMk id="6" creationId="{2E356761-E49C-6DF2-10A7-172015E8F069}"/>
          </ac:spMkLst>
        </pc:spChg>
      </pc:sldChg>
      <pc:sldChg chg="modSp add mod ord modClrScheme chgLayout">
        <pc:chgData name="Mohammed Fasha" userId="cc64f42d-a1a6-4f08-b97b-0c37f877119f" providerId="ADAL" clId="{E8D62E87-A939-4BEA-B882-7E8D1ACA2800}" dt="2025-03-16T13:13:43.870" v="1778"/>
        <pc:sldMkLst>
          <pc:docMk/>
          <pc:sldMk cId="0" sldId="266"/>
        </pc:sldMkLst>
      </pc:sldChg>
      <pc:sldChg chg="addSp modSp add del mod modClrScheme chgLayout">
        <pc:chgData name="Mohammed Fasha" userId="cc64f42d-a1a6-4f08-b97b-0c37f877119f" providerId="ADAL" clId="{E8D62E87-A939-4BEA-B882-7E8D1ACA2800}" dt="2025-03-16T13:10:26.951" v="1748" actId="2696"/>
        <pc:sldMkLst>
          <pc:docMk/>
          <pc:sldMk cId="0" sldId="267"/>
        </pc:sldMkLst>
      </pc:sldChg>
      <pc:sldChg chg="add ord">
        <pc:chgData name="Mohammed Fasha" userId="cc64f42d-a1a6-4f08-b97b-0c37f877119f" providerId="ADAL" clId="{E8D62E87-A939-4BEA-B882-7E8D1ACA2800}" dt="2025-03-16T13:23:52.572" v="1780"/>
        <pc:sldMkLst>
          <pc:docMk/>
          <pc:sldMk cId="3262872071" sldId="267"/>
        </pc:sldMkLst>
      </pc:sldChg>
      <pc:sldChg chg="addSp delSp modSp add mod ord chgLayout">
        <pc:chgData name="Mohammed Fasha" userId="cc64f42d-a1a6-4f08-b97b-0c37f877119f" providerId="ADAL" clId="{E8D62E87-A939-4BEA-B882-7E8D1ACA2800}" dt="2025-03-16T14:05:01.520" v="2018" actId="6549"/>
        <pc:sldMkLst>
          <pc:docMk/>
          <pc:sldMk cId="0" sldId="268"/>
        </pc:sldMkLst>
        <pc:spChg chg="mod ord">
          <ac:chgData name="Mohammed Fasha" userId="cc64f42d-a1a6-4f08-b97b-0c37f877119f" providerId="ADAL" clId="{E8D62E87-A939-4BEA-B882-7E8D1ACA2800}" dt="2025-03-11T17:38:09.032" v="32" actId="700"/>
          <ac:spMkLst>
            <pc:docMk/>
            <pc:sldMk cId="0" sldId="268"/>
            <ac:spMk id="2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6T14:05:01.520" v="2018" actId="6549"/>
          <ac:spMkLst>
            <pc:docMk/>
            <pc:sldMk cId="0" sldId="268"/>
            <ac:spMk id="5" creationId="{606C1567-AF39-CAED-E122-5F02B98CB8E2}"/>
          </ac:spMkLst>
        </pc:spChg>
      </pc:sldChg>
      <pc:sldChg chg="addSp delSp modSp add mod ord chgLayout">
        <pc:chgData name="Mohammed Fasha" userId="cc64f42d-a1a6-4f08-b97b-0c37f877119f" providerId="ADAL" clId="{E8D62E87-A939-4BEA-B882-7E8D1ACA2800}" dt="2025-03-16T14:32:56.135" v="2215" actId="1076"/>
        <pc:sldMkLst>
          <pc:docMk/>
          <pc:sldMk cId="0" sldId="269"/>
        </pc:sldMkLst>
      </pc:sldChg>
      <pc:sldChg chg="addSp delSp modSp add mod ord chgLayout">
        <pc:chgData name="Mohammed Fasha" userId="cc64f42d-a1a6-4f08-b97b-0c37f877119f" providerId="ADAL" clId="{E8D62E87-A939-4BEA-B882-7E8D1ACA2800}" dt="2025-03-16T14:33:14.668" v="2218" actId="1076"/>
        <pc:sldMkLst>
          <pc:docMk/>
          <pc:sldMk cId="0" sldId="270"/>
        </pc:sldMkLst>
        <pc:spChg chg="mod ord">
          <ac:chgData name="Mohammed Fasha" userId="cc64f42d-a1a6-4f08-b97b-0c37f877119f" providerId="ADAL" clId="{E8D62E87-A939-4BEA-B882-7E8D1ACA2800}" dt="2025-03-16T14:33:05.674" v="2217" actId="404"/>
          <ac:spMkLst>
            <pc:docMk/>
            <pc:sldMk cId="0" sldId="270"/>
            <ac:spMk id="2" creationId="{00000000-0000-0000-0000-000000000000}"/>
          </ac:spMkLst>
        </pc:spChg>
        <pc:spChg chg="add del mod ord">
          <ac:chgData name="Mohammed Fasha" userId="cc64f42d-a1a6-4f08-b97b-0c37f877119f" providerId="ADAL" clId="{E8D62E87-A939-4BEA-B882-7E8D1ACA2800}" dt="2025-03-16T14:33:14.668" v="2218" actId="1076"/>
          <ac:spMkLst>
            <pc:docMk/>
            <pc:sldMk cId="0" sldId="270"/>
            <ac:spMk id="3" creationId="{00000000-0000-0000-0000-000000000000}"/>
          </ac:spMkLst>
        </pc:spChg>
        <pc:picChg chg="mod">
          <ac:chgData name="Mohammed Fasha" userId="cc64f42d-a1a6-4f08-b97b-0c37f877119f" providerId="ADAL" clId="{E8D62E87-A939-4BEA-B882-7E8D1ACA2800}" dt="2025-03-16T14:03:17.316" v="1989" actId="1076"/>
          <ac:picMkLst>
            <pc:docMk/>
            <pc:sldMk cId="0" sldId="270"/>
            <ac:picMk id="6" creationId="{00000000-0000-0000-0000-000000000000}"/>
          </ac:picMkLst>
        </pc:picChg>
        <pc:picChg chg="add mod">
          <ac:chgData name="Mohammed Fasha" userId="cc64f42d-a1a6-4f08-b97b-0c37f877119f" providerId="ADAL" clId="{E8D62E87-A939-4BEA-B882-7E8D1ACA2800}" dt="2025-03-16T14:06:48.230" v="2093" actId="1037"/>
          <ac:picMkLst>
            <pc:docMk/>
            <pc:sldMk cId="0" sldId="270"/>
            <ac:picMk id="15" creationId="{4E22367B-B754-648E-0B22-AC55F28E1729}"/>
          </ac:picMkLst>
        </pc:picChg>
      </pc:sldChg>
      <pc:sldChg chg="addSp delSp modSp add mod chgLayout">
        <pc:chgData name="Mohammed Fasha" userId="cc64f42d-a1a6-4f08-b97b-0c37f877119f" providerId="ADAL" clId="{E8D62E87-A939-4BEA-B882-7E8D1ACA2800}" dt="2025-03-16T14:35:19.691" v="2268" actId="1076"/>
        <pc:sldMkLst>
          <pc:docMk/>
          <pc:sldMk cId="0" sldId="271"/>
        </pc:sldMkLst>
      </pc:sldChg>
      <pc:sldChg chg="addSp modSp add mod chgLayout">
        <pc:chgData name="Mohammed Fasha" userId="cc64f42d-a1a6-4f08-b97b-0c37f877119f" providerId="ADAL" clId="{E8D62E87-A939-4BEA-B882-7E8D1ACA2800}" dt="2025-03-16T14:33:33.481" v="2223" actId="14100"/>
        <pc:sldMkLst>
          <pc:docMk/>
          <pc:sldMk cId="0" sldId="272"/>
        </pc:sldMkLst>
        <pc:spChg chg="mod ord">
          <ac:chgData name="Mohammed Fasha" userId="cc64f42d-a1a6-4f08-b97b-0c37f877119f" providerId="ADAL" clId="{E8D62E87-A939-4BEA-B882-7E8D1ACA2800}" dt="2025-03-16T14:33:33.481" v="2223" actId="14100"/>
          <ac:spMkLst>
            <pc:docMk/>
            <pc:sldMk cId="0" sldId="272"/>
            <ac:spMk id="2" creationId="{00000000-0000-0000-0000-000000000000}"/>
          </ac:spMkLst>
        </pc:spChg>
        <pc:spChg chg="mod">
          <ac:chgData name="Mohammed Fasha" userId="cc64f42d-a1a6-4f08-b97b-0c37f877119f" providerId="ADAL" clId="{E8D62E87-A939-4BEA-B882-7E8D1ACA2800}" dt="2025-03-11T17:42:05.904" v="109"/>
          <ac:spMkLst>
            <pc:docMk/>
            <pc:sldMk cId="0" sldId="272"/>
            <ac:spMk id="6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6T14:02:45.313" v="1981" actId="20577"/>
          <ac:spMkLst>
            <pc:docMk/>
            <pc:sldMk cId="0" sldId="272"/>
            <ac:spMk id="7" creationId="{BD008676-47C8-D88A-CD4A-65BB83D57162}"/>
          </ac:spMkLst>
        </pc:spChg>
        <pc:picChg chg="mod">
          <ac:chgData name="Mohammed Fasha" userId="cc64f42d-a1a6-4f08-b97b-0c37f877119f" providerId="ADAL" clId="{E8D62E87-A939-4BEA-B882-7E8D1ACA2800}" dt="2025-03-16T14:02:58.184" v="1985" actId="1076"/>
          <ac:picMkLst>
            <pc:docMk/>
            <pc:sldMk cId="0" sldId="272"/>
            <ac:picMk id="3" creationId="{00000000-0000-0000-0000-000000000000}"/>
          </ac:picMkLst>
        </pc:picChg>
        <pc:picChg chg="mod">
          <ac:chgData name="Mohammed Fasha" userId="cc64f42d-a1a6-4f08-b97b-0c37f877119f" providerId="ADAL" clId="{E8D62E87-A939-4BEA-B882-7E8D1ACA2800}" dt="2025-03-16T14:03:01.079" v="1987" actId="1076"/>
          <ac:picMkLst>
            <pc:docMk/>
            <pc:sldMk cId="0" sldId="272"/>
            <ac:picMk id="4" creationId="{00000000-0000-0000-0000-000000000000}"/>
          </ac:picMkLst>
        </pc:picChg>
      </pc:sldChg>
      <pc:sldChg chg="addSp delSp modSp add mod chgLayout">
        <pc:chgData name="Mohammed Fasha" userId="cc64f42d-a1a6-4f08-b97b-0c37f877119f" providerId="ADAL" clId="{E8D62E87-A939-4BEA-B882-7E8D1ACA2800}" dt="2025-03-16T14:08:26.888" v="2113" actId="14100"/>
        <pc:sldMkLst>
          <pc:docMk/>
          <pc:sldMk cId="0" sldId="273"/>
        </pc:sldMkLst>
      </pc:sldChg>
      <pc:sldChg chg="addSp delSp modSp add mod chgLayout">
        <pc:chgData name="Mohammed Fasha" userId="cc64f42d-a1a6-4f08-b97b-0c37f877119f" providerId="ADAL" clId="{E8D62E87-A939-4BEA-B882-7E8D1ACA2800}" dt="2025-03-16T14:08:56.717" v="2116" actId="1076"/>
        <pc:sldMkLst>
          <pc:docMk/>
          <pc:sldMk cId="0" sldId="274"/>
        </pc:sldMkLst>
        <pc:spChg chg="mod ord">
          <ac:chgData name="Mohammed Fasha" userId="cc64f42d-a1a6-4f08-b97b-0c37f877119f" providerId="ADAL" clId="{E8D62E87-A939-4BEA-B882-7E8D1ACA2800}" dt="2025-03-16T14:08:52.839" v="2115" actId="14100"/>
          <ac:spMkLst>
            <pc:docMk/>
            <pc:sldMk cId="0" sldId="274"/>
            <ac:spMk id="2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2:33.252" v="120" actId="27636"/>
          <ac:spMkLst>
            <pc:docMk/>
            <pc:sldMk cId="0" sldId="274"/>
            <ac:spMk id="7" creationId="{CF4277E2-2BAC-D76F-20C6-A50B542D2495}"/>
          </ac:spMkLst>
        </pc:spChg>
        <pc:picChg chg="mod">
          <ac:chgData name="Mohammed Fasha" userId="cc64f42d-a1a6-4f08-b97b-0c37f877119f" providerId="ADAL" clId="{E8D62E87-A939-4BEA-B882-7E8D1ACA2800}" dt="2025-03-16T14:08:56.717" v="2116" actId="1076"/>
          <ac:picMkLst>
            <pc:docMk/>
            <pc:sldMk cId="0" sldId="274"/>
            <ac:picMk id="4" creationId="{00000000-0000-0000-0000-000000000000}"/>
          </ac:picMkLst>
        </pc:picChg>
      </pc:sldChg>
      <pc:sldChg chg="addSp delSp modSp add mod modClrScheme chgLayout">
        <pc:chgData name="Mohammed Fasha" userId="cc64f42d-a1a6-4f08-b97b-0c37f877119f" providerId="ADAL" clId="{E8D62E87-A939-4BEA-B882-7E8D1ACA2800}" dt="2025-03-11T17:44:30.436" v="130"/>
        <pc:sldMkLst>
          <pc:docMk/>
          <pc:sldMk cId="0" sldId="275"/>
        </pc:sldMkLst>
      </pc:sldChg>
      <pc:sldChg chg="addSp delSp modSp add mod chgLayout">
        <pc:chgData name="Mohammed Fasha" userId="cc64f42d-a1a6-4f08-b97b-0c37f877119f" providerId="ADAL" clId="{E8D62E87-A939-4BEA-B882-7E8D1ACA2800}" dt="2025-03-19T01:37:52.188" v="2301" actId="27636"/>
        <pc:sldMkLst>
          <pc:docMk/>
          <pc:sldMk cId="0" sldId="276"/>
        </pc:sldMkLst>
      </pc:sldChg>
      <pc:sldChg chg="addSp delSp modSp add mod chgLayout">
        <pc:chgData name="Mohammed Fasha" userId="cc64f42d-a1a6-4f08-b97b-0c37f877119f" providerId="ADAL" clId="{E8D62E87-A939-4BEA-B882-7E8D1ACA2800}" dt="2025-03-19T01:47:41.574" v="2582" actId="14100"/>
        <pc:sldMkLst>
          <pc:docMk/>
          <pc:sldMk cId="0" sldId="277"/>
        </pc:sldMkLst>
      </pc:sldChg>
      <pc:sldChg chg="addSp delSp modSp add mod chgLayout">
        <pc:chgData name="Mohammed Fasha" userId="cc64f42d-a1a6-4f08-b97b-0c37f877119f" providerId="ADAL" clId="{E8D62E87-A939-4BEA-B882-7E8D1ACA2800}" dt="2025-03-19T01:48:14.773" v="2599" actId="20577"/>
        <pc:sldMkLst>
          <pc:docMk/>
          <pc:sldMk cId="0" sldId="278"/>
        </pc:sldMkLst>
        <pc:spChg chg="mod ord">
          <ac:chgData name="Mohammed Fasha" userId="cc64f42d-a1a6-4f08-b97b-0c37f877119f" providerId="ADAL" clId="{E8D62E87-A939-4BEA-B882-7E8D1ACA2800}" dt="2025-03-19T01:48:14.773" v="2599" actId="20577"/>
          <ac:spMkLst>
            <pc:docMk/>
            <pc:sldMk cId="0" sldId="278"/>
            <ac:spMk id="2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9T01:41:34.746" v="2392" actId="207"/>
          <ac:spMkLst>
            <pc:docMk/>
            <pc:sldMk cId="0" sldId="278"/>
            <ac:spMk id="6" creationId="{81843AE0-4921-7733-0D3B-33D489EDB8CC}"/>
          </ac:spMkLst>
        </pc:spChg>
        <pc:picChg chg="mod">
          <ac:chgData name="Mohammed Fasha" userId="cc64f42d-a1a6-4f08-b97b-0c37f877119f" providerId="ADAL" clId="{E8D62E87-A939-4BEA-B882-7E8D1ACA2800}" dt="2025-03-16T14:09:19.561" v="2118" actId="1076"/>
          <ac:picMkLst>
            <pc:docMk/>
            <pc:sldMk cId="0" sldId="278"/>
            <ac:picMk id="5" creationId="{00000000-0000-0000-0000-000000000000}"/>
          </ac:picMkLst>
        </pc:picChg>
        <pc:picChg chg="mod">
          <ac:chgData name="Mohammed Fasha" userId="cc64f42d-a1a6-4f08-b97b-0c37f877119f" providerId="ADAL" clId="{E8D62E87-A939-4BEA-B882-7E8D1ACA2800}" dt="2025-03-19T01:41:26.991" v="2391" actId="1076"/>
          <ac:picMkLst>
            <pc:docMk/>
            <pc:sldMk cId="0" sldId="278"/>
            <ac:picMk id="2050" creationId="{232D760D-CBEA-0B66-CBCC-A5D70A94C927}"/>
          </ac:picMkLst>
        </pc:picChg>
      </pc:sldChg>
      <pc:sldChg chg="addSp delSp modSp add mod ord chgLayout">
        <pc:chgData name="Mohammed Fasha" userId="cc64f42d-a1a6-4f08-b97b-0c37f877119f" providerId="ADAL" clId="{E8D62E87-A939-4BEA-B882-7E8D1ACA2800}" dt="2025-03-19T01:41:57.662" v="2403" actId="20577"/>
        <pc:sldMkLst>
          <pc:docMk/>
          <pc:sldMk cId="0" sldId="279"/>
        </pc:sldMkLst>
      </pc:sldChg>
      <pc:sldChg chg="addSp delSp modSp add mod chgLayout">
        <pc:chgData name="Mohammed Fasha" userId="cc64f42d-a1a6-4f08-b97b-0c37f877119f" providerId="ADAL" clId="{E8D62E87-A939-4BEA-B882-7E8D1ACA2800}" dt="2025-03-16T14:25:29.778" v="2210" actId="1076"/>
        <pc:sldMkLst>
          <pc:docMk/>
          <pc:sldMk cId="0" sldId="280"/>
        </pc:sldMkLst>
        <pc:spChg chg="mod ord">
          <ac:chgData name="Mohammed Fasha" userId="cc64f42d-a1a6-4f08-b97b-0c37f877119f" providerId="ADAL" clId="{E8D62E87-A939-4BEA-B882-7E8D1ACA2800}" dt="2025-03-16T14:09:34.351" v="2119" actId="14100"/>
          <ac:spMkLst>
            <pc:docMk/>
            <pc:sldMk cId="0" sldId="280"/>
            <ac:spMk id="2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5:52.880" v="181" actId="14100"/>
          <ac:spMkLst>
            <pc:docMk/>
            <pc:sldMk cId="0" sldId="280"/>
            <ac:spMk id="6" creationId="{CC4C1BC0-7E6B-75C8-0965-79DE721E7639}"/>
          </ac:spMkLst>
        </pc:spChg>
        <pc:picChg chg="mod">
          <ac:chgData name="Mohammed Fasha" userId="cc64f42d-a1a6-4f08-b97b-0c37f877119f" providerId="ADAL" clId="{E8D62E87-A939-4BEA-B882-7E8D1ACA2800}" dt="2025-03-16T14:25:29.778" v="2210" actId="1076"/>
          <ac:picMkLst>
            <pc:docMk/>
            <pc:sldMk cId="0" sldId="280"/>
            <ac:picMk id="4" creationId="{00000000-0000-0000-0000-000000000000}"/>
          </ac:picMkLst>
        </pc:picChg>
        <pc:picChg chg="mod">
          <ac:chgData name="Mohammed Fasha" userId="cc64f42d-a1a6-4f08-b97b-0c37f877119f" providerId="ADAL" clId="{E8D62E87-A939-4BEA-B882-7E8D1ACA2800}" dt="2025-03-16T14:09:38.392" v="2120" actId="1076"/>
          <ac:picMkLst>
            <pc:docMk/>
            <pc:sldMk cId="0" sldId="280"/>
            <ac:picMk id="5" creationId="{00000000-0000-0000-0000-000000000000}"/>
          </ac:picMkLst>
        </pc:picChg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982709017" sldId="280"/>
        </pc:sldMkLst>
      </pc:sldChg>
      <pc:sldChg chg="addSp delSp modSp add mod chgLayout">
        <pc:chgData name="Mohammed Fasha" userId="cc64f42d-a1a6-4f08-b97b-0c37f877119f" providerId="ADAL" clId="{E8D62E87-A939-4BEA-B882-7E8D1ACA2800}" dt="2025-03-16T14:22:00.120" v="2130" actId="27636"/>
        <pc:sldMkLst>
          <pc:docMk/>
          <pc:sldMk cId="0" sldId="281"/>
        </pc:sldMkLst>
        <pc:spChg chg="mod ord">
          <ac:chgData name="Mohammed Fasha" userId="cc64f42d-a1a6-4f08-b97b-0c37f877119f" providerId="ADAL" clId="{E8D62E87-A939-4BEA-B882-7E8D1ACA2800}" dt="2025-03-16T14:21:56.522" v="2128" actId="14100"/>
          <ac:spMkLst>
            <pc:docMk/>
            <pc:sldMk cId="0" sldId="281"/>
            <ac:spMk id="2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6T14:22:00.120" v="2130" actId="27636"/>
          <ac:spMkLst>
            <pc:docMk/>
            <pc:sldMk cId="0" sldId="281"/>
            <ac:spMk id="6" creationId="{EB8485EF-5B2E-B9FA-D743-D618D652D00C}"/>
          </ac:spMkLst>
        </pc:spChg>
      </pc:sldChg>
      <pc:sldChg chg="addSp delSp modSp add mod chgLayout">
        <pc:chgData name="Mohammed Fasha" userId="cc64f42d-a1a6-4f08-b97b-0c37f877119f" providerId="ADAL" clId="{E8D62E87-A939-4BEA-B882-7E8D1ACA2800}" dt="2025-03-16T14:22:09.863" v="2132" actId="1076"/>
        <pc:sldMkLst>
          <pc:docMk/>
          <pc:sldMk cId="0" sldId="282"/>
        </pc:sldMkLst>
        <pc:spChg chg="mod ord">
          <ac:chgData name="Mohammed Fasha" userId="cc64f42d-a1a6-4f08-b97b-0c37f877119f" providerId="ADAL" clId="{E8D62E87-A939-4BEA-B882-7E8D1ACA2800}" dt="2025-03-16T14:22:07.882" v="2131" actId="14100"/>
          <ac:spMkLst>
            <pc:docMk/>
            <pc:sldMk cId="0" sldId="282"/>
            <ac:spMk id="2" creationId="{00000000-0000-0000-0000-000000000000}"/>
          </ac:spMkLst>
        </pc:spChg>
        <pc:spChg chg="add mod ord">
          <ac:chgData name="Mohammed Fasha" userId="cc64f42d-a1a6-4f08-b97b-0c37f877119f" providerId="ADAL" clId="{E8D62E87-A939-4BEA-B882-7E8D1ACA2800}" dt="2025-03-11T17:45:41.516" v="176" actId="27636"/>
          <ac:spMkLst>
            <pc:docMk/>
            <pc:sldMk cId="0" sldId="282"/>
            <ac:spMk id="7" creationId="{3951CDAE-FE5A-5CF3-E54D-996CD266DF38}"/>
          </ac:spMkLst>
        </pc:spChg>
        <pc:picChg chg="mod">
          <ac:chgData name="Mohammed Fasha" userId="cc64f42d-a1a6-4f08-b97b-0c37f877119f" providerId="ADAL" clId="{E8D62E87-A939-4BEA-B882-7E8D1ACA2800}" dt="2025-03-16T14:22:09.863" v="2132" actId="1076"/>
          <ac:picMkLst>
            <pc:docMk/>
            <pc:sldMk cId="0" sldId="282"/>
            <ac:picMk id="4" creationId="{00000000-0000-0000-0000-000000000000}"/>
          </ac:picMkLst>
        </pc:picChg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83"/>
        </pc:sldMkLst>
      </pc:sldChg>
      <pc:sldChg chg="addSp delSp modSp new mod ord">
        <pc:chgData name="Mohammed Fasha" userId="cc64f42d-a1a6-4f08-b97b-0c37f877119f" providerId="ADAL" clId="{E8D62E87-A939-4BEA-B882-7E8D1ACA2800}" dt="2025-03-12T05:20:32.571" v="266"/>
        <pc:sldMkLst>
          <pc:docMk/>
          <pc:sldMk cId="1180887711" sldId="283"/>
        </pc:sldMkLst>
        <pc:spChg chg="mod">
          <ac:chgData name="Mohammed Fasha" userId="cc64f42d-a1a6-4f08-b97b-0c37f877119f" providerId="ADAL" clId="{E8D62E87-A939-4BEA-B882-7E8D1ACA2800}" dt="2025-03-12T05:20:10.673" v="261" actId="20577"/>
          <ac:spMkLst>
            <pc:docMk/>
            <pc:sldMk cId="1180887711" sldId="283"/>
            <ac:spMk id="2" creationId="{43AB040B-91AB-8FE8-4C82-1572292F6D13}"/>
          </ac:spMkLst>
        </pc:spChg>
        <pc:picChg chg="add mod ord">
          <ac:chgData name="Mohammed Fasha" userId="cc64f42d-a1a6-4f08-b97b-0c37f877119f" providerId="ADAL" clId="{E8D62E87-A939-4BEA-B882-7E8D1ACA2800}" dt="2025-03-12T05:20:19.943" v="264" actId="1076"/>
          <ac:picMkLst>
            <pc:docMk/>
            <pc:sldMk cId="1180887711" sldId="283"/>
            <ac:picMk id="20" creationId="{842D6109-309C-0C16-24AA-D861D462313C}"/>
          </ac:picMkLst>
        </pc:picChg>
      </pc:sldChg>
      <pc:sldChg chg="new del">
        <pc:chgData name="Mohammed Fasha" userId="cc64f42d-a1a6-4f08-b97b-0c37f877119f" providerId="ADAL" clId="{E8D62E87-A939-4BEA-B882-7E8D1ACA2800}" dt="2025-03-12T05:27:46.813" v="268" actId="680"/>
        <pc:sldMkLst>
          <pc:docMk/>
          <pc:sldMk cId="2805000312" sldId="284"/>
        </pc:sldMkLst>
      </pc:sldChg>
      <pc:sldChg chg="addSp delSp modSp new mod">
        <pc:chgData name="Mohammed Fasha" userId="cc64f42d-a1a6-4f08-b97b-0c37f877119f" providerId="ADAL" clId="{E8D62E87-A939-4BEA-B882-7E8D1ACA2800}" dt="2025-03-12T05:27:57.613" v="285" actId="20577"/>
        <pc:sldMkLst>
          <pc:docMk/>
          <pc:sldMk cId="3902878762" sldId="284"/>
        </pc:sldMkLst>
        <pc:spChg chg="mod">
          <ac:chgData name="Mohammed Fasha" userId="cc64f42d-a1a6-4f08-b97b-0c37f877119f" providerId="ADAL" clId="{E8D62E87-A939-4BEA-B882-7E8D1ACA2800}" dt="2025-03-12T05:27:57.613" v="285" actId="20577"/>
          <ac:spMkLst>
            <pc:docMk/>
            <pc:sldMk cId="3902878762" sldId="284"/>
            <ac:spMk id="2" creationId="{28AF675C-3963-4D6A-1306-49A13120C036}"/>
          </ac:spMkLst>
        </pc:spChg>
        <pc:picChg chg="add mod ord">
          <ac:chgData name="Mohammed Fasha" userId="cc64f42d-a1a6-4f08-b97b-0c37f877119f" providerId="ADAL" clId="{E8D62E87-A939-4BEA-B882-7E8D1ACA2800}" dt="2025-03-12T05:27:53.025" v="270" actId="22"/>
          <ac:picMkLst>
            <pc:docMk/>
            <pc:sldMk cId="3902878762" sldId="284"/>
            <ac:picMk id="5" creationId="{A95C5826-1816-6A55-9BE7-F70077964440}"/>
          </ac:picMkLst>
        </pc:picChg>
      </pc:sldChg>
      <pc:sldChg chg="addSp delSp modSp new del mod">
        <pc:chgData name="Mohammed Fasha" userId="cc64f42d-a1a6-4f08-b97b-0c37f877119f" providerId="ADAL" clId="{E8D62E87-A939-4BEA-B882-7E8D1ACA2800}" dt="2025-03-16T03:54:43.664" v="289" actId="2696"/>
        <pc:sldMkLst>
          <pc:docMk/>
          <pc:sldMk cId="1655166171" sldId="285"/>
        </pc:sldMkLst>
      </pc:sldChg>
      <pc:sldChg chg="addSp delSp modSp new mod modClrScheme chgLayout">
        <pc:chgData name="Mohammed Fasha" userId="cc64f42d-a1a6-4f08-b97b-0c37f877119f" providerId="ADAL" clId="{E8D62E87-A939-4BEA-B882-7E8D1ACA2800}" dt="2025-03-16T03:55:19.662" v="350" actId="20577"/>
        <pc:sldMkLst>
          <pc:docMk/>
          <pc:sldMk cId="1987061240" sldId="285"/>
        </pc:sldMkLst>
      </pc:sldChg>
      <pc:sldChg chg="new del">
        <pc:chgData name="Mohammed Fasha" userId="cc64f42d-a1a6-4f08-b97b-0c37f877119f" providerId="ADAL" clId="{E8D62E87-A939-4BEA-B882-7E8D1ACA2800}" dt="2025-03-16T03:54:43.664" v="289" actId="2696"/>
        <pc:sldMkLst>
          <pc:docMk/>
          <pc:sldMk cId="691620826" sldId="286"/>
        </pc:sldMkLst>
      </pc:sldChg>
      <pc:sldChg chg="addSp delSp modSp new mod">
        <pc:chgData name="Mohammed Fasha" userId="cc64f42d-a1a6-4f08-b97b-0c37f877119f" providerId="ADAL" clId="{E8D62E87-A939-4BEA-B882-7E8D1ACA2800}" dt="2025-03-16T04:07:24.338" v="931" actId="14100"/>
        <pc:sldMkLst>
          <pc:docMk/>
          <pc:sldMk cId="3672303097" sldId="286"/>
        </pc:sldMkLst>
      </pc:sldChg>
      <pc:sldChg chg="addSp delSp modSp new mod ord">
        <pc:chgData name="Mohammed Fasha" userId="cc64f42d-a1a6-4f08-b97b-0c37f877119f" providerId="ADAL" clId="{E8D62E87-A939-4BEA-B882-7E8D1ACA2800}" dt="2025-03-16T04:40:54.473" v="1747" actId="20577"/>
        <pc:sldMkLst>
          <pc:docMk/>
          <pc:sldMk cId="3590006600" sldId="287"/>
        </pc:sldMkLst>
      </pc:sldChg>
      <pc:sldChg chg="addSp delSp modSp add mod ord">
        <pc:chgData name="Mohammed Fasha" userId="cc64f42d-a1a6-4f08-b97b-0c37f877119f" providerId="ADAL" clId="{E8D62E87-A939-4BEA-B882-7E8D1ACA2800}" dt="2025-03-16T04:05:42.716" v="825" actId="20577"/>
        <pc:sldMkLst>
          <pc:docMk/>
          <pc:sldMk cId="2815558283" sldId="288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89"/>
        </pc:sldMkLst>
      </pc:sldChg>
      <pc:sldChg chg="addSp delSp modSp add mod">
        <pc:chgData name="Mohammed Fasha" userId="cc64f42d-a1a6-4f08-b97b-0c37f877119f" providerId="ADAL" clId="{E8D62E87-A939-4BEA-B882-7E8D1ACA2800}" dt="2025-03-16T04:30:22.293" v="1446" actId="21"/>
        <pc:sldMkLst>
          <pc:docMk/>
          <pc:sldMk cId="4191150406" sldId="289"/>
        </pc:sldMkLst>
      </pc:sldChg>
      <pc:sldChg chg="addSp delSp modSp new mod modClrScheme chgLayout">
        <pc:chgData name="Mohammed Fasha" userId="cc64f42d-a1a6-4f08-b97b-0c37f877119f" providerId="ADAL" clId="{E8D62E87-A939-4BEA-B882-7E8D1ACA2800}" dt="2025-03-16T04:34:38.880" v="1644" actId="1076"/>
        <pc:sldMkLst>
          <pc:docMk/>
          <pc:sldMk cId="3476611510" sldId="290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91"/>
        </pc:sldMkLst>
      </pc:sldChg>
      <pc:sldChg chg="addSp delSp modSp add mod">
        <pc:chgData name="Mohammed Fasha" userId="cc64f42d-a1a6-4f08-b97b-0c37f877119f" providerId="ADAL" clId="{E8D62E87-A939-4BEA-B882-7E8D1ACA2800}" dt="2025-03-16T04:11:03.496" v="996" actId="1076"/>
        <pc:sldMkLst>
          <pc:docMk/>
          <pc:sldMk cId="2206556809" sldId="291"/>
        </pc:sldMkLst>
      </pc:sldChg>
      <pc:sldChg chg="addSp delSp modSp add mod">
        <pc:chgData name="Mohammed Fasha" userId="cc64f42d-a1a6-4f08-b97b-0c37f877119f" providerId="ADAL" clId="{E8D62E87-A939-4BEA-B882-7E8D1ACA2800}" dt="2025-03-16T04:12:01.434" v="1051" actId="20577"/>
        <pc:sldMkLst>
          <pc:docMk/>
          <pc:sldMk cId="3989139448" sldId="292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0" sldId="293"/>
        </pc:sldMkLst>
      </pc:sldChg>
      <pc:sldChg chg="addSp delSp modSp add mod">
        <pc:chgData name="Mohammed Fasha" userId="cc64f42d-a1a6-4f08-b97b-0c37f877119f" providerId="ADAL" clId="{E8D62E87-A939-4BEA-B882-7E8D1ACA2800}" dt="2025-03-16T04:14:52.272" v="1186" actId="14100"/>
        <pc:sldMkLst>
          <pc:docMk/>
          <pc:sldMk cId="2181059690" sldId="293"/>
        </pc:sldMkLst>
      </pc:sldChg>
      <pc:sldChg chg="addSp delSp modSp add mod">
        <pc:chgData name="Mohammed Fasha" userId="cc64f42d-a1a6-4f08-b97b-0c37f877119f" providerId="ADAL" clId="{E8D62E87-A939-4BEA-B882-7E8D1ACA2800}" dt="2025-03-16T04:18:27.363" v="1328" actId="14100"/>
        <pc:sldMkLst>
          <pc:docMk/>
          <pc:sldMk cId="2418130453" sldId="294"/>
        </pc:sldMkLst>
      </pc:sldChg>
      <pc:sldChg chg="addSp delSp modSp add mod">
        <pc:chgData name="Mohammed Fasha" userId="cc64f42d-a1a6-4f08-b97b-0c37f877119f" providerId="ADAL" clId="{E8D62E87-A939-4BEA-B882-7E8D1ACA2800}" dt="2025-03-16T04:25:06.824" v="1423" actId="20577"/>
        <pc:sldMkLst>
          <pc:docMk/>
          <pc:sldMk cId="43200119" sldId="295"/>
        </pc:sldMkLst>
      </pc:sldChg>
      <pc:sldChg chg="addSp delSp modSp add del mod">
        <pc:chgData name="Mohammed Fasha" userId="cc64f42d-a1a6-4f08-b97b-0c37f877119f" providerId="ADAL" clId="{E8D62E87-A939-4BEA-B882-7E8D1ACA2800}" dt="2025-03-16T04:32:54.753" v="1586" actId="2696"/>
        <pc:sldMkLst>
          <pc:docMk/>
          <pc:sldMk cId="1239140328" sldId="296"/>
        </pc:sldMkLst>
      </pc:sldChg>
      <pc:sldChg chg="add">
        <pc:chgData name="Mohammed Fasha" userId="cc64f42d-a1a6-4f08-b97b-0c37f877119f" providerId="ADAL" clId="{E8D62E87-A939-4BEA-B882-7E8D1ACA2800}" dt="2025-03-16T04:33:07.630" v="1587"/>
        <pc:sldMkLst>
          <pc:docMk/>
          <pc:sldMk cId="2822153299" sldId="296"/>
        </pc:sldMkLst>
      </pc:sldChg>
      <pc:sldChg chg="addSp delSp modSp add del mod">
        <pc:chgData name="Mohammed Fasha" userId="cc64f42d-a1a6-4f08-b97b-0c37f877119f" providerId="ADAL" clId="{E8D62E87-A939-4BEA-B882-7E8D1ACA2800}" dt="2025-03-16T04:32:54.753" v="1586" actId="2696"/>
        <pc:sldMkLst>
          <pc:docMk/>
          <pc:sldMk cId="1259530466" sldId="297"/>
        </pc:sldMkLst>
      </pc:sldChg>
      <pc:sldChg chg="add">
        <pc:chgData name="Mohammed Fasha" userId="cc64f42d-a1a6-4f08-b97b-0c37f877119f" providerId="ADAL" clId="{E8D62E87-A939-4BEA-B882-7E8D1ACA2800}" dt="2025-03-16T04:33:07.630" v="1587"/>
        <pc:sldMkLst>
          <pc:docMk/>
          <pc:sldMk cId="1461366896" sldId="297"/>
        </pc:sldMkLst>
      </pc:sldChg>
      <pc:sldChg chg="add">
        <pc:chgData name="Mohammed Fasha" userId="cc64f42d-a1a6-4f08-b97b-0c37f877119f" providerId="ADAL" clId="{E8D62E87-A939-4BEA-B882-7E8D1ACA2800}" dt="2025-03-16T04:33:07.630" v="1587"/>
        <pc:sldMkLst>
          <pc:docMk/>
          <pc:sldMk cId="2475909420" sldId="298"/>
        </pc:sldMkLst>
      </pc:sldChg>
      <pc:sldChg chg="addSp delSp modSp add del mod ord">
        <pc:chgData name="Mohammed Fasha" userId="cc64f42d-a1a6-4f08-b97b-0c37f877119f" providerId="ADAL" clId="{E8D62E87-A939-4BEA-B882-7E8D1ACA2800}" dt="2025-03-16T04:32:54.753" v="1586" actId="2696"/>
        <pc:sldMkLst>
          <pc:docMk/>
          <pc:sldMk cId="3437754413" sldId="298"/>
        </pc:sldMkLst>
      </pc:sldChg>
      <pc:sldChg chg="addSp delSp modSp add del mod">
        <pc:chgData name="Mohammed Fasha" userId="cc64f42d-a1a6-4f08-b97b-0c37f877119f" providerId="ADAL" clId="{E8D62E87-A939-4BEA-B882-7E8D1ACA2800}" dt="2025-03-16T04:34:40.998" v="1645" actId="2696"/>
        <pc:sldMkLst>
          <pc:docMk/>
          <pc:sldMk cId="485754770" sldId="299"/>
        </pc:sldMkLst>
      </pc:sldChg>
      <pc:sldChg chg="addSp delSp modSp new del mod">
        <pc:chgData name="Mohammed Fasha" userId="cc64f42d-a1a6-4f08-b97b-0c37f877119f" providerId="ADAL" clId="{E8D62E87-A939-4BEA-B882-7E8D1ACA2800}" dt="2025-03-16T04:32:54.753" v="1586" actId="2696"/>
        <pc:sldMkLst>
          <pc:docMk/>
          <pc:sldMk cId="3335410099" sldId="299"/>
        </pc:sldMkLst>
      </pc:sldChg>
      <pc:sldChg chg="addSp delSp modSp new mod ord">
        <pc:chgData name="Mohammed Fasha" userId="cc64f42d-a1a6-4f08-b97b-0c37f877119f" providerId="ADAL" clId="{E8D62E87-A939-4BEA-B882-7E8D1ACA2800}" dt="2025-03-16T13:52:40.693" v="1782"/>
        <pc:sldMkLst>
          <pc:docMk/>
          <pc:sldMk cId="3540064806" sldId="300"/>
        </pc:sldMkLst>
      </pc:sldChg>
      <pc:sldChg chg="modSp new mod">
        <pc:chgData name="Mohammed Fasha" userId="cc64f42d-a1a6-4f08-b97b-0c37f877119f" providerId="ADAL" clId="{E8D62E87-A939-4BEA-B882-7E8D1ACA2800}" dt="2025-03-16T15:47:55.212" v="2297" actId="20577"/>
        <pc:sldMkLst>
          <pc:docMk/>
          <pc:sldMk cId="3115715400" sldId="301"/>
        </pc:sldMkLst>
      </pc:sldChg>
      <pc:sldChg chg="addSp modSp del mod">
        <pc:chgData name="Mohammed Fasha" userId="cc64f42d-a1a6-4f08-b97b-0c37f877119f" providerId="ADAL" clId="{E8D62E87-A939-4BEA-B882-7E8D1ACA2800}" dt="2025-03-11T17:37:36.272" v="26" actId="2696"/>
        <pc:sldMkLst>
          <pc:docMk/>
          <pc:sldMk cId="1489447582" sldId="455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492344261" sldId="462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574210855" sldId="46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908672191" sldId="48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1032783492" sldId="50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436502279" sldId="508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875373168" sldId="509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624540926" sldId="510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342384264" sldId="512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862507572" sldId="513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539197233" sldId="514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464321651" sldId="515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380093838" sldId="516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355427782" sldId="517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3663943781" sldId="518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345974267" sldId="519"/>
        </pc:sldMkLst>
      </pc:sldChg>
      <pc:sldChg chg="del">
        <pc:chgData name="Mohammed Fasha" userId="cc64f42d-a1a6-4f08-b97b-0c37f877119f" providerId="ADAL" clId="{E8D62E87-A939-4BEA-B882-7E8D1ACA2800}" dt="2025-03-11T17:36:25.500" v="0" actId="2696"/>
        <pc:sldMkLst>
          <pc:docMk/>
          <pc:sldMk cId="2982934387" sldId="520"/>
        </pc:sldMkLst>
      </pc:sldChg>
      <pc:sldMasterChg chg="modSldLayout">
        <pc:chgData name="Mohammed Fasha" userId="cc64f42d-a1a6-4f08-b97b-0c37f877119f" providerId="ADAL" clId="{E8D62E87-A939-4BEA-B882-7E8D1ACA2800}" dt="2025-03-11T17:37:56.779" v="31" actId="14100"/>
        <pc:sldMasterMkLst>
          <pc:docMk/>
          <pc:sldMasterMk cId="742811419" sldId="2147483648"/>
        </pc:sldMasterMkLst>
        <pc:sldLayoutChg chg="modSp mod">
          <pc:chgData name="Mohammed Fasha" userId="cc64f42d-a1a6-4f08-b97b-0c37f877119f" providerId="ADAL" clId="{E8D62E87-A939-4BEA-B882-7E8D1ACA2800}" dt="2025-03-11T17:37:56.779" v="31" actId="14100"/>
          <pc:sldLayoutMkLst>
            <pc:docMk/>
            <pc:sldMasterMk cId="742811419" sldId="2147483648"/>
            <pc:sldLayoutMk cId="3573533501" sldId="2147483650"/>
          </pc:sldLayoutMkLst>
          <pc:spChg chg="mod">
            <ac:chgData name="Mohammed Fasha" userId="cc64f42d-a1a6-4f08-b97b-0c37f877119f" providerId="ADAL" clId="{E8D62E87-A939-4BEA-B882-7E8D1ACA2800}" dt="2025-03-11T17:37:56.779" v="31" actId="14100"/>
            <ac:spMkLst>
              <pc:docMk/>
              <pc:sldMasterMk cId="742811419" sldId="2147483648"/>
              <pc:sldLayoutMk cId="3573533501" sldId="2147483650"/>
              <ac:spMk id="2" creationId="{0F61AE11-FE2F-E8C7-76F8-4648B97755B7}"/>
            </ac:spMkLst>
          </pc:spChg>
          <pc:spChg chg="mod">
            <ac:chgData name="Mohammed Fasha" userId="cc64f42d-a1a6-4f08-b97b-0c37f877119f" providerId="ADAL" clId="{E8D62E87-A939-4BEA-B882-7E8D1ACA2800}" dt="2025-03-11T17:37:56.779" v="31" actId="14100"/>
            <ac:spMkLst>
              <pc:docMk/>
              <pc:sldMasterMk cId="742811419" sldId="2147483648"/>
              <pc:sldLayoutMk cId="3573533501" sldId="2147483650"/>
              <ac:spMk id="3" creationId="{93FDCCF6-2612-A73C-C264-680D14569853}"/>
            </ac:spMkLst>
          </pc:spChg>
        </pc:sldLayoutChg>
      </pc:sldMasterChg>
    </pc:docChg>
  </pc:docChgLst>
  <pc:docChgLst>
    <pc:chgData name="Mohammed Fasha" userId="S::mohammed.fasha@uop.edu.jo::cc64f42d-a1a6-4f08-b97b-0c37f877119f" providerId="AD" clId="Web-{37180445-8C36-3D61-B421-DE7B4B97BDB9}"/>
    <pc:docChg chg="addSld delSld modSld sldOrd">
      <pc:chgData name="Mohammed Fasha" userId="S::mohammed.fasha@uop.edu.jo::cc64f42d-a1a6-4f08-b97b-0c37f877119f" providerId="AD" clId="Web-{37180445-8C36-3D61-B421-DE7B4B97BDB9}" dt="2025-03-19T03:36:22.093" v="327" actId="1076"/>
      <pc:docMkLst>
        <pc:docMk/>
      </pc:docMkLst>
      <pc:sldChg chg="modSp">
        <pc:chgData name="Mohammed Fasha" userId="S::mohammed.fasha@uop.edu.jo::cc64f42d-a1a6-4f08-b97b-0c37f877119f" providerId="AD" clId="Web-{37180445-8C36-3D61-B421-DE7B4B97BDB9}" dt="2025-03-19T03:30:37.066" v="274" actId="20577"/>
        <pc:sldMkLst>
          <pc:docMk/>
          <pc:sldMk cId="0" sldId="276"/>
        </pc:sldMkLst>
      </pc:sldChg>
      <pc:sldChg chg="modSp ord">
        <pc:chgData name="Mohammed Fasha" userId="S::mohammed.fasha@uop.edu.jo::cc64f42d-a1a6-4f08-b97b-0c37f877119f" providerId="AD" clId="Web-{37180445-8C36-3D61-B421-DE7B4B97BDB9}" dt="2025-03-19T03:26:50.183" v="239" actId="20577"/>
        <pc:sldMkLst>
          <pc:docMk/>
          <pc:sldMk cId="0" sldId="278"/>
        </pc:sldMkLst>
        <pc:spChg chg="mod">
          <ac:chgData name="Mohammed Fasha" userId="S::mohammed.fasha@uop.edu.jo::cc64f42d-a1a6-4f08-b97b-0c37f877119f" providerId="AD" clId="Web-{37180445-8C36-3D61-B421-DE7B4B97BDB9}" dt="2025-03-19T03:26:50.183" v="239" actId="20577"/>
          <ac:spMkLst>
            <pc:docMk/>
            <pc:sldMk cId="0" sldId="278"/>
            <ac:spMk id="6" creationId="{81843AE0-4921-7733-0D3B-33D489EDB8CC}"/>
          </ac:spMkLst>
        </pc:spChg>
      </pc:sldChg>
      <pc:sldChg chg="modSp">
        <pc:chgData name="Mohammed Fasha" userId="S::mohammed.fasha@uop.edu.jo::cc64f42d-a1a6-4f08-b97b-0c37f877119f" providerId="AD" clId="Web-{37180445-8C36-3D61-B421-DE7B4B97BDB9}" dt="2025-03-19T03:19:09.496" v="127" actId="20577"/>
        <pc:sldMkLst>
          <pc:docMk/>
          <pc:sldMk cId="0" sldId="280"/>
        </pc:sldMkLst>
        <pc:spChg chg="mod">
          <ac:chgData name="Mohammed Fasha" userId="S::mohammed.fasha@uop.edu.jo::cc64f42d-a1a6-4f08-b97b-0c37f877119f" providerId="AD" clId="Web-{37180445-8C36-3D61-B421-DE7B4B97BDB9}" dt="2025-03-19T03:19:09.496" v="127" actId="20577"/>
          <ac:spMkLst>
            <pc:docMk/>
            <pc:sldMk cId="0" sldId="280"/>
            <ac:spMk id="6" creationId="{CC4C1BC0-7E6B-75C8-0965-79DE721E7639}"/>
          </ac:spMkLst>
        </pc:spChg>
      </pc:sldChg>
      <pc:sldChg chg="addSp modSp">
        <pc:chgData name="Mohammed Fasha" userId="S::mohammed.fasha@uop.edu.jo::cc64f42d-a1a6-4f08-b97b-0c37f877119f" providerId="AD" clId="Web-{37180445-8C36-3D61-B421-DE7B4B97BDB9}" dt="2025-03-19T03:21:50.361" v="182" actId="20577"/>
        <pc:sldMkLst>
          <pc:docMk/>
          <pc:sldMk cId="441052949" sldId="309"/>
        </pc:sldMkLst>
      </pc:sldChg>
      <pc:sldChg chg="addSp delSp modSp add del replId">
        <pc:chgData name="Mohammed Fasha" userId="S::mohammed.fasha@uop.edu.jo::cc64f42d-a1a6-4f08-b97b-0c37f877119f" providerId="AD" clId="Web-{37180445-8C36-3D61-B421-DE7B4B97BDB9}" dt="2025-03-19T03:17:37.368" v="121"/>
        <pc:sldMkLst>
          <pc:docMk/>
          <pc:sldMk cId="1021713399" sldId="312"/>
        </pc:sldMkLst>
      </pc:sldChg>
      <pc:sldChg chg="addSp modSp new">
        <pc:chgData name="Mohammed Fasha" userId="S::mohammed.fasha@uop.edu.jo::cc64f42d-a1a6-4f08-b97b-0c37f877119f" providerId="AD" clId="Web-{37180445-8C36-3D61-B421-DE7B4B97BDB9}" dt="2025-03-19T03:24:21.850" v="219" actId="20577"/>
        <pc:sldMkLst>
          <pc:docMk/>
          <pc:sldMk cId="1008151712" sldId="313"/>
        </pc:sldMkLst>
      </pc:sldChg>
      <pc:sldChg chg="addSp delSp modSp new">
        <pc:chgData name="Mohammed Fasha" userId="S::mohammed.fasha@uop.edu.jo::cc64f42d-a1a6-4f08-b97b-0c37f877119f" providerId="AD" clId="Web-{37180445-8C36-3D61-B421-DE7B4B97BDB9}" dt="2025-03-19T03:31:22.739" v="283" actId="20577"/>
        <pc:sldMkLst>
          <pc:docMk/>
          <pc:sldMk cId="618074235" sldId="314"/>
        </pc:sldMkLst>
      </pc:sldChg>
      <pc:sldChg chg="addSp modSp new">
        <pc:chgData name="Mohammed Fasha" userId="S::mohammed.fasha@uop.edu.jo::cc64f42d-a1a6-4f08-b97b-0c37f877119f" providerId="AD" clId="Web-{37180445-8C36-3D61-B421-DE7B4B97BDB9}" dt="2025-03-19T03:36:22.093" v="327" actId="1076"/>
        <pc:sldMkLst>
          <pc:docMk/>
          <pc:sldMk cId="22495289" sldId="315"/>
        </pc:sldMkLst>
      </pc:sldChg>
    </pc:docChg>
  </pc:docChgLst>
  <pc:docChgLst>
    <pc:chgData name="Mohammed Fasha" userId="S::mohammed.fasha@uop.edu.jo::cc64f42d-a1a6-4f08-b97b-0c37f877119f" providerId="AD" clId="Web-{2F52505F-0676-E1F8-3A9C-C74E2F5553F9}"/>
    <pc:docChg chg="addSld modSld">
      <pc:chgData name="Mohammed Fasha" userId="S::mohammed.fasha@uop.edu.jo::cc64f42d-a1a6-4f08-b97b-0c37f877119f" providerId="AD" clId="Web-{2F52505F-0676-E1F8-3A9C-C74E2F5553F9}" dt="2025-03-23T06:07:25.672" v="25" actId="20577"/>
      <pc:docMkLst>
        <pc:docMk/>
      </pc:docMkLst>
      <pc:sldChg chg="modSp">
        <pc:chgData name="Mohammed Fasha" userId="S::mohammed.fasha@uop.edu.jo::cc64f42d-a1a6-4f08-b97b-0c37f877119f" providerId="AD" clId="Web-{2F52505F-0676-E1F8-3A9C-C74E2F5553F9}" dt="2025-03-23T06:05:34.685" v="4" actId="20577"/>
        <pc:sldMkLst>
          <pc:docMk/>
          <pc:sldMk cId="1864506158" sldId="314"/>
        </pc:sldMkLst>
        <pc:spChg chg="mod">
          <ac:chgData name="Mohammed Fasha" userId="S::mohammed.fasha@uop.edu.jo::cc64f42d-a1a6-4f08-b97b-0c37f877119f" providerId="AD" clId="Web-{2F52505F-0676-E1F8-3A9C-C74E2F5553F9}" dt="2025-03-23T06:05:34.685" v="4" actId="20577"/>
          <ac:spMkLst>
            <pc:docMk/>
            <pc:sldMk cId="1864506158" sldId="314"/>
            <ac:spMk id="3" creationId="{4961BB54-A79B-91B6-2B3E-888FA20CC61F}"/>
          </ac:spMkLst>
        </pc:spChg>
      </pc:sldChg>
      <pc:sldChg chg="modSp new">
        <pc:chgData name="Mohammed Fasha" userId="S::mohammed.fasha@uop.edu.jo::cc64f42d-a1a6-4f08-b97b-0c37f877119f" providerId="AD" clId="Web-{2F52505F-0676-E1F8-3A9C-C74E2F5553F9}" dt="2025-03-23T06:06:23.139" v="13" actId="20577"/>
        <pc:sldMkLst>
          <pc:docMk/>
          <pc:sldMk cId="3694445782" sldId="326"/>
        </pc:sldMkLst>
        <pc:spChg chg="mod">
          <ac:chgData name="Mohammed Fasha" userId="S::mohammed.fasha@uop.edu.jo::cc64f42d-a1a6-4f08-b97b-0c37f877119f" providerId="AD" clId="Web-{2F52505F-0676-E1F8-3A9C-C74E2F5553F9}" dt="2025-03-23T06:05:53.435" v="10" actId="20577"/>
          <ac:spMkLst>
            <pc:docMk/>
            <pc:sldMk cId="3694445782" sldId="326"/>
            <ac:spMk id="2" creationId="{76E77D81-B038-7FB5-2B90-061A90EBF23E}"/>
          </ac:spMkLst>
        </pc:spChg>
        <pc:spChg chg="mod">
          <ac:chgData name="Mohammed Fasha" userId="S::mohammed.fasha@uop.edu.jo::cc64f42d-a1a6-4f08-b97b-0c37f877119f" providerId="AD" clId="Web-{2F52505F-0676-E1F8-3A9C-C74E2F5553F9}" dt="2025-03-23T06:06:23.139" v="13" actId="20577"/>
          <ac:spMkLst>
            <pc:docMk/>
            <pc:sldMk cId="3694445782" sldId="326"/>
            <ac:spMk id="3" creationId="{A83CAC7D-42B8-C614-E399-7F41DD29BBE0}"/>
          </ac:spMkLst>
        </pc:spChg>
      </pc:sldChg>
      <pc:sldChg chg="modSp new">
        <pc:chgData name="Mohammed Fasha" userId="S::mohammed.fasha@uop.edu.jo::cc64f42d-a1a6-4f08-b97b-0c37f877119f" providerId="AD" clId="Web-{2F52505F-0676-E1F8-3A9C-C74E2F5553F9}" dt="2025-03-23T06:06:39.452" v="17" actId="20577"/>
        <pc:sldMkLst>
          <pc:docMk/>
          <pc:sldMk cId="659685489" sldId="327"/>
        </pc:sldMkLst>
        <pc:spChg chg="mod">
          <ac:chgData name="Mohammed Fasha" userId="S::mohammed.fasha@uop.edu.jo::cc64f42d-a1a6-4f08-b97b-0c37f877119f" providerId="AD" clId="Web-{2F52505F-0676-E1F8-3A9C-C74E2F5553F9}" dt="2025-03-23T06:06:39.452" v="17" actId="20577"/>
          <ac:spMkLst>
            <pc:docMk/>
            <pc:sldMk cId="659685489" sldId="327"/>
            <ac:spMk id="3" creationId="{2370F989-F40F-8A0B-AC42-50D0E7E07AEB}"/>
          </ac:spMkLst>
        </pc:spChg>
      </pc:sldChg>
      <pc:sldChg chg="modSp new">
        <pc:chgData name="Mohammed Fasha" userId="S::mohammed.fasha@uop.edu.jo::cc64f42d-a1a6-4f08-b97b-0c37f877119f" providerId="AD" clId="Web-{2F52505F-0676-E1F8-3A9C-C74E2F5553F9}" dt="2025-03-23T06:07:22.532" v="22" actId="20577"/>
        <pc:sldMkLst>
          <pc:docMk/>
          <pc:sldMk cId="4072578661" sldId="328"/>
        </pc:sldMkLst>
        <pc:spChg chg="mod">
          <ac:chgData name="Mohammed Fasha" userId="S::mohammed.fasha@uop.edu.jo::cc64f42d-a1a6-4f08-b97b-0c37f877119f" providerId="AD" clId="Web-{2F52505F-0676-E1F8-3A9C-C74E2F5553F9}" dt="2025-03-23T06:07:22.532" v="22" actId="20577"/>
          <ac:spMkLst>
            <pc:docMk/>
            <pc:sldMk cId="4072578661" sldId="328"/>
            <ac:spMk id="3" creationId="{3C3E019B-0F20-8E05-2053-6E145189E1FD}"/>
          </ac:spMkLst>
        </pc:spChg>
      </pc:sldChg>
      <pc:sldChg chg="modSp new">
        <pc:chgData name="Mohammed Fasha" userId="S::mohammed.fasha@uop.edu.jo::cc64f42d-a1a6-4f08-b97b-0c37f877119f" providerId="AD" clId="Web-{2F52505F-0676-E1F8-3A9C-C74E2F5553F9}" dt="2025-03-23T06:07:25.672" v="25" actId="20577"/>
        <pc:sldMkLst>
          <pc:docMk/>
          <pc:sldMk cId="3366111495" sldId="329"/>
        </pc:sldMkLst>
        <pc:spChg chg="mod">
          <ac:chgData name="Mohammed Fasha" userId="S::mohammed.fasha@uop.edu.jo::cc64f42d-a1a6-4f08-b97b-0c37f877119f" providerId="AD" clId="Web-{2F52505F-0676-E1F8-3A9C-C74E2F5553F9}" dt="2025-03-23T06:07:25.672" v="25" actId="20577"/>
          <ac:spMkLst>
            <pc:docMk/>
            <pc:sldMk cId="3366111495" sldId="329"/>
            <ac:spMk id="3" creationId="{9D118BE8-48E4-84B1-F7A3-AE58B873B879}"/>
          </ac:spMkLst>
        </pc:spChg>
      </pc:sldChg>
    </pc:docChg>
  </pc:docChgLst>
  <pc:docChgLst>
    <pc:chgData name="Mohammed Fasha" userId="cc64f42d-a1a6-4f08-b97b-0c37f877119f" providerId="ADAL" clId="{33A44248-7984-4750-8CBD-503C66D5F8B6}"/>
    <pc:docChg chg="custSel addSld modSld">
      <pc:chgData name="Mohammed Fasha" userId="cc64f42d-a1a6-4f08-b97b-0c37f877119f" providerId="ADAL" clId="{33A44248-7984-4750-8CBD-503C66D5F8B6}" dt="2025-03-05T09:13:55.803" v="21" actId="1076"/>
      <pc:docMkLst>
        <pc:docMk/>
      </pc:docMkLst>
      <pc:sldChg chg="addSp delSp modSp add">
        <pc:chgData name="Mohammed Fasha" userId="cc64f42d-a1a6-4f08-b97b-0c37f877119f" providerId="ADAL" clId="{33A44248-7984-4750-8CBD-503C66D5F8B6}" dt="2025-03-05T09:13:55.803" v="21" actId="1076"/>
        <pc:sldMkLst>
          <pc:docMk/>
          <pc:sldMk cId="2982934387" sldId="520"/>
        </pc:sldMkLst>
      </pc:sldChg>
    </pc:docChg>
  </pc:docChgLst>
  <pc:docChgLst>
    <pc:chgData name="Mohammed Fasha" userId="S::mohammed.fasha@uop.edu.jo::cc64f42d-a1a6-4f08-b97b-0c37f877119f" providerId="AD" clId="Web-{048CEBFD-D6A1-FF4F-145A-C5347D00F6D8}"/>
    <pc:docChg chg="addSld delSld modSld">
      <pc:chgData name="Mohammed Fasha" userId="S::mohammed.fasha@uop.edu.jo::cc64f42d-a1a6-4f08-b97b-0c37f877119f" providerId="AD" clId="Web-{048CEBFD-D6A1-FF4F-145A-C5347D00F6D8}" dt="2025-03-23T06:04:22.577" v="1166" actId="20577"/>
      <pc:docMkLst>
        <pc:docMk/>
      </pc:docMkLst>
      <pc:sldChg chg="modSp">
        <pc:chgData name="Mohammed Fasha" userId="S::mohammed.fasha@uop.edu.jo::cc64f42d-a1a6-4f08-b97b-0c37f877119f" providerId="AD" clId="Web-{048CEBFD-D6A1-FF4F-145A-C5347D00F6D8}" dt="2025-03-23T04:07:54.621" v="655" actId="20577"/>
        <pc:sldMkLst>
          <pc:docMk/>
          <pc:sldMk cId="0" sldId="272"/>
        </pc:sldMkLst>
        <pc:spChg chg="mod">
          <ac:chgData name="Mohammed Fasha" userId="S::mohammed.fasha@uop.edu.jo::cc64f42d-a1a6-4f08-b97b-0c37f877119f" providerId="AD" clId="Web-{048CEBFD-D6A1-FF4F-145A-C5347D00F6D8}" dt="2025-03-23T04:07:54.621" v="655" actId="20577"/>
          <ac:spMkLst>
            <pc:docMk/>
            <pc:sldMk cId="0" sldId="272"/>
            <ac:spMk id="7" creationId="{BD008676-47C8-D88A-CD4A-65BB83D57162}"/>
          </ac:spMkLst>
        </pc:spChg>
      </pc:sldChg>
      <pc:sldChg chg="del">
        <pc:chgData name="Mohammed Fasha" userId="S::mohammed.fasha@uop.edu.jo::cc64f42d-a1a6-4f08-b97b-0c37f877119f" providerId="AD" clId="Web-{048CEBFD-D6A1-FF4F-145A-C5347D00F6D8}" dt="2025-03-23T03:16:25.599" v="434"/>
        <pc:sldMkLst>
          <pc:docMk/>
          <pc:sldMk cId="441052949" sldId="309"/>
        </pc:sldMkLst>
      </pc:sldChg>
      <pc:sldChg chg="del">
        <pc:chgData name="Mohammed Fasha" userId="S::mohammed.fasha@uop.edu.jo::cc64f42d-a1a6-4f08-b97b-0c37f877119f" providerId="AD" clId="Web-{048CEBFD-D6A1-FF4F-145A-C5347D00F6D8}" dt="2025-03-23T03:16:27.646" v="435"/>
        <pc:sldMkLst>
          <pc:docMk/>
          <pc:sldMk cId="4115587381" sldId="311"/>
        </pc:sldMkLst>
      </pc:sldChg>
      <pc:sldChg chg="del">
        <pc:chgData name="Mohammed Fasha" userId="S::mohammed.fasha@uop.edu.jo::cc64f42d-a1a6-4f08-b97b-0c37f877119f" providerId="AD" clId="Web-{048CEBFD-D6A1-FF4F-145A-C5347D00F6D8}" dt="2025-03-23T03:16:34.240" v="436"/>
        <pc:sldMkLst>
          <pc:docMk/>
          <pc:sldMk cId="1008151712" sldId="313"/>
        </pc:sldMkLst>
      </pc:sldChg>
      <pc:sldChg chg="modSp">
        <pc:chgData name="Mohammed Fasha" userId="S::mohammed.fasha@uop.edu.jo::cc64f42d-a1a6-4f08-b97b-0c37f877119f" providerId="AD" clId="Web-{048CEBFD-D6A1-FF4F-145A-C5347D00F6D8}" dt="2025-03-23T06:04:22.577" v="1166" actId="20577"/>
        <pc:sldMkLst>
          <pc:docMk/>
          <pc:sldMk cId="1864506158" sldId="314"/>
        </pc:sldMkLst>
        <pc:spChg chg="mod">
          <ac:chgData name="Mohammed Fasha" userId="S::mohammed.fasha@uop.edu.jo::cc64f42d-a1a6-4f08-b97b-0c37f877119f" providerId="AD" clId="Web-{048CEBFD-D6A1-FF4F-145A-C5347D00F6D8}" dt="2025-03-23T06:04:22.577" v="1166" actId="20577"/>
          <ac:spMkLst>
            <pc:docMk/>
            <pc:sldMk cId="1864506158" sldId="314"/>
            <ac:spMk id="3" creationId="{4961BB54-A79B-91B6-2B3E-888FA20CC61F}"/>
          </ac:spMkLst>
        </pc:spChg>
      </pc:sldChg>
      <pc:sldChg chg="modSp">
        <pc:chgData name="Mohammed Fasha" userId="S::mohammed.fasha@uop.edu.jo::cc64f42d-a1a6-4f08-b97b-0c37f877119f" providerId="AD" clId="Web-{048CEBFD-D6A1-FF4F-145A-C5347D00F6D8}" dt="2025-03-23T03:13:33.830" v="401" actId="20577"/>
        <pc:sldMkLst>
          <pc:docMk/>
          <pc:sldMk cId="2845841377" sldId="315"/>
        </pc:sldMkLst>
        <pc:spChg chg="mod">
          <ac:chgData name="Mohammed Fasha" userId="S::mohammed.fasha@uop.edu.jo::cc64f42d-a1a6-4f08-b97b-0c37f877119f" providerId="AD" clId="Web-{048CEBFD-D6A1-FF4F-145A-C5347D00F6D8}" dt="2025-03-23T03:13:33.830" v="401" actId="20577"/>
          <ac:spMkLst>
            <pc:docMk/>
            <pc:sldMk cId="2845841377" sldId="315"/>
            <ac:spMk id="3" creationId="{FFE21ADB-E900-3A47-B3AD-FE93A73B6920}"/>
          </ac:spMkLst>
        </pc:spChg>
      </pc:sldChg>
      <pc:sldChg chg="del">
        <pc:chgData name="Mohammed Fasha" userId="S::mohammed.fasha@uop.edu.jo::cc64f42d-a1a6-4f08-b97b-0c37f877119f" providerId="AD" clId="Web-{048CEBFD-D6A1-FF4F-145A-C5347D00F6D8}" dt="2025-03-23T02:57:56.519" v="0"/>
        <pc:sldMkLst>
          <pc:docMk/>
          <pc:sldMk cId="4201170802" sldId="316"/>
        </pc:sldMkLst>
      </pc:sldChg>
      <pc:sldChg chg="del">
        <pc:chgData name="Mohammed Fasha" userId="S::mohammed.fasha@uop.edu.jo::cc64f42d-a1a6-4f08-b97b-0c37f877119f" providerId="AD" clId="Web-{048CEBFD-D6A1-FF4F-145A-C5347D00F6D8}" dt="2025-03-23T03:16:16.630" v="433"/>
        <pc:sldMkLst>
          <pc:docMk/>
          <pc:sldMk cId="3352190066" sldId="317"/>
        </pc:sldMkLst>
      </pc:sldChg>
      <pc:sldChg chg="modSp new del">
        <pc:chgData name="Mohammed Fasha" userId="S::mohammed.fasha@uop.edu.jo::cc64f42d-a1a6-4f08-b97b-0c37f877119f" providerId="AD" clId="Web-{048CEBFD-D6A1-FF4F-145A-C5347D00F6D8}" dt="2025-03-23T03:10:23.882" v="393"/>
        <pc:sldMkLst>
          <pc:docMk/>
          <pc:sldMk cId="4008238018" sldId="318"/>
        </pc:sldMkLst>
        <pc:spChg chg="mod">
          <ac:chgData name="Mohammed Fasha" userId="S::mohammed.fasha@uop.edu.jo::cc64f42d-a1a6-4f08-b97b-0c37f877119f" providerId="AD" clId="Web-{048CEBFD-D6A1-FF4F-145A-C5347D00F6D8}" dt="2025-03-23T02:59:07.833" v="41" actId="20577"/>
          <ac:spMkLst>
            <pc:docMk/>
            <pc:sldMk cId="4008238018" sldId="318"/>
            <ac:spMk id="2" creationId="{D3C7D4FA-5F70-B500-9517-CC645EBDA78B}"/>
          </ac:spMkLst>
        </pc:spChg>
        <pc:spChg chg="mod">
          <ac:chgData name="Mohammed Fasha" userId="S::mohammed.fasha@uop.edu.jo::cc64f42d-a1a6-4f08-b97b-0c37f877119f" providerId="AD" clId="Web-{048CEBFD-D6A1-FF4F-145A-C5347D00F6D8}" dt="2025-03-23T02:58:49.098" v="10" actId="20577"/>
          <ac:spMkLst>
            <pc:docMk/>
            <pc:sldMk cId="4008238018" sldId="318"/>
            <ac:spMk id="3" creationId="{1FA43FC1-28CF-9D48-79EA-ADC996ACCB93}"/>
          </ac:spMkLst>
        </pc:spChg>
      </pc:sldChg>
      <pc:sldChg chg="addSp delSp modSp new del">
        <pc:chgData name="Mohammed Fasha" userId="S::mohammed.fasha@uop.edu.jo::cc64f42d-a1a6-4f08-b97b-0c37f877119f" providerId="AD" clId="Web-{048CEBFD-D6A1-FF4F-145A-C5347D00F6D8}" dt="2025-03-23T04:04:13.661" v="626"/>
        <pc:sldMkLst>
          <pc:docMk/>
          <pc:sldMk cId="3382703493" sldId="319"/>
        </pc:sldMkLst>
        <pc:spChg chg="mod">
          <ac:chgData name="Mohammed Fasha" userId="S::mohammed.fasha@uop.edu.jo::cc64f42d-a1a6-4f08-b97b-0c37f877119f" providerId="AD" clId="Web-{048CEBFD-D6A1-FF4F-145A-C5347D00F6D8}" dt="2025-03-23T03:15:59.411" v="430" actId="14100"/>
          <ac:spMkLst>
            <pc:docMk/>
            <pc:sldMk cId="3382703493" sldId="319"/>
            <ac:spMk id="2" creationId="{F1D673AF-4F04-DB12-0F9A-6102FE3ABB44}"/>
          </ac:spMkLst>
        </pc:spChg>
        <pc:spChg chg="mod">
          <ac:chgData name="Mohammed Fasha" userId="S::mohammed.fasha@uop.edu.jo::cc64f42d-a1a6-4f08-b97b-0c37f877119f" providerId="AD" clId="Web-{048CEBFD-D6A1-FF4F-145A-C5347D00F6D8}" dt="2025-03-23T03:15:36.473" v="423" actId="14100"/>
          <ac:spMkLst>
            <pc:docMk/>
            <pc:sldMk cId="3382703493" sldId="319"/>
            <ac:spMk id="3" creationId="{A573E5E7-FA1F-82A1-2553-7E408E40D30E}"/>
          </ac:spMkLst>
        </pc:spChg>
        <pc:spChg chg="add mod">
          <ac:chgData name="Mohammed Fasha" userId="S::mohammed.fasha@uop.edu.jo::cc64f42d-a1a6-4f08-b97b-0c37f877119f" providerId="AD" clId="Web-{048CEBFD-D6A1-FF4F-145A-C5347D00F6D8}" dt="2025-03-23T03:15:45.926" v="425" actId="14100"/>
          <ac:spMkLst>
            <pc:docMk/>
            <pc:sldMk cId="3382703493" sldId="319"/>
            <ac:spMk id="4" creationId="{4FDB67D6-61D4-ABF8-861E-FC65D126A53D}"/>
          </ac:spMkLst>
        </pc:spChg>
        <pc:graphicFrameChg chg="add mod modGraphic">
          <ac:chgData name="Mohammed Fasha" userId="S::mohammed.fasha@uop.edu.jo::cc64f42d-a1a6-4f08-b97b-0c37f877119f" providerId="AD" clId="Web-{048CEBFD-D6A1-FF4F-145A-C5347D00F6D8}" dt="2025-03-23T03:16:11.817" v="432" actId="1076"/>
          <ac:graphicFrameMkLst>
            <pc:docMk/>
            <pc:sldMk cId="3382703493" sldId="319"/>
            <ac:graphicFrameMk id="6" creationId="{89A96ED2-14FC-3A8F-A82A-2677B3E06006}"/>
          </ac:graphicFrameMkLst>
        </pc:graphicFrameChg>
        <pc:picChg chg="add del mod">
          <ac:chgData name="Mohammed Fasha" userId="S::mohammed.fasha@uop.edu.jo::cc64f42d-a1a6-4f08-b97b-0c37f877119f" providerId="AD" clId="Web-{048CEBFD-D6A1-FF4F-145A-C5347D00F6D8}" dt="2025-03-23T04:00:49.057" v="516"/>
          <ac:picMkLst>
            <pc:docMk/>
            <pc:sldMk cId="3382703493" sldId="319"/>
            <ac:picMk id="7" creationId="{D10277A6-4FF6-D9DA-1AE1-C6C6ECA8F6A7}"/>
          </ac:picMkLst>
        </pc:picChg>
      </pc:sldChg>
      <pc:sldChg chg="addSp delSp modSp new">
        <pc:chgData name="Mohammed Fasha" userId="S::mohammed.fasha@uop.edu.jo::cc64f42d-a1a6-4f08-b97b-0c37f877119f" providerId="AD" clId="Web-{048CEBFD-D6A1-FF4F-145A-C5347D00F6D8}" dt="2025-03-23T03:59:21.366" v="441" actId="1076"/>
        <pc:sldMkLst>
          <pc:docMk/>
          <pc:sldMk cId="414281864" sldId="320"/>
        </pc:sldMkLst>
        <pc:spChg chg="mod">
          <ac:chgData name="Mohammed Fasha" userId="S::mohammed.fasha@uop.edu.jo::cc64f42d-a1a6-4f08-b97b-0c37f877119f" providerId="AD" clId="Web-{048CEBFD-D6A1-FF4F-145A-C5347D00F6D8}" dt="2025-03-23T03:59:21.366" v="441" actId="1076"/>
          <ac:spMkLst>
            <pc:docMk/>
            <pc:sldMk cId="414281864" sldId="320"/>
            <ac:spMk id="2" creationId="{825E0878-CCF5-3464-A19A-DADCC246320F}"/>
          </ac:spMkLst>
        </pc:spChg>
        <pc:spChg chg="del">
          <ac:chgData name="Mohammed Fasha" userId="S::mohammed.fasha@uop.edu.jo::cc64f42d-a1a6-4f08-b97b-0c37f877119f" providerId="AD" clId="Web-{048CEBFD-D6A1-FF4F-145A-C5347D00F6D8}" dt="2025-03-23T03:04:08.058" v="115"/>
          <ac:spMkLst>
            <pc:docMk/>
            <pc:sldMk cId="414281864" sldId="320"/>
            <ac:spMk id="3" creationId="{9386E65B-B9D2-8ABC-98FF-5F8E2A8C6674}"/>
          </ac:spMkLst>
        </pc:spChg>
        <pc:picChg chg="add mod ord">
          <ac:chgData name="Mohammed Fasha" userId="S::mohammed.fasha@uop.edu.jo::cc64f42d-a1a6-4f08-b97b-0c37f877119f" providerId="AD" clId="Web-{048CEBFD-D6A1-FF4F-145A-C5347D00F6D8}" dt="2025-03-23T03:59:15.194" v="439" actId="1076"/>
          <ac:picMkLst>
            <pc:docMk/>
            <pc:sldMk cId="414281864" sldId="320"/>
            <ac:picMk id="4" creationId="{2B13B5C8-DB85-2B46-F1E5-328A8246D30B}"/>
          </ac:picMkLst>
        </pc:picChg>
        <pc:picChg chg="add del mod">
          <ac:chgData name="Mohammed Fasha" userId="S::mohammed.fasha@uop.edu.jo::cc64f42d-a1a6-4f08-b97b-0c37f877119f" providerId="AD" clId="Web-{048CEBFD-D6A1-FF4F-145A-C5347D00F6D8}" dt="2025-03-23T03:15:09.785" v="412"/>
          <ac:picMkLst>
            <pc:docMk/>
            <pc:sldMk cId="414281864" sldId="320"/>
            <ac:picMk id="5" creationId="{473A1119-463A-3C36-C42F-2981AC1D2670}"/>
          </ac:picMkLst>
        </pc:picChg>
      </pc:sldChg>
      <pc:sldChg chg="addSp delSp modSp new">
        <pc:chgData name="Mohammed Fasha" userId="S::mohammed.fasha@uop.edu.jo::cc64f42d-a1a6-4f08-b97b-0c37f877119f" providerId="AD" clId="Web-{048CEBFD-D6A1-FF4F-145A-C5347D00F6D8}" dt="2025-03-23T04:04:06.582" v="625"/>
        <pc:sldMkLst>
          <pc:docMk/>
          <pc:sldMk cId="2158520731" sldId="321"/>
        </pc:sldMkLst>
        <pc:spChg chg="mod">
          <ac:chgData name="Mohammed Fasha" userId="S::mohammed.fasha@uop.edu.jo::cc64f42d-a1a6-4f08-b97b-0c37f877119f" providerId="AD" clId="Web-{048CEBFD-D6A1-FF4F-145A-C5347D00F6D8}" dt="2025-03-23T03:06:45.017" v="158" actId="20577"/>
          <ac:spMkLst>
            <pc:docMk/>
            <pc:sldMk cId="2158520731" sldId="321"/>
            <ac:spMk id="2" creationId="{2CBE9B8D-9BCA-A077-FC54-F37DD1ED5A43}"/>
          </ac:spMkLst>
        </pc:spChg>
        <pc:spChg chg="del">
          <ac:chgData name="Mohammed Fasha" userId="S::mohammed.fasha@uop.edu.jo::cc64f42d-a1a6-4f08-b97b-0c37f877119f" providerId="AD" clId="Web-{048CEBFD-D6A1-FF4F-145A-C5347D00F6D8}" dt="2025-03-23T03:06:26.736" v="140"/>
          <ac:spMkLst>
            <pc:docMk/>
            <pc:sldMk cId="2158520731" sldId="321"/>
            <ac:spMk id="3" creationId="{87066CB8-BE1C-18F6-0DD8-6FF093CE164E}"/>
          </ac:spMkLst>
        </pc:spChg>
        <pc:spChg chg="add del mod">
          <ac:chgData name="Mohammed Fasha" userId="S::mohammed.fasha@uop.edu.jo::cc64f42d-a1a6-4f08-b97b-0c37f877119f" providerId="AD" clId="Web-{048CEBFD-D6A1-FF4F-145A-C5347D00F6D8}" dt="2025-03-23T04:00:55.136" v="518"/>
          <ac:spMkLst>
            <pc:docMk/>
            <pc:sldMk cId="2158520731" sldId="321"/>
            <ac:spMk id="5" creationId="{38C8DE48-D7D7-B155-28C1-8FD9812E5A8A}"/>
          </ac:spMkLst>
        </pc:spChg>
        <pc:spChg chg="add mod">
          <ac:chgData name="Mohammed Fasha" userId="S::mohammed.fasha@uop.edu.jo::cc64f42d-a1a6-4f08-b97b-0c37f877119f" providerId="AD" clId="Web-{048CEBFD-D6A1-FF4F-145A-C5347D00F6D8}" dt="2025-03-23T04:03:57.144" v="623" actId="20577"/>
          <ac:spMkLst>
            <pc:docMk/>
            <pc:sldMk cId="2158520731" sldId="321"/>
            <ac:spMk id="6" creationId="{5CB15C33-8731-2AC8-2AA9-CC56BB604532}"/>
          </ac:spMkLst>
        </pc:spChg>
        <pc:spChg chg="add del mod">
          <ac:chgData name="Mohammed Fasha" userId="S::mohammed.fasha@uop.edu.jo::cc64f42d-a1a6-4f08-b97b-0c37f877119f" providerId="AD" clId="Web-{048CEBFD-D6A1-FF4F-145A-C5347D00F6D8}" dt="2025-03-23T04:02:47.327" v="574"/>
          <ac:spMkLst>
            <pc:docMk/>
            <pc:sldMk cId="2158520731" sldId="321"/>
            <ac:spMk id="9" creationId="{6C7BA3B8-00C1-BFF1-6AF2-0FD886030DA8}"/>
          </ac:spMkLst>
        </pc:spChg>
        <pc:spChg chg="add del mod">
          <ac:chgData name="Mohammed Fasha" userId="S::mohammed.fasha@uop.edu.jo::cc64f42d-a1a6-4f08-b97b-0c37f877119f" providerId="AD" clId="Web-{048CEBFD-D6A1-FF4F-145A-C5347D00F6D8}" dt="2025-03-23T04:01:37.246" v="535"/>
          <ac:spMkLst>
            <pc:docMk/>
            <pc:sldMk cId="2158520731" sldId="321"/>
            <ac:spMk id="11" creationId="{BF3A56A3-CCAA-A37B-CBB1-E12C9356DDDE}"/>
          </ac:spMkLst>
        </pc:spChg>
        <pc:graphicFrameChg chg="add mod modGraphic">
          <ac:chgData name="Mohammed Fasha" userId="S::mohammed.fasha@uop.edu.jo::cc64f42d-a1a6-4f08-b97b-0c37f877119f" providerId="AD" clId="Web-{048CEBFD-D6A1-FF4F-145A-C5347D00F6D8}" dt="2025-03-23T04:04:06.582" v="625"/>
          <ac:graphicFrameMkLst>
            <pc:docMk/>
            <pc:sldMk cId="2158520731" sldId="321"/>
            <ac:graphicFrameMk id="13" creationId="{16C5CEE9-CAE7-15B6-CD99-242FA0B68E48}"/>
          </ac:graphicFrameMkLst>
        </pc:graphicFrameChg>
        <pc:graphicFrameChg chg="add mod modGraphic">
          <ac:chgData name="Mohammed Fasha" userId="S::mohammed.fasha@uop.edu.jo::cc64f42d-a1a6-4f08-b97b-0c37f877119f" providerId="AD" clId="Web-{048CEBFD-D6A1-FF4F-145A-C5347D00F6D8}" dt="2025-03-23T04:03:46.191" v="620" actId="1076"/>
          <ac:graphicFrameMkLst>
            <pc:docMk/>
            <pc:sldMk cId="2158520731" sldId="321"/>
            <ac:graphicFrameMk id="14" creationId="{68F65CD9-04AE-694C-CAF9-ABB6912D588B}"/>
          </ac:graphicFrameMkLst>
        </pc:graphicFrameChg>
        <pc:picChg chg="add del mod ord">
          <ac:chgData name="Mohammed Fasha" userId="S::mohammed.fasha@uop.edu.jo::cc64f42d-a1a6-4f08-b97b-0c37f877119f" providerId="AD" clId="Web-{048CEBFD-D6A1-FF4F-145A-C5347D00F6D8}" dt="2025-03-23T04:00:53.854" v="517"/>
          <ac:picMkLst>
            <pc:docMk/>
            <pc:sldMk cId="2158520731" sldId="321"/>
            <ac:picMk id="4" creationId="{C31B89CD-6369-1B1F-B3B8-0654BE6BA649}"/>
          </ac:picMkLst>
        </pc:picChg>
        <pc:picChg chg="add mod ord">
          <ac:chgData name="Mohammed Fasha" userId="S::mohammed.fasha@uop.edu.jo::cc64f42d-a1a6-4f08-b97b-0c37f877119f" providerId="AD" clId="Web-{048CEBFD-D6A1-FF4F-145A-C5347D00F6D8}" dt="2025-03-23T04:01:03.120" v="520" actId="14100"/>
          <ac:picMkLst>
            <pc:docMk/>
            <pc:sldMk cId="2158520731" sldId="321"/>
            <ac:picMk id="7" creationId="{3309D882-20A5-56F6-889C-7DC7D2DFDA86}"/>
          </ac:picMkLst>
        </pc:picChg>
      </pc:sldChg>
      <pc:sldChg chg="addSp delSp modSp new">
        <pc:chgData name="Mohammed Fasha" userId="S::mohammed.fasha@uop.edu.jo::cc64f42d-a1a6-4f08-b97b-0c37f877119f" providerId="AD" clId="Web-{048CEBFD-D6A1-FF4F-145A-C5347D00F6D8}" dt="2025-03-23T04:10:25.939" v="692"/>
        <pc:sldMkLst>
          <pc:docMk/>
          <pc:sldMk cId="3486990666" sldId="322"/>
        </pc:sldMkLst>
        <pc:spChg chg="mod">
          <ac:chgData name="Mohammed Fasha" userId="S::mohammed.fasha@uop.edu.jo::cc64f42d-a1a6-4f08-b97b-0c37f877119f" providerId="AD" clId="Web-{048CEBFD-D6A1-FF4F-145A-C5347D00F6D8}" dt="2025-03-23T04:09:04.561" v="672" actId="20577"/>
          <ac:spMkLst>
            <pc:docMk/>
            <pc:sldMk cId="3486990666" sldId="322"/>
            <ac:spMk id="2" creationId="{4F569A76-4CE0-A134-527E-6110690A0204}"/>
          </ac:spMkLst>
        </pc:spChg>
        <pc:spChg chg="del">
          <ac:chgData name="Mohammed Fasha" userId="S::mohammed.fasha@uop.edu.jo::cc64f42d-a1a6-4f08-b97b-0c37f877119f" providerId="AD" clId="Web-{048CEBFD-D6A1-FF4F-145A-C5347D00F6D8}" dt="2025-03-23T04:08:51.795" v="657"/>
          <ac:spMkLst>
            <pc:docMk/>
            <pc:sldMk cId="3486990666" sldId="322"/>
            <ac:spMk id="3" creationId="{368F07BD-3847-D462-1D91-71F882F9E686}"/>
          </ac:spMkLst>
        </pc:spChg>
        <pc:graphicFrameChg chg="add mod ord modGraphic">
          <ac:chgData name="Mohammed Fasha" userId="S::mohammed.fasha@uop.edu.jo::cc64f42d-a1a6-4f08-b97b-0c37f877119f" providerId="AD" clId="Web-{048CEBFD-D6A1-FF4F-145A-C5347D00F6D8}" dt="2025-03-23T04:10:25.939" v="692"/>
          <ac:graphicFrameMkLst>
            <pc:docMk/>
            <pc:sldMk cId="3486990666" sldId="322"/>
            <ac:graphicFrameMk id="5" creationId="{1FA2E83F-BCF2-8811-D9EB-3AB7209F9B26}"/>
          </ac:graphicFrameMkLst>
        </pc:graphicFrameChg>
      </pc:sldChg>
      <pc:sldChg chg="addSp delSp modSp new">
        <pc:chgData name="Mohammed Fasha" userId="S::mohammed.fasha@uop.edu.jo::cc64f42d-a1a6-4f08-b97b-0c37f877119f" providerId="AD" clId="Web-{048CEBFD-D6A1-FF4F-145A-C5347D00F6D8}" dt="2025-03-23T06:02:22.542" v="1162"/>
        <pc:sldMkLst>
          <pc:docMk/>
          <pc:sldMk cId="323566195" sldId="323"/>
        </pc:sldMkLst>
        <pc:spChg chg="mod">
          <ac:chgData name="Mohammed Fasha" userId="S::mohammed.fasha@uop.edu.jo::cc64f42d-a1a6-4f08-b97b-0c37f877119f" providerId="AD" clId="Web-{048CEBFD-D6A1-FF4F-145A-C5347D00F6D8}" dt="2025-03-23T05:55:35.003" v="727" actId="20577"/>
          <ac:spMkLst>
            <pc:docMk/>
            <pc:sldMk cId="323566195" sldId="323"/>
            <ac:spMk id="2" creationId="{595498DF-D91B-3039-6A35-B1D5FAB6D692}"/>
          </ac:spMkLst>
        </pc:spChg>
        <pc:spChg chg="del">
          <ac:chgData name="Mohammed Fasha" userId="S::mohammed.fasha@uop.edu.jo::cc64f42d-a1a6-4f08-b97b-0c37f877119f" providerId="AD" clId="Web-{048CEBFD-D6A1-FF4F-145A-C5347D00F6D8}" dt="2025-03-23T05:55:38.753" v="728"/>
          <ac:spMkLst>
            <pc:docMk/>
            <pc:sldMk cId="323566195" sldId="323"/>
            <ac:spMk id="3" creationId="{7C735B19-22D3-E2FD-E630-81FC9AD9A200}"/>
          </ac:spMkLst>
        </pc:spChg>
        <pc:spChg chg="add del mod">
          <ac:chgData name="Mohammed Fasha" userId="S::mohammed.fasha@uop.edu.jo::cc64f42d-a1a6-4f08-b97b-0c37f877119f" providerId="AD" clId="Web-{048CEBFD-D6A1-FF4F-145A-C5347D00F6D8}" dt="2025-03-23T05:55:49.003" v="732"/>
          <ac:spMkLst>
            <pc:docMk/>
            <pc:sldMk cId="323566195" sldId="323"/>
            <ac:spMk id="6" creationId="{8D3669D3-C50E-E863-834B-24745A4049BF}"/>
          </ac:spMkLst>
        </pc:spChg>
        <pc:spChg chg="add del mod">
          <ac:chgData name="Mohammed Fasha" userId="S::mohammed.fasha@uop.edu.jo::cc64f42d-a1a6-4f08-b97b-0c37f877119f" providerId="AD" clId="Web-{048CEBFD-D6A1-FF4F-145A-C5347D00F6D8}" dt="2025-03-23T05:59:22.130" v="1034"/>
          <ac:spMkLst>
            <pc:docMk/>
            <pc:sldMk cId="323566195" sldId="323"/>
            <ac:spMk id="8" creationId="{2082C506-EF36-1091-B38C-0345C16F14E1}"/>
          </ac:spMkLst>
        </pc:spChg>
        <pc:spChg chg="add del mod">
          <ac:chgData name="Mohammed Fasha" userId="S::mohammed.fasha@uop.edu.jo::cc64f42d-a1a6-4f08-b97b-0c37f877119f" providerId="AD" clId="Web-{048CEBFD-D6A1-FF4F-145A-C5347D00F6D8}" dt="2025-03-23T05:59:27.614" v="1039"/>
          <ac:spMkLst>
            <pc:docMk/>
            <pc:sldMk cId="323566195" sldId="323"/>
            <ac:spMk id="83" creationId="{807366CE-6F6E-4CFE-6647-767B9FE5806E}"/>
          </ac:spMkLst>
        </pc:spChg>
        <pc:graphicFrameChg chg="add del mod ord modGraphic">
          <ac:chgData name="Mohammed Fasha" userId="S::mohammed.fasha@uop.edu.jo::cc64f42d-a1a6-4f08-b97b-0c37f877119f" providerId="AD" clId="Web-{048CEBFD-D6A1-FF4F-145A-C5347D00F6D8}" dt="2025-03-23T05:59:01.988" v="961"/>
          <ac:graphicFrameMkLst>
            <pc:docMk/>
            <pc:sldMk cId="323566195" sldId="323"/>
            <ac:graphicFrameMk id="5" creationId="{A754B520-EBFE-5B5E-37E1-9C40D7A1FFBE}"/>
          </ac:graphicFrameMkLst>
        </pc:graphicFrameChg>
        <pc:graphicFrameChg chg="add del mod ord modGraphic">
          <ac:chgData name="Mohammed Fasha" userId="S::mohammed.fasha@uop.edu.jo::cc64f42d-a1a6-4f08-b97b-0c37f877119f" providerId="AD" clId="Web-{048CEBFD-D6A1-FF4F-145A-C5347D00F6D8}" dt="2025-03-23T05:59:07.457" v="1033"/>
          <ac:graphicFrameMkLst>
            <pc:docMk/>
            <pc:sldMk cId="323566195" sldId="323"/>
            <ac:graphicFrameMk id="10" creationId="{81F22BAF-A7A5-D51F-F048-990BCD7473F1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32"/>
          <ac:graphicFrameMkLst>
            <pc:docMk/>
            <pc:sldMk cId="323566195" sldId="323"/>
            <ac:graphicFrameMk id="12" creationId="{31D32C5C-4AB4-10D9-8E65-54C3AA3B73FA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31"/>
          <ac:graphicFrameMkLst>
            <pc:docMk/>
            <pc:sldMk cId="323566195" sldId="323"/>
            <ac:graphicFrameMk id="14" creationId="{2B9CFF0A-4FB9-44E3-E79F-5E9C7AF9C6F2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30"/>
          <ac:graphicFrameMkLst>
            <pc:docMk/>
            <pc:sldMk cId="323566195" sldId="323"/>
            <ac:graphicFrameMk id="16" creationId="{151D465E-BCAC-C815-C99F-DFCF8008CC41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29"/>
          <ac:graphicFrameMkLst>
            <pc:docMk/>
            <pc:sldMk cId="323566195" sldId="323"/>
            <ac:graphicFrameMk id="18" creationId="{6AC48D0B-E2C7-9970-AED5-07A2B3F1FA40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28"/>
          <ac:graphicFrameMkLst>
            <pc:docMk/>
            <pc:sldMk cId="323566195" sldId="323"/>
            <ac:graphicFrameMk id="20" creationId="{2A87022A-12C7-E3C9-78A5-B6E3716099CC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27"/>
          <ac:graphicFrameMkLst>
            <pc:docMk/>
            <pc:sldMk cId="323566195" sldId="323"/>
            <ac:graphicFrameMk id="22" creationId="{8EF2D05A-5601-2F93-287A-A37D730B4D8E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26"/>
          <ac:graphicFrameMkLst>
            <pc:docMk/>
            <pc:sldMk cId="323566195" sldId="323"/>
            <ac:graphicFrameMk id="24" creationId="{6A100409-108D-914C-3A20-14F5A5113ECA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25"/>
          <ac:graphicFrameMkLst>
            <pc:docMk/>
            <pc:sldMk cId="323566195" sldId="323"/>
            <ac:graphicFrameMk id="26" creationId="{C6C4A769-1EA7-DFBB-76AA-A6BD4F6972B1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24"/>
          <ac:graphicFrameMkLst>
            <pc:docMk/>
            <pc:sldMk cId="323566195" sldId="323"/>
            <ac:graphicFrameMk id="28" creationId="{C40A24BF-5004-D518-7DAD-FC1621E3F304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23"/>
          <ac:graphicFrameMkLst>
            <pc:docMk/>
            <pc:sldMk cId="323566195" sldId="323"/>
            <ac:graphicFrameMk id="30" creationId="{BE442F90-15EC-E0E1-9A4C-C04CE58B5245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22"/>
          <ac:graphicFrameMkLst>
            <pc:docMk/>
            <pc:sldMk cId="323566195" sldId="323"/>
            <ac:graphicFrameMk id="32" creationId="{9B52DAA3-1DB1-99DF-18E4-9E64C093A4F6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21"/>
          <ac:graphicFrameMkLst>
            <pc:docMk/>
            <pc:sldMk cId="323566195" sldId="323"/>
            <ac:graphicFrameMk id="34" creationId="{993470D1-9B7A-17C0-943E-DF7B23EA5B44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20"/>
          <ac:graphicFrameMkLst>
            <pc:docMk/>
            <pc:sldMk cId="323566195" sldId="323"/>
            <ac:graphicFrameMk id="36" creationId="{179BE741-A69E-5347-4C57-44E890ACA8B6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19"/>
          <ac:graphicFrameMkLst>
            <pc:docMk/>
            <pc:sldMk cId="323566195" sldId="323"/>
            <ac:graphicFrameMk id="38" creationId="{7F6E1717-1F2E-6C4D-1780-6819571BA43C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18"/>
          <ac:graphicFrameMkLst>
            <pc:docMk/>
            <pc:sldMk cId="323566195" sldId="323"/>
            <ac:graphicFrameMk id="40" creationId="{2484AF69-B0DC-9E02-8756-50FB72954E82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17"/>
          <ac:graphicFrameMkLst>
            <pc:docMk/>
            <pc:sldMk cId="323566195" sldId="323"/>
            <ac:graphicFrameMk id="42" creationId="{B8EE61D1-5177-30CA-E118-E5D3B87242CD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16"/>
          <ac:graphicFrameMkLst>
            <pc:docMk/>
            <pc:sldMk cId="323566195" sldId="323"/>
            <ac:graphicFrameMk id="44" creationId="{141A3A5A-4493-80D4-ECBB-45C88C8B4234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15"/>
          <ac:graphicFrameMkLst>
            <pc:docMk/>
            <pc:sldMk cId="323566195" sldId="323"/>
            <ac:graphicFrameMk id="46" creationId="{881F753D-C8EB-CC8A-03A1-87CA997234E2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14"/>
          <ac:graphicFrameMkLst>
            <pc:docMk/>
            <pc:sldMk cId="323566195" sldId="323"/>
            <ac:graphicFrameMk id="48" creationId="{A3D78DD1-89C1-461E-5B28-18FB43C2FC00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13"/>
          <ac:graphicFrameMkLst>
            <pc:docMk/>
            <pc:sldMk cId="323566195" sldId="323"/>
            <ac:graphicFrameMk id="50" creationId="{6340C572-E3F3-16AF-B421-66538320305F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12"/>
          <ac:graphicFrameMkLst>
            <pc:docMk/>
            <pc:sldMk cId="323566195" sldId="323"/>
            <ac:graphicFrameMk id="52" creationId="{A2C96DF1-B896-A75F-F9DA-2D2C76F89A78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11"/>
          <ac:graphicFrameMkLst>
            <pc:docMk/>
            <pc:sldMk cId="323566195" sldId="323"/>
            <ac:graphicFrameMk id="54" creationId="{E457EF04-D6A8-7B9E-A19F-D4C4AFC18FC5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10"/>
          <ac:graphicFrameMkLst>
            <pc:docMk/>
            <pc:sldMk cId="323566195" sldId="323"/>
            <ac:graphicFrameMk id="56" creationId="{B0B7E22B-C771-8134-485E-8D2C20D5FA95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09"/>
          <ac:graphicFrameMkLst>
            <pc:docMk/>
            <pc:sldMk cId="323566195" sldId="323"/>
            <ac:graphicFrameMk id="58" creationId="{96E97EA0-26C3-8107-FFD7-A50124666871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08"/>
          <ac:graphicFrameMkLst>
            <pc:docMk/>
            <pc:sldMk cId="323566195" sldId="323"/>
            <ac:graphicFrameMk id="60" creationId="{01575609-E88F-517C-939B-2D01FE427CB2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07"/>
          <ac:graphicFrameMkLst>
            <pc:docMk/>
            <pc:sldMk cId="323566195" sldId="323"/>
            <ac:graphicFrameMk id="62" creationId="{81F84073-D19D-6E20-4B98-DAADFCCB5891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06"/>
          <ac:graphicFrameMkLst>
            <pc:docMk/>
            <pc:sldMk cId="323566195" sldId="323"/>
            <ac:graphicFrameMk id="64" creationId="{E4EC3D09-6063-A529-870D-0C9877AA3053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05"/>
          <ac:graphicFrameMkLst>
            <pc:docMk/>
            <pc:sldMk cId="323566195" sldId="323"/>
            <ac:graphicFrameMk id="66" creationId="{D84F5A10-FC27-5729-C73F-848FFFB113FB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04"/>
          <ac:graphicFrameMkLst>
            <pc:docMk/>
            <pc:sldMk cId="323566195" sldId="323"/>
            <ac:graphicFrameMk id="68" creationId="{C5294D9E-208C-67A6-D898-A6698BF5388E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03"/>
          <ac:graphicFrameMkLst>
            <pc:docMk/>
            <pc:sldMk cId="323566195" sldId="323"/>
            <ac:graphicFrameMk id="70" creationId="{296DED12-ACF6-510A-B5B6-46873E38536E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02"/>
          <ac:graphicFrameMkLst>
            <pc:docMk/>
            <pc:sldMk cId="323566195" sldId="323"/>
            <ac:graphicFrameMk id="72" creationId="{95E38546-FB27-65FE-85C4-3F4F8B66A29A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01"/>
          <ac:graphicFrameMkLst>
            <pc:docMk/>
            <pc:sldMk cId="323566195" sldId="323"/>
            <ac:graphicFrameMk id="74" creationId="{192A04DF-CA56-492A-1E8D-37F1707F96D3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1000"/>
          <ac:graphicFrameMkLst>
            <pc:docMk/>
            <pc:sldMk cId="323566195" sldId="323"/>
            <ac:graphicFrameMk id="76" creationId="{2C5FBFF9-1CD2-7200-F956-A5C5DDB1A652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999"/>
          <ac:graphicFrameMkLst>
            <pc:docMk/>
            <pc:sldMk cId="323566195" sldId="323"/>
            <ac:graphicFrameMk id="78" creationId="{B2E96C8C-06FA-2893-05C3-70BDD14172C9}"/>
          </ac:graphicFrameMkLst>
        </pc:graphicFrameChg>
        <pc:graphicFrameChg chg="add del mod">
          <ac:chgData name="Mohammed Fasha" userId="S::mohammed.fasha@uop.edu.jo::cc64f42d-a1a6-4f08-b97b-0c37f877119f" providerId="AD" clId="Web-{048CEBFD-D6A1-FF4F-145A-C5347D00F6D8}" dt="2025-03-23T05:59:07.457" v="998"/>
          <ac:graphicFrameMkLst>
            <pc:docMk/>
            <pc:sldMk cId="323566195" sldId="323"/>
            <ac:graphicFrameMk id="80" creationId="{E10281D6-863B-25CD-E75A-124FDDBAA4BE}"/>
          </ac:graphicFrameMkLst>
        </pc:graphicFrameChg>
        <pc:graphicFrameChg chg="add mod ord modGraphic">
          <ac:chgData name="Mohammed Fasha" userId="S::mohammed.fasha@uop.edu.jo::cc64f42d-a1a6-4f08-b97b-0c37f877119f" providerId="AD" clId="Web-{048CEBFD-D6A1-FF4F-145A-C5347D00F6D8}" dt="2025-03-23T06:02:22.542" v="1162"/>
          <ac:graphicFrameMkLst>
            <pc:docMk/>
            <pc:sldMk cId="323566195" sldId="323"/>
            <ac:graphicFrameMk id="82" creationId="{135E2F87-A441-0139-1576-BC186FCA12A1}"/>
          </ac:graphicFrameMkLst>
        </pc:graphicFrameChg>
      </pc:sldChg>
      <pc:sldChg chg="modSp add replId">
        <pc:chgData name="Mohammed Fasha" userId="S::mohammed.fasha@uop.edu.jo::cc64f42d-a1a6-4f08-b97b-0c37f877119f" providerId="AD" clId="Web-{048CEBFD-D6A1-FF4F-145A-C5347D00F6D8}" dt="2025-03-23T06:02:28.917" v="1163"/>
        <pc:sldMkLst>
          <pc:docMk/>
          <pc:sldMk cId="2802975669" sldId="324"/>
        </pc:sldMkLst>
        <pc:graphicFrameChg chg="modGraphic">
          <ac:chgData name="Mohammed Fasha" userId="S::mohammed.fasha@uop.edu.jo::cc64f42d-a1a6-4f08-b97b-0c37f877119f" providerId="AD" clId="Web-{048CEBFD-D6A1-FF4F-145A-C5347D00F6D8}" dt="2025-03-23T06:02:28.917" v="1163"/>
          <ac:graphicFrameMkLst>
            <pc:docMk/>
            <pc:sldMk cId="2802975669" sldId="324"/>
            <ac:graphicFrameMk id="82" creationId="{E61DA268-6635-1C98-1674-A7AD4D8991C6}"/>
          </ac:graphicFrameMkLst>
        </pc:graphicFrameChg>
      </pc:sldChg>
      <pc:sldChg chg="modSp new mod modClrScheme chgLayout">
        <pc:chgData name="Mohammed Fasha" userId="S::mohammed.fasha@uop.edu.jo::cc64f42d-a1a6-4f08-b97b-0c37f877119f" providerId="AD" clId="Web-{048CEBFD-D6A1-FF4F-145A-C5347D00F6D8}" dt="2025-03-23T06:01:57.150" v="1158" actId="20577"/>
        <pc:sldMkLst>
          <pc:docMk/>
          <pc:sldMk cId="1195465549" sldId="325"/>
        </pc:sldMkLst>
        <pc:spChg chg="mod ord">
          <ac:chgData name="Mohammed Fasha" userId="S::mohammed.fasha@uop.edu.jo::cc64f42d-a1a6-4f08-b97b-0c37f877119f" providerId="AD" clId="Web-{048CEBFD-D6A1-FF4F-145A-C5347D00F6D8}" dt="2025-03-23T06:01:57.150" v="1158" actId="20577"/>
          <ac:spMkLst>
            <pc:docMk/>
            <pc:sldMk cId="1195465549" sldId="325"/>
            <ac:spMk id="2" creationId="{C40B076E-5F79-27B6-B774-38C83230BBDD}"/>
          </ac:spMkLst>
        </pc:spChg>
        <pc:spChg chg="mod ord">
          <ac:chgData name="Mohammed Fasha" userId="S::mohammed.fasha@uop.edu.jo::cc64f42d-a1a6-4f08-b97b-0c37f877119f" providerId="AD" clId="Web-{048CEBFD-D6A1-FF4F-145A-C5347D00F6D8}" dt="2025-03-23T06:01:44.322" v="1142"/>
          <ac:spMkLst>
            <pc:docMk/>
            <pc:sldMk cId="1195465549" sldId="325"/>
            <ac:spMk id="3" creationId="{82C6206C-8193-A125-EB18-48C260C8432B}"/>
          </ac:spMkLst>
        </pc:spChg>
      </pc:sldChg>
    </pc:docChg>
  </pc:docChgLst>
  <pc:docChgLst>
    <pc:chgData name="Mohammed Fasha" userId="cc64f42d-a1a6-4f08-b97b-0c37f877119f" providerId="ADAL" clId="{12C0646C-DE2C-4492-8B53-5F65EF722386}"/>
    <pc:docChg chg="undo redo custSel addSld delSld modSld sldOrd">
      <pc:chgData name="Mohammed Fasha" userId="cc64f42d-a1a6-4f08-b97b-0c37f877119f" providerId="ADAL" clId="{12C0646C-DE2C-4492-8B53-5F65EF722386}" dt="2025-03-19T09:12:33.880" v="390" actId="2696"/>
      <pc:docMkLst>
        <pc:docMk/>
      </pc:docMkLst>
      <pc:sldChg chg="modSp mod">
        <pc:chgData name="Mohammed Fasha" userId="cc64f42d-a1a6-4f08-b97b-0c37f877119f" providerId="ADAL" clId="{12C0646C-DE2C-4492-8B53-5F65EF722386}" dt="2025-03-17T10:03:21.731" v="170" actId="1076"/>
        <pc:sldMkLst>
          <pc:docMk/>
          <pc:sldMk cId="0" sldId="263"/>
        </pc:sldMkLst>
        <pc:spChg chg="mod">
          <ac:chgData name="Mohammed Fasha" userId="cc64f42d-a1a6-4f08-b97b-0c37f877119f" providerId="ADAL" clId="{12C0646C-DE2C-4492-8B53-5F65EF722386}" dt="2025-03-17T10:03:20.378" v="169" actId="14100"/>
          <ac:spMkLst>
            <pc:docMk/>
            <pc:sldMk cId="0" sldId="263"/>
            <ac:spMk id="2" creationId="{00000000-0000-0000-0000-000000000000}"/>
          </ac:spMkLst>
        </pc:spChg>
        <pc:picChg chg="mod">
          <ac:chgData name="Mohammed Fasha" userId="cc64f42d-a1a6-4f08-b97b-0c37f877119f" providerId="ADAL" clId="{12C0646C-DE2C-4492-8B53-5F65EF722386}" dt="2025-03-17T10:03:21.731" v="170" actId="1076"/>
          <ac:picMkLst>
            <pc:docMk/>
            <pc:sldMk cId="0" sldId="263"/>
            <ac:picMk id="5" creationId="{00000000-0000-0000-0000-000000000000}"/>
          </ac:picMkLst>
        </pc:picChg>
      </pc:sldChg>
      <pc:sldChg chg="ord">
        <pc:chgData name="Mohammed Fasha" userId="cc64f42d-a1a6-4f08-b97b-0c37f877119f" providerId="ADAL" clId="{12C0646C-DE2C-4492-8B53-5F65EF722386}" dt="2025-03-16T08:15:00.148" v="1"/>
        <pc:sldMkLst>
          <pc:docMk/>
          <pc:sldMk cId="0" sldId="264"/>
        </pc:sldMkLst>
      </pc:sldChg>
      <pc:sldChg chg="modSp mod">
        <pc:chgData name="Mohammed Fasha" userId="cc64f42d-a1a6-4f08-b97b-0c37f877119f" providerId="ADAL" clId="{12C0646C-DE2C-4492-8B53-5F65EF722386}" dt="2025-03-17T10:03:35.983" v="172" actId="1076"/>
        <pc:sldMkLst>
          <pc:docMk/>
          <pc:sldMk cId="0" sldId="265"/>
        </pc:sldMkLst>
        <pc:spChg chg="mod">
          <ac:chgData name="Mohammed Fasha" userId="cc64f42d-a1a6-4f08-b97b-0c37f877119f" providerId="ADAL" clId="{12C0646C-DE2C-4492-8B53-5F65EF722386}" dt="2025-03-17T10:03:33.931" v="171" actId="14100"/>
          <ac:spMkLst>
            <pc:docMk/>
            <pc:sldMk cId="0" sldId="265"/>
            <ac:spMk id="3" creationId="{00000000-0000-0000-0000-000000000000}"/>
          </ac:spMkLst>
        </pc:spChg>
        <pc:picChg chg="mod">
          <ac:chgData name="Mohammed Fasha" userId="cc64f42d-a1a6-4f08-b97b-0c37f877119f" providerId="ADAL" clId="{12C0646C-DE2C-4492-8B53-5F65EF722386}" dt="2025-03-17T10:03:35.983" v="172" actId="1076"/>
          <ac:picMkLst>
            <pc:docMk/>
            <pc:sldMk cId="0" sldId="265"/>
            <ac:picMk id="2" creationId="{00000000-0000-0000-0000-000000000000}"/>
          </ac:picMkLst>
        </pc:picChg>
      </pc:sldChg>
      <pc:sldChg chg="del">
        <pc:chgData name="Mohammed Fasha" userId="cc64f42d-a1a6-4f08-b97b-0c37f877119f" providerId="ADAL" clId="{12C0646C-DE2C-4492-8B53-5F65EF722386}" dt="2025-03-17T09:03:29.846" v="2" actId="2696"/>
        <pc:sldMkLst>
          <pc:docMk/>
          <pc:sldMk cId="0" sldId="266"/>
        </pc:sldMkLst>
      </pc:sldChg>
      <pc:sldChg chg="add">
        <pc:chgData name="Mohammed Fasha" userId="cc64f42d-a1a6-4f08-b97b-0c37f877119f" providerId="ADAL" clId="{12C0646C-DE2C-4492-8B53-5F65EF722386}" dt="2025-03-17T09:05:51.748" v="7"/>
        <pc:sldMkLst>
          <pc:docMk/>
          <pc:sldMk cId="2051082680" sldId="266"/>
        </pc:sldMkLst>
      </pc:sldChg>
      <pc:sldChg chg="modSp mod">
        <pc:chgData name="Mohammed Fasha" userId="cc64f42d-a1a6-4f08-b97b-0c37f877119f" providerId="ADAL" clId="{12C0646C-DE2C-4492-8B53-5F65EF722386}" dt="2025-03-17T09:09:25.710" v="105" actId="207"/>
        <pc:sldMkLst>
          <pc:docMk/>
          <pc:sldMk cId="0" sldId="268"/>
        </pc:sldMkLst>
        <pc:spChg chg="mod">
          <ac:chgData name="Mohammed Fasha" userId="cc64f42d-a1a6-4f08-b97b-0c37f877119f" providerId="ADAL" clId="{12C0646C-DE2C-4492-8B53-5F65EF722386}" dt="2025-03-17T09:09:25.710" v="105" actId="207"/>
          <ac:spMkLst>
            <pc:docMk/>
            <pc:sldMk cId="0" sldId="268"/>
            <ac:spMk id="5" creationId="{606C1567-AF39-CAED-E122-5F02B98CB8E2}"/>
          </ac:spMkLst>
        </pc:spChg>
      </pc:sldChg>
      <pc:sldChg chg="modSp mod">
        <pc:chgData name="Mohammed Fasha" userId="cc64f42d-a1a6-4f08-b97b-0c37f877119f" providerId="ADAL" clId="{12C0646C-DE2C-4492-8B53-5F65EF722386}" dt="2025-03-17T09:09:14.766" v="104" actId="207"/>
        <pc:sldMkLst>
          <pc:docMk/>
          <pc:sldMk cId="0" sldId="270"/>
        </pc:sldMkLst>
        <pc:spChg chg="mod">
          <ac:chgData name="Mohammed Fasha" userId="cc64f42d-a1a6-4f08-b97b-0c37f877119f" providerId="ADAL" clId="{12C0646C-DE2C-4492-8B53-5F65EF722386}" dt="2025-03-17T09:09:14.766" v="104" actId="207"/>
          <ac:spMkLst>
            <pc:docMk/>
            <pc:sldMk cId="0" sldId="270"/>
            <ac:spMk id="3" creationId="{00000000-0000-0000-0000-000000000000}"/>
          </ac:spMkLst>
        </pc:spChg>
      </pc:sldChg>
      <pc:sldChg chg="modSp mod">
        <pc:chgData name="Mohammed Fasha" userId="cc64f42d-a1a6-4f08-b97b-0c37f877119f" providerId="ADAL" clId="{12C0646C-DE2C-4492-8B53-5F65EF722386}" dt="2025-03-17T09:09:57.093" v="106" actId="207"/>
        <pc:sldMkLst>
          <pc:docMk/>
          <pc:sldMk cId="0" sldId="272"/>
        </pc:sldMkLst>
        <pc:spChg chg="mod">
          <ac:chgData name="Mohammed Fasha" userId="cc64f42d-a1a6-4f08-b97b-0c37f877119f" providerId="ADAL" clId="{12C0646C-DE2C-4492-8B53-5F65EF722386}" dt="2025-03-17T09:09:57.093" v="106" actId="207"/>
          <ac:spMkLst>
            <pc:docMk/>
            <pc:sldMk cId="0" sldId="272"/>
            <ac:spMk id="7" creationId="{BD008676-47C8-D88A-CD4A-65BB83D57162}"/>
          </ac:spMkLst>
        </pc:spChg>
      </pc:sldChg>
      <pc:sldChg chg="modSp mod">
        <pc:chgData name="Mohammed Fasha" userId="cc64f42d-a1a6-4f08-b97b-0c37f877119f" providerId="ADAL" clId="{12C0646C-DE2C-4492-8B53-5F65EF722386}" dt="2025-03-19T09:06:31.568" v="362" actId="1076"/>
        <pc:sldMkLst>
          <pc:docMk/>
          <pc:sldMk cId="0" sldId="274"/>
        </pc:sldMkLst>
        <pc:spChg chg="mod">
          <ac:chgData name="Mohammed Fasha" userId="cc64f42d-a1a6-4f08-b97b-0c37f877119f" providerId="ADAL" clId="{12C0646C-DE2C-4492-8B53-5F65EF722386}" dt="2025-03-17T09:08:51.041" v="101" actId="207"/>
          <ac:spMkLst>
            <pc:docMk/>
            <pc:sldMk cId="0" sldId="274"/>
            <ac:spMk id="7" creationId="{CF4277E2-2BAC-D76F-20C6-A50B542D2495}"/>
          </ac:spMkLst>
        </pc:spChg>
        <pc:picChg chg="mod">
          <ac:chgData name="Mohammed Fasha" userId="cc64f42d-a1a6-4f08-b97b-0c37f877119f" providerId="ADAL" clId="{12C0646C-DE2C-4492-8B53-5F65EF722386}" dt="2025-03-19T09:06:31.568" v="362" actId="1076"/>
          <ac:picMkLst>
            <pc:docMk/>
            <pc:sldMk cId="0" sldId="274"/>
            <ac:picMk id="5" creationId="{00000000-0000-0000-0000-000000000000}"/>
          </ac:picMkLst>
        </pc:picChg>
        <pc:picChg chg="mod">
          <ac:chgData name="Mohammed Fasha" userId="cc64f42d-a1a6-4f08-b97b-0c37f877119f" providerId="ADAL" clId="{12C0646C-DE2C-4492-8B53-5F65EF722386}" dt="2025-03-19T09:06:31.568" v="362" actId="1076"/>
          <ac:picMkLst>
            <pc:docMk/>
            <pc:sldMk cId="0" sldId="274"/>
            <ac:picMk id="6" creationId="{00000000-0000-0000-0000-000000000000}"/>
          </ac:picMkLst>
        </pc:picChg>
      </pc:sldChg>
      <pc:sldChg chg="modSp mod">
        <pc:chgData name="Mohammed Fasha" userId="cc64f42d-a1a6-4f08-b97b-0c37f877119f" providerId="ADAL" clId="{12C0646C-DE2C-4492-8B53-5F65EF722386}" dt="2025-03-19T09:05:19.368" v="359" actId="6549"/>
        <pc:sldMkLst>
          <pc:docMk/>
          <pc:sldMk cId="0" sldId="275"/>
        </pc:sldMkLst>
      </pc:sldChg>
      <pc:sldChg chg="addSp modSp mod">
        <pc:chgData name="Mohammed Fasha" userId="cc64f42d-a1a6-4f08-b97b-0c37f877119f" providerId="ADAL" clId="{12C0646C-DE2C-4492-8B53-5F65EF722386}" dt="2025-03-19T09:00:34.488" v="287" actId="1036"/>
        <pc:sldMkLst>
          <pc:docMk/>
          <pc:sldMk cId="0" sldId="276"/>
        </pc:sldMkLst>
      </pc:sldChg>
      <pc:sldChg chg="modSp mod">
        <pc:chgData name="Mohammed Fasha" userId="cc64f42d-a1a6-4f08-b97b-0c37f877119f" providerId="ADAL" clId="{12C0646C-DE2C-4492-8B53-5F65EF722386}" dt="2025-03-19T09:03:17.368" v="349" actId="113"/>
        <pc:sldMkLst>
          <pc:docMk/>
          <pc:sldMk cId="0" sldId="277"/>
        </pc:sldMkLst>
      </pc:sldChg>
      <pc:sldChg chg="addSp modSp mod ord">
        <pc:chgData name="Mohammed Fasha" userId="cc64f42d-a1a6-4f08-b97b-0c37f877119f" providerId="ADAL" clId="{12C0646C-DE2C-4492-8B53-5F65EF722386}" dt="2025-03-19T08:08:27.015" v="232"/>
        <pc:sldMkLst>
          <pc:docMk/>
          <pc:sldMk cId="0" sldId="278"/>
        </pc:sldMkLst>
        <pc:spChg chg="mod">
          <ac:chgData name="Mohammed Fasha" userId="cc64f42d-a1a6-4f08-b97b-0c37f877119f" providerId="ADAL" clId="{12C0646C-DE2C-4492-8B53-5F65EF722386}" dt="2025-03-17T09:13:23.408" v="140" actId="14"/>
          <ac:spMkLst>
            <pc:docMk/>
            <pc:sldMk cId="0" sldId="278"/>
            <ac:spMk id="6" creationId="{81843AE0-4921-7733-0D3B-33D489EDB8CC}"/>
          </ac:spMkLst>
        </pc:spChg>
        <pc:picChg chg="mod">
          <ac:chgData name="Mohammed Fasha" userId="cc64f42d-a1a6-4f08-b97b-0c37f877119f" providerId="ADAL" clId="{12C0646C-DE2C-4492-8B53-5F65EF722386}" dt="2025-03-17T09:12:45.807" v="136" actId="1076"/>
          <ac:picMkLst>
            <pc:docMk/>
            <pc:sldMk cId="0" sldId="278"/>
            <ac:picMk id="5" creationId="{00000000-0000-0000-0000-000000000000}"/>
          </ac:picMkLst>
        </pc:picChg>
        <pc:picChg chg="add mod">
          <ac:chgData name="Mohammed Fasha" userId="cc64f42d-a1a6-4f08-b97b-0c37f877119f" providerId="ADAL" clId="{12C0646C-DE2C-4492-8B53-5F65EF722386}" dt="2025-03-17T09:12:36.594" v="133" actId="1076"/>
          <ac:picMkLst>
            <pc:docMk/>
            <pc:sldMk cId="0" sldId="278"/>
            <ac:picMk id="2050" creationId="{232D760D-CBEA-0B66-CBCC-A5D70A94C927}"/>
          </ac:picMkLst>
        </pc:picChg>
      </pc:sldChg>
      <pc:sldChg chg="modSp mod">
        <pc:chgData name="Mohammed Fasha" userId="cc64f42d-a1a6-4f08-b97b-0c37f877119f" providerId="ADAL" clId="{12C0646C-DE2C-4492-8B53-5F65EF722386}" dt="2025-03-19T09:11:29.996" v="388" actId="1076"/>
        <pc:sldMkLst>
          <pc:docMk/>
          <pc:sldMk cId="0" sldId="279"/>
        </pc:sldMkLst>
      </pc:sldChg>
      <pc:sldChg chg="modSp mod">
        <pc:chgData name="Mohammed Fasha" userId="cc64f42d-a1a6-4f08-b97b-0c37f877119f" providerId="ADAL" clId="{12C0646C-DE2C-4492-8B53-5F65EF722386}" dt="2025-03-17T09:14:11.054" v="154" actId="27636"/>
        <pc:sldMkLst>
          <pc:docMk/>
          <pc:sldMk cId="0" sldId="280"/>
        </pc:sldMkLst>
        <pc:spChg chg="mod">
          <ac:chgData name="Mohammed Fasha" userId="cc64f42d-a1a6-4f08-b97b-0c37f877119f" providerId="ADAL" clId="{12C0646C-DE2C-4492-8B53-5F65EF722386}" dt="2025-03-17T09:14:11.054" v="154" actId="27636"/>
          <ac:spMkLst>
            <pc:docMk/>
            <pc:sldMk cId="0" sldId="280"/>
            <ac:spMk id="6" creationId="{CC4C1BC0-7E6B-75C8-0965-79DE721E7639}"/>
          </ac:spMkLst>
        </pc:spChg>
      </pc:sldChg>
      <pc:sldChg chg="modSp mod">
        <pc:chgData name="Mohammed Fasha" userId="cc64f42d-a1a6-4f08-b97b-0c37f877119f" providerId="ADAL" clId="{12C0646C-DE2C-4492-8B53-5F65EF722386}" dt="2025-03-19T09:02:40.822" v="343" actId="27636"/>
        <pc:sldMkLst>
          <pc:docMk/>
          <pc:sldMk cId="0" sldId="281"/>
        </pc:sldMkLst>
        <pc:spChg chg="mod">
          <ac:chgData name="Mohammed Fasha" userId="cc64f42d-a1a6-4f08-b97b-0c37f877119f" providerId="ADAL" clId="{12C0646C-DE2C-4492-8B53-5F65EF722386}" dt="2025-03-19T09:02:40.822" v="343" actId="27636"/>
          <ac:spMkLst>
            <pc:docMk/>
            <pc:sldMk cId="0" sldId="281"/>
            <ac:spMk id="6" creationId="{EB8485EF-5B2E-B9FA-D743-D618D652D00C}"/>
          </ac:spMkLst>
        </pc:spChg>
      </pc:sldChg>
      <pc:sldChg chg="modSp mod">
        <pc:chgData name="Mohammed Fasha" userId="cc64f42d-a1a6-4f08-b97b-0c37f877119f" providerId="ADAL" clId="{12C0646C-DE2C-4492-8B53-5F65EF722386}" dt="2025-03-17T09:15:21.712" v="168" actId="166"/>
        <pc:sldMkLst>
          <pc:docMk/>
          <pc:sldMk cId="0" sldId="282"/>
        </pc:sldMkLst>
        <pc:spChg chg="mod">
          <ac:chgData name="Mohammed Fasha" userId="cc64f42d-a1a6-4f08-b97b-0c37f877119f" providerId="ADAL" clId="{12C0646C-DE2C-4492-8B53-5F65EF722386}" dt="2025-03-17T09:15:12.700" v="166" actId="179"/>
          <ac:spMkLst>
            <pc:docMk/>
            <pc:sldMk cId="0" sldId="282"/>
            <ac:spMk id="7" creationId="{3951CDAE-FE5A-5CF3-E54D-996CD266DF38}"/>
          </ac:spMkLst>
        </pc:spChg>
        <pc:picChg chg="mod ord">
          <ac:chgData name="Mohammed Fasha" userId="cc64f42d-a1a6-4f08-b97b-0c37f877119f" providerId="ADAL" clId="{12C0646C-DE2C-4492-8B53-5F65EF722386}" dt="2025-03-17T09:15:21.712" v="168" actId="166"/>
          <ac:picMkLst>
            <pc:docMk/>
            <pc:sldMk cId="0" sldId="282"/>
            <ac:picMk id="5" creationId="{00000000-0000-0000-0000-000000000000}"/>
          </ac:picMkLst>
        </pc:picChg>
      </pc:sldChg>
      <pc:sldChg chg="del">
        <pc:chgData name="Mohammed Fasha" userId="cc64f42d-a1a6-4f08-b97b-0c37f877119f" providerId="ADAL" clId="{12C0646C-DE2C-4492-8B53-5F65EF722386}" dt="2025-03-19T09:12:27.453" v="389" actId="2696"/>
        <pc:sldMkLst>
          <pc:docMk/>
          <pc:sldMk cId="3590006600" sldId="287"/>
        </pc:sldMkLst>
      </pc:sldChg>
      <pc:sldChg chg="del">
        <pc:chgData name="Mohammed Fasha" userId="cc64f42d-a1a6-4f08-b97b-0c37f877119f" providerId="ADAL" clId="{12C0646C-DE2C-4492-8B53-5F65EF722386}" dt="2025-03-19T09:12:33.880" v="390" actId="2696"/>
        <pc:sldMkLst>
          <pc:docMk/>
          <pc:sldMk cId="4191150406" sldId="289"/>
        </pc:sldMkLst>
      </pc:sldChg>
      <pc:sldChg chg="modSp mod">
        <pc:chgData name="Mohammed Fasha" userId="cc64f42d-a1a6-4f08-b97b-0c37f877119f" providerId="ADAL" clId="{12C0646C-DE2C-4492-8B53-5F65EF722386}" dt="2025-03-17T09:06:41.256" v="38" actId="20577"/>
        <pc:sldMkLst>
          <pc:docMk/>
          <pc:sldMk cId="2822153299" sldId="296"/>
        </pc:sldMkLst>
      </pc:sldChg>
      <pc:sldChg chg="modSp mod">
        <pc:chgData name="Mohammed Fasha" userId="cc64f42d-a1a6-4f08-b97b-0c37f877119f" providerId="ADAL" clId="{12C0646C-DE2C-4492-8B53-5F65EF722386}" dt="2025-03-17T09:06:49.710" v="39" actId="6549"/>
        <pc:sldMkLst>
          <pc:docMk/>
          <pc:sldMk cId="1461366896" sldId="297"/>
        </pc:sldMkLst>
      </pc:sldChg>
      <pc:sldChg chg="modSp mod">
        <pc:chgData name="Mohammed Fasha" userId="cc64f42d-a1a6-4f08-b97b-0c37f877119f" providerId="ADAL" clId="{12C0646C-DE2C-4492-8B53-5F65EF722386}" dt="2025-03-17T10:04:49.704" v="228" actId="20577"/>
        <pc:sldMkLst>
          <pc:docMk/>
          <pc:sldMk cId="3053666628" sldId="303"/>
        </pc:sldMkLst>
      </pc:sldChg>
      <pc:sldChg chg="ord">
        <pc:chgData name="Mohammed Fasha" userId="cc64f42d-a1a6-4f08-b97b-0c37f877119f" providerId="ADAL" clId="{12C0646C-DE2C-4492-8B53-5F65EF722386}" dt="2025-03-17T09:08:22.365" v="98"/>
        <pc:sldMkLst>
          <pc:docMk/>
          <pc:sldMk cId="3673227071" sldId="305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7T09:07:44.327" v="80" actId="20577"/>
        <pc:sldMkLst>
          <pc:docMk/>
          <pc:sldMk cId="41320333" sldId="306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7T09:07:22.274" v="67" actId="20577"/>
        <pc:sldMkLst>
          <pc:docMk/>
          <pc:sldMk cId="4041194208" sldId="307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7T09:07:56.222" v="96" actId="20577"/>
        <pc:sldMkLst>
          <pc:docMk/>
          <pc:sldMk cId="3844551123" sldId="308"/>
        </pc:sldMkLst>
      </pc:sldChg>
      <pc:sldChg chg="modSp mod">
        <pc:chgData name="Mohammed Fasha" userId="cc64f42d-a1a6-4f08-b97b-0c37f877119f" providerId="ADAL" clId="{12C0646C-DE2C-4492-8B53-5F65EF722386}" dt="2025-03-19T09:10:10.713" v="366" actId="207"/>
        <pc:sldMkLst>
          <pc:docMk/>
          <pc:sldMk cId="22495289" sldId="315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9T08:09:16.709" v="248" actId="20577"/>
        <pc:sldMkLst>
          <pc:docMk/>
          <pc:sldMk cId="196329700" sldId="316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9T08:09:58.074" v="276" actId="20577"/>
        <pc:sldMkLst>
          <pc:docMk/>
          <pc:sldMk cId="3080687933" sldId="317"/>
        </pc:sldMkLst>
      </pc:sldChg>
      <pc:sldChg chg="addSp delSp modSp new mod modClrScheme chgLayout">
        <pc:chgData name="Mohammed Fasha" userId="cc64f42d-a1a6-4f08-b97b-0c37f877119f" providerId="ADAL" clId="{12C0646C-DE2C-4492-8B53-5F65EF722386}" dt="2025-03-19T09:01:59.435" v="330" actId="20577"/>
        <pc:sldMkLst>
          <pc:docMk/>
          <pc:sldMk cId="3702164412" sldId="318"/>
        </pc:sldMkLst>
      </pc:sldChg>
    </pc:docChg>
  </pc:docChgLst>
  <pc:docChgLst>
    <pc:chgData name="Mohammed Fasha" userId="S::mohammed.fasha@uop.edu.jo::cc64f42d-a1a6-4f08-b97b-0c37f877119f" providerId="AD" clId="Web-{CFB52BA1-027E-4A5C-51C2-A494885CE8B6}"/>
    <pc:docChg chg="addSld delSld modSld">
      <pc:chgData name="Mohammed Fasha" userId="S::mohammed.fasha@uop.edu.jo::cc64f42d-a1a6-4f08-b97b-0c37f877119f" providerId="AD" clId="Web-{CFB52BA1-027E-4A5C-51C2-A494885CE8B6}" dt="2025-03-16T14:45:18.235" v="45" actId="1076"/>
      <pc:docMkLst>
        <pc:docMk/>
      </pc:docMkLst>
      <pc:sldChg chg="modSp">
        <pc:chgData name="Mohammed Fasha" userId="S::mohammed.fasha@uop.edu.jo::cc64f42d-a1a6-4f08-b97b-0c37f877119f" providerId="AD" clId="Web-{CFB52BA1-027E-4A5C-51C2-A494885CE8B6}" dt="2025-03-16T14:45:05.391" v="43" actId="1076"/>
        <pc:sldMkLst>
          <pc:docMk/>
          <pc:sldMk cId="0" sldId="269"/>
        </pc:sldMkLst>
      </pc:sldChg>
      <pc:sldChg chg="modSp">
        <pc:chgData name="Mohammed Fasha" userId="S::mohammed.fasha@uop.edu.jo::cc64f42d-a1a6-4f08-b97b-0c37f877119f" providerId="AD" clId="Web-{CFB52BA1-027E-4A5C-51C2-A494885CE8B6}" dt="2025-03-16T14:45:18.235" v="45" actId="1076"/>
        <pc:sldMkLst>
          <pc:docMk/>
          <pc:sldMk cId="0" sldId="270"/>
        </pc:sldMkLst>
        <pc:picChg chg="mod">
          <ac:chgData name="Mohammed Fasha" userId="S::mohammed.fasha@uop.edu.jo::cc64f42d-a1a6-4f08-b97b-0c37f877119f" providerId="AD" clId="Web-{CFB52BA1-027E-4A5C-51C2-A494885CE8B6}" dt="2025-03-16T14:45:18.235" v="45" actId="1076"/>
          <ac:picMkLst>
            <pc:docMk/>
            <pc:sldMk cId="0" sldId="270"/>
            <ac:picMk id="15" creationId="{4E22367B-B754-648E-0B22-AC55F28E1729}"/>
          </ac:picMkLst>
        </pc:picChg>
      </pc:sldChg>
      <pc:sldChg chg="modSp">
        <pc:chgData name="Mohammed Fasha" userId="S::mohammed.fasha@uop.edu.jo::cc64f42d-a1a6-4f08-b97b-0c37f877119f" providerId="AD" clId="Web-{CFB52BA1-027E-4A5C-51C2-A494885CE8B6}" dt="2025-03-16T14:44:57.469" v="42" actId="20577"/>
        <pc:sldMkLst>
          <pc:docMk/>
          <pc:sldMk cId="0" sldId="272"/>
        </pc:sldMkLst>
        <pc:spChg chg="mod">
          <ac:chgData name="Mohammed Fasha" userId="S::mohammed.fasha@uop.edu.jo::cc64f42d-a1a6-4f08-b97b-0c37f877119f" providerId="AD" clId="Web-{CFB52BA1-027E-4A5C-51C2-A494885CE8B6}" dt="2025-03-16T14:44:57.469" v="42" actId="20577"/>
          <ac:spMkLst>
            <pc:docMk/>
            <pc:sldMk cId="0" sldId="272"/>
            <ac:spMk id="2" creationId="{00000000-0000-0000-0000-000000000000}"/>
          </ac:spMkLst>
        </pc:spChg>
      </pc:sldChg>
      <pc:sldChg chg="modSp">
        <pc:chgData name="Mohammed Fasha" userId="S::mohammed.fasha@uop.edu.jo::cc64f42d-a1a6-4f08-b97b-0c37f877119f" providerId="AD" clId="Web-{CFB52BA1-027E-4A5C-51C2-A494885CE8B6}" dt="2025-03-16T14:44:48.500" v="41" actId="14100"/>
        <pc:sldMkLst>
          <pc:docMk/>
          <pc:sldMk cId="0" sldId="274"/>
        </pc:sldMkLst>
        <pc:spChg chg="mod">
          <ac:chgData name="Mohammed Fasha" userId="S::mohammed.fasha@uop.edu.jo::cc64f42d-a1a6-4f08-b97b-0c37f877119f" providerId="AD" clId="Web-{CFB52BA1-027E-4A5C-51C2-A494885CE8B6}" dt="2025-03-16T14:44:48.500" v="41" actId="14100"/>
          <ac:spMkLst>
            <pc:docMk/>
            <pc:sldMk cId="0" sldId="274"/>
            <ac:spMk id="7" creationId="{CF4277E2-2BAC-D76F-20C6-A50B542D2495}"/>
          </ac:spMkLst>
        </pc:spChg>
      </pc:sldChg>
      <pc:sldChg chg="addSp delSp modSp del">
        <pc:chgData name="Mohammed Fasha" userId="S::mohammed.fasha@uop.edu.jo::cc64f42d-a1a6-4f08-b97b-0c37f877119f" providerId="AD" clId="Web-{CFB52BA1-027E-4A5C-51C2-A494885CE8B6}" dt="2025-03-16T14:44:02.201" v="36"/>
        <pc:sldMkLst>
          <pc:docMk/>
          <pc:sldMk cId="3476611510" sldId="290"/>
        </pc:sldMkLst>
      </pc:sldChg>
      <pc:sldChg chg="addSp delSp modSp new">
        <pc:chgData name="Mohammed Fasha" userId="S::mohammed.fasha@uop.edu.jo::cc64f42d-a1a6-4f08-b97b-0c37f877119f" providerId="AD" clId="Web-{CFB52BA1-027E-4A5C-51C2-A494885CE8B6}" dt="2025-03-16T14:42:40.261" v="8" actId="20577"/>
        <pc:sldMkLst>
          <pc:docMk/>
          <pc:sldMk cId="1663389758" sldId="302"/>
        </pc:sldMkLst>
      </pc:sldChg>
      <pc:sldChg chg="addSp modSp new">
        <pc:chgData name="Mohammed Fasha" userId="S::mohammed.fasha@uop.edu.jo::cc64f42d-a1a6-4f08-b97b-0c37f877119f" providerId="AD" clId="Web-{CFB52BA1-027E-4A5C-51C2-A494885CE8B6}" dt="2025-03-16T14:44:23.343" v="40" actId="1076"/>
        <pc:sldMkLst>
          <pc:docMk/>
          <pc:sldMk cId="3053666628" sldId="303"/>
        </pc:sldMkLst>
      </pc:sldChg>
    </pc:docChg>
  </pc:docChgLst>
  <pc:docChgLst>
    <pc:chgData name="Mohammed Fasha" userId="cc64f42d-a1a6-4f08-b97b-0c37f877119f" providerId="ADAL" clId="{90B6B862-2DC7-460D-AAB2-4136282EE665}"/>
    <pc:docChg chg="undo redo custSel addSld delSld modSld">
      <pc:chgData name="Mohammed Fasha" userId="cc64f42d-a1a6-4f08-b97b-0c37f877119f" providerId="ADAL" clId="{90B6B862-2DC7-460D-AAB2-4136282EE665}" dt="2025-03-22T15:52:20.415" v="389" actId="207"/>
      <pc:docMkLst>
        <pc:docMk/>
      </pc:docMkLst>
      <pc:sldChg chg="modSp mod">
        <pc:chgData name="Mohammed Fasha" userId="cc64f42d-a1a6-4f08-b97b-0c37f877119f" providerId="ADAL" clId="{90B6B862-2DC7-460D-AAB2-4136282EE665}" dt="2025-03-21T12:24:31.044" v="30" actId="20577"/>
        <pc:sldMkLst>
          <pc:docMk/>
          <pc:sldMk cId="0" sldId="265"/>
        </pc:sldMkLst>
        <pc:spChg chg="mod">
          <ac:chgData name="Mohammed Fasha" userId="cc64f42d-a1a6-4f08-b97b-0c37f877119f" providerId="ADAL" clId="{90B6B862-2DC7-460D-AAB2-4136282EE665}" dt="2025-03-21T12:24:31.044" v="30" actId="20577"/>
          <ac:spMkLst>
            <pc:docMk/>
            <pc:sldMk cId="0" sldId="265"/>
            <ac:spMk id="6" creationId="{2E356761-E49C-6DF2-10A7-172015E8F069}"/>
          </ac:spMkLst>
        </pc:spChg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051082680" sldId="266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262872071" sldId="267"/>
        </pc:sldMkLst>
      </pc:sldChg>
      <pc:sldChg chg="addSp delSp modSp mod">
        <pc:chgData name="Mohammed Fasha" userId="cc64f42d-a1a6-4f08-b97b-0c37f877119f" providerId="ADAL" clId="{90B6B862-2DC7-460D-AAB2-4136282EE665}" dt="2025-03-22T15:25:56.335" v="120" actId="14100"/>
        <pc:sldMkLst>
          <pc:docMk/>
          <pc:sldMk cId="0" sldId="268"/>
        </pc:sldMkLst>
        <pc:spChg chg="mod">
          <ac:chgData name="Mohammed Fasha" userId="cc64f42d-a1a6-4f08-b97b-0c37f877119f" providerId="ADAL" clId="{90B6B862-2DC7-460D-AAB2-4136282EE665}" dt="2025-03-22T15:25:10.183" v="115" actId="113"/>
          <ac:spMkLst>
            <pc:docMk/>
            <pc:sldMk cId="0" sldId="268"/>
            <ac:spMk id="5" creationId="{606C1567-AF39-CAED-E122-5F02B98CB8E2}"/>
          </ac:spMkLst>
        </pc:spChg>
        <pc:spChg chg="add">
          <ac:chgData name="Mohammed Fasha" userId="cc64f42d-a1a6-4f08-b97b-0c37f877119f" providerId="ADAL" clId="{90B6B862-2DC7-460D-AAB2-4136282EE665}" dt="2025-03-22T15:23:14.738" v="64"/>
          <ac:spMkLst>
            <pc:docMk/>
            <pc:sldMk cId="0" sldId="268"/>
            <ac:spMk id="6" creationId="{F6224642-58DD-938D-6712-167E04632C0A}"/>
          </ac:spMkLst>
        </pc:spChg>
        <pc:spChg chg="add">
          <ac:chgData name="Mohammed Fasha" userId="cc64f42d-a1a6-4f08-b97b-0c37f877119f" providerId="ADAL" clId="{90B6B862-2DC7-460D-AAB2-4136282EE665}" dt="2025-03-22T15:23:14.738" v="64"/>
          <ac:spMkLst>
            <pc:docMk/>
            <pc:sldMk cId="0" sldId="268"/>
            <ac:spMk id="7" creationId="{53D96F0C-87A9-9B94-734A-B33DDA63BD0B}"/>
          </ac:spMkLst>
        </pc:spChg>
        <pc:spChg chg="add">
          <ac:chgData name="Mohammed Fasha" userId="cc64f42d-a1a6-4f08-b97b-0c37f877119f" providerId="ADAL" clId="{90B6B862-2DC7-460D-AAB2-4136282EE665}" dt="2025-03-22T15:23:14.738" v="64"/>
          <ac:spMkLst>
            <pc:docMk/>
            <pc:sldMk cId="0" sldId="268"/>
            <ac:spMk id="8" creationId="{9F16C1D2-6116-5B34-079C-1974892EDAE9}"/>
          </ac:spMkLst>
        </pc:spChg>
        <pc:spChg chg="add">
          <ac:chgData name="Mohammed Fasha" userId="cc64f42d-a1a6-4f08-b97b-0c37f877119f" providerId="ADAL" clId="{90B6B862-2DC7-460D-AAB2-4136282EE665}" dt="2025-03-22T15:23:14.738" v="64"/>
          <ac:spMkLst>
            <pc:docMk/>
            <pc:sldMk cId="0" sldId="268"/>
            <ac:spMk id="9" creationId="{E796816A-40D7-15B6-4D4C-555B79F184A6}"/>
          </ac:spMkLst>
        </pc:spChg>
        <pc:spChg chg="add">
          <ac:chgData name="Mohammed Fasha" userId="cc64f42d-a1a6-4f08-b97b-0c37f877119f" providerId="ADAL" clId="{90B6B862-2DC7-460D-AAB2-4136282EE665}" dt="2025-03-22T15:23:14.738" v="64"/>
          <ac:spMkLst>
            <pc:docMk/>
            <pc:sldMk cId="0" sldId="268"/>
            <ac:spMk id="10" creationId="{6284FC0F-881C-0CC7-3B76-A3B277B82E24}"/>
          </ac:spMkLst>
        </pc:spChg>
        <pc:spChg chg="add">
          <ac:chgData name="Mohammed Fasha" userId="cc64f42d-a1a6-4f08-b97b-0c37f877119f" providerId="ADAL" clId="{90B6B862-2DC7-460D-AAB2-4136282EE665}" dt="2025-03-22T15:23:26.221" v="65"/>
          <ac:spMkLst>
            <pc:docMk/>
            <pc:sldMk cId="0" sldId="268"/>
            <ac:spMk id="11" creationId="{7E6C0AF8-8BF8-B663-7A7C-BBD03BE0226E}"/>
          </ac:spMkLst>
        </pc:spChg>
        <pc:spChg chg="add">
          <ac:chgData name="Mohammed Fasha" userId="cc64f42d-a1a6-4f08-b97b-0c37f877119f" providerId="ADAL" clId="{90B6B862-2DC7-460D-AAB2-4136282EE665}" dt="2025-03-22T15:23:26.221" v="65"/>
          <ac:spMkLst>
            <pc:docMk/>
            <pc:sldMk cId="0" sldId="268"/>
            <ac:spMk id="12" creationId="{6DC88130-F2E2-8772-7011-C4DC1894FF8B}"/>
          </ac:spMkLst>
        </pc:spChg>
        <pc:spChg chg="add">
          <ac:chgData name="Mohammed Fasha" userId="cc64f42d-a1a6-4f08-b97b-0c37f877119f" providerId="ADAL" clId="{90B6B862-2DC7-460D-AAB2-4136282EE665}" dt="2025-03-22T15:23:26.221" v="65"/>
          <ac:spMkLst>
            <pc:docMk/>
            <pc:sldMk cId="0" sldId="268"/>
            <ac:spMk id="13" creationId="{9C2B0F94-2C4E-1E8C-A233-09FDA9A2F1A7}"/>
          </ac:spMkLst>
        </pc:spChg>
        <pc:spChg chg="add">
          <ac:chgData name="Mohammed Fasha" userId="cc64f42d-a1a6-4f08-b97b-0c37f877119f" providerId="ADAL" clId="{90B6B862-2DC7-460D-AAB2-4136282EE665}" dt="2025-03-22T15:23:26.221" v="65"/>
          <ac:spMkLst>
            <pc:docMk/>
            <pc:sldMk cId="0" sldId="268"/>
            <ac:spMk id="14" creationId="{B057EE86-814B-BDD0-AEFE-D19F9FB2FE35}"/>
          </ac:spMkLst>
        </pc:spChg>
        <pc:spChg chg="add">
          <ac:chgData name="Mohammed Fasha" userId="cc64f42d-a1a6-4f08-b97b-0c37f877119f" providerId="ADAL" clId="{90B6B862-2DC7-460D-AAB2-4136282EE665}" dt="2025-03-22T15:23:26.221" v="65"/>
          <ac:spMkLst>
            <pc:docMk/>
            <pc:sldMk cId="0" sldId="268"/>
            <ac:spMk id="15" creationId="{A206D375-E404-6AC3-8F33-8737435956B9}"/>
          </ac:spMkLst>
        </pc:spChg>
        <pc:picChg chg="mod">
          <ac:chgData name="Mohammed Fasha" userId="cc64f42d-a1a6-4f08-b97b-0c37f877119f" providerId="ADAL" clId="{90B6B862-2DC7-460D-AAB2-4136282EE665}" dt="2025-03-22T15:25:34.965" v="119" actId="1076"/>
          <ac:picMkLst>
            <pc:docMk/>
            <pc:sldMk cId="0" sldId="268"/>
            <ac:picMk id="3" creationId="{80666BF4-16FB-5F6D-681D-CB4B25AF4A97}"/>
          </ac:picMkLst>
        </pc:picChg>
        <pc:picChg chg="del">
          <ac:chgData name="Mohammed Fasha" userId="cc64f42d-a1a6-4f08-b97b-0c37f877119f" providerId="ADAL" clId="{90B6B862-2DC7-460D-AAB2-4136282EE665}" dt="2025-03-22T15:22:53.595" v="61" actId="478"/>
          <ac:picMkLst>
            <pc:docMk/>
            <pc:sldMk cId="0" sldId="268"/>
            <ac:picMk id="4" creationId="{00000000-0000-0000-0000-000000000000}"/>
          </ac:picMkLst>
        </pc:picChg>
        <pc:picChg chg="add mod">
          <ac:chgData name="Mohammed Fasha" userId="cc64f42d-a1a6-4f08-b97b-0c37f877119f" providerId="ADAL" clId="{90B6B862-2DC7-460D-AAB2-4136282EE665}" dt="2025-03-22T15:25:56.335" v="120" actId="14100"/>
          <ac:picMkLst>
            <pc:docMk/>
            <pc:sldMk cId="0" sldId="268"/>
            <ac:picMk id="1026" creationId="{6F3CBA0F-1E6C-643F-B94A-E0D29A10F4F2}"/>
          </ac:picMkLst>
        </pc:picChg>
      </pc:sldChg>
      <pc:sldChg chg="add del">
        <pc:chgData name="Mohammed Fasha" userId="cc64f42d-a1a6-4f08-b97b-0c37f877119f" providerId="ADAL" clId="{90B6B862-2DC7-460D-AAB2-4136282EE665}" dt="2025-03-21T12:22:29.862" v="10" actId="47"/>
        <pc:sldMkLst>
          <pc:docMk/>
          <pc:sldMk cId="0" sldId="269"/>
        </pc:sldMkLst>
      </pc:sldChg>
      <pc:sldChg chg="modSp mod">
        <pc:chgData name="Mohammed Fasha" userId="cc64f42d-a1a6-4f08-b97b-0c37f877119f" providerId="ADAL" clId="{90B6B862-2DC7-460D-AAB2-4136282EE665}" dt="2025-03-21T12:24:43.128" v="32" actId="6549"/>
        <pc:sldMkLst>
          <pc:docMk/>
          <pc:sldMk cId="0" sldId="270"/>
        </pc:sldMkLst>
        <pc:spChg chg="mod">
          <ac:chgData name="Mohammed Fasha" userId="cc64f42d-a1a6-4f08-b97b-0c37f877119f" providerId="ADAL" clId="{90B6B862-2DC7-460D-AAB2-4136282EE665}" dt="2025-03-21T12:24:43.128" v="32" actId="6549"/>
          <ac:spMkLst>
            <pc:docMk/>
            <pc:sldMk cId="0" sldId="270"/>
            <ac:spMk id="3" creationId="{00000000-0000-0000-0000-000000000000}"/>
          </ac:spMkLst>
        </pc:spChg>
      </pc:sldChg>
      <pc:sldChg chg="add del">
        <pc:chgData name="Mohammed Fasha" userId="cc64f42d-a1a6-4f08-b97b-0c37f877119f" providerId="ADAL" clId="{90B6B862-2DC7-460D-AAB2-4136282EE665}" dt="2025-03-21T12:22:31.211" v="11" actId="47"/>
        <pc:sldMkLst>
          <pc:docMk/>
          <pc:sldMk cId="0" sldId="271"/>
        </pc:sldMkLst>
      </pc:sldChg>
      <pc:sldChg chg="modSp mod">
        <pc:chgData name="Mohammed Fasha" userId="cc64f42d-a1a6-4f08-b97b-0c37f877119f" providerId="ADAL" clId="{90B6B862-2DC7-460D-AAB2-4136282EE665}" dt="2025-03-22T15:52:20.415" v="389" actId="207"/>
        <pc:sldMkLst>
          <pc:docMk/>
          <pc:sldMk cId="0" sldId="272"/>
        </pc:sldMkLst>
        <pc:spChg chg="mod">
          <ac:chgData name="Mohammed Fasha" userId="cc64f42d-a1a6-4f08-b97b-0c37f877119f" providerId="ADAL" clId="{90B6B862-2DC7-460D-AAB2-4136282EE665}" dt="2025-03-22T15:52:20.415" v="389" actId="207"/>
          <ac:spMkLst>
            <pc:docMk/>
            <pc:sldMk cId="0" sldId="272"/>
            <ac:spMk id="7" creationId="{BD008676-47C8-D88A-CD4A-65BB83D57162}"/>
          </ac:spMkLst>
        </pc:spChg>
      </pc:sldChg>
      <pc:sldChg chg="add del">
        <pc:chgData name="Mohammed Fasha" userId="cc64f42d-a1a6-4f08-b97b-0c37f877119f" providerId="ADAL" clId="{90B6B862-2DC7-460D-AAB2-4136282EE665}" dt="2025-03-21T12:22:32.502" v="12" actId="47"/>
        <pc:sldMkLst>
          <pc:docMk/>
          <pc:sldMk cId="0" sldId="273"/>
        </pc:sldMkLst>
      </pc:sldChg>
      <pc:sldChg chg="modSp mod">
        <pc:chgData name="Mohammed Fasha" userId="cc64f42d-a1a6-4f08-b97b-0c37f877119f" providerId="ADAL" clId="{90B6B862-2DC7-460D-AAB2-4136282EE665}" dt="2025-03-22T15:52:14.726" v="388" actId="113"/>
        <pc:sldMkLst>
          <pc:docMk/>
          <pc:sldMk cId="0" sldId="274"/>
        </pc:sldMkLst>
        <pc:spChg chg="mod">
          <ac:chgData name="Mohammed Fasha" userId="cc64f42d-a1a6-4f08-b97b-0c37f877119f" providerId="ADAL" clId="{90B6B862-2DC7-460D-AAB2-4136282EE665}" dt="2025-03-22T15:52:14.726" v="388" actId="113"/>
          <ac:spMkLst>
            <pc:docMk/>
            <pc:sldMk cId="0" sldId="274"/>
            <ac:spMk id="7" creationId="{CF4277E2-2BAC-D76F-20C6-A50B542D2495}"/>
          </ac:spMkLst>
        </pc:spChg>
        <pc:picChg chg="mod">
          <ac:chgData name="Mohammed Fasha" userId="cc64f42d-a1a6-4f08-b97b-0c37f877119f" providerId="ADAL" clId="{90B6B862-2DC7-460D-AAB2-4136282EE665}" dt="2025-03-22T15:48:31.678" v="356" actId="1076"/>
          <ac:picMkLst>
            <pc:docMk/>
            <pc:sldMk cId="0" sldId="274"/>
            <ac:picMk id="5" creationId="{00000000-0000-0000-0000-000000000000}"/>
          </ac:picMkLst>
        </pc:picChg>
      </pc:sldChg>
      <pc:sldChg chg="add del">
        <pc:chgData name="Mohammed Fasha" userId="cc64f42d-a1a6-4f08-b97b-0c37f877119f" providerId="ADAL" clId="{90B6B862-2DC7-460D-AAB2-4136282EE665}" dt="2025-03-21T12:22:36.640" v="14" actId="47"/>
        <pc:sldMkLst>
          <pc:docMk/>
          <pc:sldMk cId="0" sldId="275"/>
        </pc:sldMkLst>
      </pc:sldChg>
      <pc:sldChg chg="del">
        <pc:chgData name="Mohammed Fasha" userId="cc64f42d-a1a6-4f08-b97b-0c37f877119f" providerId="ADAL" clId="{90B6B862-2DC7-460D-AAB2-4136282EE665}" dt="2025-03-21T12:22:37.879" v="15" actId="47"/>
        <pc:sldMkLst>
          <pc:docMk/>
          <pc:sldMk cId="0" sldId="276"/>
        </pc:sldMkLst>
      </pc:sldChg>
      <pc:sldChg chg="del">
        <pc:chgData name="Mohammed Fasha" userId="cc64f42d-a1a6-4f08-b97b-0c37f877119f" providerId="ADAL" clId="{90B6B862-2DC7-460D-AAB2-4136282EE665}" dt="2025-03-21T12:22:43.487" v="20" actId="47"/>
        <pc:sldMkLst>
          <pc:docMk/>
          <pc:sldMk cId="0" sldId="277"/>
        </pc:sldMkLst>
      </pc:sldChg>
      <pc:sldChg chg="del">
        <pc:chgData name="Mohammed Fasha" userId="cc64f42d-a1a6-4f08-b97b-0c37f877119f" providerId="ADAL" clId="{90B6B862-2DC7-460D-AAB2-4136282EE665}" dt="2025-03-21T12:22:42.339" v="19" actId="47"/>
        <pc:sldMkLst>
          <pc:docMk/>
          <pc:sldMk cId="0" sldId="279"/>
        </pc:sldMkLst>
      </pc:sldChg>
      <pc:sldChg chg="add del">
        <pc:chgData name="Mohammed Fasha" userId="cc64f42d-a1a6-4f08-b97b-0c37f877119f" providerId="ADAL" clId="{90B6B862-2DC7-460D-AAB2-4136282EE665}" dt="2025-03-21T12:23:12.598" v="26" actId="2696"/>
        <pc:sldMkLst>
          <pc:docMk/>
          <pc:sldMk cId="1987061240" sldId="285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672303097" sldId="286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815558283" sldId="288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206556809" sldId="291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989139448" sldId="292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181059690" sldId="293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418130453" sldId="294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43200119" sldId="295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822153299" sldId="296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1461366896" sldId="297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2475909420" sldId="298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540064806" sldId="300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115715400" sldId="301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1663389758" sldId="302"/>
        </pc:sldMkLst>
      </pc:sldChg>
      <pc:sldChg chg="add del">
        <pc:chgData name="Mohammed Fasha" userId="cc64f42d-a1a6-4f08-b97b-0c37f877119f" providerId="ADAL" clId="{90B6B862-2DC7-460D-AAB2-4136282EE665}" dt="2025-03-21T12:23:12.598" v="26" actId="2696"/>
        <pc:sldMkLst>
          <pc:docMk/>
          <pc:sldMk cId="3053666628" sldId="303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133918167" sldId="304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673227071" sldId="305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41320333" sldId="306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4041194208" sldId="307"/>
        </pc:sldMkLst>
      </pc:sldChg>
      <pc:sldChg chg="del">
        <pc:chgData name="Mohammed Fasha" userId="cc64f42d-a1a6-4f08-b97b-0c37f877119f" providerId="ADAL" clId="{90B6B862-2DC7-460D-AAB2-4136282EE665}" dt="2025-03-21T12:23:12.598" v="26" actId="2696"/>
        <pc:sldMkLst>
          <pc:docMk/>
          <pc:sldMk cId="3844551123" sldId="308"/>
        </pc:sldMkLst>
      </pc:sldChg>
      <pc:sldChg chg="del">
        <pc:chgData name="Mohammed Fasha" userId="cc64f42d-a1a6-4f08-b97b-0c37f877119f" providerId="ADAL" clId="{90B6B862-2DC7-460D-AAB2-4136282EE665}" dt="2025-03-21T12:22:39.905" v="17" actId="47"/>
        <pc:sldMkLst>
          <pc:docMk/>
          <pc:sldMk cId="618074235" sldId="314"/>
        </pc:sldMkLst>
      </pc:sldChg>
      <pc:sldChg chg="modSp new mod">
        <pc:chgData name="Mohammed Fasha" userId="cc64f42d-a1a6-4f08-b97b-0c37f877119f" providerId="ADAL" clId="{90B6B862-2DC7-460D-AAB2-4136282EE665}" dt="2025-03-22T15:43:34.061" v="323" actId="20577"/>
        <pc:sldMkLst>
          <pc:docMk/>
          <pc:sldMk cId="1864506158" sldId="314"/>
        </pc:sldMkLst>
        <pc:spChg chg="mod">
          <ac:chgData name="Mohammed Fasha" userId="cc64f42d-a1a6-4f08-b97b-0c37f877119f" providerId="ADAL" clId="{90B6B862-2DC7-460D-AAB2-4136282EE665}" dt="2025-03-22T15:30:38.273" v="136" actId="20577"/>
          <ac:spMkLst>
            <pc:docMk/>
            <pc:sldMk cId="1864506158" sldId="314"/>
            <ac:spMk id="2" creationId="{2531B878-DED6-1381-4B52-F683EA36A7F3}"/>
          </ac:spMkLst>
        </pc:spChg>
        <pc:spChg chg="mod">
          <ac:chgData name="Mohammed Fasha" userId="cc64f42d-a1a6-4f08-b97b-0c37f877119f" providerId="ADAL" clId="{90B6B862-2DC7-460D-AAB2-4136282EE665}" dt="2025-03-22T15:43:34.061" v="323" actId="20577"/>
          <ac:spMkLst>
            <pc:docMk/>
            <pc:sldMk cId="1864506158" sldId="314"/>
            <ac:spMk id="3" creationId="{4961BB54-A79B-91B6-2B3E-888FA20CC61F}"/>
          </ac:spMkLst>
        </pc:spChg>
      </pc:sldChg>
      <pc:sldChg chg="del">
        <pc:chgData name="Mohammed Fasha" userId="cc64f42d-a1a6-4f08-b97b-0c37f877119f" providerId="ADAL" clId="{90B6B862-2DC7-460D-AAB2-4136282EE665}" dt="2025-03-21T12:22:38.828" v="16" actId="47"/>
        <pc:sldMkLst>
          <pc:docMk/>
          <pc:sldMk cId="22495289" sldId="315"/>
        </pc:sldMkLst>
      </pc:sldChg>
      <pc:sldChg chg="addSp modSp new mod">
        <pc:chgData name="Mohammed Fasha" userId="cc64f42d-a1a6-4f08-b97b-0c37f877119f" providerId="ADAL" clId="{90B6B862-2DC7-460D-AAB2-4136282EE665}" dt="2025-03-22T15:30:57.316" v="159" actId="20577"/>
        <pc:sldMkLst>
          <pc:docMk/>
          <pc:sldMk cId="2845841377" sldId="315"/>
        </pc:sldMkLst>
        <pc:spChg chg="mod">
          <ac:chgData name="Mohammed Fasha" userId="cc64f42d-a1a6-4f08-b97b-0c37f877119f" providerId="ADAL" clId="{90B6B862-2DC7-460D-AAB2-4136282EE665}" dt="2025-03-22T15:30:57.316" v="159" actId="20577"/>
          <ac:spMkLst>
            <pc:docMk/>
            <pc:sldMk cId="2845841377" sldId="315"/>
            <ac:spMk id="2" creationId="{DD49F588-EB9D-62E1-F32A-D7137B482D6E}"/>
          </ac:spMkLst>
        </pc:spChg>
        <pc:spChg chg="mod">
          <ac:chgData name="Mohammed Fasha" userId="cc64f42d-a1a6-4f08-b97b-0c37f877119f" providerId="ADAL" clId="{90B6B862-2DC7-460D-AAB2-4136282EE665}" dt="2025-03-22T15:30:07.893" v="133" actId="27636"/>
          <ac:spMkLst>
            <pc:docMk/>
            <pc:sldMk cId="2845841377" sldId="315"/>
            <ac:spMk id="3" creationId="{FFE21ADB-E900-3A47-B3AD-FE93A73B6920}"/>
          </ac:spMkLst>
        </pc:spChg>
        <pc:spChg chg="add">
          <ac:chgData name="Mohammed Fasha" userId="cc64f42d-a1a6-4f08-b97b-0c37f877119f" providerId="ADAL" clId="{90B6B862-2DC7-460D-AAB2-4136282EE665}" dt="2025-03-22T15:29:41.929" v="122"/>
          <ac:spMkLst>
            <pc:docMk/>
            <pc:sldMk cId="2845841377" sldId="315"/>
            <ac:spMk id="4" creationId="{88CF4449-44E1-A22D-CCB0-2C25A1DBF17B}"/>
          </ac:spMkLst>
        </pc:spChg>
        <pc:spChg chg="add">
          <ac:chgData name="Mohammed Fasha" userId="cc64f42d-a1a6-4f08-b97b-0c37f877119f" providerId="ADAL" clId="{90B6B862-2DC7-460D-AAB2-4136282EE665}" dt="2025-03-22T15:29:41.929" v="122"/>
          <ac:spMkLst>
            <pc:docMk/>
            <pc:sldMk cId="2845841377" sldId="315"/>
            <ac:spMk id="5" creationId="{31EEA326-D027-9578-BAA1-7620707830FA}"/>
          </ac:spMkLst>
        </pc:spChg>
        <pc:spChg chg="add">
          <ac:chgData name="Mohammed Fasha" userId="cc64f42d-a1a6-4f08-b97b-0c37f877119f" providerId="ADAL" clId="{90B6B862-2DC7-460D-AAB2-4136282EE665}" dt="2025-03-22T15:29:41.929" v="122"/>
          <ac:spMkLst>
            <pc:docMk/>
            <pc:sldMk cId="2845841377" sldId="315"/>
            <ac:spMk id="6" creationId="{8C84AFCD-FAF6-1990-1C0C-57B9DEF6260B}"/>
          </ac:spMkLst>
        </pc:spChg>
        <pc:spChg chg="add">
          <ac:chgData name="Mohammed Fasha" userId="cc64f42d-a1a6-4f08-b97b-0c37f877119f" providerId="ADAL" clId="{90B6B862-2DC7-460D-AAB2-4136282EE665}" dt="2025-03-22T15:29:41.929" v="122"/>
          <ac:spMkLst>
            <pc:docMk/>
            <pc:sldMk cId="2845841377" sldId="315"/>
            <ac:spMk id="7" creationId="{0826772A-1F95-85D3-E7B9-95F0109C2F14}"/>
          </ac:spMkLst>
        </pc:spChg>
        <pc:spChg chg="add">
          <ac:chgData name="Mohammed Fasha" userId="cc64f42d-a1a6-4f08-b97b-0c37f877119f" providerId="ADAL" clId="{90B6B862-2DC7-460D-AAB2-4136282EE665}" dt="2025-03-22T15:29:41.929" v="122"/>
          <ac:spMkLst>
            <pc:docMk/>
            <pc:sldMk cId="2845841377" sldId="315"/>
            <ac:spMk id="8" creationId="{DBD0D508-51E9-4028-3A26-C3C45E96F82C}"/>
          </ac:spMkLst>
        </pc:spChg>
        <pc:spChg chg="add">
          <ac:chgData name="Mohammed Fasha" userId="cc64f42d-a1a6-4f08-b97b-0c37f877119f" providerId="ADAL" clId="{90B6B862-2DC7-460D-AAB2-4136282EE665}" dt="2025-03-22T15:29:41.929" v="122"/>
          <ac:spMkLst>
            <pc:docMk/>
            <pc:sldMk cId="2845841377" sldId="315"/>
            <ac:spMk id="9" creationId="{E4316DF0-3165-B24F-D1A8-83B320E45DA6}"/>
          </ac:spMkLst>
        </pc:spChg>
        <pc:spChg chg="add">
          <ac:chgData name="Mohammed Fasha" userId="cc64f42d-a1a6-4f08-b97b-0c37f877119f" providerId="ADAL" clId="{90B6B862-2DC7-460D-AAB2-4136282EE665}" dt="2025-03-22T15:29:41.929" v="122"/>
          <ac:spMkLst>
            <pc:docMk/>
            <pc:sldMk cId="2845841377" sldId="315"/>
            <ac:spMk id="10" creationId="{E0320297-1BF9-438A-C211-1097005A7165}"/>
          </ac:spMkLst>
        </pc:spChg>
      </pc:sldChg>
      <pc:sldChg chg="del">
        <pc:chgData name="Mohammed Fasha" userId="cc64f42d-a1a6-4f08-b97b-0c37f877119f" providerId="ADAL" clId="{90B6B862-2DC7-460D-AAB2-4136282EE665}" dt="2025-03-21T12:22:41.191" v="18" actId="47"/>
        <pc:sldMkLst>
          <pc:docMk/>
          <pc:sldMk cId="196329700" sldId="316"/>
        </pc:sldMkLst>
      </pc:sldChg>
      <pc:sldChg chg="modSp new mod">
        <pc:chgData name="Mohammed Fasha" userId="cc64f42d-a1a6-4f08-b97b-0c37f877119f" providerId="ADAL" clId="{90B6B862-2DC7-460D-AAB2-4136282EE665}" dt="2025-03-22T15:41:03.063" v="315"/>
        <pc:sldMkLst>
          <pc:docMk/>
          <pc:sldMk cId="4201170802" sldId="316"/>
        </pc:sldMkLst>
        <pc:spChg chg="mod">
          <ac:chgData name="Mohammed Fasha" userId="cc64f42d-a1a6-4f08-b97b-0c37f877119f" providerId="ADAL" clId="{90B6B862-2DC7-460D-AAB2-4136282EE665}" dt="2025-03-22T15:40:41.987" v="311" actId="113"/>
          <ac:spMkLst>
            <pc:docMk/>
            <pc:sldMk cId="4201170802" sldId="316"/>
            <ac:spMk id="2" creationId="{766C8B50-325A-D2C3-96E8-81B8593B2200}"/>
          </ac:spMkLst>
        </pc:spChg>
        <pc:spChg chg="mod">
          <ac:chgData name="Mohammed Fasha" userId="cc64f42d-a1a6-4f08-b97b-0c37f877119f" providerId="ADAL" clId="{90B6B862-2DC7-460D-AAB2-4136282EE665}" dt="2025-03-22T15:41:03.063" v="315"/>
          <ac:spMkLst>
            <pc:docMk/>
            <pc:sldMk cId="4201170802" sldId="316"/>
            <ac:spMk id="3" creationId="{3BD8F7C4-4A90-86CB-EC61-A69E468CE15B}"/>
          </ac:spMkLst>
        </pc:spChg>
      </pc:sldChg>
      <pc:sldChg chg="add del">
        <pc:chgData name="Mohammed Fasha" userId="cc64f42d-a1a6-4f08-b97b-0c37f877119f" providerId="ADAL" clId="{90B6B862-2DC7-460D-AAB2-4136282EE665}" dt="2025-03-21T12:22:35.158" v="13" actId="47"/>
        <pc:sldMkLst>
          <pc:docMk/>
          <pc:sldMk cId="3080687933" sldId="317"/>
        </pc:sldMkLst>
      </pc:sldChg>
      <pc:sldChg chg="new">
        <pc:chgData name="Mohammed Fasha" userId="cc64f42d-a1a6-4f08-b97b-0c37f877119f" providerId="ADAL" clId="{90B6B862-2DC7-460D-AAB2-4136282EE665}" dt="2025-03-22T15:45:42.049" v="344" actId="680"/>
        <pc:sldMkLst>
          <pc:docMk/>
          <pc:sldMk cId="3352190066" sldId="317"/>
        </pc:sldMkLst>
      </pc:sldChg>
      <pc:sldChg chg="del">
        <pc:chgData name="Mohammed Fasha" userId="cc64f42d-a1a6-4f08-b97b-0c37f877119f" providerId="ADAL" clId="{90B6B862-2DC7-460D-AAB2-4136282EE665}" dt="2025-03-21T12:22:49.353" v="21" actId="47"/>
        <pc:sldMkLst>
          <pc:docMk/>
          <pc:sldMk cId="3702164412" sldId="318"/>
        </pc:sldMkLst>
      </pc:sldChg>
    </pc:docChg>
  </pc:docChgLst>
  <pc:docChgLst>
    <pc:chgData name="Mohammed Fasha" userId="S::mohammed.fasha@uop.edu.jo::cc64f42d-a1a6-4f08-b97b-0c37f877119f" providerId="AD" clId="Web-{3873209A-CB00-400D-D158-6330B83C4A7A}"/>
    <pc:docChg chg="addSld delSld modSld">
      <pc:chgData name="Mohammed Fasha" userId="S::mohammed.fasha@uop.edu.jo::cc64f42d-a1a6-4f08-b97b-0c37f877119f" providerId="AD" clId="Web-{3873209A-CB00-400D-D158-6330B83C4A7A}" dt="2025-03-19T03:11:02.319" v="274" actId="20577"/>
      <pc:docMkLst>
        <pc:docMk/>
      </pc:docMkLst>
      <pc:sldChg chg="modSp">
        <pc:chgData name="Mohammed Fasha" userId="S::mohammed.fasha@uop.edu.jo::cc64f42d-a1a6-4f08-b97b-0c37f877119f" providerId="AD" clId="Web-{3873209A-CB00-400D-D158-6330B83C4A7A}" dt="2025-03-19T03:03:32.760" v="103" actId="14100"/>
        <pc:sldMkLst>
          <pc:docMk/>
          <pc:sldMk cId="0" sldId="278"/>
        </pc:sldMkLst>
        <pc:spChg chg="mod">
          <ac:chgData name="Mohammed Fasha" userId="S::mohammed.fasha@uop.edu.jo::cc64f42d-a1a6-4f08-b97b-0c37f877119f" providerId="AD" clId="Web-{3873209A-CB00-400D-D158-6330B83C4A7A}" dt="2025-03-19T03:03:32.760" v="103" actId="14100"/>
          <ac:spMkLst>
            <pc:docMk/>
            <pc:sldMk cId="0" sldId="278"/>
            <ac:spMk id="2" creationId="{00000000-0000-0000-0000-000000000000}"/>
          </ac:spMkLst>
        </pc:spChg>
        <pc:picChg chg="mod">
          <ac:chgData name="Mohammed Fasha" userId="S::mohammed.fasha@uop.edu.jo::cc64f42d-a1a6-4f08-b97b-0c37f877119f" providerId="AD" clId="Web-{3873209A-CB00-400D-D158-6330B83C4A7A}" dt="2025-03-19T03:03:17.822" v="100" actId="1076"/>
          <ac:picMkLst>
            <pc:docMk/>
            <pc:sldMk cId="0" sldId="278"/>
            <ac:picMk id="4" creationId="{00000000-0000-0000-0000-000000000000}"/>
          </ac:picMkLst>
        </pc:picChg>
        <pc:picChg chg="mod">
          <ac:chgData name="Mohammed Fasha" userId="S::mohammed.fasha@uop.edu.jo::cc64f42d-a1a6-4f08-b97b-0c37f877119f" providerId="AD" clId="Web-{3873209A-CB00-400D-D158-6330B83C4A7A}" dt="2025-03-19T03:03:23.119" v="101" actId="1076"/>
          <ac:picMkLst>
            <pc:docMk/>
            <pc:sldMk cId="0" sldId="278"/>
            <ac:picMk id="5" creationId="{00000000-0000-0000-0000-000000000000}"/>
          </ac:picMkLst>
        </pc:picChg>
      </pc:sldChg>
      <pc:sldChg chg="addSp delSp modSp new">
        <pc:chgData name="Mohammed Fasha" userId="S::mohammed.fasha@uop.edu.jo::cc64f42d-a1a6-4f08-b97b-0c37f877119f" providerId="AD" clId="Web-{3873209A-CB00-400D-D158-6330B83C4A7A}" dt="2025-03-19T03:11:02.319" v="274" actId="20577"/>
        <pc:sldMkLst>
          <pc:docMk/>
          <pc:sldMk cId="441052949" sldId="309"/>
        </pc:sldMkLst>
      </pc:sldChg>
      <pc:sldChg chg="add del replId">
        <pc:chgData name="Mohammed Fasha" userId="S::mohammed.fasha@uop.edu.jo::cc64f42d-a1a6-4f08-b97b-0c37f877119f" providerId="AD" clId="Web-{3873209A-CB00-400D-D158-6330B83C4A7A}" dt="2025-03-19T03:02:14.461" v="73"/>
        <pc:sldMkLst>
          <pc:docMk/>
          <pc:sldMk cId="3859015806" sldId="310"/>
        </pc:sldMkLst>
      </pc:sldChg>
      <pc:sldChg chg="addSp delSp modSp add replId">
        <pc:chgData name="Mohammed Fasha" userId="S::mohammed.fasha@uop.edu.jo::cc64f42d-a1a6-4f08-b97b-0c37f877119f" providerId="AD" clId="Web-{3873209A-CB00-400D-D158-6330B83C4A7A}" dt="2025-03-19T03:08:53.628" v="161" actId="20577"/>
        <pc:sldMkLst>
          <pc:docMk/>
          <pc:sldMk cId="4115587381" sldId="311"/>
        </pc:sldMkLst>
      </pc:sldChg>
      <pc:sldChg chg="addSp delSp modSp new del">
        <pc:chgData name="Mohammed Fasha" userId="S::mohammed.fasha@uop.edu.jo::cc64f42d-a1a6-4f08-b97b-0c37f877119f" providerId="AD" clId="Web-{3873209A-CB00-400D-D158-6330B83C4A7A}" dt="2025-03-19T03:07:33.079" v="142"/>
        <pc:sldMkLst>
          <pc:docMk/>
          <pc:sldMk cId="1952534702" sldId="312"/>
        </pc:sldMkLst>
      </pc:sldChg>
    </pc:docChg>
  </pc:docChgLst>
  <pc:docChgLst>
    <pc:chgData name="Mohammed Fasha" userId="S::mohammed.fasha@uop.edu.jo::cc64f42d-a1a6-4f08-b97b-0c37f877119f" providerId="AD" clId="Web-{411F16AF-03A3-6BA1-B79B-E9FB6FBED36A}"/>
    <pc:docChg chg="addSld delSld modSld">
      <pc:chgData name="Mohammed Fasha" userId="S::mohammed.fasha@uop.edu.jo::cc64f42d-a1a6-4f08-b97b-0c37f877119f" providerId="AD" clId="Web-{411F16AF-03A3-6BA1-B79B-E9FB6FBED36A}" dt="2025-03-17T05:47:39.406" v="102"/>
      <pc:docMkLst>
        <pc:docMk/>
      </pc:docMkLst>
      <pc:sldChg chg="add del">
        <pc:chgData name="Mohammed Fasha" userId="S::mohammed.fasha@uop.edu.jo::cc64f42d-a1a6-4f08-b97b-0c37f877119f" providerId="AD" clId="Web-{411F16AF-03A3-6BA1-B79B-E9FB6FBED36A}" dt="2025-03-17T05:47:39.406" v="102"/>
        <pc:sldMkLst>
          <pc:docMk/>
          <pc:sldMk cId="3262872071" sldId="267"/>
        </pc:sldMkLst>
      </pc:sldChg>
      <pc:sldChg chg="addSp delSp modSp new add del">
        <pc:chgData name="Mohammed Fasha" userId="S::mohammed.fasha@uop.edu.jo::cc64f42d-a1a6-4f08-b97b-0c37f877119f" providerId="AD" clId="Web-{411F16AF-03A3-6BA1-B79B-E9FB6FBED36A}" dt="2025-03-17T05:47:39.406" v="101"/>
        <pc:sldMkLst>
          <pc:docMk/>
          <pc:sldMk cId="3133918167" sldId="304"/>
        </pc:sldMkLst>
      </pc:sldChg>
      <pc:sldChg chg="addSp delSp modSp new add del">
        <pc:chgData name="Mohammed Fasha" userId="S::mohammed.fasha@uop.edu.jo::cc64f42d-a1a6-4f08-b97b-0c37f877119f" providerId="AD" clId="Web-{411F16AF-03A3-6BA1-B79B-E9FB6FBED36A}" dt="2025-03-17T05:47:39.406" v="100"/>
        <pc:sldMkLst>
          <pc:docMk/>
          <pc:sldMk cId="3673227071" sldId="30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BA03A4-B9F1-404C-8A74-B1AFD6480953}" type="datetimeFigureOut">
              <a:rPr lang="en-US" smtClean="0"/>
              <a:t>3/23/2025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3C3971-340B-41A2-ABD3-FB1A577E4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51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e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9B88D-A571-8D68-DA1D-4734ED37AE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433490-0BE8-AA6E-9BD9-B3AE42C098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B6175-CE1C-2163-F07B-89B1D44CD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231D7E-9560-9E2E-E325-EA9FF2B4F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25B4A-CC9F-DFD4-9C8C-EC0E3A6CB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788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1AE11-FE2F-E8C7-76F8-4648B9775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85" y="797523"/>
            <a:ext cx="11069715" cy="748208"/>
          </a:xfrm>
          <a:solidFill>
            <a:srgbClr val="67337A"/>
          </a:solidFill>
        </p:spPr>
        <p:txBody>
          <a:bodyPr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DCCF6-2612-A73C-C264-680D14569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11069715" cy="4991039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3533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3632C-6DEE-7253-7D28-277A733B9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429001"/>
            <a:ext cx="10515600" cy="1410566"/>
          </a:xfrm>
        </p:spPr>
        <p:txBody>
          <a:bodyPr anchor="b">
            <a:normAutofit/>
          </a:bodyPr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46F207-EFC1-8D09-1A43-C1BC66F4B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56175"/>
            <a:ext cx="10515600" cy="11334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066E6-0CE4-B283-4609-6B87CF61E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8F228-7BFB-DECA-1E8A-FE22303A6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17116-D906-F8F1-9544-2F31FF8B3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FD8420-94D8-A22A-437F-9C23274717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A4E6A3-979F-577C-6B28-090C8441D5A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65" y="160954"/>
            <a:ext cx="2120835" cy="6365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F73805-8742-DDA0-8BA4-18F7B6B60B6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394545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D320A-5856-7025-B675-5175C87BA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02420-256F-86BB-2069-DC7FC1598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4A8B5D-BE76-5309-6B35-5BB623D549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55F1A-4711-E07F-4060-9DFA24B5F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BDB2D-A305-9686-67A1-5E6D04DD8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DA501-D721-9762-F1D7-F2633610B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91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D67AB-B0CB-34AE-FB11-E6E73297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F1467F-4D04-1AE5-F976-549357D16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1D808E-728B-7E91-40BC-CEDF06A29F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AC8E04-B37B-1721-DBCE-7A749BD7AC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85EBE9-C42B-6432-1518-88FD8B1A9E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A973D-A9C2-1CA6-05F5-A7C82D40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B61A04-2021-047C-B370-D0B428F9B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1AC7FB-EE3D-80A6-4C1A-80E359A3F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382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43EC8-462D-17BF-D668-48071F09B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1285AC-0A2F-4AE5-D1B6-5C319BFFE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1CD249-9162-ABF9-19A3-977BDD9DA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E01C95-124F-0B3B-A8D9-B9C970F19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662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829541-D653-384C-D771-DD8F69A08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C33C97-264B-3724-11ED-5BB6B8F25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E226B-01EA-120B-3387-6F48FDAFB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980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29331-9622-1254-250C-1A826F867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61744-6E94-694D-5ACD-A392EBB2B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2829D-7E3F-4729-5630-2FC6FC3388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A95737-F397-134D-F032-CB1CF8533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454794-C979-4A92-C271-06A8ACAB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3CABCC-6A8A-037D-30F0-16F152A1C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2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35548-3058-3FF3-095A-5746EA91D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594BFE-AD4C-39A4-E6D7-3D67D9AF0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C17F4F-1D08-F5A7-0483-99EBD45B3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2418C9-6621-9F77-5D27-62F1D1DA5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3E588C-5B83-3F14-34CB-FBF668EE8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B9B1A-60F9-9274-969E-5776570FA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060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89562-02BA-F69E-C391-546A16C2F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AC2F76-E2E8-15A6-A3C8-6CB5142D8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6A671-E219-71C5-2625-4964456C4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8E91A-8EA7-3C4C-E581-D2E7DE80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2236E2-4C17-03F4-B4DC-034FD967F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014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7CBBF0-FFDE-1DC2-A2E8-4E45481189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26B3BF-C276-8333-A7E7-B8D443C6A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EB368-D24B-9EA8-8A8F-0AB2C5F18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D0D11-FA10-A88B-DAAF-BDC5D659D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B60E9-3F05-AAE4-101F-3125133F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035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1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699875" y="103822"/>
            <a:ext cx="403123" cy="52901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0189" y="188463"/>
            <a:ext cx="2020001" cy="572459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358618" y="45690"/>
            <a:ext cx="1163591" cy="586036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638800" y="279209"/>
            <a:ext cx="914400" cy="1204912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263645" y="2380310"/>
            <a:ext cx="5664708" cy="10687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0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495203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0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6939" y="1608733"/>
            <a:ext cx="4972685" cy="47301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0" b="0" i="0">
                <a:solidFill>
                  <a:srgbClr val="006FC0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3/23/2025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038077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2762C5-8E42-00DD-5440-4A44E725E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4D4F47-A5A1-F247-D7EC-43901BD919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1E946-8B54-76FA-E3B0-E48F8BEE74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78E95-DE77-44D3-BDB9-E242948FB112}" type="datetimeFigureOut">
              <a:rPr lang="en-US" smtClean="0"/>
              <a:t>3/23/2025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851E2-F7B0-D02A-22FA-EC3877EEE5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B3EB4-6884-55A1-71B3-B7A4121171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94C39A-D09F-3FB5-FC83-3461D4B26A9C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41B7E3-0100-0D6B-212C-A14E821244AF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C727CE-6255-82CB-CFCB-7738B389789F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0" y="92622"/>
            <a:ext cx="2123320" cy="44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811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alyticsvidhya.com/blog/2022/06/getting-started-with-apache-pig/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hyperlink" Target="https://www.geeksforgeeks.org/difference-between-pig-and-hive/" TargetMode="Externa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scaler.com/topics/hadoop/hbase-architecture/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jp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jp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" algn="ctr">
              <a:lnSpc>
                <a:spcPts val="4105"/>
              </a:lnSpc>
              <a:spcBef>
                <a:spcPts val="100"/>
              </a:spcBef>
            </a:pPr>
            <a:r>
              <a:rPr sz="3600" spc="-10"/>
              <a:t>307401</a:t>
            </a:r>
            <a:endParaRPr sz="3600"/>
          </a:p>
          <a:p>
            <a:pPr marL="2540" algn="ctr">
              <a:lnSpc>
                <a:spcPts val="4105"/>
              </a:lnSpc>
            </a:pPr>
            <a:r>
              <a:rPr sz="3600"/>
              <a:t>Big</a:t>
            </a:r>
            <a:r>
              <a:rPr sz="3600" spc="-105"/>
              <a:t> </a:t>
            </a:r>
            <a:r>
              <a:rPr sz="3600"/>
              <a:t>Data</a:t>
            </a:r>
            <a:r>
              <a:rPr sz="3600" spc="-95"/>
              <a:t> </a:t>
            </a:r>
            <a:r>
              <a:rPr sz="3600"/>
              <a:t>and</a:t>
            </a:r>
            <a:r>
              <a:rPr sz="3600" spc="-100"/>
              <a:t> </a:t>
            </a:r>
            <a:r>
              <a:rPr sz="3600"/>
              <a:t>Data</a:t>
            </a:r>
            <a:r>
              <a:rPr sz="3600" spc="-95"/>
              <a:t> </a:t>
            </a:r>
            <a:r>
              <a:rPr sz="3600" spc="-10"/>
              <a:t>Warehouses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4627626" y="3579367"/>
            <a:ext cx="29356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>
                <a:latin typeface="Calibri"/>
                <a:cs typeface="Calibri"/>
              </a:rPr>
              <a:t>Introduction</a:t>
            </a:r>
            <a:r>
              <a:rPr sz="2400" spc="-90">
                <a:latin typeface="Calibri"/>
                <a:cs typeface="Calibri"/>
              </a:rPr>
              <a:t> </a:t>
            </a:r>
            <a:r>
              <a:rPr sz="2400">
                <a:latin typeface="Calibri"/>
                <a:cs typeface="Calibri"/>
              </a:rPr>
              <a:t>to</a:t>
            </a:r>
            <a:r>
              <a:rPr sz="2400" spc="-75">
                <a:latin typeface="Calibri"/>
                <a:cs typeface="Calibri"/>
              </a:rPr>
              <a:t> </a:t>
            </a:r>
            <a:r>
              <a:rPr sz="2400" spc="-10">
                <a:latin typeface="Calibri"/>
                <a:cs typeface="Calibri"/>
              </a:rPr>
              <a:t>Hadoop</a:t>
            </a:r>
            <a:endParaRPr sz="24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87926" y="5022326"/>
            <a:ext cx="2756027" cy="6551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B040B-91AB-8FE8-4C82-1572292F6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Types of Processing in Computing</a:t>
            </a:r>
          </a:p>
        </p:txBody>
      </p:sp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842D6109-309C-0C16-24AA-D861D46231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12712" y="2168165"/>
            <a:ext cx="9412999" cy="3694349"/>
          </a:xfrm>
        </p:spPr>
      </p:pic>
    </p:spTree>
    <p:extLst>
      <p:ext uri="{BB962C8B-B14F-4D97-AF65-F5344CB8AC3E}">
        <p14:creationId xmlns:p14="http://schemas.microsoft.com/office/powerpoint/2010/main" val="11808877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F675C-3963-4D6A-1306-49A13120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Speedup Concept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95C5826-1816-6A55-9BE7-F700779644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15703" y="1706563"/>
            <a:ext cx="5606556" cy="4991100"/>
          </a:xfrm>
        </p:spPr>
      </p:pic>
    </p:spTree>
    <p:extLst>
      <p:ext uri="{BB962C8B-B14F-4D97-AF65-F5344CB8AC3E}">
        <p14:creationId xmlns:p14="http://schemas.microsoft.com/office/powerpoint/2010/main" val="3902878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10">
                <a:solidFill>
                  <a:srgbClr val="FFFFFF"/>
                </a:solidFill>
              </a:rPr>
              <a:t>Introduction</a:t>
            </a:r>
            <a:r>
              <a:rPr sz="2800" spc="-85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to</a:t>
            </a:r>
            <a:r>
              <a:rPr sz="2800" spc="-8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Hadoop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284085" y="1691716"/>
            <a:ext cx="10816349" cy="246541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1300" indent="-228600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sz="2000">
                <a:latin typeface="Calibri"/>
                <a:cs typeface="Calibri"/>
              </a:rPr>
              <a:t>Hadoop</a:t>
            </a:r>
            <a:r>
              <a:rPr sz="2000" spc="-5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is</a:t>
            </a:r>
            <a:r>
              <a:rPr sz="2000" spc="-3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an</a:t>
            </a:r>
            <a:r>
              <a:rPr sz="2000" spc="-35">
                <a:latin typeface="Calibri"/>
                <a:cs typeface="Calibri"/>
              </a:rPr>
              <a:t> </a:t>
            </a:r>
            <a:r>
              <a:rPr sz="2000" spc="-10">
                <a:latin typeface="Calibri"/>
                <a:cs typeface="Calibri"/>
              </a:rPr>
              <a:t>open-</a:t>
            </a:r>
            <a:r>
              <a:rPr sz="2000">
                <a:latin typeface="Calibri"/>
                <a:cs typeface="Calibri"/>
              </a:rPr>
              <a:t>source</a:t>
            </a:r>
            <a:r>
              <a:rPr sz="2000" spc="-50">
                <a:latin typeface="Calibri"/>
                <a:cs typeface="Calibri"/>
              </a:rPr>
              <a:t> </a:t>
            </a:r>
            <a:r>
              <a:rPr sz="2000" spc="-10">
                <a:latin typeface="Calibri"/>
                <a:cs typeface="Calibri"/>
              </a:rPr>
              <a:t>framework</a:t>
            </a:r>
            <a:r>
              <a:rPr sz="2000" spc="-35">
                <a:latin typeface="Calibri"/>
                <a:cs typeface="Calibri"/>
              </a:rPr>
              <a:t> </a:t>
            </a:r>
            <a:r>
              <a:rPr sz="2000" spc="-10">
                <a:latin typeface="Calibri"/>
                <a:cs typeface="Calibri"/>
              </a:rPr>
              <a:t>overseen </a:t>
            </a:r>
            <a:r>
              <a:rPr sz="2000">
                <a:latin typeface="Calibri"/>
                <a:cs typeface="Calibri"/>
              </a:rPr>
              <a:t>by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Apache</a:t>
            </a:r>
            <a:r>
              <a:rPr sz="2000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Software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 spc="-10">
                <a:latin typeface="Calibri"/>
                <a:cs typeface="Calibri"/>
              </a:rPr>
              <a:t>Foundation</a:t>
            </a:r>
            <a:r>
              <a:rPr sz="2000" spc="-4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which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is</a:t>
            </a:r>
            <a:r>
              <a:rPr sz="2000" spc="-30">
                <a:latin typeface="Calibri"/>
                <a:cs typeface="Calibri"/>
              </a:rPr>
              <a:t> </a:t>
            </a:r>
            <a:r>
              <a:rPr sz="2000" spc="-10">
                <a:latin typeface="Calibri"/>
                <a:cs typeface="Calibri"/>
              </a:rPr>
              <a:t>written</a:t>
            </a:r>
            <a:endParaRPr sz="2000">
              <a:latin typeface="Calibri"/>
              <a:cs typeface="Calibri"/>
            </a:endParaRPr>
          </a:p>
          <a:p>
            <a:pPr marL="241300">
              <a:lnSpc>
                <a:spcPts val="2280"/>
              </a:lnSpc>
            </a:pPr>
            <a:r>
              <a:rPr sz="2000">
                <a:latin typeface="Calibri"/>
                <a:cs typeface="Calibri"/>
              </a:rPr>
              <a:t>in</a:t>
            </a:r>
            <a:r>
              <a:rPr sz="2000" spc="-50"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Java</a:t>
            </a:r>
            <a:r>
              <a:rPr sz="2000" spc="-6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for</a:t>
            </a:r>
            <a:r>
              <a:rPr sz="2000" spc="-65"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storing</a:t>
            </a:r>
            <a:r>
              <a:rPr sz="20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processing</a:t>
            </a:r>
            <a:r>
              <a:rPr sz="20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of</a:t>
            </a:r>
            <a:r>
              <a:rPr sz="2000" spc="-55"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huge</a:t>
            </a:r>
            <a:r>
              <a:rPr sz="2000" spc="-8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datasets</a:t>
            </a:r>
            <a:r>
              <a:rPr sz="2000" spc="-3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with</a:t>
            </a:r>
            <a:r>
              <a:rPr sz="2000" spc="-4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the</a:t>
            </a:r>
            <a:r>
              <a:rPr sz="2000" spc="-55"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cluster</a:t>
            </a:r>
            <a:r>
              <a:rPr sz="2000" spc="-3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of</a:t>
            </a:r>
            <a:r>
              <a:rPr sz="2000" spc="-60"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commodity</a:t>
            </a:r>
            <a:r>
              <a:rPr sz="2000" spc="-6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 spc="-10">
                <a:solidFill>
                  <a:srgbClr val="FF0000"/>
                </a:solidFill>
                <a:latin typeface="Calibri"/>
                <a:cs typeface="Calibri"/>
              </a:rPr>
              <a:t>hardware</a:t>
            </a:r>
            <a:r>
              <a:rPr sz="2000" spc="-10">
                <a:latin typeface="Calibri"/>
                <a:cs typeface="Calibri"/>
              </a:rPr>
              <a:t>.</a:t>
            </a:r>
            <a:endParaRPr sz="200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1300" algn="l"/>
              </a:tabLst>
            </a:pPr>
            <a:r>
              <a:rPr sz="2000">
                <a:latin typeface="Calibri"/>
                <a:cs typeface="Calibri"/>
              </a:rPr>
              <a:t>There</a:t>
            </a:r>
            <a:r>
              <a:rPr sz="2000" spc="-4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are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mainly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two</a:t>
            </a:r>
            <a:r>
              <a:rPr sz="2000" spc="-5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problems</a:t>
            </a:r>
            <a:r>
              <a:rPr sz="2000" spc="-3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with</a:t>
            </a:r>
            <a:r>
              <a:rPr sz="2000" spc="-4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the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big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data</a:t>
            </a:r>
            <a:r>
              <a:rPr sz="2000" spc="-4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that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Hadoop</a:t>
            </a:r>
            <a:r>
              <a:rPr sz="2000" spc="-60">
                <a:latin typeface="Calibri"/>
                <a:cs typeface="Calibri"/>
              </a:rPr>
              <a:t> </a:t>
            </a:r>
            <a:r>
              <a:rPr sz="2000" spc="-10">
                <a:latin typeface="Calibri"/>
                <a:cs typeface="Calibri"/>
              </a:rPr>
              <a:t>addresses:</a:t>
            </a:r>
            <a:endParaRPr sz="2000">
              <a:latin typeface="Calibri"/>
              <a:cs typeface="Calibri"/>
            </a:endParaRPr>
          </a:p>
          <a:p>
            <a:pPr marL="927100" lvl="1" indent="-457200">
              <a:lnSpc>
                <a:spcPct val="100000"/>
              </a:lnSpc>
              <a:spcBef>
                <a:spcPts val="295"/>
              </a:spcBef>
              <a:buAutoNum type="arabicPeriod"/>
              <a:tabLst>
                <a:tab pos="927100" algn="l"/>
              </a:tabLst>
            </a:pP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The</a:t>
            </a:r>
            <a:r>
              <a:rPr sz="1800" spc="-45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need</a:t>
            </a:r>
            <a:r>
              <a:rPr sz="1800" spc="-3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to</a:t>
            </a:r>
            <a:r>
              <a:rPr sz="1800" spc="-45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store</a:t>
            </a:r>
            <a:r>
              <a:rPr sz="1800" spc="-4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huge</a:t>
            </a:r>
            <a:r>
              <a:rPr sz="1800" spc="-45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amount</a:t>
            </a:r>
            <a:r>
              <a:rPr sz="1800" spc="-35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of</a:t>
            </a:r>
            <a:r>
              <a:rPr sz="1800" spc="-5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spc="-10">
                <a:solidFill>
                  <a:srgbClr val="006FC0"/>
                </a:solidFill>
                <a:latin typeface="Calibri"/>
                <a:cs typeface="Calibri"/>
              </a:rPr>
              <a:t>data.</a:t>
            </a:r>
            <a:endParaRPr sz="1800">
              <a:latin typeface="Calibri"/>
              <a:cs typeface="Calibri"/>
            </a:endParaRPr>
          </a:p>
          <a:p>
            <a:pPr marL="927100" lvl="1" indent="-457200">
              <a:lnSpc>
                <a:spcPct val="100000"/>
              </a:lnSpc>
              <a:spcBef>
                <a:spcPts val="290"/>
              </a:spcBef>
              <a:buAutoNum type="arabicPeriod"/>
              <a:tabLst>
                <a:tab pos="927100" algn="l"/>
              </a:tabLst>
            </a:pP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The</a:t>
            </a:r>
            <a:r>
              <a:rPr sz="1800" spc="-55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need</a:t>
            </a:r>
            <a:r>
              <a:rPr sz="1800" spc="-35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to</a:t>
            </a:r>
            <a:r>
              <a:rPr sz="1800" spc="-55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process</a:t>
            </a:r>
            <a:r>
              <a:rPr sz="1800" spc="-50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that</a:t>
            </a:r>
            <a:r>
              <a:rPr sz="1800" spc="-55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>
                <a:solidFill>
                  <a:srgbClr val="006FC0"/>
                </a:solidFill>
                <a:latin typeface="Calibri"/>
                <a:cs typeface="Calibri"/>
              </a:rPr>
              <a:t>stored</a:t>
            </a:r>
            <a:r>
              <a:rPr sz="1800" spc="-55">
                <a:solidFill>
                  <a:srgbClr val="006FC0"/>
                </a:solidFill>
                <a:latin typeface="Calibri"/>
                <a:cs typeface="Calibri"/>
              </a:rPr>
              <a:t> </a:t>
            </a:r>
            <a:r>
              <a:rPr sz="1800" spc="-10">
                <a:solidFill>
                  <a:srgbClr val="006FC0"/>
                </a:solidFill>
                <a:latin typeface="Calibri"/>
                <a:cs typeface="Calibri"/>
              </a:rPr>
              <a:t>data.</a:t>
            </a:r>
            <a:endParaRPr sz="180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50"/>
              </a:spcBef>
              <a:buFont typeface="Arial MT"/>
              <a:buChar char="•"/>
              <a:tabLst>
                <a:tab pos="241300" algn="l"/>
              </a:tabLst>
            </a:pPr>
            <a:r>
              <a:rPr sz="2000">
                <a:latin typeface="Calibri"/>
                <a:cs typeface="Calibri"/>
              </a:rPr>
              <a:t>The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 spc="-10">
                <a:latin typeface="Calibri"/>
                <a:cs typeface="Calibri"/>
              </a:rPr>
              <a:t>traditional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approach</a:t>
            </a:r>
            <a:r>
              <a:rPr sz="2000" spc="-5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like</a:t>
            </a:r>
            <a:r>
              <a:rPr sz="2000" spc="-25"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RDBMS</a:t>
            </a:r>
            <a:r>
              <a:rPr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not</a:t>
            </a:r>
            <a:r>
              <a:rPr sz="20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>
                <a:solidFill>
                  <a:srgbClr val="FF0000"/>
                </a:solidFill>
                <a:latin typeface="Calibri"/>
                <a:cs typeface="Calibri"/>
              </a:rPr>
              <a:t>sufficient</a:t>
            </a:r>
            <a:r>
              <a:rPr sz="2000" spc="-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due</a:t>
            </a:r>
            <a:r>
              <a:rPr sz="2000" spc="-5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to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the</a:t>
            </a:r>
            <a:r>
              <a:rPr sz="2000" spc="-35">
                <a:latin typeface="Calibri"/>
                <a:cs typeface="Calibri"/>
              </a:rPr>
              <a:t> </a:t>
            </a:r>
            <a:r>
              <a:rPr sz="2000" spc="-10">
                <a:latin typeface="Calibri"/>
                <a:cs typeface="Calibri"/>
              </a:rPr>
              <a:t>heterogeneity</a:t>
            </a:r>
            <a:r>
              <a:rPr sz="2000" spc="-4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of</a:t>
            </a:r>
            <a:r>
              <a:rPr sz="2000" spc="-4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the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 spc="-10">
                <a:latin typeface="Calibri"/>
                <a:cs typeface="Calibri"/>
              </a:rPr>
              <a:t>data.</a:t>
            </a:r>
            <a:endParaRPr sz="2000">
              <a:latin typeface="Calibri"/>
              <a:cs typeface="Calibri"/>
            </a:endParaRPr>
          </a:p>
          <a:p>
            <a:pPr marL="241300" marR="29209" indent="-229235">
              <a:lnSpc>
                <a:spcPts val="2160"/>
              </a:lnSpc>
              <a:spcBef>
                <a:spcPts val="1030"/>
              </a:spcBef>
              <a:buFont typeface="Arial MT"/>
              <a:buChar char="•"/>
              <a:tabLst>
                <a:tab pos="241300" algn="l"/>
              </a:tabLst>
            </a:pPr>
            <a:r>
              <a:rPr sz="2000">
                <a:latin typeface="Calibri"/>
                <a:cs typeface="Calibri"/>
              </a:rPr>
              <a:t>Hadoop</a:t>
            </a:r>
            <a:r>
              <a:rPr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serve</a:t>
            </a:r>
            <a:r>
              <a:rPr sz="2000" spc="-3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as</a:t>
            </a:r>
            <a:r>
              <a:rPr sz="2000" spc="-3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the</a:t>
            </a:r>
            <a:r>
              <a:rPr sz="2000" spc="-3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solution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to</a:t>
            </a:r>
            <a:r>
              <a:rPr sz="2000" spc="-3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the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problem</a:t>
            </a:r>
            <a:r>
              <a:rPr sz="2000" spc="-4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of</a:t>
            </a:r>
            <a:r>
              <a:rPr sz="2000" spc="-3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big</a:t>
            </a:r>
            <a:r>
              <a:rPr sz="2000" spc="-3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data</a:t>
            </a:r>
            <a:r>
              <a:rPr sz="2000" spc="-3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i.e.</a:t>
            </a:r>
            <a:r>
              <a:rPr sz="2000" spc="-3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storing</a:t>
            </a:r>
            <a:r>
              <a:rPr sz="2000" spc="-4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and</a:t>
            </a:r>
            <a:r>
              <a:rPr sz="2000" spc="-35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processing</a:t>
            </a:r>
            <a:r>
              <a:rPr sz="2000" spc="-30">
                <a:latin typeface="Calibri"/>
                <a:cs typeface="Calibri"/>
              </a:rPr>
              <a:t> </a:t>
            </a:r>
            <a:r>
              <a:rPr sz="2000">
                <a:latin typeface="Calibri"/>
                <a:cs typeface="Calibri"/>
              </a:rPr>
              <a:t>big</a:t>
            </a:r>
            <a:r>
              <a:rPr sz="2000" spc="-45">
                <a:latin typeface="Calibri"/>
                <a:cs typeface="Calibri"/>
              </a:rPr>
              <a:t> </a:t>
            </a:r>
            <a:r>
              <a:rPr sz="2000" spc="-20">
                <a:latin typeface="Calibri"/>
                <a:cs typeface="Calibri"/>
              </a:rPr>
              <a:t>data</a:t>
            </a:r>
            <a:r>
              <a:rPr lang="en-US" sz="2000" spc="-20">
                <a:latin typeface="Calibri"/>
                <a:cs typeface="Calibri"/>
              </a:rPr>
              <a:t>.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History</a:t>
            </a:r>
            <a:r>
              <a:rPr sz="2800" spc="-6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of</a:t>
            </a:r>
            <a:r>
              <a:rPr sz="2800" spc="-75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Hadoop</a:t>
            </a:r>
            <a:endParaRPr sz="28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28263" y="1670685"/>
            <a:ext cx="1932051" cy="187388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8200" y="1670685"/>
            <a:ext cx="2318385" cy="1873885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88391" y="4039361"/>
            <a:ext cx="6038850" cy="235077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697865" indent="-227965">
              <a:lnSpc>
                <a:spcPct val="100000"/>
              </a:lnSpc>
              <a:spcBef>
                <a:spcPts val="459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Nutch</a:t>
            </a:r>
            <a:r>
              <a:rPr sz="1200" spc="-5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Project</a:t>
            </a:r>
            <a:r>
              <a:rPr sz="1200">
                <a:latin typeface="Calibri"/>
                <a:cs typeface="Calibri"/>
              </a:rPr>
              <a:t>: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Open-source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search</a:t>
            </a:r>
            <a:r>
              <a:rPr sz="1200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engine</a:t>
            </a:r>
            <a:r>
              <a:rPr sz="12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project</a:t>
            </a:r>
            <a:r>
              <a:rPr sz="1200" spc="-2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by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Doug</a:t>
            </a:r>
            <a:r>
              <a:rPr sz="1200" spc="-5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Cutting</a:t>
            </a:r>
            <a:r>
              <a:rPr sz="1200" spc="-6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Mike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Cafarella.</a:t>
            </a:r>
            <a:endParaRPr sz="1200">
              <a:latin typeface="Calibri"/>
              <a:cs typeface="Calibri"/>
            </a:endParaRPr>
          </a:p>
          <a:p>
            <a:pPr marL="697865" indent="-227965">
              <a:lnSpc>
                <a:spcPct val="100000"/>
              </a:lnSpc>
              <a:spcBef>
                <a:spcPts val="359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>
                <a:latin typeface="Calibri"/>
                <a:cs typeface="Calibri"/>
              </a:rPr>
              <a:t>Challenges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in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managing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processing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large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volumes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of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web</a:t>
            </a:r>
            <a:r>
              <a:rPr sz="1200" spc="-10">
                <a:latin typeface="Calibri"/>
                <a:cs typeface="Calibri"/>
              </a:rPr>
              <a:t> data.</a:t>
            </a:r>
            <a:endParaRPr sz="120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820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 spc="-10">
                <a:solidFill>
                  <a:srgbClr val="FF0000"/>
                </a:solidFill>
                <a:latin typeface="Calibri"/>
                <a:cs typeface="Calibri"/>
              </a:rPr>
              <a:t>Google’s</a:t>
            </a:r>
            <a:r>
              <a:rPr sz="1400" spc="-7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Influence</a:t>
            </a:r>
            <a:r>
              <a:rPr sz="1400" spc="-40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(2003-2004):</a:t>
            </a:r>
            <a:endParaRPr sz="14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365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>
                <a:latin typeface="Calibri"/>
                <a:cs typeface="Calibri"/>
              </a:rPr>
              <a:t>Google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Papers: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Introduction</a:t>
            </a:r>
            <a:r>
              <a:rPr sz="1200" spc="-5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of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Google’s</a:t>
            </a:r>
            <a:r>
              <a:rPr sz="1200" spc="5"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GFS</a:t>
            </a:r>
            <a:r>
              <a:rPr sz="1200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(Google</a:t>
            </a:r>
            <a:r>
              <a:rPr sz="1200" spc="-1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File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System)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solidFill>
                  <a:srgbClr val="FF0000"/>
                </a:solidFill>
                <a:latin typeface="Calibri"/>
                <a:cs typeface="Calibri"/>
              </a:rPr>
              <a:t>MapReduce</a:t>
            </a:r>
            <a:r>
              <a:rPr sz="1200" spc="-10">
                <a:latin typeface="Calibri"/>
                <a:cs typeface="Calibri"/>
              </a:rPr>
              <a:t>.</a:t>
            </a:r>
            <a:endParaRPr sz="12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360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 spc="-10">
                <a:solidFill>
                  <a:srgbClr val="FF0000"/>
                </a:solidFill>
                <a:latin typeface="Calibri"/>
                <a:cs typeface="Calibri"/>
              </a:rPr>
              <a:t>Inspiration</a:t>
            </a:r>
            <a:r>
              <a:rPr sz="12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for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Hadoop’s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core </a:t>
            </a:r>
            <a:r>
              <a:rPr sz="1200" spc="-10">
                <a:latin typeface="Calibri"/>
                <a:cs typeface="Calibri"/>
              </a:rPr>
              <a:t>concepts.</a:t>
            </a:r>
            <a:endParaRPr sz="120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825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>
                <a:latin typeface="Calibri"/>
                <a:cs typeface="Calibri"/>
              </a:rPr>
              <a:t>Birth</a:t>
            </a:r>
            <a:r>
              <a:rPr sz="1400" spc="-35"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of</a:t>
            </a:r>
            <a:r>
              <a:rPr sz="1400" spc="-30"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Hadoop</a:t>
            </a:r>
            <a:r>
              <a:rPr sz="1400" spc="-3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(</a:t>
            </a:r>
            <a:r>
              <a:rPr sz="1400" spc="-10">
                <a:solidFill>
                  <a:srgbClr val="FF0000"/>
                </a:solidFill>
                <a:latin typeface="Calibri"/>
                <a:cs typeface="Calibri"/>
              </a:rPr>
              <a:t>2005-2006</a:t>
            </a:r>
            <a:r>
              <a:rPr sz="1400" spc="-10">
                <a:latin typeface="Calibri"/>
                <a:cs typeface="Calibri"/>
              </a:rPr>
              <a:t>):</a:t>
            </a:r>
            <a:endParaRPr sz="14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365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>
                <a:latin typeface="Calibri"/>
                <a:cs typeface="Calibri"/>
              </a:rPr>
              <a:t>Creation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of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Hadoop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as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separate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project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within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Apache </a:t>
            </a:r>
            <a:r>
              <a:rPr sz="1200" spc="-10">
                <a:latin typeface="Calibri"/>
                <a:cs typeface="Calibri"/>
              </a:rPr>
              <a:t>Nutch.</a:t>
            </a:r>
            <a:endParaRPr sz="12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350"/>
              </a:spcBef>
              <a:buFont typeface="Arial MT"/>
              <a:buChar char="•"/>
              <a:tabLst>
                <a:tab pos="697865" algn="l"/>
              </a:tabLst>
            </a:pP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Named</a:t>
            </a:r>
            <a:r>
              <a:rPr sz="1200" spc="-2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after</a:t>
            </a:r>
            <a:r>
              <a:rPr sz="1200" spc="-2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Doug</a:t>
            </a:r>
            <a:r>
              <a:rPr sz="1200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spc="-10">
                <a:solidFill>
                  <a:srgbClr val="FF0000"/>
                </a:solidFill>
                <a:latin typeface="Calibri"/>
                <a:cs typeface="Calibri"/>
              </a:rPr>
              <a:t>Cutting’s</a:t>
            </a:r>
            <a:r>
              <a:rPr sz="12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 spc="-20">
                <a:solidFill>
                  <a:srgbClr val="FF0000"/>
                </a:solidFill>
                <a:latin typeface="Calibri"/>
                <a:cs typeface="Calibri"/>
              </a:rPr>
              <a:t>son’s</a:t>
            </a:r>
            <a:r>
              <a:rPr sz="1200" spc="-1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1200">
                <a:solidFill>
                  <a:srgbClr val="FF0000"/>
                </a:solidFill>
                <a:latin typeface="Calibri"/>
                <a:cs typeface="Calibri"/>
              </a:rPr>
              <a:t>toy</a:t>
            </a:r>
            <a:r>
              <a:rPr sz="1200" spc="-10">
                <a:solidFill>
                  <a:srgbClr val="FF0000"/>
                </a:solidFill>
                <a:latin typeface="Calibri"/>
                <a:cs typeface="Calibri"/>
              </a:rPr>
              <a:t> elephant.</a:t>
            </a:r>
            <a:endParaRPr sz="120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819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 spc="-20">
                <a:solidFill>
                  <a:srgbClr val="FF0000"/>
                </a:solidFill>
                <a:latin typeface="Calibri"/>
                <a:cs typeface="Calibri"/>
              </a:rPr>
              <a:t>Yahoo</a:t>
            </a:r>
            <a:r>
              <a:rPr sz="1400" spc="-20">
                <a:latin typeface="Calibri"/>
                <a:cs typeface="Calibri"/>
              </a:rPr>
              <a:t>!</a:t>
            </a:r>
            <a:r>
              <a:rPr sz="1400" spc="-45"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began</a:t>
            </a:r>
            <a:r>
              <a:rPr sz="1400" spc="-3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investing</a:t>
            </a:r>
            <a:r>
              <a:rPr sz="1400" spc="-20"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in</a:t>
            </a:r>
            <a:r>
              <a:rPr sz="1400" spc="-35"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and</a:t>
            </a:r>
            <a:r>
              <a:rPr sz="1400" spc="-3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contributing</a:t>
            </a:r>
            <a:r>
              <a:rPr sz="1400" spc="-15">
                <a:latin typeface="Calibri"/>
                <a:cs typeface="Calibri"/>
              </a:rPr>
              <a:t> </a:t>
            </a:r>
            <a:r>
              <a:rPr sz="1400">
                <a:latin typeface="Calibri"/>
                <a:cs typeface="Calibri"/>
              </a:rPr>
              <a:t>to</a:t>
            </a:r>
            <a:r>
              <a:rPr sz="1400" spc="-4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Hadoop’s</a:t>
            </a:r>
            <a:r>
              <a:rPr sz="1400" spc="-3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development.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8391" y="3516662"/>
            <a:ext cx="2404110" cy="547370"/>
          </a:xfrm>
          <a:prstGeom prst="rect">
            <a:avLst/>
          </a:prstGeom>
        </p:spPr>
        <p:txBody>
          <a:bodyPr vert="horz" wrap="square" lIns="0" tIns="74295" rIns="0" bIns="0" rtlCol="0">
            <a:spAutoFit/>
          </a:bodyPr>
          <a:lstStyle/>
          <a:p>
            <a:pPr marL="1123315">
              <a:lnSpc>
                <a:spcPct val="100000"/>
              </a:lnSpc>
              <a:spcBef>
                <a:spcPts val="585"/>
              </a:spcBef>
            </a:pPr>
            <a:r>
              <a:rPr sz="1100">
                <a:latin typeface="Calibri"/>
                <a:cs typeface="Calibri"/>
              </a:rPr>
              <a:t>Doug</a:t>
            </a:r>
            <a:r>
              <a:rPr sz="1100" spc="-15">
                <a:latin typeface="Calibri"/>
                <a:cs typeface="Calibri"/>
              </a:rPr>
              <a:t> </a:t>
            </a:r>
            <a:r>
              <a:rPr sz="1100" spc="-10">
                <a:latin typeface="Calibri"/>
                <a:cs typeface="Calibri"/>
              </a:rPr>
              <a:t>Cutting</a:t>
            </a:r>
            <a:endParaRPr sz="110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620"/>
              </a:spcBef>
              <a:buFont typeface="Arial MT"/>
              <a:buChar char="•"/>
              <a:tabLst>
                <a:tab pos="240665" algn="l"/>
              </a:tabLst>
            </a:pPr>
            <a:r>
              <a:rPr sz="1400">
                <a:latin typeface="Calibri"/>
                <a:cs typeface="Calibri"/>
              </a:rPr>
              <a:t>Early</a:t>
            </a:r>
            <a:r>
              <a:rPr sz="1400" spc="-30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Beginnings</a:t>
            </a:r>
            <a:r>
              <a:rPr sz="1400" spc="-5">
                <a:latin typeface="Calibri"/>
                <a:cs typeface="Calibri"/>
              </a:rPr>
              <a:t> </a:t>
            </a:r>
            <a:r>
              <a:rPr sz="1400" spc="-10">
                <a:latin typeface="Calibri"/>
                <a:cs typeface="Calibri"/>
              </a:rPr>
              <a:t>(2002-2003):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037457" y="3563239"/>
            <a:ext cx="843280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00">
                <a:latin typeface="Calibri"/>
                <a:cs typeface="Calibri"/>
              </a:rPr>
              <a:t>Mike</a:t>
            </a:r>
            <a:r>
              <a:rPr sz="1100" spc="-15">
                <a:latin typeface="Calibri"/>
                <a:cs typeface="Calibri"/>
              </a:rPr>
              <a:t> </a:t>
            </a:r>
            <a:r>
              <a:rPr sz="1100" spc="-10">
                <a:latin typeface="Calibri"/>
                <a:cs typeface="Calibri"/>
              </a:rPr>
              <a:t>Cafarella</a:t>
            </a:r>
            <a:endParaRPr sz="1100">
              <a:latin typeface="Calibri"/>
              <a:cs typeface="Calibri"/>
            </a:endParaRPr>
          </a:p>
        </p:txBody>
      </p:sp>
      <p:sp>
        <p:nvSpPr>
          <p:cNvPr id="9" name="object 3"/>
          <p:cNvSpPr txBox="1"/>
          <p:nvPr/>
        </p:nvSpPr>
        <p:spPr>
          <a:xfrm>
            <a:off x="6593588" y="1828800"/>
            <a:ext cx="5512359" cy="47122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1300" indent="-228600">
              <a:lnSpc>
                <a:spcPts val="202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>
                <a:latin typeface="Calibri"/>
                <a:cs typeface="Calibri"/>
              </a:rPr>
              <a:t>Apache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Hadoop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(</a:t>
            </a:r>
            <a:r>
              <a:rPr sz="1200" spc="-10">
                <a:solidFill>
                  <a:srgbClr val="FF0000"/>
                </a:solidFill>
                <a:latin typeface="Calibri"/>
                <a:cs typeface="Calibri"/>
              </a:rPr>
              <a:t>2008</a:t>
            </a:r>
            <a:r>
              <a:rPr sz="1200" spc="-10">
                <a:latin typeface="Calibri"/>
                <a:cs typeface="Calibri"/>
              </a:rPr>
              <a:t>):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4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Hadoop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became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Apache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top-</a:t>
            </a:r>
            <a:r>
              <a:rPr sz="1200">
                <a:latin typeface="Calibri"/>
                <a:cs typeface="Calibri"/>
              </a:rPr>
              <a:t>level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project.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4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Core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components: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HDFS</a:t>
            </a:r>
            <a:r>
              <a:rPr sz="1200" spc="-1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(Hadoop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Distributed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File</a:t>
            </a:r>
            <a:r>
              <a:rPr sz="1200" spc="-10">
                <a:latin typeface="Calibri"/>
                <a:cs typeface="Calibri"/>
              </a:rPr>
              <a:t> System)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MapReduce.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8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Rapid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growth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in</a:t>
            </a:r>
            <a:r>
              <a:rPr sz="1200" spc="-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community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contributions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adoption.</a:t>
            </a:r>
            <a:endParaRPr sz="120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90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 spc="-10">
                <a:latin typeface="Calibri"/>
                <a:cs typeface="Calibri"/>
              </a:rPr>
              <a:t>Ecosystem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Expansion</a:t>
            </a:r>
            <a:r>
              <a:rPr sz="1200" spc="-7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(2009-2011):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5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New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projects: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Hive,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Pig,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HBase,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Zookeeper.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7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Formation</a:t>
            </a:r>
            <a:r>
              <a:rPr sz="1200" spc="-8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of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companies</a:t>
            </a:r>
            <a:r>
              <a:rPr sz="1200" spc="-6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like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Cloudera</a:t>
            </a:r>
            <a:r>
              <a:rPr sz="1200" spc="-6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for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commercial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support.</a:t>
            </a:r>
            <a:endParaRPr sz="120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85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>
                <a:latin typeface="Calibri"/>
                <a:cs typeface="Calibri"/>
              </a:rPr>
              <a:t>Industry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Adoption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(2012-2014):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4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Mainstream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use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by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major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companies: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Facebook,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LinkedIn,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eBay.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4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>
                <a:latin typeface="Calibri"/>
                <a:cs typeface="Calibri"/>
              </a:rPr>
              <a:t>Introduction</a:t>
            </a:r>
            <a:r>
              <a:rPr sz="1200" spc="-7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of</a:t>
            </a:r>
            <a:r>
              <a:rPr sz="1200" spc="-1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Hadoop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2.0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with</a:t>
            </a:r>
            <a:r>
              <a:rPr sz="1200" spc="-20">
                <a:latin typeface="Calibri"/>
                <a:cs typeface="Calibri"/>
              </a:rPr>
              <a:t> YARN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 spc="-20">
                <a:latin typeface="Calibri"/>
                <a:cs typeface="Calibri"/>
              </a:rPr>
              <a:t>(Yet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Another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Resource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Negotiator).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8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Hadoop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Summit: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Annual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conference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for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advancements</a:t>
            </a:r>
            <a:r>
              <a:rPr sz="1200" spc="-4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use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cases.</a:t>
            </a:r>
            <a:endParaRPr sz="120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90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>
                <a:latin typeface="Calibri"/>
                <a:cs typeface="Calibri"/>
              </a:rPr>
              <a:t>Modern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Era</a:t>
            </a:r>
            <a:r>
              <a:rPr sz="1200" spc="-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(2015-Present):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5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>
                <a:latin typeface="Calibri"/>
                <a:cs typeface="Calibri"/>
              </a:rPr>
              <a:t>Widespread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enterprise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adoption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for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various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Big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Data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applications.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>
                <a:latin typeface="Calibri"/>
                <a:cs typeface="Calibri"/>
              </a:rPr>
              <a:t>Integration</a:t>
            </a:r>
            <a:r>
              <a:rPr sz="1200" spc="-7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with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cloud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platforms: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AWS </a:t>
            </a:r>
            <a:r>
              <a:rPr sz="1200">
                <a:latin typeface="Calibri"/>
                <a:cs typeface="Calibri"/>
              </a:rPr>
              <a:t>EMR,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Google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Cloud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Dataproc.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8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Ongoing</a:t>
            </a:r>
            <a:r>
              <a:rPr sz="1200" spc="-6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development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enhancements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to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the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Hadoop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ecosystem.</a:t>
            </a:r>
            <a:endParaRPr sz="1200">
              <a:latin typeface="Calibri"/>
              <a:cs typeface="Calibri"/>
            </a:endParaRPr>
          </a:p>
          <a:p>
            <a:pPr marL="241300" indent="-228600">
              <a:lnSpc>
                <a:spcPts val="2020"/>
              </a:lnSpc>
              <a:spcBef>
                <a:spcPts val="385"/>
              </a:spcBef>
              <a:buFont typeface="Arial MT"/>
              <a:buChar char="•"/>
              <a:tabLst>
                <a:tab pos="241300" algn="l"/>
              </a:tabLst>
            </a:pPr>
            <a:r>
              <a:rPr sz="1200">
                <a:latin typeface="Calibri"/>
                <a:cs typeface="Calibri"/>
              </a:rPr>
              <a:t>Impact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of</a:t>
            </a:r>
            <a:r>
              <a:rPr sz="1200" spc="-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Hadoop: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>
                <a:latin typeface="Calibri"/>
                <a:cs typeface="Calibri"/>
              </a:rPr>
              <a:t>Pioneered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the</a:t>
            </a:r>
            <a:r>
              <a:rPr sz="1200" spc="-2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Big</a:t>
            </a:r>
            <a:r>
              <a:rPr sz="1200" spc="-15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Data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revolution.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60"/>
              </a:lnSpc>
              <a:buFont typeface="Arial MT"/>
              <a:buChar char="•"/>
              <a:tabLst>
                <a:tab pos="698500" algn="l"/>
              </a:tabLst>
            </a:pPr>
            <a:r>
              <a:rPr sz="1200">
                <a:latin typeface="Calibri"/>
                <a:cs typeface="Calibri"/>
              </a:rPr>
              <a:t>Enabled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scalable,</a:t>
            </a:r>
            <a:r>
              <a:rPr sz="1200" spc="-3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distributed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data</a:t>
            </a:r>
            <a:r>
              <a:rPr sz="1200" spc="-5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processing.</a:t>
            </a:r>
            <a:endParaRPr sz="1200">
              <a:latin typeface="Calibri"/>
              <a:cs typeface="Calibri"/>
            </a:endParaRPr>
          </a:p>
          <a:p>
            <a:pPr marL="698500" lvl="1" indent="-228600">
              <a:lnSpc>
                <a:spcPts val="1775"/>
              </a:lnSpc>
              <a:buFont typeface="Arial MT"/>
              <a:buChar char="•"/>
              <a:tabLst>
                <a:tab pos="698500" algn="l"/>
              </a:tabLst>
            </a:pPr>
            <a:r>
              <a:rPr sz="1200" spc="-10">
                <a:latin typeface="Calibri"/>
                <a:cs typeface="Calibri"/>
              </a:rPr>
              <a:t>Fostered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</a:t>
            </a:r>
            <a:r>
              <a:rPr sz="1200" spc="-4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strong</a:t>
            </a:r>
            <a:r>
              <a:rPr sz="1200" spc="-55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open-</a:t>
            </a:r>
            <a:r>
              <a:rPr sz="1200">
                <a:latin typeface="Calibri"/>
                <a:cs typeface="Calibri"/>
              </a:rPr>
              <a:t>source</a:t>
            </a:r>
            <a:r>
              <a:rPr sz="1200" spc="-2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community</a:t>
            </a:r>
            <a:r>
              <a:rPr sz="1200" spc="-50">
                <a:latin typeface="Calibri"/>
                <a:cs typeface="Calibri"/>
              </a:rPr>
              <a:t> </a:t>
            </a:r>
            <a:r>
              <a:rPr sz="1200">
                <a:latin typeface="Calibri"/>
                <a:cs typeface="Calibri"/>
              </a:rPr>
              <a:t>and</a:t>
            </a:r>
            <a:r>
              <a:rPr sz="1200" spc="-30">
                <a:latin typeface="Calibri"/>
                <a:cs typeface="Calibri"/>
              </a:rPr>
              <a:t> </a:t>
            </a:r>
            <a:r>
              <a:rPr sz="1200" spc="-10">
                <a:latin typeface="Calibri"/>
                <a:cs typeface="Calibri"/>
              </a:rPr>
              <a:t>ecosystem.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lang="en-US" sz="2800">
                <a:solidFill>
                  <a:srgbClr val="FFFFFF"/>
                </a:solidFill>
              </a:rPr>
              <a:t>Hadoop Echo System</a:t>
            </a:r>
            <a:endParaRPr sz="28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BF7DF-DEAD-3193-0AA9-7B245BE33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5354715" cy="4991039"/>
          </a:xfrm>
        </p:spPr>
        <p:txBody>
          <a:bodyPr>
            <a:normAutofit fontScale="85000" lnSpcReduction="10000"/>
          </a:bodyPr>
          <a:lstStyle/>
          <a:p>
            <a:pPr marL="12700">
              <a:lnSpc>
                <a:spcPts val="2280"/>
              </a:lnSpc>
              <a:spcBef>
                <a:spcPts val="105"/>
              </a:spcBef>
            </a:pP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Hadoop</a:t>
            </a:r>
            <a:r>
              <a:rPr lang="en-US" sz="2000" spc="-6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FF0000"/>
                </a:solidFill>
                <a:latin typeface="Calibri"/>
                <a:cs typeface="Calibri"/>
              </a:rPr>
              <a:t>ecosystem</a:t>
            </a:r>
            <a:r>
              <a:rPr lang="en-US" sz="20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z="2000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suite</a:t>
            </a:r>
            <a:r>
              <a:rPr lang="en-US" sz="2000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of</a:t>
            </a:r>
            <a:r>
              <a:rPr lang="en-US"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tools</a:t>
            </a:r>
            <a:r>
              <a:rPr lang="en-US" sz="2000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lang="en-US"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FF0000"/>
                </a:solidFill>
                <a:latin typeface="Calibri"/>
                <a:cs typeface="Calibri"/>
              </a:rPr>
              <a:t>frameworks</a:t>
            </a:r>
            <a:r>
              <a:rPr lang="en-US" sz="2000" spc="-1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that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enables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Hadoop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to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handle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large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amounts </a:t>
            </a:r>
            <a:r>
              <a:rPr lang="en-US" sz="2000">
                <a:latin typeface="Calibri"/>
                <a:cs typeface="Calibri"/>
              </a:rPr>
              <a:t>of</a:t>
            </a:r>
            <a:r>
              <a:rPr lang="en-US" sz="2000" spc="-15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data.  </a:t>
            </a:r>
          </a:p>
          <a:p>
            <a:pPr marL="0" indent="0">
              <a:lnSpc>
                <a:spcPts val="2280"/>
              </a:lnSpc>
              <a:spcBef>
                <a:spcPts val="105"/>
              </a:spcBef>
              <a:buNone/>
            </a:pPr>
            <a:r>
              <a:rPr lang="en-US" sz="2000">
                <a:latin typeface="Calibri"/>
                <a:cs typeface="Calibri"/>
              </a:rPr>
              <a:t>Basically, Hadoop has the following three components:</a:t>
            </a:r>
            <a:endParaRPr lang="en-US" sz="2000">
              <a:solidFill>
                <a:srgbClr val="006FC0"/>
              </a:solidFill>
              <a:latin typeface="Calibri"/>
              <a:cs typeface="Calibri"/>
            </a:endParaRPr>
          </a:p>
          <a:p>
            <a:pPr marL="228600" marR="7620" indent="-215900">
              <a:spcBef>
                <a:spcPts val="1040"/>
              </a:spcBef>
              <a:buAutoNum type="arabicPeriod"/>
              <a:tabLst>
                <a:tab pos="514350" algn="l"/>
              </a:tabLst>
            </a:pP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HDFS</a:t>
            </a:r>
            <a:r>
              <a:rPr lang="en-US" sz="2000" spc="-6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(Hadoop</a:t>
            </a:r>
            <a:r>
              <a:rPr lang="en-US" sz="2000" spc="-9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Distributed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File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System):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distributed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file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system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that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provides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high-</a:t>
            </a:r>
            <a:r>
              <a:rPr lang="en-US" sz="2000" spc="-10">
                <a:latin typeface="Calibri"/>
                <a:cs typeface="Calibri"/>
              </a:rPr>
              <a:t>throughput </a:t>
            </a:r>
            <a:r>
              <a:rPr lang="en-US" sz="2000">
                <a:latin typeface="Calibri"/>
                <a:cs typeface="Calibri"/>
              </a:rPr>
              <a:t>access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to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application</a:t>
            </a:r>
            <a:r>
              <a:rPr lang="en-US" sz="2000" spc="-70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data.</a:t>
            </a:r>
            <a:endParaRPr lang="en-US" sz="2000">
              <a:latin typeface="Calibri"/>
              <a:cs typeface="Calibri"/>
            </a:endParaRPr>
          </a:p>
          <a:p>
            <a:pPr marL="228600" indent="-215900">
              <a:spcBef>
                <a:spcPts val="725"/>
              </a:spcBef>
              <a:buAutoNum type="arabicPeriod"/>
              <a:tabLst>
                <a:tab pos="514350" algn="l"/>
              </a:tabLst>
            </a:pP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MapReduce</a:t>
            </a:r>
            <a:r>
              <a:rPr lang="en-US" sz="2000">
                <a:latin typeface="Calibri"/>
                <a:cs typeface="Calibri"/>
              </a:rPr>
              <a:t>:</a:t>
            </a:r>
            <a:r>
              <a:rPr lang="en-US" sz="2000" spc="-8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framework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for</a:t>
            </a:r>
            <a:r>
              <a:rPr lang="en-US" sz="2000" spc="-7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parallel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processing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of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large</a:t>
            </a:r>
            <a:r>
              <a:rPr lang="en-US" sz="2000" spc="-7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data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sets.</a:t>
            </a:r>
            <a:endParaRPr lang="en-US" sz="2000">
              <a:latin typeface="Calibri"/>
              <a:cs typeface="Calibri"/>
            </a:endParaRPr>
          </a:p>
          <a:p>
            <a:pPr marL="228600" indent="-215900">
              <a:spcBef>
                <a:spcPts val="760"/>
              </a:spcBef>
              <a:buAutoNum type="arabicPeriod"/>
              <a:tabLst>
                <a:tab pos="514350" algn="l"/>
              </a:tabLst>
            </a:pPr>
            <a:r>
              <a:rPr lang="en-US" sz="2000" spc="-20">
                <a:solidFill>
                  <a:srgbClr val="FF0000"/>
                </a:solidFill>
                <a:latin typeface="Calibri"/>
                <a:cs typeface="Calibri"/>
              </a:rPr>
              <a:t>YARN</a:t>
            </a:r>
            <a:r>
              <a:rPr lang="en-US" sz="2000" spc="-20">
                <a:latin typeface="Calibri"/>
                <a:cs typeface="Calibri"/>
              </a:rPr>
              <a:t>,</a:t>
            </a:r>
            <a:r>
              <a:rPr lang="en-US" sz="2000" spc="-9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Resource</a:t>
            </a:r>
            <a:r>
              <a:rPr lang="en-US" sz="2000" spc="-7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Manager.</a:t>
            </a:r>
            <a:endParaRPr lang="en-US" sz="2000">
              <a:latin typeface="Calibri"/>
              <a:cs typeface="Calibri"/>
            </a:endParaRPr>
          </a:p>
          <a:p>
            <a:pPr marL="0" indent="0">
              <a:lnSpc>
                <a:spcPct val="150000"/>
              </a:lnSpc>
              <a:spcBef>
                <a:spcPts val="765"/>
              </a:spcBef>
              <a:buNone/>
            </a:pPr>
            <a:r>
              <a:rPr lang="en-US" sz="2000">
                <a:latin typeface="Calibri"/>
                <a:cs typeface="Calibri"/>
              </a:rPr>
              <a:t>Other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ecosystem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components: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Hive,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Pig,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HBase,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Storm,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Spark,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Kafka,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Flume,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Sqoop,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Oozie, Zookeeper…etc. </a:t>
            </a:r>
            <a:r>
              <a:rPr lang="en-US" sz="2000">
                <a:latin typeface="Calibri"/>
                <a:cs typeface="Calibri"/>
              </a:rPr>
              <a:t>These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components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b="1">
                <a:solidFill>
                  <a:srgbClr val="FF0000"/>
                </a:solidFill>
                <a:latin typeface="Calibri"/>
                <a:cs typeface="Calibri"/>
              </a:rPr>
              <a:t>work</a:t>
            </a:r>
            <a:r>
              <a:rPr lang="en-US" sz="2000" b="1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b="1">
                <a:solidFill>
                  <a:srgbClr val="FF0000"/>
                </a:solidFill>
                <a:latin typeface="Calibri"/>
                <a:cs typeface="Calibri"/>
              </a:rPr>
              <a:t>together</a:t>
            </a:r>
            <a:r>
              <a:rPr lang="en-US" sz="2000" b="1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to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provide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comprehensive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solution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for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managing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 spc="-25">
                <a:latin typeface="Calibri"/>
                <a:cs typeface="Calibri"/>
              </a:rPr>
              <a:t>and </a:t>
            </a:r>
            <a:r>
              <a:rPr lang="en-US" sz="2000">
                <a:latin typeface="Calibri"/>
                <a:cs typeface="Calibri"/>
              </a:rPr>
              <a:t>processing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large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data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sets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in</a:t>
            </a:r>
            <a:r>
              <a:rPr lang="en-US" sz="2000" spc="-6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distributed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computing</a:t>
            </a:r>
            <a:r>
              <a:rPr lang="en-US" sz="2000" spc="-8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environment.</a:t>
            </a:r>
            <a:endParaRPr lang="en-US" sz="2000">
              <a:latin typeface="Calibri"/>
              <a:cs typeface="Calibri"/>
            </a:endParaRPr>
          </a:p>
          <a:p>
            <a:endParaRPr lang="en-US"/>
          </a:p>
        </p:txBody>
      </p:sp>
      <p:pic>
        <p:nvPicPr>
          <p:cNvPr id="4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38800" y="1706007"/>
            <a:ext cx="6267449" cy="476014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5" y="897513"/>
            <a:ext cx="6726315" cy="5482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HDFS</a:t>
            </a:r>
            <a:r>
              <a:rPr sz="2800" spc="-55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–</a:t>
            </a:r>
            <a:r>
              <a:rPr sz="2800" spc="-7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Hadoop</a:t>
            </a:r>
            <a:r>
              <a:rPr sz="2800" spc="-7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Distributed</a:t>
            </a:r>
            <a:r>
              <a:rPr sz="2800" spc="-5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File</a:t>
            </a:r>
            <a:r>
              <a:rPr sz="2800" spc="-65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System</a:t>
            </a:r>
            <a:endParaRPr sz="280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05939E-0567-B79A-4161-7B333B52B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6650115" cy="4991039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b="1"/>
              <a:t>What is HDFS?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b="1"/>
              <a:t>Hadoop Distributed File System (HDFS)</a:t>
            </a:r>
            <a:r>
              <a:rPr lang="en-US"/>
              <a:t> is the storage layer in Hadoop.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/>
              <a:t>It enables </a:t>
            </a:r>
            <a:r>
              <a:rPr lang="en-US" b="1"/>
              <a:t>distributed storage</a:t>
            </a:r>
            <a:r>
              <a:rPr lang="en-US"/>
              <a:t> and </a:t>
            </a:r>
            <a:r>
              <a:rPr lang="en-US" b="1"/>
              <a:t>fault tolerance</a:t>
            </a:r>
            <a:r>
              <a:rPr lang="en-US"/>
              <a:t> by replicating data across multiple nodes.</a:t>
            </a:r>
          </a:p>
          <a:p>
            <a:r>
              <a:rPr lang="en-US" b="1"/>
              <a:t>Key Components of HDFS</a:t>
            </a:r>
          </a:p>
          <a:p>
            <a:pPr>
              <a:buNone/>
            </a:pPr>
            <a:r>
              <a:rPr lang="en-US" b="1"/>
              <a:t>1. </a:t>
            </a:r>
            <a:r>
              <a:rPr lang="en-US" b="1" err="1"/>
              <a:t>NameNode</a:t>
            </a:r>
            <a:endParaRPr lang="en-US" b="1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/>
              <a:t>Acts as the </a:t>
            </a:r>
            <a:r>
              <a:rPr lang="en-US" b="1"/>
              <a:t>master node</a:t>
            </a:r>
            <a:r>
              <a:rPr lang="en-US"/>
              <a:t>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/>
              <a:t>Manages </a:t>
            </a:r>
            <a:r>
              <a:rPr lang="en-US" b="1"/>
              <a:t>metadata</a:t>
            </a:r>
            <a:r>
              <a:rPr lang="en-US"/>
              <a:t> (file locations, permissions, and structure).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/>
              <a:t>Does not store actual data.</a:t>
            </a:r>
          </a:p>
          <a:p>
            <a:pPr>
              <a:buNone/>
            </a:pPr>
            <a:r>
              <a:rPr lang="en-US" b="1"/>
              <a:t>2. </a:t>
            </a:r>
            <a:r>
              <a:rPr lang="en-US" b="1" err="1"/>
              <a:t>DataNodes</a:t>
            </a:r>
            <a:endParaRPr lang="en-US" b="1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/>
              <a:t>Store actual data in </a:t>
            </a:r>
            <a:r>
              <a:rPr lang="en-US" b="1"/>
              <a:t>blocks</a:t>
            </a:r>
            <a:r>
              <a:rPr lang="en-US"/>
              <a:t>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/>
              <a:t>Handle read/write requests from clients.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/>
              <a:t>Perform </a:t>
            </a:r>
            <a:r>
              <a:rPr lang="en-US" b="1"/>
              <a:t>data replication</a:t>
            </a:r>
            <a:r>
              <a:rPr lang="en-US"/>
              <a:t> to ensure fault tolerance.</a:t>
            </a:r>
          </a:p>
          <a:p>
            <a:pPr>
              <a:buFont typeface="Arial" panose="020B0604020202020204" pitchFamily="34" charset="0"/>
              <a:buChar char="•"/>
            </a:pPr>
            <a:endParaRPr lang="en-US"/>
          </a:p>
          <a:p>
            <a:endParaRPr lang="en-US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509206" y="896278"/>
            <a:ext cx="2164620" cy="80972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934200" y="1981200"/>
            <a:ext cx="5162233" cy="2687321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9DF82E4D-F670-4282-BAE7-C7495F79CCDF}"/>
              </a:ext>
            </a:extLst>
          </p:cNvPr>
          <p:cNvSpPr txBox="1"/>
          <p:nvPr/>
        </p:nvSpPr>
        <p:spPr>
          <a:xfrm>
            <a:off x="7010400" y="4800600"/>
            <a:ext cx="47244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None/>
            </a:pPr>
            <a:r>
              <a:rPr lang="en-US" sz="1400" b="1"/>
              <a:t>How HDFS Works?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/>
              <a:t>Client requests data</a:t>
            </a:r>
            <a:r>
              <a:rPr lang="en-US" sz="1400"/>
              <a:t> from HDFS.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 err="1"/>
              <a:t>NameNode</a:t>
            </a:r>
            <a:r>
              <a:rPr lang="en-US" sz="1400" b="1"/>
              <a:t> retrieves metadata</a:t>
            </a:r>
            <a:r>
              <a:rPr lang="en-US" sz="1400"/>
              <a:t> and provides block locations.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/>
              <a:t>Client reads/writes data blocks</a:t>
            </a:r>
            <a:r>
              <a:rPr lang="en-US" sz="1400"/>
              <a:t> directly from/to the </a:t>
            </a:r>
            <a:r>
              <a:rPr lang="en-US" sz="1400" err="1"/>
              <a:t>DataNodes</a:t>
            </a:r>
            <a:r>
              <a:rPr lang="en-US" sz="140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/>
              <a:t>Data replication</a:t>
            </a:r>
            <a:r>
              <a:rPr lang="en-US" sz="1400"/>
              <a:t> occurs across multiple </a:t>
            </a:r>
            <a:r>
              <a:rPr lang="en-US" sz="1400" err="1"/>
              <a:t>DataNodes</a:t>
            </a:r>
            <a:r>
              <a:rPr lang="en-US" sz="1400"/>
              <a:t> for redundancy.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58004" y="865141"/>
            <a:ext cx="1810851" cy="657669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25">
                <a:solidFill>
                  <a:srgbClr val="FFFFFF"/>
                </a:solidFill>
              </a:rPr>
              <a:t>YARN,</a:t>
            </a:r>
            <a:r>
              <a:rPr sz="2800" spc="-100">
                <a:solidFill>
                  <a:srgbClr val="FFFFFF"/>
                </a:solidFill>
              </a:rPr>
              <a:t> </a:t>
            </a:r>
            <a:r>
              <a:rPr sz="2800" spc="-40">
                <a:solidFill>
                  <a:srgbClr val="FFFFFF"/>
                </a:solidFill>
              </a:rPr>
              <a:t>Yet</a:t>
            </a:r>
            <a:r>
              <a:rPr sz="2800" spc="-100">
                <a:solidFill>
                  <a:srgbClr val="FFFFFF"/>
                </a:solidFill>
              </a:rPr>
              <a:t> </a:t>
            </a:r>
            <a:r>
              <a:rPr sz="2800">
                <a:solidFill>
                  <a:srgbClr val="FFFFFF"/>
                </a:solidFill>
              </a:rPr>
              <a:t>Another</a:t>
            </a:r>
            <a:r>
              <a:rPr sz="2800" spc="-105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Resource</a:t>
            </a:r>
            <a:r>
              <a:rPr sz="2800" spc="-11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Negotiator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562A3C-DF2A-B49E-1B9F-8566CD52A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6394675" cy="4991039"/>
          </a:xfrm>
        </p:spPr>
        <p:txBody>
          <a:bodyPr>
            <a:normAutofit fontScale="850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b="1"/>
              <a:t>What is YARN?</a:t>
            </a:r>
          </a:p>
          <a:p>
            <a:pPr>
              <a:lnSpc>
                <a:spcPct val="150000"/>
              </a:lnSpc>
            </a:pPr>
            <a:r>
              <a:rPr lang="en-US" sz="1400"/>
              <a:t>YARN (Yet Another Resource Negotiator) is the resource management layer in Hadoop. </a:t>
            </a:r>
          </a:p>
          <a:p>
            <a:pPr>
              <a:lnSpc>
                <a:spcPct val="150000"/>
              </a:lnSpc>
            </a:pPr>
            <a:r>
              <a:rPr lang="en-US" sz="1400"/>
              <a:t>It efficiently allocates resources and schedules tasks for processing big data jobs.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1"/>
              <a:t>Key Components of YARN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1"/>
              <a:t>1. Resource Manager (RM) - </a:t>
            </a:r>
            <a:r>
              <a:rPr lang="en-US" sz="1400"/>
              <a:t>Central component managing resource allocation.</a:t>
            </a:r>
          </a:p>
          <a:p>
            <a:pPr marL="228600">
              <a:lnSpc>
                <a:spcPct val="150000"/>
              </a:lnSpc>
            </a:pPr>
            <a:r>
              <a:rPr lang="en-US" sz="1400"/>
              <a:t>It has two main parts: </a:t>
            </a:r>
          </a:p>
          <a:p>
            <a:pPr marL="57150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/>
              <a:t>Application Manager</a:t>
            </a:r>
            <a:r>
              <a:rPr lang="en-US" sz="1400"/>
              <a:t> – Manages job submission and execution.</a:t>
            </a:r>
          </a:p>
          <a:p>
            <a:pPr marL="57150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/>
              <a:t>Scheduler</a:t>
            </a:r>
            <a:r>
              <a:rPr lang="en-US" sz="1400"/>
              <a:t> – Allocates resources to tasks based on policies.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1"/>
              <a:t>2. Node Managers (NM)</a:t>
            </a:r>
          </a:p>
          <a:p>
            <a:pPr marL="57150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Runs on each </a:t>
            </a:r>
            <a:r>
              <a:rPr lang="en-US" sz="1400" err="1"/>
              <a:t>DataNode</a:t>
            </a:r>
            <a:r>
              <a:rPr lang="en-US" sz="1400"/>
              <a:t> to execute tasks.</a:t>
            </a:r>
          </a:p>
          <a:p>
            <a:pPr marL="57150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Manages </a:t>
            </a:r>
            <a:r>
              <a:rPr lang="en-US" sz="1400" b="1"/>
              <a:t>Containers</a:t>
            </a:r>
            <a:r>
              <a:rPr lang="en-US" sz="1400"/>
              <a:t>, which are allocated resources for executing tasks.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1"/>
              <a:t>3. Application Master (AM)</a:t>
            </a:r>
          </a:p>
          <a:p>
            <a:pPr marL="57150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Runs within a container and coordinates job execution.</a:t>
            </a:r>
          </a:p>
          <a:p>
            <a:pPr marL="57150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Communicates with the Resource Manager and Node Managers.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/>
          </a:p>
          <a:p>
            <a:endParaRPr lang="en-US" sz="1600"/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678760" y="1828800"/>
            <a:ext cx="5332265" cy="261416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37A93A7-942A-06C0-4C09-F9DE377D5C10}"/>
              </a:ext>
            </a:extLst>
          </p:cNvPr>
          <p:cNvSpPr txBox="1"/>
          <p:nvPr/>
        </p:nvSpPr>
        <p:spPr>
          <a:xfrm>
            <a:off x="7125970" y="4541095"/>
            <a:ext cx="454818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None/>
            </a:pPr>
            <a:r>
              <a:rPr lang="en-US" sz="1400" b="1"/>
              <a:t>How YARN Works?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/>
              <a:t>Clients submit jobs</a:t>
            </a:r>
            <a:r>
              <a:rPr lang="en-US" sz="1400"/>
              <a:t> to the Resource Manager.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/>
              <a:t>Scheduler assigns resources</a:t>
            </a:r>
            <a:r>
              <a:rPr lang="en-US" sz="1400"/>
              <a:t> based on job size and priority.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/>
              <a:t>Application Master is launched</a:t>
            </a:r>
            <a:r>
              <a:rPr lang="en-US" sz="1400"/>
              <a:t> in a container to oversee execution.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/>
              <a:t>Node Managers execute tasks</a:t>
            </a:r>
            <a:r>
              <a:rPr lang="en-US" sz="1400"/>
              <a:t> in their respective containers.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400" b="1"/>
              <a:t>Results are sent back to clients</a:t>
            </a:r>
            <a:r>
              <a:rPr lang="en-US" sz="1400"/>
              <a:t> after completion.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682499" y="772009"/>
            <a:ext cx="2526199" cy="799234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84086" y="897513"/>
            <a:ext cx="6931776" cy="5482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 spc="-10">
                <a:solidFill>
                  <a:srgbClr val="FFFFFF"/>
                </a:solidFill>
              </a:rPr>
              <a:t>MapReduce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356761-E49C-6DF2-10A7-172015E8F0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8214456" cy="4991039"/>
          </a:xfrm>
        </p:spPr>
        <p:txBody>
          <a:bodyPr>
            <a:normAutofit/>
          </a:bodyPr>
          <a:lstStyle/>
          <a:p>
            <a:pPr marL="241300" indent="-228600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>
                <a:latin typeface="Calibri"/>
                <a:cs typeface="Calibri"/>
              </a:rPr>
              <a:t>Map Reduce is a 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programming</a:t>
            </a:r>
            <a:r>
              <a:rPr lang="en-US" sz="2000" spc="-6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model</a:t>
            </a:r>
            <a:r>
              <a:rPr lang="en-US" sz="2000" spc="-6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for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processing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large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data</a:t>
            </a:r>
            <a:endParaRPr lang="en-US" sz="2000">
              <a:latin typeface="Calibri"/>
              <a:cs typeface="Calibri"/>
            </a:endParaRPr>
          </a:p>
          <a:p>
            <a:pPr marL="241300">
              <a:lnSpc>
                <a:spcPts val="2280"/>
              </a:lnSpc>
            </a:pPr>
            <a:r>
              <a:rPr lang="en-US" sz="2000">
                <a:latin typeface="Calibri"/>
                <a:cs typeface="Calibri"/>
              </a:rPr>
              <a:t>sets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with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parallel</a:t>
            </a:r>
            <a:r>
              <a:rPr lang="en-US" sz="2000">
                <a:latin typeface="Calibri"/>
                <a:cs typeface="Calibri"/>
              </a:rPr>
              <a:t>,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FF0000"/>
                </a:solidFill>
                <a:latin typeface="Calibri"/>
                <a:cs typeface="Calibri"/>
              </a:rPr>
              <a:t>distributed</a:t>
            </a:r>
            <a:r>
              <a:rPr lang="en-US" sz="2000" spc="-2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algorithm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on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cluster.</a:t>
            </a:r>
            <a:endParaRPr lang="en-US" sz="200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75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>
                <a:latin typeface="Calibri"/>
                <a:cs typeface="Calibri"/>
              </a:rPr>
              <a:t>Key</a:t>
            </a:r>
            <a:r>
              <a:rPr lang="en-US" sz="2000" spc="-7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Components:</a:t>
            </a:r>
            <a:endParaRPr lang="en-US" sz="2000">
              <a:latin typeface="Calibri"/>
              <a:cs typeface="Calibri"/>
            </a:endParaRPr>
          </a:p>
          <a:p>
            <a:pPr marL="473075" marR="2288540" lvl="1" indent="-228600">
              <a:lnSpc>
                <a:spcPts val="1939"/>
              </a:lnSpc>
              <a:spcBef>
                <a:spcPts val="545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Mapper</a:t>
            </a:r>
            <a:r>
              <a:rPr lang="en-US" sz="1800">
                <a:latin typeface="Calibri"/>
                <a:cs typeface="Calibri"/>
              </a:rPr>
              <a:t>:</a:t>
            </a:r>
            <a:r>
              <a:rPr lang="en-US" sz="1800" spc="-35">
                <a:latin typeface="Calibri"/>
                <a:cs typeface="Calibri"/>
              </a:rPr>
              <a:t> Takes</a:t>
            </a:r>
            <a:r>
              <a:rPr lang="en-US" sz="1800" spc="-3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a</a:t>
            </a:r>
            <a:r>
              <a:rPr lang="en-US" sz="1800" spc="-4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set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of</a:t>
            </a:r>
            <a:r>
              <a:rPr lang="en-US" sz="1800" spc="-3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data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and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converts</a:t>
            </a:r>
            <a:r>
              <a:rPr lang="en-US" sz="1800" spc="-5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it</a:t>
            </a:r>
            <a:r>
              <a:rPr lang="en-US" sz="1800" spc="-3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into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another</a:t>
            </a:r>
            <a:r>
              <a:rPr lang="en-US" sz="1800" spc="-30">
                <a:latin typeface="Calibri"/>
                <a:cs typeface="Calibri"/>
              </a:rPr>
              <a:t> </a:t>
            </a:r>
            <a:r>
              <a:rPr lang="en-US" sz="1800" spc="-25">
                <a:latin typeface="Calibri"/>
                <a:cs typeface="Calibri"/>
              </a:rPr>
              <a:t>set </a:t>
            </a:r>
            <a:r>
              <a:rPr lang="en-US" sz="1800">
                <a:latin typeface="Calibri"/>
                <a:cs typeface="Calibri"/>
              </a:rPr>
              <a:t>of</a:t>
            </a:r>
            <a:r>
              <a:rPr lang="en-US" sz="1800" spc="-6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data,</a:t>
            </a:r>
            <a:r>
              <a:rPr lang="en-US" sz="1800" spc="-5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where</a:t>
            </a:r>
            <a:r>
              <a:rPr lang="en-US" sz="1800" spc="-4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individual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elements</a:t>
            </a:r>
            <a:r>
              <a:rPr lang="en-US" sz="1800" spc="-6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are</a:t>
            </a:r>
            <a:r>
              <a:rPr lang="en-US" sz="1800" spc="-55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broken</a:t>
            </a:r>
            <a:r>
              <a:rPr lang="en-US" sz="1800" spc="-4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down</a:t>
            </a:r>
            <a:r>
              <a:rPr lang="en-US" sz="1800" spc="-50">
                <a:latin typeface="Calibri"/>
                <a:cs typeface="Calibri"/>
              </a:rPr>
              <a:t> </a:t>
            </a:r>
            <a:r>
              <a:rPr lang="en-US" sz="1800" spc="-20">
                <a:latin typeface="Calibri"/>
                <a:cs typeface="Calibri"/>
              </a:rPr>
              <a:t>into </a:t>
            </a:r>
            <a:r>
              <a:rPr lang="en-US" sz="1800" spc="-10">
                <a:solidFill>
                  <a:srgbClr val="FF0000"/>
                </a:solidFill>
                <a:latin typeface="Calibri"/>
                <a:cs typeface="Calibri"/>
              </a:rPr>
              <a:t>key/value</a:t>
            </a:r>
            <a:r>
              <a:rPr lang="en-US" sz="18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pairs.</a:t>
            </a:r>
            <a:endParaRPr lang="en-US" sz="1800">
              <a:latin typeface="Calibri"/>
              <a:cs typeface="Calibri"/>
            </a:endParaRPr>
          </a:p>
          <a:p>
            <a:pPr marL="473075" marR="2462530" lvl="1" indent="-228600">
              <a:lnSpc>
                <a:spcPts val="1939"/>
              </a:lnSpc>
              <a:spcBef>
                <a:spcPts val="52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Reducer</a:t>
            </a:r>
            <a:r>
              <a:rPr lang="en-US" sz="1800">
                <a:latin typeface="Calibri"/>
                <a:cs typeface="Calibri"/>
              </a:rPr>
              <a:t>:</a:t>
            </a:r>
            <a:r>
              <a:rPr lang="en-US" sz="1800" spc="-15">
                <a:latin typeface="Calibri"/>
                <a:cs typeface="Calibri"/>
              </a:rPr>
              <a:t> </a:t>
            </a:r>
            <a:r>
              <a:rPr lang="en-US" sz="1800" spc="-45">
                <a:latin typeface="Calibri"/>
                <a:cs typeface="Calibri"/>
              </a:rPr>
              <a:t>Takes</a:t>
            </a:r>
            <a:r>
              <a:rPr lang="en-US" sz="1800" spc="-5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the</a:t>
            </a:r>
            <a:r>
              <a:rPr lang="en-US" sz="1800" spc="-2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output</a:t>
            </a:r>
            <a:r>
              <a:rPr lang="en-US" sz="1800" spc="-3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from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a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mapper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as</a:t>
            </a:r>
            <a:r>
              <a:rPr lang="en-US" sz="1800" spc="-4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an</a:t>
            </a:r>
            <a:r>
              <a:rPr lang="en-US" sz="1800" spc="-4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input</a:t>
            </a:r>
            <a:r>
              <a:rPr lang="en-US" sz="1800" spc="-25">
                <a:latin typeface="Calibri"/>
                <a:cs typeface="Calibri"/>
              </a:rPr>
              <a:t> and </a:t>
            </a:r>
            <a:r>
              <a:rPr lang="en-US" sz="1800" spc="-10">
                <a:latin typeface="Calibri"/>
                <a:cs typeface="Calibri"/>
              </a:rPr>
              <a:t>combines</a:t>
            </a:r>
            <a:r>
              <a:rPr lang="en-US" sz="1800" spc="-2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those</a:t>
            </a:r>
            <a:r>
              <a:rPr lang="en-US" sz="1800" spc="-3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data</a:t>
            </a:r>
            <a:r>
              <a:rPr lang="en-US" sz="1800" spc="-30">
                <a:latin typeface="Calibri"/>
                <a:cs typeface="Calibri"/>
              </a:rPr>
              <a:t> </a:t>
            </a: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tuples</a:t>
            </a:r>
            <a:r>
              <a:rPr lang="en-US" sz="1800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into</a:t>
            </a:r>
            <a:r>
              <a:rPr lang="en-US" sz="1800" spc="-3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a</a:t>
            </a:r>
            <a:r>
              <a:rPr lang="en-US" sz="1800" spc="-2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smaller</a:t>
            </a:r>
            <a:r>
              <a:rPr lang="en-US" sz="1800" spc="-3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set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of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tuples.</a:t>
            </a:r>
            <a:endParaRPr lang="en-US" sz="180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spc="-10">
                <a:latin typeface="Calibri"/>
                <a:cs typeface="Calibri"/>
              </a:rPr>
              <a:t>Workflow:</a:t>
            </a:r>
            <a:endParaRPr lang="en-US" sz="200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8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Input</a:t>
            </a:r>
            <a:r>
              <a:rPr lang="en-US" sz="1800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Splits</a:t>
            </a:r>
            <a:r>
              <a:rPr lang="en-US" sz="1800">
                <a:latin typeface="Calibri"/>
                <a:cs typeface="Calibri"/>
              </a:rPr>
              <a:t>:</a:t>
            </a:r>
            <a:r>
              <a:rPr lang="en-US" sz="1800" spc="-3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The</a:t>
            </a:r>
            <a:r>
              <a:rPr lang="en-US" sz="1800" spc="-2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input</a:t>
            </a:r>
            <a:r>
              <a:rPr lang="en-US" sz="1800" spc="-2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file</a:t>
            </a:r>
            <a:r>
              <a:rPr lang="en-US" sz="1800" spc="-2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is</a:t>
            </a:r>
            <a:r>
              <a:rPr lang="en-US" sz="1800" spc="-3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split</a:t>
            </a:r>
            <a:r>
              <a:rPr lang="en-US" sz="1800" spc="-3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into</a:t>
            </a:r>
            <a:r>
              <a:rPr lang="en-US" sz="1800" spc="-3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multiple</a:t>
            </a:r>
            <a:r>
              <a:rPr lang="en-US" sz="1800" spc="-15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pieces.</a:t>
            </a:r>
            <a:endParaRPr lang="en-US" sz="180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6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Map</a:t>
            </a:r>
            <a:r>
              <a:rPr lang="en-US" sz="1800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Phase</a:t>
            </a:r>
            <a:r>
              <a:rPr lang="en-US" sz="1800">
                <a:latin typeface="Calibri"/>
                <a:cs typeface="Calibri"/>
              </a:rPr>
              <a:t>:</a:t>
            </a:r>
            <a:r>
              <a:rPr lang="en-US" sz="1800" spc="-45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Processes</a:t>
            </a:r>
            <a:r>
              <a:rPr lang="en-US" sz="1800" spc="-5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the</a:t>
            </a:r>
            <a:r>
              <a:rPr lang="en-US" sz="1800" spc="-4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input</a:t>
            </a:r>
            <a:r>
              <a:rPr lang="en-US" sz="1800" spc="-3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splits</a:t>
            </a:r>
            <a:r>
              <a:rPr lang="en-US" sz="1800" spc="-5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and</a:t>
            </a:r>
            <a:r>
              <a:rPr lang="en-US" sz="1800" spc="-5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produces</a:t>
            </a:r>
            <a:r>
              <a:rPr lang="en-US" sz="1800" spc="-30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intermediate</a:t>
            </a:r>
            <a:r>
              <a:rPr lang="en-US" sz="1800" spc="-35">
                <a:latin typeface="Calibri"/>
                <a:cs typeface="Calibri"/>
              </a:rPr>
              <a:t> </a:t>
            </a:r>
            <a:r>
              <a:rPr lang="en-US" sz="1800" spc="-20">
                <a:latin typeface="Calibri"/>
                <a:cs typeface="Calibri"/>
              </a:rPr>
              <a:t>key-</a:t>
            </a:r>
            <a:r>
              <a:rPr lang="en-US" sz="1800">
                <a:latin typeface="Calibri"/>
                <a:cs typeface="Calibri"/>
              </a:rPr>
              <a:t>value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pairs.</a:t>
            </a:r>
            <a:endParaRPr lang="en-US" sz="180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70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Shuffle</a:t>
            </a:r>
            <a:r>
              <a:rPr lang="en-US" sz="1800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lang="en-US" sz="1800" spc="-3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Sort</a:t>
            </a:r>
            <a:r>
              <a:rPr lang="en-US" sz="1800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Phase</a:t>
            </a:r>
            <a:r>
              <a:rPr lang="en-US" sz="1800">
                <a:latin typeface="Calibri"/>
                <a:cs typeface="Calibri"/>
              </a:rPr>
              <a:t>:</a:t>
            </a:r>
            <a:r>
              <a:rPr lang="en-US" sz="1800" spc="-35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Organizes</a:t>
            </a:r>
            <a:r>
              <a:rPr lang="en-US" sz="1800" spc="-2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the</a:t>
            </a:r>
            <a:r>
              <a:rPr lang="en-US" sz="1800" spc="-35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intermediate</a:t>
            </a:r>
            <a:r>
              <a:rPr lang="en-US" sz="1800" spc="-2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data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by</a:t>
            </a:r>
            <a:r>
              <a:rPr lang="en-US" sz="1800" spc="-30">
                <a:latin typeface="Calibri"/>
                <a:cs typeface="Calibri"/>
              </a:rPr>
              <a:t> </a:t>
            </a:r>
            <a:r>
              <a:rPr lang="en-US" sz="1800" spc="-20">
                <a:latin typeface="Calibri"/>
                <a:cs typeface="Calibri"/>
              </a:rPr>
              <a:t>key.</a:t>
            </a:r>
            <a:endParaRPr lang="en-US" sz="1800">
              <a:latin typeface="Calibri"/>
              <a:cs typeface="Calibri"/>
            </a:endParaRPr>
          </a:p>
          <a:p>
            <a:pPr marL="473075" lvl="1" indent="-228600">
              <a:lnSpc>
                <a:spcPct val="100000"/>
              </a:lnSpc>
              <a:spcBef>
                <a:spcPts val="75"/>
              </a:spcBef>
              <a:buFont typeface="Arial MT"/>
              <a:buChar char="•"/>
              <a:tabLst>
                <a:tab pos="473075" algn="l"/>
              </a:tabLst>
            </a:pP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Reduce</a:t>
            </a:r>
            <a:r>
              <a:rPr lang="en-US" sz="1800" spc="-3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1800">
                <a:solidFill>
                  <a:srgbClr val="FF0000"/>
                </a:solidFill>
                <a:latin typeface="Calibri"/>
                <a:cs typeface="Calibri"/>
              </a:rPr>
              <a:t>Phase</a:t>
            </a:r>
            <a:r>
              <a:rPr lang="en-US" sz="1800">
                <a:latin typeface="Calibri"/>
                <a:cs typeface="Calibri"/>
              </a:rPr>
              <a:t>:</a:t>
            </a:r>
            <a:r>
              <a:rPr lang="en-US" sz="1800" spc="-50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Aggregates</a:t>
            </a:r>
            <a:r>
              <a:rPr lang="en-US" sz="1800" spc="-4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the</a:t>
            </a:r>
            <a:r>
              <a:rPr lang="en-US" sz="1800" spc="-5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sorted</a:t>
            </a:r>
            <a:r>
              <a:rPr lang="en-US" sz="1800" spc="-35">
                <a:latin typeface="Calibri"/>
                <a:cs typeface="Calibri"/>
              </a:rPr>
              <a:t> </a:t>
            </a:r>
            <a:r>
              <a:rPr lang="en-US" sz="1800" spc="-25">
                <a:latin typeface="Calibri"/>
                <a:cs typeface="Calibri"/>
              </a:rPr>
              <a:t>key-</a:t>
            </a:r>
            <a:r>
              <a:rPr lang="en-US" sz="1800">
                <a:latin typeface="Calibri"/>
                <a:cs typeface="Calibri"/>
              </a:rPr>
              <a:t>value</a:t>
            </a:r>
            <a:r>
              <a:rPr lang="en-US" sz="1800" spc="-5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pairs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and</a:t>
            </a:r>
            <a:r>
              <a:rPr lang="en-US" sz="1800" spc="-35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generates</a:t>
            </a:r>
            <a:r>
              <a:rPr lang="en-US" sz="1800" spc="-5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the</a:t>
            </a:r>
            <a:r>
              <a:rPr lang="en-US" sz="1800" spc="-5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final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output.</a:t>
            </a:r>
            <a:endParaRPr lang="en-US" sz="18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15861" y="2101670"/>
            <a:ext cx="4757171" cy="1887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1B878-DED6-1381-4B52-F683EA36A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Real-World Use Case: Log Analysis for Ad Click Fraud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61BB54-A79B-91B6-2B3E-888FA20C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spcCol="457200" rtlCol="0" anchor="t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Company Example: Facebook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Objective: </a:t>
            </a:r>
            <a:r>
              <a:rPr lang="en-US" sz="1800" b="1" kern="100" dirty="0">
                <a:solidFill>
                  <a:srgbClr val="FF000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Detect fraudulent ad clicks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by analyzing massive volumes of server logs.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Source: 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Web server logs from Facebook’s ad delivery infrastructure.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Structure (Sample Log Entry):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{  "timestamp": "2025-03-20T14:33:21Z",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": "u98374",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ad_id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": "ad4562",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ip_address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": "192.168.1.5",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"click": true,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device_type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": "mobile",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"location": "New York, USA"}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b="1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b="1" kern="100" dirty="0"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b="1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Processing with MapReduce: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lvl="0" indent="0">
              <a:lnSpc>
                <a:spcPct val="100000"/>
              </a:lnSpc>
              <a:spcBef>
                <a:spcPts val="0"/>
              </a:spcBef>
              <a:buNone/>
              <a:tabLst>
                <a:tab pos="457200" algn="l"/>
              </a:tabLst>
            </a:pPr>
            <a:r>
              <a:rPr lang="en-US" sz="1800" b="1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Map Phase:</a:t>
            </a:r>
            <a:endParaRPr lang="en-US" sz="18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lvl="1" indent="-285750">
              <a:lnSpc>
                <a:spcPct val="100000"/>
              </a:lnSpc>
              <a:spcBef>
                <a:spcPts val="0"/>
              </a:spcBef>
              <a:tabLst>
                <a:tab pos="914400" algn="l"/>
              </a:tabLst>
            </a:pP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Extract relevant fields: </a:t>
            </a:r>
            <a:r>
              <a:rPr lang="en-US" kern="100" dirty="0" err="1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user_id</a:t>
            </a: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US" kern="100" dirty="0" err="1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ip_address</a:t>
            </a: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, </a:t>
            </a:r>
            <a:r>
              <a:rPr lang="en-US" kern="100" dirty="0" err="1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ad_id</a:t>
            </a: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, timestamp.</a:t>
            </a:r>
          </a:p>
          <a:p>
            <a:pPr marL="285750" lvl="1" indent="-285750">
              <a:lnSpc>
                <a:spcPct val="100000"/>
              </a:lnSpc>
              <a:spcBef>
                <a:spcPts val="0"/>
              </a:spcBef>
              <a:tabLst>
                <a:tab pos="914400" algn="l"/>
              </a:tabLst>
            </a:pP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Emit key-value pairs like (</a:t>
            </a:r>
            <a:r>
              <a:rPr lang="en-US" kern="100" dirty="0" err="1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ip_address</a:t>
            </a: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, 1) to count clicks per IP.</a:t>
            </a:r>
          </a:p>
          <a:p>
            <a:pPr marL="0" marR="0" lvl="0" indent="0">
              <a:lnSpc>
                <a:spcPct val="100000"/>
              </a:lnSpc>
              <a:spcBef>
                <a:spcPts val="0"/>
              </a:spcBef>
              <a:buNone/>
              <a:tabLst>
                <a:tab pos="457200" algn="l"/>
              </a:tabLst>
            </a:pPr>
            <a:r>
              <a:rPr lang="en-US" sz="1800" b="1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Reduce Phase:</a:t>
            </a:r>
            <a:endParaRPr lang="en-US" sz="18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285750" lvl="1" indent="-285750">
              <a:lnSpc>
                <a:spcPct val="100000"/>
              </a:lnSpc>
              <a:spcBef>
                <a:spcPts val="0"/>
              </a:spcBef>
              <a:tabLst>
                <a:tab pos="914400" algn="l"/>
              </a:tabLst>
            </a:pP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Aggregate counts of clicks per IP address.</a:t>
            </a:r>
          </a:p>
          <a:p>
            <a:pPr marL="285750" lvl="1" indent="-285750">
              <a:lnSpc>
                <a:spcPct val="100000"/>
              </a:lnSpc>
              <a:spcBef>
                <a:spcPts val="0"/>
              </a:spcBef>
              <a:tabLst>
                <a:tab pos="914400" algn="l"/>
              </a:tabLst>
            </a:pPr>
            <a:r>
              <a:rPr lang="en-US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Identify IPs with suspiciously high click counts in a short time frame.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Outcome: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  <a:tabLst>
                <a:tab pos="457200" algn="l"/>
              </a:tabLst>
            </a:pPr>
            <a:r>
              <a:rPr lang="en-US" sz="18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Detects click patterns that suggest automated scripts or bot activity.</a:t>
            </a:r>
          </a:p>
          <a:p>
            <a:pPr>
              <a:lnSpc>
                <a:spcPct val="100000"/>
              </a:lnSpc>
              <a:spcBef>
                <a:spcPts val="0"/>
              </a:spcBef>
              <a:tabLst>
                <a:tab pos="457200" algn="l"/>
              </a:tabLst>
            </a:pPr>
            <a:r>
              <a:rPr lang="en-US" sz="18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Enables the system to block fraudulent IPs and protect ad revenue.</a:t>
            </a:r>
          </a:p>
          <a:p>
            <a:pPr marL="0" marR="0" indent="0">
              <a:lnSpc>
                <a:spcPct val="120000"/>
              </a:lnSpc>
              <a:buNone/>
            </a:pPr>
            <a:r>
              <a:rPr lang="en-US" sz="12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 </a:t>
            </a:r>
          </a:p>
        </p:txBody>
      </p:sp>
      <p:pic>
        <p:nvPicPr>
          <p:cNvPr id="1028" name="Picture 4" descr="‫فيسبوك - ويكيبيديا‬‎">
            <a:extLst>
              <a:ext uri="{FF2B5EF4-FFF2-40B4-BE49-F238E27FC236}">
                <a16:creationId xmlns:a16="http://schemas.microsoft.com/office/drawing/2014/main" id="{A134BD84-5CDB-1185-7A50-8919C0EADE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9744" y="1619916"/>
            <a:ext cx="413665" cy="413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45061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5" y="897513"/>
            <a:ext cx="7134877" cy="5482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lang="en-US" sz="2800" spc="-25" dirty="0">
                <a:solidFill>
                  <a:srgbClr val="FFFFFF"/>
                </a:solidFill>
              </a:rPr>
              <a:t>Apache Hive</a:t>
            </a:r>
            <a:endParaRPr sz="28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6C1567-AF39-CAED-E122-5F02B98CB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7134877" cy="4991039"/>
          </a:xfrm>
        </p:spPr>
        <p:txBody>
          <a:bodyPr>
            <a:normAutofit lnSpcReduction="10000"/>
          </a:bodyPr>
          <a:lstStyle/>
          <a:p>
            <a:pPr marL="12065" marR="5080" indent="0">
              <a:lnSpc>
                <a:spcPct val="90100"/>
              </a:lnSpc>
              <a:spcBef>
                <a:spcPts val="340"/>
              </a:spcBef>
              <a:buNone/>
              <a:tabLst>
                <a:tab pos="241300" algn="l"/>
              </a:tabLst>
            </a:pPr>
            <a:r>
              <a:rPr lang="en-US" sz="2000" b="1">
                <a:latin typeface="Calibri"/>
                <a:cs typeface="Calibri"/>
              </a:rPr>
              <a:t>What is Hive?</a:t>
            </a:r>
          </a:p>
          <a:p>
            <a:pPr marL="241300" marR="5080" indent="-229235">
              <a:lnSpc>
                <a:spcPct val="90100"/>
              </a:lnSpc>
              <a:spcBef>
                <a:spcPts val="34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>
                <a:latin typeface="Calibri"/>
                <a:cs typeface="Calibri"/>
              </a:rPr>
              <a:t>Hive is a data warehouse system built on top of Hadoop.</a:t>
            </a:r>
          </a:p>
          <a:p>
            <a:pPr marL="241300" marR="5080" indent="-229235">
              <a:lnSpc>
                <a:spcPct val="90100"/>
              </a:lnSpc>
              <a:spcBef>
                <a:spcPts val="34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>
                <a:latin typeface="Calibri"/>
                <a:cs typeface="Calibri"/>
              </a:rPr>
              <a:t>It allows querying and managing large datasets using a SQL-like language called HiveQL.</a:t>
            </a:r>
          </a:p>
          <a:p>
            <a:pPr marL="241300" marR="5080" indent="-229235">
              <a:lnSpc>
                <a:spcPct val="90100"/>
              </a:lnSpc>
              <a:spcBef>
                <a:spcPts val="34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>
                <a:latin typeface="Calibri"/>
                <a:cs typeface="Calibri"/>
              </a:rPr>
              <a:t>Created by Facebook to simplify complex MapReduce programming for analysts.</a:t>
            </a:r>
          </a:p>
          <a:p>
            <a:pPr marL="12065" marR="5080" indent="0">
              <a:lnSpc>
                <a:spcPct val="90100"/>
              </a:lnSpc>
              <a:spcBef>
                <a:spcPts val="340"/>
              </a:spcBef>
              <a:buNone/>
              <a:tabLst>
                <a:tab pos="241300" algn="l"/>
              </a:tabLst>
            </a:pPr>
            <a:r>
              <a:rPr lang="en-US" sz="2000" b="1">
                <a:latin typeface="Calibri"/>
                <a:cs typeface="Calibri"/>
              </a:rPr>
              <a:t>Why Hive?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>
                <a:latin typeface="Calibri"/>
                <a:cs typeface="Calibri"/>
              </a:rPr>
              <a:t>Writing raw MapReduce code in Java is complex and time-consuming.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>
                <a:latin typeface="Calibri"/>
                <a:cs typeface="Calibri"/>
              </a:rPr>
              <a:t>Hive allows users to write declarative queries in HiveQL.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>
                <a:latin typeface="Calibri"/>
                <a:cs typeface="Calibri"/>
              </a:rPr>
              <a:t>Hive compiles these queries into efficient MapReduce tasks.</a:t>
            </a:r>
          </a:p>
          <a:p>
            <a:pPr marL="12065" marR="5080" indent="0">
              <a:lnSpc>
                <a:spcPct val="90100"/>
              </a:lnSpc>
              <a:spcBef>
                <a:spcPts val="340"/>
              </a:spcBef>
              <a:buNone/>
              <a:tabLst>
                <a:tab pos="241300" algn="l"/>
              </a:tabLst>
            </a:pPr>
            <a:r>
              <a:rPr lang="en-US" b="1">
                <a:latin typeface="Calibri"/>
                <a:cs typeface="Calibri"/>
              </a:rPr>
              <a:t>Hive Architecture</a:t>
            </a:r>
            <a:endParaRPr lang="en-US" sz="2000" b="1">
              <a:latin typeface="Calibri"/>
              <a:cs typeface="Calibri"/>
            </a:endParaRP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 err="1">
                <a:latin typeface="Calibri"/>
                <a:cs typeface="Calibri"/>
              </a:rPr>
              <a:t>Metastore</a:t>
            </a:r>
            <a:r>
              <a:rPr lang="en-US" sz="2000">
                <a:latin typeface="Calibri"/>
                <a:cs typeface="Calibri"/>
              </a:rPr>
              <a:t>: Stores metadata about Hive tables (schemas, locations, etc.).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>
                <a:latin typeface="Calibri"/>
                <a:cs typeface="Calibri"/>
              </a:rPr>
              <a:t>Driver: Manages the lifecycle of a HiveQL query and its execution plan.</a:t>
            </a:r>
          </a:p>
          <a:p>
            <a:pPr marL="354965" marR="5080" indent="-342900">
              <a:lnSpc>
                <a:spcPct val="90100"/>
              </a:lnSpc>
              <a:spcBef>
                <a:spcPts val="340"/>
              </a:spcBef>
              <a:tabLst>
                <a:tab pos="241300" algn="l"/>
              </a:tabLst>
            </a:pPr>
            <a:r>
              <a:rPr lang="en-US" sz="2000">
                <a:latin typeface="Calibri"/>
                <a:cs typeface="Calibri"/>
              </a:rPr>
              <a:t>Compiler: Translates HiveQL into MapReduce jobs to run on Hadoop.</a:t>
            </a:r>
            <a:endParaRPr lang="en-US"/>
          </a:p>
        </p:txBody>
      </p:sp>
      <p:pic>
        <p:nvPicPr>
          <p:cNvPr id="1026" name="Picture 2" descr="Apache Hive | Alliage">
            <a:extLst>
              <a:ext uri="{FF2B5EF4-FFF2-40B4-BE49-F238E27FC236}">
                <a16:creationId xmlns:a16="http://schemas.microsoft.com/office/drawing/2014/main" id="{6F3CBA0F-1E6C-643F-B94A-E0D29A10F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2481" y="2058857"/>
            <a:ext cx="3835434" cy="4285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Apache Hive">
            <a:extLst>
              <a:ext uri="{FF2B5EF4-FFF2-40B4-BE49-F238E27FC236}">
                <a16:creationId xmlns:a16="http://schemas.microsoft.com/office/drawing/2014/main" id="{CA531F7F-21C5-71FB-D0ED-F868724378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5842" y="691595"/>
            <a:ext cx="1128712" cy="1014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‫فيسبوك - ويكيبيديا‬‎">
            <a:extLst>
              <a:ext uri="{FF2B5EF4-FFF2-40B4-BE49-F238E27FC236}">
                <a16:creationId xmlns:a16="http://schemas.microsoft.com/office/drawing/2014/main" id="{8938F170-AA00-1377-3C2D-9C4BA79F0B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912" y="2735795"/>
            <a:ext cx="413665" cy="413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B982C-02E6-3ED4-9C3C-19BC09ADB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Real-World Use Case: Marketing Campaign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0F989-F40F-8A0B-AC42-50D0E7E07A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spcCol="457200" rtlCol="0" anchor="t">
            <a:normAutofit fontScale="85000" lnSpcReduction="20000"/>
          </a:bodyPr>
          <a:lstStyle/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Company Example: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Objective: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800" b="1" kern="100" dirty="0">
                <a:solidFill>
                  <a:srgbClr val="FF000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Analyze customer behavior 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to evaluate marketing campaign effectiveness.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Source: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User activity logs stored in HDFS, including views, clicks, watch duration, and subscription status.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Structure (Hive Table Schema):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CREATE TABLE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user_activity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(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STRING,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timestamp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TIMESTAMP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action STRING,         -- e.g., "play", "pause", "subscribe",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click_ad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content_id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STRING,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device_type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STRING,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campaign_id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STRING)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ROW FORMAT DELIMITED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FIELDS TERMINATED BY ','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STORED AS TEXTFILE;</a:t>
            </a:r>
            <a:b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Processing with Hive (HiveQL)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Perform aggregations: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Total views per campaign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Conversion rates from ad click to subscription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Device-specific campaign performance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Sample Query: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SELECT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campaign_id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COUNT(*) AS views, SUM(CASE WHEN action = 'subscribe' THEN 1 ELSE 0 END) AS subscriptions FROM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user_activity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WHERE action IN ('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click_ad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', 'subscribe’) GROUP BY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campaign_id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;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Outcome:</a:t>
            </a:r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cs typeface="Arial" panose="020B0604020202020204" pitchFamily="34" charset="0"/>
              </a:rPr>
              <a:t>Identifies high-performing campaigns and channels.</a:t>
            </a:r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cs typeface="Arial" panose="020B0604020202020204" pitchFamily="34" charset="0"/>
              </a:rPr>
              <a:t>Supports data-driven decisions for targeting and ad spend allocation.</a:t>
            </a:r>
          </a:p>
          <a:p>
            <a:pPr marL="34290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cs typeface="Arial" panose="020B0604020202020204" pitchFamily="34" charset="0"/>
              </a:rPr>
              <a:t>Let me know if you'd like this turned into a presentation slide or want a Hive use case from retail, telecom, or IoT.</a:t>
            </a:r>
          </a:p>
        </p:txBody>
      </p:sp>
      <p:pic>
        <p:nvPicPr>
          <p:cNvPr id="2052" name="Picture 4" descr="Netflix | YOU Wiki | Fandom">
            <a:extLst>
              <a:ext uri="{FF2B5EF4-FFF2-40B4-BE49-F238E27FC236}">
                <a16:creationId xmlns:a16="http://schemas.microsoft.com/office/drawing/2014/main" id="{69FD89B0-8C2D-9A2A-4508-AE34F87497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4220" y="1639233"/>
            <a:ext cx="1490905" cy="463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96854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284086" y="1580251"/>
            <a:ext cx="8816665" cy="297837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28511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3363" algn="l"/>
              </a:tabLst>
            </a:pPr>
            <a:r>
              <a:rPr lang="en-US"/>
              <a:t>Run on</a:t>
            </a:r>
            <a:r>
              <a:rPr lang="en-US" spc="-25"/>
              <a:t> </a:t>
            </a:r>
            <a:r>
              <a:rPr lang="en-US"/>
              <a:t>Hadoop</a:t>
            </a:r>
            <a:r>
              <a:rPr lang="en-US" spc="-60"/>
              <a:t> </a:t>
            </a:r>
            <a:r>
              <a:rPr lang="en-US"/>
              <a:t>and</a:t>
            </a:r>
            <a:r>
              <a:rPr lang="en-US" spc="-30"/>
              <a:t> </a:t>
            </a:r>
            <a:r>
              <a:rPr lang="en-US" spc="-10"/>
              <a:t>translates </a:t>
            </a:r>
            <a:r>
              <a:rPr lang="en-US"/>
              <a:t>Pig</a:t>
            </a:r>
            <a:r>
              <a:rPr lang="en-US" spc="-55"/>
              <a:t> </a:t>
            </a:r>
            <a:r>
              <a:rPr lang="en-US"/>
              <a:t>Latin</a:t>
            </a:r>
            <a:r>
              <a:rPr lang="en-US" spc="-60"/>
              <a:t> </a:t>
            </a:r>
            <a:r>
              <a:rPr lang="en-US"/>
              <a:t>scripts</a:t>
            </a:r>
            <a:r>
              <a:rPr lang="en-US" spc="-45"/>
              <a:t> </a:t>
            </a:r>
            <a:r>
              <a:rPr lang="en-US"/>
              <a:t>into</a:t>
            </a:r>
            <a:r>
              <a:rPr lang="en-US" spc="-60"/>
              <a:t> </a:t>
            </a:r>
            <a:r>
              <a:rPr lang="en-US"/>
              <a:t>MapReduce</a:t>
            </a:r>
            <a:r>
              <a:rPr lang="en-US" spc="-65"/>
              <a:t> </a:t>
            </a:r>
            <a:r>
              <a:rPr lang="en-US" spc="-10"/>
              <a:t>jobs.</a:t>
            </a:r>
          </a:p>
          <a:p>
            <a:pPr marR="28511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3363" algn="l"/>
              </a:tabLst>
            </a:pPr>
            <a:r>
              <a:rPr lang="en-US">
                <a:solidFill>
                  <a:srgbClr val="FF0000"/>
                </a:solidFill>
              </a:rPr>
              <a:t>Created</a:t>
            </a:r>
            <a:r>
              <a:rPr lang="en-US" spc="-55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by              </a:t>
            </a:r>
            <a:r>
              <a:rPr lang="en-US" spc="-55">
                <a:solidFill>
                  <a:srgbClr val="FF0000"/>
                </a:solidFill>
              </a:rPr>
              <a:t>        </a:t>
            </a:r>
            <a:r>
              <a:rPr lang="en-US">
                <a:solidFill>
                  <a:srgbClr val="FF0000"/>
                </a:solidFill>
              </a:rPr>
              <a:t>to</a:t>
            </a:r>
            <a:r>
              <a:rPr lang="en-US" spc="-55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solve</a:t>
            </a:r>
            <a:r>
              <a:rPr lang="en-US" spc="-45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MapReduce</a:t>
            </a:r>
            <a:r>
              <a:rPr lang="en-US" spc="-75">
                <a:solidFill>
                  <a:srgbClr val="FF0000"/>
                </a:solidFill>
              </a:rPr>
              <a:t> </a:t>
            </a:r>
            <a:r>
              <a:rPr lang="en-US" spc="-10">
                <a:solidFill>
                  <a:srgbClr val="FF0000"/>
                </a:solidFill>
              </a:rPr>
              <a:t>challenges</a:t>
            </a:r>
          </a:p>
          <a:p>
            <a:pPr marR="285115">
              <a:lnSpc>
                <a:spcPts val="2280"/>
              </a:lnSpc>
              <a:spcBef>
                <a:spcPts val="105"/>
              </a:spcBef>
              <a:buFont typeface="Arial MT"/>
              <a:buChar char="•"/>
              <a:tabLst>
                <a:tab pos="233363" algn="l"/>
              </a:tabLst>
            </a:pPr>
            <a:r>
              <a:rPr lang="en-US">
                <a:solidFill>
                  <a:srgbClr val="FF0000"/>
                </a:solidFill>
              </a:rPr>
              <a:t>Pig</a:t>
            </a:r>
            <a:r>
              <a:rPr lang="en-US" spc="-45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Latin</a:t>
            </a:r>
            <a:r>
              <a:rPr lang="en-US" spc="-40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is</a:t>
            </a:r>
            <a:r>
              <a:rPr lang="en-US" spc="-40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a</a:t>
            </a:r>
            <a:r>
              <a:rPr lang="en-US" spc="-45">
                <a:solidFill>
                  <a:srgbClr val="FF0000"/>
                </a:solidFill>
              </a:rPr>
              <a:t> </a:t>
            </a:r>
            <a:r>
              <a:rPr lang="en-US" spc="-10">
                <a:solidFill>
                  <a:srgbClr val="FF0000"/>
                </a:solidFill>
              </a:rPr>
              <a:t>high-</a:t>
            </a:r>
            <a:r>
              <a:rPr lang="en-US">
                <a:solidFill>
                  <a:srgbClr val="FF0000"/>
                </a:solidFill>
              </a:rPr>
              <a:t>level</a:t>
            </a:r>
            <a:r>
              <a:rPr lang="en-US" spc="-35"/>
              <a:t> </a:t>
            </a:r>
            <a:r>
              <a:rPr lang="en-US"/>
              <a:t>data</a:t>
            </a:r>
            <a:r>
              <a:rPr lang="en-US" spc="-40"/>
              <a:t> </a:t>
            </a:r>
            <a:r>
              <a:rPr lang="en-US" spc="-10"/>
              <a:t>processing</a:t>
            </a:r>
            <a:r>
              <a:rPr lang="en-US" spc="-40"/>
              <a:t> </a:t>
            </a:r>
            <a:r>
              <a:rPr lang="en-US"/>
              <a:t>language</a:t>
            </a:r>
            <a:r>
              <a:rPr lang="en-US" spc="-70"/>
              <a:t> </a:t>
            </a:r>
            <a:r>
              <a:rPr lang="en-US"/>
              <a:t>that</a:t>
            </a:r>
            <a:r>
              <a:rPr lang="en-US" spc="-40"/>
              <a:t> </a:t>
            </a:r>
            <a:r>
              <a:rPr lang="en-US"/>
              <a:t>simplifies </a:t>
            </a:r>
            <a:r>
              <a:rPr lang="en-US" spc="-10"/>
              <a:t>writing </a:t>
            </a:r>
            <a:r>
              <a:rPr lang="en-US"/>
              <a:t>complex</a:t>
            </a:r>
            <a:r>
              <a:rPr lang="en-US" spc="-55"/>
              <a:t> </a:t>
            </a:r>
            <a:r>
              <a:rPr lang="en-US"/>
              <a:t>MapReduce</a:t>
            </a:r>
            <a:r>
              <a:rPr lang="en-US" spc="-55"/>
              <a:t> </a:t>
            </a:r>
            <a:r>
              <a:rPr lang="en-US"/>
              <a:t>code</a:t>
            </a:r>
            <a:r>
              <a:rPr lang="en-US" spc="-65"/>
              <a:t> </a:t>
            </a:r>
            <a:r>
              <a:rPr lang="en-US" spc="-10"/>
              <a:t>directly, </a:t>
            </a:r>
            <a:r>
              <a:rPr lang="en-US"/>
              <a:t>this</a:t>
            </a:r>
            <a:r>
              <a:rPr lang="en-US" spc="-55"/>
              <a:t> </a:t>
            </a:r>
            <a:r>
              <a:rPr lang="en-US"/>
              <a:t>allows</a:t>
            </a:r>
            <a:r>
              <a:rPr lang="en-US" spc="-35"/>
              <a:t> </a:t>
            </a:r>
            <a:r>
              <a:rPr lang="en-US"/>
              <a:t>users</a:t>
            </a:r>
            <a:r>
              <a:rPr lang="en-US" spc="-40"/>
              <a:t> </a:t>
            </a:r>
            <a:r>
              <a:rPr lang="en-US"/>
              <a:t>to</a:t>
            </a:r>
            <a:r>
              <a:rPr lang="en-US" spc="-45"/>
              <a:t> </a:t>
            </a:r>
            <a:r>
              <a:rPr lang="en-US"/>
              <a:t>work</a:t>
            </a:r>
            <a:r>
              <a:rPr lang="en-US" spc="-55"/>
              <a:t> </a:t>
            </a:r>
            <a:r>
              <a:rPr lang="en-US"/>
              <a:t>with</a:t>
            </a:r>
            <a:r>
              <a:rPr lang="en-US" spc="-40"/>
              <a:t> </a:t>
            </a:r>
            <a:r>
              <a:rPr lang="en-US"/>
              <a:t>big</a:t>
            </a:r>
            <a:r>
              <a:rPr lang="en-US" spc="-65"/>
              <a:t> </a:t>
            </a:r>
            <a:r>
              <a:rPr lang="en-US"/>
              <a:t>data</a:t>
            </a:r>
            <a:r>
              <a:rPr lang="en-US" spc="-35"/>
              <a:t> </a:t>
            </a:r>
            <a:r>
              <a:rPr lang="en-US"/>
              <a:t>using</a:t>
            </a:r>
            <a:r>
              <a:rPr lang="en-US" spc="-65"/>
              <a:t> </a:t>
            </a:r>
            <a:r>
              <a:rPr lang="en-US"/>
              <a:t>simpler</a:t>
            </a:r>
            <a:r>
              <a:rPr lang="en-US" spc="-25"/>
              <a:t> </a:t>
            </a:r>
            <a:r>
              <a:rPr lang="en-US" spc="-10"/>
              <a:t>syntax</a:t>
            </a:r>
            <a:r>
              <a:rPr lang="en-US" spc="-45"/>
              <a:t> </a:t>
            </a:r>
            <a:r>
              <a:rPr lang="en-US"/>
              <a:t>compared</a:t>
            </a:r>
            <a:r>
              <a:rPr lang="en-US" spc="-65"/>
              <a:t> </a:t>
            </a:r>
            <a:r>
              <a:rPr lang="en-US" spc="-25"/>
              <a:t>to Map Reduce.</a:t>
            </a:r>
          </a:p>
          <a:p>
            <a:pPr marR="320040">
              <a:lnSpc>
                <a:spcPts val="2280"/>
              </a:lnSpc>
              <a:tabLst>
                <a:tab pos="233363" algn="l"/>
              </a:tabLst>
            </a:pPr>
            <a:r>
              <a:rPr lang="en-US">
                <a:solidFill>
                  <a:srgbClr val="FF0000"/>
                </a:solidFill>
              </a:rPr>
              <a:t>Used for data</a:t>
            </a:r>
            <a:r>
              <a:rPr lang="en-US" spc="-50">
                <a:solidFill>
                  <a:srgbClr val="FF0000"/>
                </a:solidFill>
              </a:rPr>
              <a:t> </a:t>
            </a:r>
            <a:r>
              <a:rPr lang="en-US" spc="-20">
                <a:solidFill>
                  <a:srgbClr val="FF0000"/>
                </a:solidFill>
              </a:rPr>
              <a:t>transformations</a:t>
            </a:r>
            <a:r>
              <a:rPr lang="en-US" spc="-50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and</a:t>
            </a:r>
            <a:r>
              <a:rPr lang="en-US" spc="-50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analysis</a:t>
            </a:r>
            <a:r>
              <a:rPr lang="en-US" spc="-45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tasks</a:t>
            </a:r>
            <a:r>
              <a:rPr lang="en-US" spc="-30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over</a:t>
            </a:r>
            <a:r>
              <a:rPr lang="en-US" spc="-50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large</a:t>
            </a:r>
            <a:r>
              <a:rPr lang="en-US" spc="-50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datasets</a:t>
            </a:r>
            <a:r>
              <a:rPr lang="en-US" spc="-30">
                <a:solidFill>
                  <a:srgbClr val="FF0000"/>
                </a:solidFill>
              </a:rPr>
              <a:t> </a:t>
            </a:r>
            <a:r>
              <a:rPr lang="en-US">
                <a:solidFill>
                  <a:srgbClr val="FF0000"/>
                </a:solidFill>
              </a:rPr>
              <a:t>in</a:t>
            </a:r>
            <a:r>
              <a:rPr lang="en-US" spc="-60">
                <a:solidFill>
                  <a:srgbClr val="FF0000"/>
                </a:solidFill>
              </a:rPr>
              <a:t> </a:t>
            </a:r>
            <a:r>
              <a:rPr lang="en-US" spc="-10">
                <a:solidFill>
                  <a:srgbClr val="FF0000"/>
                </a:solidFill>
              </a:rPr>
              <a:t>Hadoop</a:t>
            </a:r>
            <a:r>
              <a:rPr lang="en-US" spc="-10"/>
              <a:t>.</a:t>
            </a:r>
          </a:p>
          <a:p>
            <a:pPr marL="241300" indent="-228600">
              <a:lnSpc>
                <a:spcPct val="100000"/>
              </a:lnSpc>
              <a:spcBef>
                <a:spcPts val="76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spc="-10">
                <a:latin typeface="Calibri"/>
                <a:cs typeface="Calibri"/>
              </a:rPr>
              <a:t>Architecture</a:t>
            </a:r>
            <a:r>
              <a:rPr lang="en-US" spc="-10"/>
              <a:t>:</a:t>
            </a:r>
          </a:p>
          <a:p>
            <a:pPr marL="756285" lvl="1" indent="-286385">
              <a:lnSpc>
                <a:spcPct val="100000"/>
              </a:lnSpc>
              <a:spcBef>
                <a:spcPts val="29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>
                <a:latin typeface="Calibri"/>
                <a:cs typeface="Calibri"/>
              </a:rPr>
              <a:t>Pig</a:t>
            </a:r>
            <a:r>
              <a:rPr lang="en-US" sz="1800" b="1" spc="-45">
                <a:latin typeface="Calibri"/>
                <a:cs typeface="Calibri"/>
              </a:rPr>
              <a:t> </a:t>
            </a:r>
            <a:r>
              <a:rPr lang="en-US" sz="1800" b="1">
                <a:latin typeface="Calibri"/>
                <a:cs typeface="Calibri"/>
              </a:rPr>
              <a:t>Latin</a:t>
            </a:r>
            <a:r>
              <a:rPr lang="en-US" sz="1800" b="1" spc="-45">
                <a:latin typeface="Calibri"/>
                <a:cs typeface="Calibri"/>
              </a:rPr>
              <a:t> </a:t>
            </a:r>
            <a:r>
              <a:rPr lang="en-US" sz="1800" b="1">
                <a:latin typeface="Calibri"/>
                <a:cs typeface="Calibri"/>
              </a:rPr>
              <a:t>Scripts</a:t>
            </a:r>
            <a:r>
              <a:rPr lang="en-US" sz="1800">
                <a:latin typeface="Calibri"/>
                <a:cs typeface="Calibri"/>
              </a:rPr>
              <a:t>:</a:t>
            </a:r>
            <a:r>
              <a:rPr lang="en-US" sz="1800" spc="-5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Define</a:t>
            </a:r>
            <a:r>
              <a:rPr lang="en-US" sz="1800" spc="-20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data</a:t>
            </a:r>
            <a:r>
              <a:rPr lang="en-US" sz="1800" spc="-40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transformation</a:t>
            </a:r>
            <a:r>
              <a:rPr lang="en-US" sz="1800" spc="-45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tasks.</a:t>
            </a:r>
            <a:endParaRPr lang="en-US" sz="180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28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1800" b="1">
                <a:latin typeface="Calibri"/>
                <a:cs typeface="Calibri"/>
              </a:rPr>
              <a:t>Pig</a:t>
            </a:r>
            <a:r>
              <a:rPr lang="en-US" sz="1800" b="1" spc="-40">
                <a:latin typeface="Calibri"/>
                <a:cs typeface="Calibri"/>
              </a:rPr>
              <a:t> </a:t>
            </a:r>
            <a:r>
              <a:rPr lang="en-US" sz="1800" b="1">
                <a:latin typeface="Calibri"/>
                <a:cs typeface="Calibri"/>
              </a:rPr>
              <a:t>Engine</a:t>
            </a:r>
            <a:r>
              <a:rPr lang="en-US" sz="1800">
                <a:latin typeface="Calibri"/>
                <a:cs typeface="Calibri"/>
              </a:rPr>
              <a:t>:</a:t>
            </a:r>
            <a:r>
              <a:rPr lang="en-US" sz="1800" spc="-60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Executes</a:t>
            </a:r>
            <a:r>
              <a:rPr lang="en-US" sz="1800" spc="-2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these</a:t>
            </a:r>
            <a:r>
              <a:rPr lang="en-US" sz="1800" spc="-3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scripts</a:t>
            </a:r>
            <a:r>
              <a:rPr lang="en-US" sz="1800" spc="-35">
                <a:latin typeface="Calibri"/>
                <a:cs typeface="Calibri"/>
              </a:rPr>
              <a:t> </a:t>
            </a:r>
            <a:r>
              <a:rPr lang="en-US" sz="1800">
                <a:latin typeface="Calibri"/>
                <a:cs typeface="Calibri"/>
              </a:rPr>
              <a:t>on</a:t>
            </a:r>
            <a:r>
              <a:rPr lang="en-US" sz="1800" spc="-30">
                <a:latin typeface="Calibri"/>
                <a:cs typeface="Calibri"/>
              </a:rPr>
              <a:t> </a:t>
            </a:r>
            <a:r>
              <a:rPr lang="en-US" sz="1800" spc="-10">
                <a:latin typeface="Calibri"/>
                <a:cs typeface="Calibri"/>
              </a:rPr>
              <a:t>Hadoop.</a:t>
            </a:r>
            <a:endParaRPr lang="en-US" sz="1800">
              <a:latin typeface="Calibri"/>
              <a:cs typeface="Calibri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6" y="928290"/>
            <a:ext cx="8876252" cy="486672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400">
                <a:solidFill>
                  <a:srgbClr val="FFFFFF"/>
                </a:solidFill>
              </a:rPr>
              <a:t>Apache</a:t>
            </a:r>
            <a:r>
              <a:rPr sz="2400" spc="-55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PIG</a:t>
            </a:r>
            <a:r>
              <a:rPr sz="2400" spc="-25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–</a:t>
            </a:r>
            <a:r>
              <a:rPr sz="2400" spc="-4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High</a:t>
            </a:r>
            <a:r>
              <a:rPr sz="2400" spc="-45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Level</a:t>
            </a:r>
            <a:r>
              <a:rPr sz="2400" spc="-4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SQL</a:t>
            </a:r>
            <a:r>
              <a:rPr sz="2400" spc="-35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Like</a:t>
            </a:r>
            <a:r>
              <a:rPr sz="2400" spc="-55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Language</a:t>
            </a:r>
            <a:r>
              <a:rPr sz="2400" spc="-4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on</a:t>
            </a:r>
            <a:r>
              <a:rPr sz="2400" spc="-5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top</a:t>
            </a:r>
            <a:r>
              <a:rPr sz="2400" spc="-45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of</a:t>
            </a:r>
            <a:r>
              <a:rPr sz="2400" spc="-40">
                <a:solidFill>
                  <a:srgbClr val="FFFFFF"/>
                </a:solidFill>
              </a:rPr>
              <a:t> </a:t>
            </a:r>
            <a:r>
              <a:rPr sz="2400" spc="-10">
                <a:solidFill>
                  <a:srgbClr val="FFFFFF"/>
                </a:solidFill>
              </a:rPr>
              <a:t>Hadoop</a:t>
            </a:r>
            <a:endParaRPr sz="24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60338" y="2138235"/>
            <a:ext cx="2711329" cy="351222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8635365" y="5932119"/>
            <a:ext cx="3429000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u="sng" spc="-1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https://www.analyticsvidhya.com/blog/2022/06/getting-started-with-apache-</a:t>
            </a:r>
            <a:r>
              <a:rPr sz="800" u="sng" spc="-2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pig/</a:t>
            </a:r>
            <a:endParaRPr sz="800">
              <a:latin typeface="Calibri"/>
              <a:cs typeface="Calibri"/>
            </a:endParaRPr>
          </a:p>
        </p:txBody>
      </p:sp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823038" y="1002529"/>
            <a:ext cx="1053654" cy="993601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9946893" y="6328054"/>
            <a:ext cx="1007744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u="sng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Hive</a:t>
            </a:r>
            <a:r>
              <a:rPr sz="1800" u="sng" spc="-15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 </a:t>
            </a:r>
            <a:r>
              <a:rPr sz="1800" u="sng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vs</a:t>
            </a:r>
            <a:r>
              <a:rPr sz="1800" u="sng" spc="-4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 </a:t>
            </a:r>
            <a:r>
              <a:rPr sz="1800" u="sng" spc="-25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5"/>
              </a:rPr>
              <a:t>Pig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E22367B-B754-648E-0B22-AC55F28E17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87712" y="1958741"/>
            <a:ext cx="1084876" cy="2029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18324-DE08-4740-D0D9-7603BC5E0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Real-World Use Case: Web Log Processing for User Behavior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18BE8-48E4-84B1-F7A3-AE58B873B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spcCol="457200" rtlCol="0" anchor="t">
            <a:normAutofit fontScale="85000" lnSpcReduction="10000"/>
          </a:bodyPr>
          <a:lstStyle/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Company Example: </a:t>
            </a:r>
            <a:r>
              <a:rPr lang="en-US" sz="1800" i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LinkedIn (used Pig before transitioning to Spark)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Objective: 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Analyze web server logs to understand user navigation paths and session behavior.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Source: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Daily web server log files stored in HDFS.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Structure (Sample Log Fields):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timestamp,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user_id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session_id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page_url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referrer_url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device_type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Example Data: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2025-03-22T12:01:45Z, u12345, s7890, /jobs, /home, mobile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Processing with Apache Pig: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Load and Transform Logs: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logs = LOAD '/logs/2025/03/22' 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      USING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PigStorage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(',') 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      AS (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timestamp:chararray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user_id:chararray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session_id:chararray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         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page_url:chararray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referrer_url:chararray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device_type:chararray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);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Group and Analyze Sessions: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grouped = GROUP logs BY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session_id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;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session_counts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= FOREACH grouped GENERATE group AS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session_id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                COUNT(logs) AS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page_views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;</a:t>
            </a:r>
            <a:endParaRPr lang="en-US" sz="1800" kern="100" dirty="0"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Filter High-Engagement Sessions: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engaged_sessions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= FILTER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session_counts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BY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page_views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&gt; 5;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Outcome: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Identifies highly engaged users and frequent navigation paths.</a:t>
            </a:r>
          </a:p>
          <a:p>
            <a:pPr marL="0" marR="0" lvl="0" indent="-342900">
              <a:lnSpc>
                <a:spcPct val="120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Insights used for UX improvements and targeted content placement.</a:t>
            </a:r>
          </a:p>
          <a:p>
            <a:pPr marL="0" marR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>
              <a:lnSpc>
                <a:spcPct val="120000"/>
              </a:lnSpc>
              <a:spcBef>
                <a:spcPts val="0"/>
              </a:spcBef>
            </a:pPr>
            <a:endParaRPr lang="en-US" dirty="0">
              <a:ea typeface="Calibri"/>
              <a:cs typeface="Calibri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029A929-644F-B232-0F2F-8E746CA5A3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8198" y="1706008"/>
            <a:ext cx="363186" cy="363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61114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6" y="928291"/>
            <a:ext cx="7583874" cy="486672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  <a:tabLst>
                <a:tab pos="2289175" algn="l"/>
              </a:tabLst>
            </a:pPr>
            <a:r>
              <a:rPr sz="2400">
                <a:solidFill>
                  <a:srgbClr val="FFFFFF"/>
                </a:solidFill>
              </a:rPr>
              <a:t>Apache</a:t>
            </a:r>
            <a:r>
              <a:rPr sz="2400" spc="-30">
                <a:solidFill>
                  <a:srgbClr val="FFFFFF"/>
                </a:solidFill>
              </a:rPr>
              <a:t> </a:t>
            </a:r>
            <a:r>
              <a:rPr sz="2400" spc="-10">
                <a:solidFill>
                  <a:srgbClr val="FFFFFF"/>
                </a:solidFill>
              </a:rPr>
              <a:t>H</a:t>
            </a:r>
            <a:r>
              <a:rPr lang="en-US" sz="2400" spc="-10">
                <a:solidFill>
                  <a:srgbClr val="FFFFFF"/>
                </a:solidFill>
              </a:rPr>
              <a:t>B</a:t>
            </a:r>
            <a:r>
              <a:rPr sz="2400" spc="-10">
                <a:solidFill>
                  <a:srgbClr val="FFFFFF"/>
                </a:solidFill>
              </a:rPr>
              <a:t>ase</a:t>
            </a:r>
            <a:r>
              <a:rPr lang="ar-JO" sz="2400" spc="-10">
                <a:solidFill>
                  <a:srgbClr val="FFFFFF"/>
                </a:solidFill>
                <a:cs typeface="Times New Roman"/>
              </a:rPr>
              <a:t> </a:t>
            </a:r>
            <a:r>
              <a:rPr sz="2400">
                <a:solidFill>
                  <a:srgbClr val="FFFFFF"/>
                </a:solidFill>
              </a:rPr>
              <a:t>-</a:t>
            </a:r>
            <a:r>
              <a:rPr sz="2400" spc="-6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Distributed</a:t>
            </a:r>
            <a:r>
              <a:rPr sz="2400" spc="-5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Database</a:t>
            </a:r>
            <a:r>
              <a:rPr sz="2400" spc="-7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on</a:t>
            </a:r>
            <a:r>
              <a:rPr sz="2400" spc="-65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top</a:t>
            </a:r>
            <a:r>
              <a:rPr sz="2400" spc="-70">
                <a:solidFill>
                  <a:srgbClr val="FFFFFF"/>
                </a:solidFill>
              </a:rPr>
              <a:t> </a:t>
            </a:r>
            <a:r>
              <a:rPr sz="2400">
                <a:solidFill>
                  <a:srgbClr val="FFFFFF"/>
                </a:solidFill>
              </a:rPr>
              <a:t>of</a:t>
            </a:r>
            <a:r>
              <a:rPr sz="2400" spc="-60">
                <a:solidFill>
                  <a:srgbClr val="FFFFFF"/>
                </a:solidFill>
              </a:rPr>
              <a:t> </a:t>
            </a:r>
            <a:r>
              <a:rPr sz="2400" spc="-10">
                <a:solidFill>
                  <a:srgbClr val="FFFFFF"/>
                </a:solidFill>
              </a:rPr>
              <a:t>Hadoop</a:t>
            </a:r>
            <a:endParaRPr sz="240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D008676-47C8-D88A-CD4A-65BB83D571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12750"/>
            <a:ext cx="7981731" cy="4957323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 marL="0" indent="0">
              <a:buNone/>
              <a:tabLst>
                <a:tab pos="241300" algn="l"/>
              </a:tabLst>
            </a:pPr>
            <a:r>
              <a:rPr lang="en-US" b="1" dirty="0">
                <a:ea typeface="+mn-lt"/>
                <a:cs typeface="+mn-lt"/>
              </a:rPr>
              <a:t>What is HBase?</a:t>
            </a:r>
            <a:endParaRPr lang="en-US" b="1" dirty="0">
              <a:latin typeface="Calibri"/>
              <a:ea typeface="Calibri"/>
              <a:cs typeface="Calibri"/>
            </a:endParaRPr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HBase is a distributed, column-oriented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NoSQL </a:t>
            </a:r>
            <a:r>
              <a:rPr lang="en-US" dirty="0">
                <a:ea typeface="+mn-lt"/>
                <a:cs typeface="+mn-lt"/>
              </a:rPr>
              <a:t>database built on top of Hadoop HDFS.</a:t>
            </a:r>
            <a:endParaRPr lang="en-US" dirty="0"/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Designed for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sparse, semi-structured, and unstructured data.</a:t>
            </a:r>
            <a:endParaRPr lang="en-US">
              <a:solidFill>
                <a:srgbClr val="FF0000"/>
              </a:solidFill>
              <a:ea typeface="Calibri"/>
              <a:cs typeface="Calibri"/>
            </a:endParaRPr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Provides real-time read/write access to large datasets.</a:t>
            </a:r>
            <a:endParaRPr lang="en-US" dirty="0"/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Inspired by Google's Bigtable.</a:t>
            </a:r>
            <a:endParaRPr lang="en-US" dirty="0"/>
          </a:p>
          <a:p>
            <a:pPr marL="0" indent="0">
              <a:buNone/>
              <a:tabLst>
                <a:tab pos="241300" algn="l"/>
              </a:tabLst>
            </a:pPr>
            <a:r>
              <a:rPr lang="en-US" b="1" dirty="0">
                <a:ea typeface="+mn-lt"/>
                <a:cs typeface="+mn-lt"/>
              </a:rPr>
              <a:t>Key Concepts</a:t>
            </a:r>
            <a:endParaRPr lang="en-US" b="1" dirty="0">
              <a:ea typeface="Calibri" panose="020F0502020204030204"/>
              <a:cs typeface="Calibri" panose="020F0502020204030204"/>
            </a:endParaRPr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Row Key: Unique identifier for each row (like a primary key).</a:t>
            </a:r>
            <a:endParaRPr lang="en-US" dirty="0"/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Column Family: Logical group of columns stored together on disk.</a:t>
            </a:r>
            <a:endParaRPr lang="en-US" dirty="0"/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Column Qualifier: Actual field name inside a column family.</a:t>
            </a:r>
            <a:endParaRPr lang="en-US" dirty="0"/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Cell: Combination of Row Key + Column Family + Qualifier + Timestamp → Value.</a:t>
            </a:r>
            <a:endParaRPr lang="en-US" dirty="0"/>
          </a:p>
          <a:p>
            <a:pPr>
              <a:buFont typeface="Arial"/>
              <a:buChar char="•"/>
              <a:tabLst>
                <a:tab pos="241300" algn="l"/>
              </a:tabLst>
            </a:pPr>
            <a:r>
              <a:rPr lang="en-US" dirty="0">
                <a:ea typeface="+mn-lt"/>
                <a:cs typeface="+mn-lt"/>
              </a:rPr>
              <a:t>Timestamp: Each cell value is versioned by time.</a:t>
            </a:r>
            <a:endParaRPr lang="en-US" dirty="0"/>
          </a:p>
          <a:p>
            <a:pPr marL="241300" marR="447675" indent="-229235">
              <a:spcBef>
                <a:spcPts val="345"/>
              </a:spcBef>
              <a:buFont typeface="Arial"/>
              <a:buChar char="•"/>
              <a:tabLst>
                <a:tab pos="241300" algn="l"/>
              </a:tabLst>
            </a:pPr>
            <a:endParaRPr lang="en-US" dirty="0">
              <a:latin typeface="Calibri"/>
              <a:ea typeface="Calibri"/>
              <a:cs typeface="Calibri"/>
            </a:endParaRPr>
          </a:p>
          <a:p>
            <a:pPr marL="12700" indent="0">
              <a:lnSpc>
                <a:spcPct val="100000"/>
              </a:lnSpc>
              <a:spcBef>
                <a:spcPts val="735"/>
              </a:spcBef>
              <a:buNone/>
              <a:tabLst>
                <a:tab pos="241300" algn="l"/>
              </a:tabLst>
            </a:pPr>
            <a:r>
              <a:rPr lang="en-US" sz="2000" b="1" spc="-10" dirty="0">
                <a:latin typeface="Calibri"/>
                <a:cs typeface="Calibri"/>
              </a:rPr>
              <a:t>Architecture</a:t>
            </a:r>
            <a:r>
              <a:rPr lang="en-US" sz="2000" spc="-10" dirty="0">
                <a:latin typeface="Calibri"/>
                <a:cs typeface="Calibri"/>
              </a:rPr>
              <a:t>:</a:t>
            </a:r>
            <a:endParaRPr lang="en-US" dirty="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735"/>
              </a:spcBef>
              <a:tabLst>
                <a:tab pos="241300" algn="l"/>
              </a:tabLst>
            </a:pPr>
            <a:r>
              <a:rPr lang="en-US" b="1" dirty="0" err="1">
                <a:latin typeface="Calibri"/>
                <a:cs typeface="Calibri"/>
              </a:rPr>
              <a:t>HMaster</a:t>
            </a:r>
            <a:r>
              <a:rPr lang="en-US" dirty="0">
                <a:latin typeface="Calibri"/>
                <a:cs typeface="Calibri"/>
              </a:rPr>
              <a:t>: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Manages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the</a:t>
            </a:r>
            <a:r>
              <a:rPr lang="en-US" spc="-45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cluster.</a:t>
            </a:r>
            <a:endParaRPr lang="en-US" dirty="0">
              <a:latin typeface="Calibri"/>
              <a:ea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735"/>
              </a:spcBef>
              <a:tabLst>
                <a:tab pos="241300" algn="l"/>
              </a:tabLst>
            </a:pPr>
            <a:r>
              <a:rPr lang="en-US" b="1" dirty="0" err="1">
                <a:latin typeface="Calibri"/>
                <a:cs typeface="Calibri"/>
              </a:rPr>
              <a:t>RegionServer</a:t>
            </a:r>
            <a:r>
              <a:rPr lang="en-US" dirty="0">
                <a:latin typeface="Calibri"/>
                <a:cs typeface="Calibri"/>
              </a:rPr>
              <a:t>:</a:t>
            </a:r>
            <a:r>
              <a:rPr lang="en-US" spc="-8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Handles</a:t>
            </a:r>
            <a:r>
              <a:rPr lang="en-US" spc="-5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read/write</a:t>
            </a:r>
            <a:r>
              <a:rPr lang="en-US" spc="-40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requests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for</a:t>
            </a:r>
            <a:r>
              <a:rPr lang="en-US" spc="-6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regions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of</a:t>
            </a:r>
            <a:r>
              <a:rPr lang="en-US" spc="-55" dirty="0">
                <a:latin typeface="Calibri"/>
                <a:cs typeface="Calibri"/>
              </a:rPr>
              <a:t> </a:t>
            </a:r>
            <a:r>
              <a:rPr lang="en-US" spc="-25" dirty="0">
                <a:latin typeface="Calibri"/>
                <a:cs typeface="Calibri"/>
              </a:rPr>
              <a:t>the </a:t>
            </a:r>
            <a:r>
              <a:rPr lang="en-US" spc="-10" dirty="0">
                <a:latin typeface="Calibri"/>
                <a:cs typeface="Calibri"/>
              </a:rPr>
              <a:t>database.</a:t>
            </a:r>
            <a:endParaRPr lang="en-US" dirty="0">
              <a:latin typeface="Calibri"/>
              <a:ea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735"/>
              </a:spcBef>
              <a:tabLst>
                <a:tab pos="241300" algn="l"/>
              </a:tabLst>
            </a:pPr>
            <a:r>
              <a:rPr lang="en-US" b="1" spc="-10" dirty="0" err="1">
                <a:latin typeface="Calibri"/>
                <a:cs typeface="Calibri"/>
              </a:rPr>
              <a:t>ZooKeeper</a:t>
            </a:r>
            <a:r>
              <a:rPr lang="en-US" spc="-10" dirty="0">
                <a:latin typeface="Calibri"/>
                <a:cs typeface="Calibri"/>
              </a:rPr>
              <a:t>:</a:t>
            </a:r>
            <a:r>
              <a:rPr lang="en-US" spc="-9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Manages</a:t>
            </a:r>
            <a:r>
              <a:rPr lang="en-US" spc="-85" dirty="0">
                <a:latin typeface="Calibri"/>
                <a:cs typeface="Calibri"/>
              </a:rPr>
              <a:t> </a:t>
            </a:r>
            <a:r>
              <a:rPr lang="en-US" dirty="0">
                <a:latin typeface="Calibri"/>
                <a:cs typeface="Calibri"/>
              </a:rPr>
              <a:t>distributed</a:t>
            </a:r>
            <a:r>
              <a:rPr lang="en-US" spc="-60" dirty="0">
                <a:latin typeface="Calibri"/>
                <a:cs typeface="Calibri"/>
              </a:rPr>
              <a:t> </a:t>
            </a:r>
            <a:r>
              <a:rPr lang="en-US" spc="-10" dirty="0">
                <a:latin typeface="Calibri"/>
                <a:cs typeface="Calibri"/>
              </a:rPr>
              <a:t>coordination.</a:t>
            </a:r>
            <a:endParaRPr lang="en-US">
              <a:latin typeface="Calibri"/>
              <a:ea typeface="Calibri"/>
              <a:cs typeface="Calibri"/>
            </a:endParaRPr>
          </a:p>
          <a:p>
            <a:endParaRPr lang="en-US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30956" y="1272982"/>
            <a:ext cx="1223540" cy="72052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977539" y="2423800"/>
            <a:ext cx="3930375" cy="266451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430004" y="6669430"/>
            <a:ext cx="2536825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u="sng" spc="-1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https://www.scaler.com/topics/hadoop/hbase-architecture/</a:t>
            </a:r>
            <a:endParaRPr sz="8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16939" y="1691716"/>
            <a:ext cx="6438265" cy="321242"/>
          </a:xfrm>
          <a:prstGeom prst="rect">
            <a:avLst/>
          </a:prstGeom>
        </p:spPr>
        <p:txBody>
          <a:bodyPr vert="horz" wrap="square" lIns="0" tIns="43815" rIns="0" bIns="0" rtlCol="0">
            <a:spAutoFit/>
          </a:bodyPr>
          <a:lstStyle/>
          <a:p>
            <a:pPr marL="241300" marR="447675" indent="-229235">
              <a:lnSpc>
                <a:spcPct val="90000"/>
              </a:lnSpc>
              <a:spcBef>
                <a:spcPts val="345"/>
              </a:spcBef>
              <a:buFont typeface="Arial MT"/>
              <a:buChar char="•"/>
              <a:tabLst>
                <a:tab pos="241300" algn="l"/>
              </a:tabLst>
            </a:pPr>
            <a:endParaRPr lang="en-US"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E9B8D-9BCA-A077-FC54-F37DD1ED5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085" y="797523"/>
            <a:ext cx="5938017" cy="748208"/>
          </a:xfrm>
        </p:spPr>
        <p:txBody>
          <a:bodyPr/>
          <a:lstStyle/>
          <a:p>
            <a:r>
              <a:rPr lang="en-US">
                <a:ea typeface="Calibri Light"/>
                <a:cs typeface="Calibri Light"/>
              </a:rPr>
              <a:t>Insert Data in HBase</a:t>
            </a:r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CB15C33-8731-2AC8-2AA9-CC56BB604532}"/>
              </a:ext>
            </a:extLst>
          </p:cNvPr>
          <p:cNvSpPr txBox="1">
            <a:spLocks/>
          </p:cNvSpPr>
          <p:nvPr/>
        </p:nvSpPr>
        <p:spPr>
          <a:xfrm>
            <a:off x="284085" y="1712750"/>
            <a:ext cx="5938016" cy="182840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+mn-lt"/>
                <a:cs typeface="+mn-lt"/>
              </a:rPr>
              <a:t>In HBase, we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create tables</a:t>
            </a:r>
            <a:r>
              <a:rPr lang="en-US" dirty="0">
                <a:ea typeface="+mn-lt"/>
                <a:cs typeface="+mn-lt"/>
              </a:rPr>
              <a:t> and define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column families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r>
              <a:rPr lang="en-US" dirty="0">
                <a:ea typeface="+mn-lt"/>
                <a:cs typeface="+mn-lt"/>
              </a:rPr>
              <a:t>We must </a:t>
            </a:r>
            <a:r>
              <a:rPr lang="en-US" dirty="0">
                <a:solidFill>
                  <a:srgbClr val="FF0000"/>
                </a:solidFill>
                <a:ea typeface="+mn-lt"/>
                <a:cs typeface="+mn-lt"/>
              </a:rPr>
              <a:t>comply with column families</a:t>
            </a:r>
            <a:r>
              <a:rPr lang="en-US" dirty="0">
                <a:ea typeface="+mn-lt"/>
                <a:cs typeface="+mn-lt"/>
              </a:rPr>
              <a:t> when we insert data into the table.</a:t>
            </a:r>
          </a:p>
          <a:p>
            <a:r>
              <a:rPr lang="en-US" dirty="0">
                <a:ea typeface="+mn-lt"/>
                <a:cs typeface="+mn-lt"/>
              </a:rPr>
              <a:t>Column families are employed for storage and fast retrieval – HBase is Column Oriented Database.</a:t>
            </a:r>
          </a:p>
          <a:p>
            <a:r>
              <a:rPr lang="en-US" dirty="0">
                <a:ea typeface="+mn-lt"/>
                <a:cs typeface="+mn-lt"/>
              </a:rPr>
              <a:t>But we can use different column names within the column family e.g. </a:t>
            </a:r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309D882-20A5-56F6-889C-7DC7D2DFDA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03211" y="795653"/>
            <a:ext cx="5215127" cy="5989056"/>
          </a:xfrm>
        </p:spPr>
      </p:pic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6C5CEE9-CAE7-15B6-CD99-242FA0B68E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6637706"/>
              </p:ext>
            </p:extLst>
          </p:nvPr>
        </p:nvGraphicFramePr>
        <p:xfrm>
          <a:off x="215788" y="5549788"/>
          <a:ext cx="6237911" cy="5486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40647">
                  <a:extLst>
                    <a:ext uri="{9D8B030D-6E8A-4147-A177-3AD203B41FA5}">
                      <a16:colId xmlns:a16="http://schemas.microsoft.com/office/drawing/2014/main" val="1214895829"/>
                    </a:ext>
                  </a:extLst>
                </a:gridCol>
                <a:gridCol w="4497264">
                  <a:extLst>
                    <a:ext uri="{9D8B030D-6E8A-4147-A177-3AD203B41FA5}">
                      <a16:colId xmlns:a16="http://schemas.microsoft.com/office/drawing/2014/main" val="33852663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✅ </a:t>
                      </a:r>
                      <a:r>
                        <a:rPr lang="en-US" sz="1200" b="1"/>
                        <a:t>Schema-less?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Yes, </a:t>
                      </a:r>
                      <a:r>
                        <a:rPr lang="en-US" sz="1200" b="1"/>
                        <a:t>for columns</a:t>
                      </a:r>
                      <a:r>
                        <a:rPr lang="en-US" sz="1200"/>
                        <a:t> (qualifiers) – flexible and dynamic.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340264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/>
                        <a:t>🧱 </a:t>
                      </a:r>
                      <a:r>
                        <a:rPr lang="en-US" sz="1200" b="1"/>
                        <a:t>Schema-fixed?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Yes, </a:t>
                      </a:r>
                      <a:r>
                        <a:rPr lang="en-US" sz="1200" b="1"/>
                        <a:t>for column families</a:t>
                      </a:r>
                      <a:r>
                        <a:rPr lang="en-US" sz="1200"/>
                        <a:t> – must be defined when the table is created.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526094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68F65CD9-04AE-694C-CAF9-ABB6912D58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4819806"/>
              </p:ext>
            </p:extLst>
          </p:nvPr>
        </p:nvGraphicFramePr>
        <p:xfrm>
          <a:off x="217946" y="3885013"/>
          <a:ext cx="6009619" cy="137160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3634426">
                  <a:extLst>
                    <a:ext uri="{9D8B030D-6E8A-4147-A177-3AD203B41FA5}">
                      <a16:colId xmlns:a16="http://schemas.microsoft.com/office/drawing/2014/main" val="2529012356"/>
                    </a:ext>
                  </a:extLst>
                </a:gridCol>
                <a:gridCol w="2375193">
                  <a:extLst>
                    <a:ext uri="{9D8B030D-6E8A-4147-A177-3AD203B41FA5}">
                      <a16:colId xmlns:a16="http://schemas.microsoft.com/office/drawing/2014/main" val="2118937829"/>
                    </a:ext>
                  </a:extLst>
                </a:gridCol>
              </a:tblGrid>
              <a:tr h="378162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put 'employees', 'emp1', </a:t>
                      </a:r>
                      <a:r>
                        <a:rPr lang="en-US" sz="1200" u="none" strike="noStrike" noProof="0" dirty="0">
                          <a:solidFill>
                            <a:srgbClr val="FF0000"/>
                          </a:solidFill>
                        </a:rPr>
                        <a:t>'</a:t>
                      </a:r>
                      <a:r>
                        <a:rPr lang="en-US" sz="1200" u="none" strike="noStrike" noProof="0" dirty="0" err="1">
                          <a:solidFill>
                            <a:srgbClr val="FF0000"/>
                          </a:solidFill>
                        </a:rPr>
                        <a:t>personal</a:t>
                      </a:r>
                      <a:r>
                        <a:rPr lang="en-US" sz="1200" u="none" strike="noStrike" noProof="0" dirty="0" err="1">
                          <a:solidFill>
                            <a:srgbClr val="000000"/>
                          </a:solidFill>
                        </a:rPr>
                        <a:t>:name</a:t>
                      </a: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', 'Alice'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emp1 has only name in personal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4526915"/>
                  </a:ext>
                </a:extLst>
              </a:tr>
              <a:tr h="378162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put 'employees', 'emp2', </a:t>
                      </a:r>
                      <a:r>
                        <a:rPr lang="en-US" sz="1200" u="none" strike="noStrike" noProof="0" dirty="0">
                          <a:solidFill>
                            <a:srgbClr val="FF0000"/>
                          </a:solidFill>
                        </a:rPr>
                        <a:t>'</a:t>
                      </a:r>
                      <a:r>
                        <a:rPr lang="en-US" sz="1200" u="none" strike="noStrike" noProof="0" dirty="0" err="1">
                          <a:solidFill>
                            <a:srgbClr val="FF0000"/>
                          </a:solidFill>
                        </a:rPr>
                        <a:t>personal</a:t>
                      </a:r>
                      <a:r>
                        <a:rPr lang="en-US" sz="1200" u="none" strike="noStrike" noProof="0" dirty="0" err="1">
                          <a:solidFill>
                            <a:srgbClr val="000000"/>
                          </a:solidFill>
                        </a:rPr>
                        <a:t>:phone</a:t>
                      </a: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', '123456789'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emp2 has only phone in personal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4389730"/>
                  </a:ext>
                </a:extLst>
              </a:tr>
              <a:tr h="378162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put 'employees', 'emp3', </a:t>
                      </a:r>
                      <a:r>
                        <a:rPr lang="en-US" sz="1200" u="none" strike="noStrike" noProof="0" dirty="0">
                          <a:solidFill>
                            <a:srgbClr val="00B050"/>
                          </a:solidFill>
                        </a:rPr>
                        <a:t>'</a:t>
                      </a:r>
                      <a:r>
                        <a:rPr lang="en-US" sz="1200" u="none" strike="noStrike" noProof="0" dirty="0" err="1">
                          <a:solidFill>
                            <a:srgbClr val="00B050"/>
                          </a:solidFill>
                        </a:rPr>
                        <a:t>job</a:t>
                      </a:r>
                      <a:r>
                        <a:rPr lang="en-US" sz="1200" u="none" strike="noStrike" noProof="0" dirty="0" err="1">
                          <a:solidFill>
                            <a:srgbClr val="000000"/>
                          </a:solidFill>
                        </a:rPr>
                        <a:t>:salary</a:t>
                      </a: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', '60000'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</a:rPr>
                        <a:t>emp3 has only salary in job</a:t>
                      </a:r>
                    </a:p>
                    <a:p>
                      <a:pPr lvl="0">
                        <a:buNone/>
                      </a:pP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349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85207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E0878-CCF5-3464-A19A-DADCC2463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9979" y="1806"/>
            <a:ext cx="5304140" cy="748208"/>
          </a:xfrm>
        </p:spPr>
        <p:txBody>
          <a:bodyPr/>
          <a:lstStyle/>
          <a:p>
            <a:r>
              <a:rPr lang="en-US">
                <a:ea typeface="Calibri Light"/>
                <a:cs typeface="Calibri Light"/>
              </a:rPr>
              <a:t>HBase Internal Row Data Shape </a:t>
            </a:r>
            <a:endParaRPr lang="en-US"/>
          </a:p>
        </p:txBody>
      </p:sp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B13B5C8-DB85-2B46-F1E5-328A8246D3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48599" y="1024927"/>
            <a:ext cx="6558777" cy="5833959"/>
          </a:xfrm>
        </p:spPr>
      </p:pic>
    </p:spTree>
    <p:extLst>
      <p:ext uri="{BB962C8B-B14F-4D97-AF65-F5344CB8AC3E}">
        <p14:creationId xmlns:p14="http://schemas.microsoft.com/office/powerpoint/2010/main" val="4142818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05E53-A460-BAD5-18F0-BA9643DE6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Real-World Use Case: Messaging Platform – Real-Time Message Storage &amp; Retrieval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E019B-0F20-8E05-2053-6E145189E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spcCol="457200" rtlCol="0" anchor="t">
            <a:normAutofit fontScale="92500" lnSpcReduction="20000"/>
          </a:bodyPr>
          <a:lstStyle/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Company Example: </a:t>
            </a:r>
            <a:r>
              <a:rPr lang="en-US" sz="1800" i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WhatsApp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Objective: 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Store and retrieve billions of real-time chat messages with low latency and high throughput.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Source: 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User chat messages from mobile devices, synced to a backend service.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Structure (HBase Table Design):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Table: messages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Row Key: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user_id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+ timestamp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Column Families: 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meta: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sender_id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receiver_id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,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message_type</a:t>
            </a:r>
            <a:endParaRPr lang="en-US" sz="1800" b="1" kern="100" dirty="0">
              <a:solidFill>
                <a:srgbClr val="00B050"/>
              </a:solidFill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content: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message_text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, attachments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status: delivered, read, timestamp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b="1" kern="100" dirty="0">
              <a:solidFill>
                <a:srgbClr val="00B050"/>
              </a:solidFill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Sample Record (in HBase):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Row Key: user123|2025-03-22T14:33:21Z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Column Family: meta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-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sender_id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: user123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-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receiver_id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: user456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Column Family: content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- 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message_text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: "Hey, are we still meeting today?"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Column Family: status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- delivered: true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- read: false</a:t>
            </a:r>
            <a:b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Processing with HBase: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Messages are written and read with low latency.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Efficient for real-time features: chat history retrieval, unread message counts.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Scales horizontally to billions of rows (messages) per day.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Outcome: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Ensures seamless chat experience across devices.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Supports real-time sync, delivery status tracking, and storage durability.</a:t>
            </a:r>
          </a:p>
          <a:p>
            <a:pPr marL="0" marR="0" indent="0">
              <a:lnSpc>
                <a:spcPct val="11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098" name="Picture 2" descr="WhatsApp - Free download and install on ...">
            <a:extLst>
              <a:ext uri="{FF2B5EF4-FFF2-40B4-BE49-F238E27FC236}">
                <a16:creationId xmlns:a16="http://schemas.microsoft.com/office/drawing/2014/main" id="{0CAA22BE-1351-B1A5-188C-DD41EC29B5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4644" y="1607726"/>
            <a:ext cx="562038" cy="562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27963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9A76-4CE0-A134-527E-6110690A0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HBase vs Relational DB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1FA2E83F-BCF2-8811-D9EB-3AB7209F9B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24577841"/>
              </p:ext>
            </p:extLst>
          </p:nvPr>
        </p:nvGraphicFramePr>
        <p:xfrm>
          <a:off x="284163" y="1706563"/>
          <a:ext cx="11069633" cy="256032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2816411">
                  <a:extLst>
                    <a:ext uri="{9D8B030D-6E8A-4147-A177-3AD203B41FA5}">
                      <a16:colId xmlns:a16="http://schemas.microsoft.com/office/drawing/2014/main" val="175548143"/>
                    </a:ext>
                  </a:extLst>
                </a:gridCol>
                <a:gridCol w="4116294">
                  <a:extLst>
                    <a:ext uri="{9D8B030D-6E8A-4147-A177-3AD203B41FA5}">
                      <a16:colId xmlns:a16="http://schemas.microsoft.com/office/drawing/2014/main" val="1719748567"/>
                    </a:ext>
                  </a:extLst>
                </a:gridCol>
                <a:gridCol w="4136928">
                  <a:extLst>
                    <a:ext uri="{9D8B030D-6E8A-4147-A177-3AD203B41FA5}">
                      <a16:colId xmlns:a16="http://schemas.microsoft.com/office/drawing/2014/main" val="30860262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Feature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HBase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Relational DB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3410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Schema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Flexible (schema-less columns)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Fixed schema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737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Row Structure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Rows can have different columns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Rows have same set of columns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46638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Access Pattern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Real-time random read/write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Typically, transactional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3286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Query Language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API (Java, REST, Thrift)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SQL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3798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Storage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Column-oriented, sparse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Row-oriented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9831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Best Use Case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Time-series, logs, IoT, real-time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Structured, normalized 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23958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69906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5" y="897513"/>
            <a:ext cx="7048259" cy="5482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3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Spark</a:t>
            </a:r>
            <a:endParaRPr sz="280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4277E2-2BAC-D76F-20C6-A50B542D24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7048259" cy="5207116"/>
          </a:xfrm>
        </p:spPr>
        <p:txBody>
          <a:bodyPr>
            <a:normAutofit/>
          </a:bodyPr>
          <a:lstStyle/>
          <a:p>
            <a:pPr marL="241300" marR="306070" indent="-229235">
              <a:lnSpc>
                <a:spcPct val="70000"/>
              </a:lnSpc>
              <a:spcBef>
                <a:spcPts val="71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>
                <a:latin typeface="Calibri"/>
                <a:cs typeface="Calibri"/>
              </a:rPr>
              <a:t>Apache</a:t>
            </a:r>
            <a:r>
              <a:rPr lang="en-US" sz="1600" spc="-4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Spark</a:t>
            </a:r>
            <a:r>
              <a:rPr lang="en-US" sz="1600" spc="-3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is</a:t>
            </a:r>
            <a:r>
              <a:rPr lang="en-US" sz="1600" spc="-3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an</a:t>
            </a:r>
            <a:r>
              <a:rPr lang="en-US" sz="1600" spc="-25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open-</a:t>
            </a:r>
            <a:r>
              <a:rPr lang="en-US" sz="1600">
                <a:latin typeface="Calibri"/>
                <a:cs typeface="Calibri"/>
              </a:rPr>
              <a:t>source</a:t>
            </a:r>
            <a:r>
              <a:rPr lang="en-US" sz="1600" spc="-50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distributed</a:t>
            </a:r>
            <a:r>
              <a:rPr lang="en-US" sz="1600" spc="-4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data</a:t>
            </a:r>
            <a:r>
              <a:rPr lang="en-US" sz="1600" spc="-4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processing</a:t>
            </a:r>
            <a:r>
              <a:rPr lang="en-US" sz="1600" spc="-50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engine </a:t>
            </a:r>
            <a:r>
              <a:rPr lang="en-US" sz="1600">
                <a:latin typeface="Calibri"/>
                <a:cs typeface="Calibri"/>
              </a:rPr>
              <a:t>optimized</a:t>
            </a:r>
            <a:r>
              <a:rPr lang="en-US" sz="1600" spc="-6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for</a:t>
            </a:r>
            <a:r>
              <a:rPr lang="en-US" sz="1600" spc="-40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large-</a:t>
            </a:r>
            <a:r>
              <a:rPr lang="en-US" sz="1600">
                <a:latin typeface="Calibri"/>
                <a:cs typeface="Calibri"/>
              </a:rPr>
              <a:t>scale</a:t>
            </a:r>
            <a:r>
              <a:rPr lang="en-US" sz="1600" spc="-7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data</a:t>
            </a:r>
            <a:r>
              <a:rPr lang="en-US" sz="1600" spc="-60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processing.</a:t>
            </a:r>
            <a:endParaRPr lang="en-US" sz="1600">
              <a:latin typeface="Calibri"/>
              <a:cs typeface="Calibri"/>
            </a:endParaRPr>
          </a:p>
          <a:p>
            <a:pPr marL="241300" marR="63500" indent="-229235">
              <a:lnSpc>
                <a:spcPct val="70000"/>
              </a:lnSpc>
              <a:spcBef>
                <a:spcPts val="101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 spc="-10">
                <a:latin typeface="Calibri"/>
                <a:cs typeface="Calibri"/>
              </a:rPr>
              <a:t>In-</a:t>
            </a:r>
            <a:r>
              <a:rPr lang="en-US" sz="1600">
                <a:latin typeface="Calibri"/>
                <a:cs typeface="Calibri"/>
              </a:rPr>
              <a:t>Memory</a:t>
            </a:r>
            <a:r>
              <a:rPr lang="en-US" sz="1600" spc="-50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Processing:</a:t>
            </a:r>
            <a:r>
              <a:rPr lang="en-US" sz="1600" spc="-70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Spark</a:t>
            </a:r>
            <a:r>
              <a:rPr lang="en-US" sz="1600" spc="-6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keeps</a:t>
            </a:r>
            <a:r>
              <a:rPr lang="en-US" sz="1600" spc="-40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data</a:t>
            </a:r>
            <a:r>
              <a:rPr lang="en-US" sz="1600" spc="-5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in</a:t>
            </a:r>
            <a:r>
              <a:rPr lang="en-US" sz="1600" spc="-40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memory</a:t>
            </a:r>
            <a:r>
              <a:rPr lang="en-US" sz="1600" spc="-30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between transformations,</a:t>
            </a:r>
            <a:r>
              <a:rPr lang="en-US" sz="1600" spc="-4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speeding</a:t>
            </a:r>
            <a:r>
              <a:rPr lang="en-US" sz="1600" spc="-30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up</a:t>
            </a:r>
            <a:r>
              <a:rPr lang="en-US" sz="1600" spc="-20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processing</a:t>
            </a:r>
            <a:r>
              <a:rPr lang="en-US" sz="1600" spc="-30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times</a:t>
            </a:r>
            <a:r>
              <a:rPr lang="en-US" sz="1600" spc="-5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significantly</a:t>
            </a:r>
            <a:r>
              <a:rPr lang="en-US" sz="1600" spc="-25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compared </a:t>
            </a:r>
            <a:r>
              <a:rPr lang="en-US" sz="1600">
                <a:latin typeface="Calibri"/>
                <a:cs typeface="Calibri"/>
              </a:rPr>
              <a:t>to</a:t>
            </a:r>
            <a:r>
              <a:rPr lang="en-US" sz="1600" spc="-15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disk-</a:t>
            </a:r>
            <a:r>
              <a:rPr lang="en-US" sz="1600">
                <a:latin typeface="Calibri"/>
                <a:cs typeface="Calibri"/>
              </a:rPr>
              <a:t>based</a:t>
            </a:r>
            <a:r>
              <a:rPr lang="en-US" sz="1600" spc="-10">
                <a:latin typeface="Calibri"/>
                <a:cs typeface="Calibri"/>
              </a:rPr>
              <a:t> MapReduce.</a:t>
            </a:r>
            <a:endParaRPr lang="en-US" sz="1600">
              <a:latin typeface="Calibri"/>
              <a:cs typeface="Calibri"/>
            </a:endParaRPr>
          </a:p>
          <a:p>
            <a:pPr marL="241300" marR="104139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>
                <a:latin typeface="Calibri"/>
                <a:cs typeface="Calibri"/>
              </a:rPr>
              <a:t>Spark</a:t>
            </a:r>
            <a:r>
              <a:rPr lang="en-US" sz="1600" spc="-60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can handle both</a:t>
            </a:r>
            <a:r>
              <a:rPr lang="en-US" sz="1600" spc="-60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batch</a:t>
            </a:r>
            <a:r>
              <a:rPr lang="en-US" sz="1600" spc="-4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and</a:t>
            </a:r>
            <a:r>
              <a:rPr lang="en-US" sz="1600" spc="-4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real-time</a:t>
            </a:r>
            <a:r>
              <a:rPr lang="en-US" sz="1600" spc="-35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processing.</a:t>
            </a:r>
            <a:endParaRPr lang="en-US" sz="1600">
              <a:latin typeface="Calibri"/>
              <a:cs typeface="Calibri"/>
            </a:endParaRPr>
          </a:p>
          <a:p>
            <a:pPr marL="241300" marR="5080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1600">
                <a:latin typeface="Calibri"/>
                <a:cs typeface="Calibri"/>
              </a:rPr>
              <a:t>Spark</a:t>
            </a:r>
            <a:r>
              <a:rPr lang="en-US" sz="1600" spc="-60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offers</a:t>
            </a:r>
            <a:r>
              <a:rPr lang="en-US" sz="1600" spc="-2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APIs</a:t>
            </a:r>
            <a:r>
              <a:rPr lang="en-US" sz="1600" spc="-3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for</a:t>
            </a:r>
            <a:r>
              <a:rPr lang="en-US" sz="1600" spc="-20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various</a:t>
            </a:r>
            <a:r>
              <a:rPr lang="en-US" sz="1600" spc="-3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languages</a:t>
            </a:r>
            <a:r>
              <a:rPr lang="en-US" sz="1600" spc="-35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(Java,</a:t>
            </a:r>
            <a:r>
              <a:rPr lang="en-US" sz="1600" spc="-6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Scala,</a:t>
            </a:r>
            <a:r>
              <a:rPr lang="en-US" sz="1600" spc="-30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Python,</a:t>
            </a:r>
            <a:r>
              <a:rPr lang="en-US" sz="1600" spc="-5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R)</a:t>
            </a:r>
            <a:r>
              <a:rPr lang="en-US" sz="1600" spc="-30">
                <a:latin typeface="Calibri"/>
                <a:cs typeface="Calibri"/>
              </a:rPr>
              <a:t>.</a:t>
            </a:r>
            <a:endParaRPr lang="en-US" sz="1600">
              <a:latin typeface="Calibri"/>
              <a:cs typeface="Calibri"/>
            </a:endParaRPr>
          </a:p>
          <a:p>
            <a:pPr marL="12700" indent="0">
              <a:lnSpc>
                <a:spcPts val="2020"/>
              </a:lnSpc>
              <a:spcBef>
                <a:spcPts val="395"/>
              </a:spcBef>
              <a:buNone/>
              <a:tabLst>
                <a:tab pos="241300" algn="l"/>
              </a:tabLst>
            </a:pPr>
            <a:r>
              <a:rPr lang="en-US" sz="1600" b="1">
                <a:latin typeface="Calibri"/>
                <a:cs typeface="Calibri"/>
              </a:rPr>
              <a:t>Core</a:t>
            </a:r>
            <a:r>
              <a:rPr lang="en-US" sz="1600" b="1" spc="-60">
                <a:latin typeface="Calibri"/>
                <a:cs typeface="Calibri"/>
              </a:rPr>
              <a:t> </a:t>
            </a:r>
            <a:r>
              <a:rPr lang="en-US" sz="1600" b="1" spc="-10">
                <a:latin typeface="Calibri"/>
                <a:cs typeface="Calibri"/>
              </a:rPr>
              <a:t>Components:</a:t>
            </a:r>
            <a:endParaRPr lang="en-US" sz="1600" b="1">
              <a:latin typeface="Calibri"/>
              <a:cs typeface="Calibri"/>
            </a:endParaRPr>
          </a:p>
          <a:p>
            <a:pPr marL="512763" lvl="1" indent="-342900">
              <a:lnSpc>
                <a:spcPts val="1510"/>
              </a:lnSpc>
              <a:buAutoNum type="arabicPeriod"/>
              <a:tabLst>
                <a:tab pos="973138" algn="l"/>
              </a:tabLst>
            </a:pPr>
            <a:r>
              <a:rPr lang="en-US" sz="1600" b="1">
                <a:latin typeface="Calibri"/>
                <a:cs typeface="Calibri"/>
              </a:rPr>
              <a:t>Spark</a:t>
            </a:r>
            <a:r>
              <a:rPr lang="en-US" sz="1600" b="1" spc="-25">
                <a:latin typeface="Calibri"/>
                <a:cs typeface="Calibri"/>
              </a:rPr>
              <a:t> </a:t>
            </a:r>
            <a:r>
              <a:rPr lang="en-US" sz="1600" b="1">
                <a:latin typeface="Calibri"/>
                <a:cs typeface="Calibri"/>
              </a:rPr>
              <a:t>Core:</a:t>
            </a:r>
            <a:r>
              <a:rPr lang="en-US" sz="1600" b="1" spc="-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The</a:t>
            </a:r>
            <a:r>
              <a:rPr lang="en-US" sz="1600" spc="-45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foundation</a:t>
            </a:r>
            <a:r>
              <a:rPr lang="en-US" sz="1600" spc="-50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for</a:t>
            </a:r>
            <a:r>
              <a:rPr lang="en-US" sz="1600" spc="-15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Spark’s</a:t>
            </a:r>
            <a:r>
              <a:rPr lang="en-US" sz="1600" spc="-30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API,</a:t>
            </a:r>
            <a:r>
              <a:rPr lang="en-US" sz="1600" spc="-4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handling</a:t>
            </a:r>
            <a:r>
              <a:rPr lang="en-US" sz="1600" spc="-6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basic</a:t>
            </a:r>
            <a:r>
              <a:rPr lang="en-US" sz="1600" spc="-25">
                <a:latin typeface="Calibri"/>
                <a:cs typeface="Calibri"/>
              </a:rPr>
              <a:t> </a:t>
            </a:r>
            <a:r>
              <a:rPr lang="en-US" sz="1600" spc="-20">
                <a:latin typeface="Calibri"/>
                <a:cs typeface="Calibri"/>
              </a:rPr>
              <a:t>data p</a:t>
            </a:r>
            <a:r>
              <a:rPr lang="en-US" sz="1600">
                <a:latin typeface="Calibri"/>
                <a:cs typeface="Calibri"/>
              </a:rPr>
              <a:t>rocessing</a:t>
            </a:r>
            <a:r>
              <a:rPr lang="en-US" sz="1600" spc="-50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and</a:t>
            </a:r>
            <a:r>
              <a:rPr lang="en-US" sz="1600" spc="-50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distributing</a:t>
            </a:r>
            <a:r>
              <a:rPr lang="en-US" sz="1600" spc="-7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tasks</a:t>
            </a:r>
            <a:r>
              <a:rPr lang="en-US" sz="1600" spc="-50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across</a:t>
            </a:r>
            <a:r>
              <a:rPr lang="en-US" sz="1600" spc="-4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the</a:t>
            </a:r>
            <a:r>
              <a:rPr lang="en-US" sz="1600" spc="-45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cluster.</a:t>
            </a:r>
            <a:endParaRPr lang="en-US" sz="1600">
              <a:latin typeface="Calibri"/>
              <a:cs typeface="Calibri"/>
            </a:endParaRPr>
          </a:p>
          <a:p>
            <a:pPr marL="512763" marR="585470" lvl="1" indent="-342900">
              <a:lnSpc>
                <a:spcPct val="70000"/>
              </a:lnSpc>
              <a:spcBef>
                <a:spcPts val="515"/>
              </a:spcBef>
              <a:buAutoNum type="arabicPeriod" startAt="2"/>
              <a:tabLst>
                <a:tab pos="973138" algn="l"/>
              </a:tabLst>
            </a:pPr>
            <a:r>
              <a:rPr lang="en-US" sz="1600" b="1">
                <a:latin typeface="Calibri"/>
                <a:cs typeface="Calibri"/>
              </a:rPr>
              <a:t>Spark</a:t>
            </a:r>
            <a:r>
              <a:rPr lang="en-US" sz="1600" b="1" spc="-30">
                <a:latin typeface="Calibri"/>
                <a:cs typeface="Calibri"/>
              </a:rPr>
              <a:t> </a:t>
            </a:r>
            <a:r>
              <a:rPr lang="en-US" sz="1600" b="1">
                <a:latin typeface="Calibri"/>
                <a:cs typeface="Calibri"/>
              </a:rPr>
              <a:t>SQL:</a:t>
            </a:r>
            <a:r>
              <a:rPr lang="en-US" sz="1600" b="1" spc="-3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Enables</a:t>
            </a:r>
            <a:r>
              <a:rPr lang="en-US" sz="1600" spc="-40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SQL-</a:t>
            </a:r>
            <a:r>
              <a:rPr lang="en-US" sz="1600">
                <a:latin typeface="Calibri"/>
                <a:cs typeface="Calibri"/>
              </a:rPr>
              <a:t>like</a:t>
            </a:r>
            <a:r>
              <a:rPr lang="en-US" sz="1600" spc="-20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queries</a:t>
            </a:r>
            <a:r>
              <a:rPr lang="en-US" sz="1600" spc="-3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on</a:t>
            </a:r>
            <a:r>
              <a:rPr lang="en-US" sz="1600" spc="-4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data</a:t>
            </a:r>
            <a:r>
              <a:rPr lang="en-US" sz="1600" spc="-45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stored</a:t>
            </a:r>
            <a:r>
              <a:rPr lang="en-US" sz="1600" spc="-4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in</a:t>
            </a:r>
            <a:r>
              <a:rPr lang="en-US" sz="1600" spc="-30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distributed </a:t>
            </a:r>
            <a:r>
              <a:rPr lang="en-US" sz="1600">
                <a:latin typeface="Calibri"/>
                <a:cs typeface="Calibri"/>
              </a:rPr>
              <a:t>datasets</a:t>
            </a:r>
            <a:r>
              <a:rPr lang="en-US" sz="1600" spc="-40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(</a:t>
            </a:r>
            <a:r>
              <a:rPr lang="en-US" sz="1600" spc="-10" err="1">
                <a:latin typeface="Calibri"/>
                <a:cs typeface="Calibri"/>
              </a:rPr>
              <a:t>DataFrames</a:t>
            </a:r>
            <a:r>
              <a:rPr lang="en-US" sz="1600" spc="-40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and</a:t>
            </a:r>
            <a:r>
              <a:rPr lang="en-US" sz="1600" spc="-45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Datasets).</a:t>
            </a:r>
            <a:endParaRPr lang="en-US" sz="1600">
              <a:latin typeface="Calibri"/>
              <a:cs typeface="Calibri"/>
            </a:endParaRPr>
          </a:p>
          <a:p>
            <a:pPr marL="512763" marR="83820" lvl="1" indent="-342900">
              <a:lnSpc>
                <a:spcPct val="70000"/>
              </a:lnSpc>
              <a:spcBef>
                <a:spcPts val="509"/>
              </a:spcBef>
              <a:buAutoNum type="arabicPeriod" startAt="2"/>
              <a:tabLst>
                <a:tab pos="973138" algn="l"/>
              </a:tabLst>
            </a:pPr>
            <a:r>
              <a:rPr lang="en-US" sz="1600" b="1">
                <a:latin typeface="Calibri"/>
                <a:cs typeface="Calibri"/>
              </a:rPr>
              <a:t>Spark</a:t>
            </a:r>
            <a:r>
              <a:rPr lang="en-US" sz="1600" b="1" spc="-25">
                <a:latin typeface="Calibri"/>
                <a:cs typeface="Calibri"/>
              </a:rPr>
              <a:t> </a:t>
            </a:r>
            <a:r>
              <a:rPr lang="en-US" sz="1600" b="1">
                <a:latin typeface="Calibri"/>
                <a:cs typeface="Calibri"/>
              </a:rPr>
              <a:t>Streaming:</a:t>
            </a:r>
            <a:r>
              <a:rPr lang="en-US" sz="1600" b="1" spc="-3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Allows</a:t>
            </a:r>
            <a:r>
              <a:rPr lang="en-US" sz="1600" spc="-3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processing</a:t>
            </a:r>
            <a:r>
              <a:rPr lang="en-US" sz="1600" spc="-40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of</a:t>
            </a:r>
            <a:r>
              <a:rPr lang="en-US" sz="1600" spc="-35">
                <a:latin typeface="Calibri"/>
                <a:cs typeface="Calibri"/>
              </a:rPr>
              <a:t> </a:t>
            </a:r>
            <a:r>
              <a:rPr lang="en-US" sz="1600" spc="-20">
                <a:latin typeface="Calibri"/>
                <a:cs typeface="Calibri"/>
              </a:rPr>
              <a:t>real-</a:t>
            </a:r>
            <a:r>
              <a:rPr lang="en-US" sz="1600">
                <a:latin typeface="Calibri"/>
                <a:cs typeface="Calibri"/>
              </a:rPr>
              <a:t>time</a:t>
            </a:r>
            <a:r>
              <a:rPr lang="en-US" sz="1600" spc="-2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data</a:t>
            </a:r>
            <a:r>
              <a:rPr lang="en-US" sz="1600" spc="-40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streams,</a:t>
            </a:r>
            <a:r>
              <a:rPr lang="en-US" sz="1600" spc="-50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enabling </a:t>
            </a:r>
            <a:r>
              <a:rPr lang="en-US" sz="1600">
                <a:latin typeface="Calibri"/>
                <a:cs typeface="Calibri"/>
              </a:rPr>
              <a:t>near</a:t>
            </a:r>
            <a:r>
              <a:rPr lang="en-US" sz="1600" spc="-10">
                <a:latin typeface="Calibri"/>
                <a:cs typeface="Calibri"/>
              </a:rPr>
              <a:t> </a:t>
            </a:r>
            <a:r>
              <a:rPr lang="en-US" sz="1600" spc="-20">
                <a:latin typeface="Calibri"/>
                <a:cs typeface="Calibri"/>
              </a:rPr>
              <a:t>real-</a:t>
            </a:r>
            <a:r>
              <a:rPr lang="en-US" sz="1600">
                <a:latin typeface="Calibri"/>
                <a:cs typeface="Calibri"/>
              </a:rPr>
              <a:t>time</a:t>
            </a:r>
            <a:r>
              <a:rPr lang="en-US" sz="1600" spc="15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analytics.</a:t>
            </a:r>
            <a:endParaRPr lang="en-US" sz="1600">
              <a:latin typeface="Calibri"/>
              <a:cs typeface="Calibri"/>
            </a:endParaRPr>
          </a:p>
          <a:p>
            <a:pPr marL="512763" lvl="1" indent="-342900">
              <a:lnSpc>
                <a:spcPts val="1495"/>
              </a:lnSpc>
              <a:buAutoNum type="arabicPeriod" startAt="2"/>
              <a:tabLst>
                <a:tab pos="973138" algn="l"/>
              </a:tabLst>
            </a:pPr>
            <a:r>
              <a:rPr lang="en-US" sz="1600" b="1" err="1">
                <a:latin typeface="Calibri"/>
                <a:cs typeface="Calibri"/>
              </a:rPr>
              <a:t>MLlib</a:t>
            </a:r>
            <a:r>
              <a:rPr lang="en-US" sz="1600" b="1">
                <a:latin typeface="Calibri"/>
                <a:cs typeface="Calibri"/>
              </a:rPr>
              <a:t>:</a:t>
            </a:r>
            <a:r>
              <a:rPr lang="en-US" sz="1600" b="1" spc="-45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Spark’s</a:t>
            </a:r>
            <a:r>
              <a:rPr lang="en-US" sz="1600" spc="-30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machine</a:t>
            </a:r>
            <a:r>
              <a:rPr lang="en-US" sz="1600" spc="-30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learning</a:t>
            </a:r>
            <a:r>
              <a:rPr lang="en-US" sz="1600" spc="-55">
                <a:latin typeface="Calibri"/>
                <a:cs typeface="Calibri"/>
              </a:rPr>
              <a:t> </a:t>
            </a:r>
            <a:r>
              <a:rPr lang="en-US" sz="1600" spc="-20">
                <a:latin typeface="Calibri"/>
                <a:cs typeface="Calibri"/>
              </a:rPr>
              <a:t>library,</a:t>
            </a:r>
            <a:r>
              <a:rPr lang="en-US" sz="1600" spc="-40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offering</a:t>
            </a:r>
            <a:r>
              <a:rPr lang="en-US" sz="1600" spc="-2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tools</a:t>
            </a:r>
            <a:r>
              <a:rPr lang="en-US" sz="1600" spc="-40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for</a:t>
            </a:r>
            <a:r>
              <a:rPr lang="en-US" sz="1600" spc="-20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scalable </a:t>
            </a:r>
            <a:r>
              <a:rPr lang="en-US" sz="1600">
                <a:latin typeface="Calibri"/>
                <a:cs typeface="Calibri"/>
              </a:rPr>
              <a:t>machine</a:t>
            </a:r>
            <a:r>
              <a:rPr lang="en-US" sz="1600" spc="-30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learning.</a:t>
            </a:r>
            <a:endParaRPr lang="en-US" sz="1600">
              <a:latin typeface="Calibri"/>
              <a:cs typeface="Calibri"/>
            </a:endParaRPr>
          </a:p>
          <a:p>
            <a:pPr marL="512763" lvl="1" indent="-342900">
              <a:lnSpc>
                <a:spcPts val="1775"/>
              </a:lnSpc>
              <a:buAutoNum type="arabicPeriod" startAt="5"/>
              <a:tabLst>
                <a:tab pos="973138" algn="l"/>
              </a:tabLst>
            </a:pPr>
            <a:r>
              <a:rPr lang="en-US" sz="1600" b="1" err="1">
                <a:latin typeface="Calibri"/>
                <a:cs typeface="Calibri"/>
              </a:rPr>
              <a:t>GraphX</a:t>
            </a:r>
            <a:r>
              <a:rPr lang="en-US" sz="1600" b="1">
                <a:latin typeface="Calibri"/>
                <a:cs typeface="Calibri"/>
              </a:rPr>
              <a:t>:</a:t>
            </a:r>
            <a:r>
              <a:rPr lang="en-US" sz="1600" b="1" spc="-5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A</a:t>
            </a:r>
            <a:r>
              <a:rPr lang="en-US" sz="1600" spc="-3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graph</a:t>
            </a:r>
            <a:r>
              <a:rPr lang="en-US" sz="1600" spc="-5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processing</a:t>
            </a:r>
            <a:r>
              <a:rPr lang="en-US" sz="1600" spc="-4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library</a:t>
            </a:r>
            <a:r>
              <a:rPr lang="en-US" sz="1600" spc="-45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for</a:t>
            </a:r>
            <a:r>
              <a:rPr lang="en-US" sz="1600" spc="-30">
                <a:latin typeface="Calibri"/>
                <a:cs typeface="Calibri"/>
              </a:rPr>
              <a:t> </a:t>
            </a:r>
            <a:r>
              <a:rPr lang="en-US" sz="1600" spc="-20">
                <a:latin typeface="Calibri"/>
                <a:cs typeface="Calibri"/>
              </a:rPr>
              <a:t>large-</a:t>
            </a:r>
            <a:r>
              <a:rPr lang="en-US" sz="1600">
                <a:latin typeface="Calibri"/>
                <a:cs typeface="Calibri"/>
              </a:rPr>
              <a:t>scale</a:t>
            </a:r>
            <a:r>
              <a:rPr lang="en-US" sz="1600" spc="-40">
                <a:latin typeface="Calibri"/>
                <a:cs typeface="Calibri"/>
              </a:rPr>
              <a:t> </a:t>
            </a:r>
            <a:r>
              <a:rPr lang="en-US" sz="1600">
                <a:latin typeface="Calibri"/>
                <a:cs typeface="Calibri"/>
              </a:rPr>
              <a:t>graph</a:t>
            </a:r>
            <a:r>
              <a:rPr lang="en-US" sz="1600" spc="-55">
                <a:latin typeface="Calibri"/>
                <a:cs typeface="Calibri"/>
              </a:rPr>
              <a:t> </a:t>
            </a:r>
            <a:r>
              <a:rPr lang="en-US" sz="1600" spc="-10">
                <a:latin typeface="Calibri"/>
                <a:cs typeface="Calibri"/>
              </a:rPr>
              <a:t>computations.</a:t>
            </a:r>
            <a:endParaRPr lang="en-US" sz="16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97734" y="1122111"/>
            <a:ext cx="1106272" cy="58389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527655" y="4202722"/>
            <a:ext cx="4446428" cy="1646621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772041" y="2220097"/>
            <a:ext cx="3957657" cy="146853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5" y="897513"/>
            <a:ext cx="11148158" cy="5482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65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Kafka</a:t>
            </a:r>
            <a:r>
              <a:rPr sz="2800" spc="-65">
                <a:solidFill>
                  <a:srgbClr val="FFFFFF"/>
                </a:solidFill>
              </a:rPr>
              <a:t> </a:t>
            </a:r>
            <a:r>
              <a:rPr lang="en-US" sz="2800">
                <a:solidFill>
                  <a:srgbClr val="FFFFFF"/>
                </a:solidFill>
              </a:rPr>
              <a:t>–</a:t>
            </a:r>
            <a:r>
              <a:rPr sz="2800" spc="-50">
                <a:solidFill>
                  <a:srgbClr val="FFFFFF"/>
                </a:solidFill>
              </a:rPr>
              <a:t> </a:t>
            </a:r>
            <a:r>
              <a:rPr lang="en-US" sz="2800">
                <a:solidFill>
                  <a:srgbClr val="FFFFFF"/>
                </a:solidFill>
              </a:rPr>
              <a:t>Messaging System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843AE0-4921-7733-0D3B-33D489EDB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7475869" cy="499103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41300" indent="-228600">
              <a:lnSpc>
                <a:spcPts val="1939"/>
              </a:lnSpc>
              <a:spcBef>
                <a:spcPts val="9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Apache</a:t>
            </a:r>
            <a:r>
              <a:rPr lang="en-US" sz="20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FF0000"/>
                </a:solidFill>
                <a:latin typeface="Calibri"/>
                <a:cs typeface="Calibri"/>
              </a:rPr>
              <a:t>Kafka</a:t>
            </a:r>
            <a:r>
              <a:rPr lang="en-US" sz="2000" spc="-6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z="2000" spc="-6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z="2000" spc="-6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FF0000"/>
                </a:solidFill>
                <a:latin typeface="Calibri"/>
                <a:cs typeface="Calibri"/>
              </a:rPr>
              <a:t>distributed</a:t>
            </a:r>
            <a:r>
              <a:rPr lang="en-US" sz="2000" spc="-3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event</a:t>
            </a:r>
            <a:r>
              <a:rPr lang="en-US"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FF0000"/>
                </a:solidFill>
                <a:latin typeface="Calibri"/>
                <a:cs typeface="Calibri"/>
              </a:rPr>
              <a:t>streaming</a:t>
            </a:r>
            <a:r>
              <a:rPr lang="en-US"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platform</a:t>
            </a:r>
            <a:r>
              <a:rPr lang="en-US" sz="20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designed</a:t>
            </a:r>
            <a:r>
              <a:rPr lang="en-US" sz="2000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35">
                <a:solidFill>
                  <a:srgbClr val="FF0000"/>
                </a:solidFill>
                <a:latin typeface="Calibri"/>
                <a:cs typeface="Calibri"/>
              </a:rPr>
              <a:t>to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handle</a:t>
            </a:r>
            <a:r>
              <a:rPr lang="en-US" sz="20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20">
                <a:solidFill>
                  <a:srgbClr val="FF0000"/>
                </a:solidFill>
                <a:latin typeface="Calibri"/>
                <a:cs typeface="Calibri"/>
              </a:rPr>
              <a:t>high-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throughput,</a:t>
            </a:r>
            <a:r>
              <a:rPr lang="en-US" sz="2000" spc="-20">
                <a:solidFill>
                  <a:srgbClr val="FF0000"/>
                </a:solidFill>
                <a:latin typeface="Calibri"/>
                <a:cs typeface="Calibri"/>
              </a:rPr>
              <a:t> real-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time</a:t>
            </a:r>
            <a:r>
              <a:rPr lang="en-US" sz="2000" spc="-3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data</a:t>
            </a:r>
            <a:r>
              <a:rPr lang="en-US" sz="2000" spc="-5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FF0000"/>
                </a:solidFill>
                <a:latin typeface="Calibri"/>
                <a:cs typeface="Calibri"/>
              </a:rPr>
              <a:t>feeds.</a:t>
            </a:r>
            <a:endParaRPr lang="en-US" sz="2000">
              <a:solidFill>
                <a:srgbClr val="FF0000"/>
              </a:solidFill>
              <a:latin typeface="Calibri"/>
              <a:cs typeface="Calibri"/>
            </a:endParaRPr>
          </a:p>
          <a:p>
            <a:pPr marL="241300" marR="113030" indent="-229235">
              <a:lnSpc>
                <a:spcPct val="70000"/>
              </a:lnSpc>
              <a:spcBef>
                <a:spcPts val="100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>
                <a:latin typeface="Calibri"/>
                <a:cs typeface="Calibri"/>
              </a:rPr>
              <a:t>Originally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developed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by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0070C0"/>
                </a:solidFill>
                <a:latin typeface="Calibri"/>
                <a:cs typeface="Calibri"/>
              </a:rPr>
              <a:t>LinkedIn</a:t>
            </a:r>
            <a:r>
              <a:rPr lang="en-US" sz="2000" spc="-10">
                <a:latin typeface="Calibri"/>
                <a:cs typeface="Calibri"/>
              </a:rPr>
              <a:t>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Kafka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has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become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the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backbone </a:t>
            </a:r>
            <a:r>
              <a:rPr lang="en-US" sz="2000">
                <a:latin typeface="Calibri"/>
                <a:cs typeface="Calibri"/>
              </a:rPr>
              <a:t>for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data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pipelines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and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real-</a:t>
            </a:r>
            <a:r>
              <a:rPr lang="en-US" sz="2000">
                <a:latin typeface="Calibri"/>
                <a:cs typeface="Calibri"/>
              </a:rPr>
              <a:t>time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analytics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in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many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25">
                <a:latin typeface="Calibri"/>
                <a:cs typeface="Calibri"/>
              </a:rPr>
              <a:t>large-</a:t>
            </a:r>
            <a:r>
              <a:rPr lang="en-US" sz="2000" spc="-10">
                <a:latin typeface="Calibri"/>
                <a:cs typeface="Calibri"/>
              </a:rPr>
              <a:t>scale systems.</a:t>
            </a:r>
            <a:endParaRPr lang="en-US" sz="2000">
              <a:latin typeface="Calibri"/>
              <a:cs typeface="Calibri"/>
            </a:endParaRPr>
          </a:p>
          <a:p>
            <a:pPr marL="239395" marR="260350" indent="-226695" algn="just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>
                <a:latin typeface="Calibri"/>
                <a:cs typeface="Calibri"/>
              </a:rPr>
              <a:t>It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serves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as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solidFill>
                  <a:srgbClr val="FF0000"/>
                </a:solidFill>
                <a:latin typeface="Calibri"/>
                <a:cs typeface="Calibri"/>
              </a:rPr>
              <a:t>message</a:t>
            </a:r>
            <a:r>
              <a:rPr lang="en-US" sz="2000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 spc="-10">
                <a:solidFill>
                  <a:srgbClr val="FF0000"/>
                </a:solidFill>
                <a:latin typeface="Calibri"/>
                <a:cs typeface="Calibri"/>
              </a:rPr>
              <a:t>broker</a:t>
            </a:r>
            <a:r>
              <a:rPr lang="en-US" sz="2000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that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allows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various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applications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 spc="-25">
                <a:latin typeface="Calibri"/>
                <a:cs typeface="Calibri"/>
              </a:rPr>
              <a:t>to 	</a:t>
            </a:r>
            <a:r>
              <a:rPr lang="en-US" sz="2000">
                <a:latin typeface="Calibri"/>
                <a:cs typeface="Calibri"/>
              </a:rPr>
              <a:t>produce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and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consume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streams</a:t>
            </a:r>
            <a:r>
              <a:rPr lang="en-US" sz="2000" spc="-7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of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data</a:t>
            </a:r>
            <a:r>
              <a:rPr lang="en-US" sz="2000" spc="-60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reliably,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 spc="-20">
                <a:latin typeface="Calibri"/>
                <a:cs typeface="Calibri"/>
              </a:rPr>
              <a:t>efficiently,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pc="-50">
                <a:latin typeface="Calibri"/>
                <a:cs typeface="Calibri"/>
              </a:rPr>
              <a:t>with low latency and </a:t>
            </a:r>
            <a:r>
              <a:rPr lang="en-US" sz="2000" spc="-25">
                <a:latin typeface="Calibri"/>
                <a:cs typeface="Calibri"/>
              </a:rPr>
              <a:t>at 	</a:t>
            </a:r>
            <a:r>
              <a:rPr lang="en-US" sz="2000" spc="-10">
                <a:latin typeface="Calibri"/>
                <a:cs typeface="Calibri"/>
              </a:rPr>
              <a:t>scale.</a:t>
            </a:r>
            <a:endParaRPr lang="en-US">
              <a:latin typeface="Calibri"/>
              <a:cs typeface="Calibri"/>
            </a:endParaRPr>
          </a:p>
          <a:p>
            <a:pPr marL="239395" marR="260350" indent="-226695" algn="just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z="2000" b="1" spc="-10">
                <a:latin typeface="Calibri"/>
                <a:cs typeface="Calibri"/>
              </a:rPr>
              <a:t>Architecture</a:t>
            </a:r>
            <a:r>
              <a:rPr lang="en-US" sz="2000" spc="-10">
                <a:latin typeface="Calibri"/>
                <a:cs typeface="Calibri"/>
              </a:rPr>
              <a:t>:</a:t>
            </a:r>
            <a:endParaRPr lang="en-US" sz="2000">
              <a:latin typeface="Calibri"/>
              <a:ea typeface="Calibri"/>
              <a:cs typeface="Calibri"/>
            </a:endParaRPr>
          </a:p>
          <a:p>
            <a:pPr marL="698500" lvl="1">
              <a:lnSpc>
                <a:spcPct val="100000"/>
              </a:lnSpc>
              <a:spcBef>
                <a:spcPts val="31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>
                <a:latin typeface="Calibri"/>
                <a:cs typeface="Calibri"/>
              </a:rPr>
              <a:t>Producer:</a:t>
            </a:r>
            <a:r>
              <a:rPr lang="en-US" b="1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application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that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sends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data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Kafka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topics.</a:t>
            </a:r>
            <a:endParaRPr lang="en-US">
              <a:latin typeface="Calibri"/>
              <a:cs typeface="Calibri"/>
            </a:endParaRPr>
          </a:p>
          <a:p>
            <a:pPr marL="698500" lvl="1">
              <a:lnSpc>
                <a:spcPct val="100000"/>
              </a:lnSpc>
              <a:spcBef>
                <a:spcPts val="31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>
                <a:latin typeface="Calibri"/>
                <a:cs typeface="Calibri"/>
              </a:rPr>
              <a:t>Consumer:</a:t>
            </a:r>
            <a:r>
              <a:rPr lang="en-US" b="1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</a:t>
            </a:r>
            <a:r>
              <a:rPr lang="en-US" spc="-7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application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that</a:t>
            </a:r>
            <a:r>
              <a:rPr lang="en-US" spc="-7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reads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data</a:t>
            </a:r>
            <a:r>
              <a:rPr lang="en-US" spc="-7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from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Kafka</a:t>
            </a:r>
            <a:r>
              <a:rPr lang="en-US" spc="-7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topics.</a:t>
            </a:r>
            <a:endParaRPr lang="en-US">
              <a:latin typeface="Calibri"/>
              <a:cs typeface="Calibri"/>
            </a:endParaRPr>
          </a:p>
          <a:p>
            <a:pPr marL="698500" lvl="1">
              <a:lnSpc>
                <a:spcPts val="1939"/>
              </a:lnSpc>
              <a:spcBef>
                <a:spcPts val="32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spc="-10">
                <a:latin typeface="Calibri"/>
                <a:cs typeface="Calibri"/>
              </a:rPr>
              <a:t>Broker:</a:t>
            </a:r>
            <a:r>
              <a:rPr lang="en-US" b="1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Kafka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server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that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stores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data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serves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it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consumers.</a:t>
            </a:r>
            <a:endParaRPr lang="en-US">
              <a:latin typeface="Calibri"/>
              <a:cs typeface="Calibri"/>
            </a:endParaRPr>
          </a:p>
          <a:p>
            <a:pPr marL="698500" lvl="1">
              <a:lnSpc>
                <a:spcPts val="1939"/>
              </a:lnSpc>
            </a:pPr>
            <a:r>
              <a:rPr lang="en-US" spc="-10">
                <a:latin typeface="Calibri"/>
                <a:cs typeface="Calibri"/>
              </a:rPr>
              <a:t>Kafka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clusters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consist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of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multiple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brokers.</a:t>
            </a:r>
            <a:endParaRPr lang="en-US">
              <a:latin typeface="Calibri"/>
              <a:cs typeface="Calibri"/>
            </a:endParaRPr>
          </a:p>
          <a:p>
            <a:pPr marL="698500" marR="48895" lvl="1" indent="-229235">
              <a:lnSpc>
                <a:spcPct val="70000"/>
              </a:lnSpc>
              <a:spcBef>
                <a:spcPts val="994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b="1" spc="-20">
                <a:latin typeface="Calibri"/>
                <a:cs typeface="Calibri"/>
              </a:rPr>
              <a:t>Topic:</a:t>
            </a:r>
            <a:r>
              <a:rPr lang="en-US" b="1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category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or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feed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name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which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records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are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published. </a:t>
            </a:r>
            <a:r>
              <a:rPr lang="en-US">
                <a:latin typeface="Calibri"/>
                <a:cs typeface="Calibri"/>
              </a:rPr>
              <a:t>Each</a:t>
            </a:r>
            <a:r>
              <a:rPr lang="en-US" spc="-7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topic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can</a:t>
            </a:r>
            <a:r>
              <a:rPr lang="en-US" spc="-7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have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multiple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partitions,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helping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Kafka</a:t>
            </a:r>
            <a:r>
              <a:rPr lang="en-US" spc="-7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7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parallelize </a:t>
            </a:r>
            <a:r>
              <a:rPr lang="en-US">
                <a:latin typeface="Calibri"/>
                <a:cs typeface="Calibri"/>
              </a:rPr>
              <a:t>data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across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the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cluster.</a:t>
            </a:r>
            <a:endParaRPr lang="en-US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815038" y="2620264"/>
            <a:ext cx="4287520" cy="301853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064051" y="1603355"/>
            <a:ext cx="1789494" cy="901375"/>
          </a:xfrm>
          <a:prstGeom prst="rect">
            <a:avLst/>
          </a:prstGeom>
        </p:spPr>
      </p:pic>
      <p:pic>
        <p:nvPicPr>
          <p:cNvPr id="2050" name="Picture 2" descr="Profile for LinkedIn">
            <a:extLst>
              <a:ext uri="{FF2B5EF4-FFF2-40B4-BE49-F238E27FC236}">
                <a16:creationId xmlns:a16="http://schemas.microsoft.com/office/drawing/2014/main" id="{232D760D-CBEA-0B66-CBCC-A5D70A94C9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2512" y="2293073"/>
            <a:ext cx="421019" cy="421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0" name="Picture 6" descr="Bank of America to open 165 new ...">
            <a:extLst>
              <a:ext uri="{FF2B5EF4-FFF2-40B4-BE49-F238E27FC236}">
                <a16:creationId xmlns:a16="http://schemas.microsoft.com/office/drawing/2014/main" id="{DA80B1E5-2888-D735-7520-A47852F7ED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70554" y="1427541"/>
            <a:ext cx="1071562" cy="1071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6E77D81-B038-7FB5-2B90-061A90EBF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Calibri Light"/>
                <a:cs typeface="Calibri Light"/>
              </a:rPr>
              <a:t>Real-World Use Case: Real-Time Fraud Detection in Banking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CAC7D-42B8-C614-E399-7F41DD29B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11448132" cy="5640190"/>
          </a:xfrm>
        </p:spPr>
        <p:txBody>
          <a:bodyPr vert="horz" lIns="91440" tIns="45720" rIns="91440" bIns="45720" numCol="2" spcCol="457200" rtlCol="0" anchor="t">
            <a:normAutofit fontScale="92500" lnSpcReduction="10000"/>
          </a:bodyPr>
          <a:lstStyle/>
          <a:p>
            <a:pPr marL="228600" marR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Company Example: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800" i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Bank of America</a:t>
            </a:r>
          </a:p>
          <a:p>
            <a:pPr marL="228600" marR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1800" b="1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228600" marR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Objective: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228600" marR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Detect fraudulent credit card transactions in real time using streaming data.</a:t>
            </a:r>
          </a:p>
          <a:p>
            <a:pPr marL="228600" marR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228600" marR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Source: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228600" marR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Credit card transaction stream from multiple sources (POS terminals, ATMs, mobile apps)</a:t>
            </a:r>
          </a:p>
          <a:p>
            <a:pPr marL="228600" marR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228600" marR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Data Structure (Sample Kafka Message):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228600" marR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{ 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transaction_id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": "txn78923",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"timestamp": "2025-03-20T14:33:21Z",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</a:t>
            </a:r>
            <a:r>
              <a:rPr lang="en-US" sz="1800" b="1" kern="100" dirty="0" err="1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card_id</a:t>
            </a: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": "card3746",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"amount": 324.55,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"merchant": "Amazon",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"location": "San Francisco, USA",</a:t>
            </a:r>
            <a:b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800" b="1" kern="100" dirty="0">
                <a:solidFill>
                  <a:srgbClr val="00B050"/>
                </a:solidFill>
                <a:effectLst/>
                <a:ea typeface="Aptos" panose="020B0004020202020204" pitchFamily="34" charset="0"/>
                <a:cs typeface="Arial" panose="020B0604020202020204" pitchFamily="34" charset="0"/>
              </a:rPr>
              <a:t>  "channel": "e-commerce"}</a:t>
            </a:r>
          </a:p>
          <a:p>
            <a:pPr marL="228600" marR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1800" b="1" kern="100" dirty="0">
              <a:solidFill>
                <a:srgbClr val="00B050"/>
              </a:solidFill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228600" marR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Processing with Kafka: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228600" marR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Producers:</a:t>
            </a:r>
            <a:endParaRPr lang="en-US" sz="1800" b="1" kern="100" dirty="0"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228600" marR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POS terminals and mobile apps publish transaction data to Kafka topics (transactions, locations, users).</a:t>
            </a:r>
          </a:p>
          <a:p>
            <a:pPr marL="228600" marR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228600" marR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Kafka Streams / Consumers:</a:t>
            </a:r>
            <a:endParaRPr lang="en-US" sz="1800" b="1" kern="100" dirty="0"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514350" indent="-285750">
              <a:lnSpc>
                <a:spcPct val="12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Stream joins with historical user behavior data.</a:t>
            </a:r>
          </a:p>
          <a:p>
            <a:pPr marL="514350" indent="-285750">
              <a:lnSpc>
                <a:spcPct val="12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Apply real-time rule-based or ML-based fraud detection (e.g., unusual amount, location mismatch, rapid transactions).</a:t>
            </a:r>
          </a:p>
          <a:p>
            <a:pPr marL="514350" indent="-285750">
              <a:lnSpc>
                <a:spcPct val="12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Flag anomalies and push alerts to a </a:t>
            </a:r>
            <a:r>
              <a:rPr lang="en-US" sz="1800" kern="100" dirty="0" err="1">
                <a:effectLst/>
                <a:ea typeface="Aptos" panose="020B0004020202020204" pitchFamily="34" charset="0"/>
                <a:cs typeface="Arial" panose="020B0604020202020204" pitchFamily="34" charset="0"/>
              </a:rPr>
              <a:t>fraud_alerts</a:t>
            </a: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topic.</a:t>
            </a:r>
          </a:p>
          <a:p>
            <a:pPr marL="228600" marR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1800" b="1" kern="100" dirty="0">
              <a:ea typeface="Aptos" panose="020B0004020202020204" pitchFamily="34" charset="0"/>
              <a:cs typeface="Arial" panose="020B0604020202020204" pitchFamily="34" charset="0"/>
            </a:endParaRPr>
          </a:p>
          <a:p>
            <a:pPr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Outcome:</a:t>
            </a:r>
            <a:endParaRPr lang="en-US" sz="18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514350" indent="-285750">
              <a:lnSpc>
                <a:spcPct val="12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Enables real-time detection and blocking of suspicious transactions.</a:t>
            </a:r>
          </a:p>
          <a:p>
            <a:pPr marL="514350" indent="-285750">
              <a:lnSpc>
                <a:spcPct val="120000"/>
              </a:lnSpc>
              <a:spcBef>
                <a:spcPts val="0"/>
              </a:spcBef>
            </a:pPr>
            <a:r>
              <a:rPr lang="en-US" sz="1800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Reduces fraud loss and enhances customer trust.</a:t>
            </a:r>
          </a:p>
          <a:p>
            <a:pPr indent="0">
              <a:lnSpc>
                <a:spcPct val="120000"/>
              </a:lnSpc>
              <a:spcBef>
                <a:spcPts val="0"/>
              </a:spcBef>
            </a:pPr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944457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5" y="897513"/>
            <a:ext cx="6923799" cy="5482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3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Oozie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4C1BC0-7E6B-75C8-0965-79DE721E7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6923799" cy="4991039"/>
          </a:xfrm>
        </p:spPr>
        <p:txBody>
          <a:bodyPr>
            <a:normAutofit fontScale="92500"/>
          </a:bodyPr>
          <a:lstStyle/>
          <a:p>
            <a:pPr marL="241300" marR="5080" indent="-228600">
              <a:lnSpc>
                <a:spcPct val="90100"/>
              </a:lnSpc>
              <a:spcBef>
                <a:spcPts val="28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Apache</a:t>
            </a:r>
            <a:r>
              <a:rPr lang="en-US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Oozie</a:t>
            </a:r>
            <a:r>
              <a:rPr lang="en-US" spc="-1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pc="-3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workflow</a:t>
            </a:r>
            <a:r>
              <a:rPr lang="en-US" spc="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scheduler</a:t>
            </a:r>
            <a:r>
              <a:rPr lang="en-US" spc="-2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system</a:t>
            </a:r>
            <a:r>
              <a:rPr lang="en-US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designed</a:t>
            </a:r>
            <a:r>
              <a:rPr lang="en-US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to</a:t>
            </a:r>
            <a:r>
              <a:rPr lang="en-US" spc="-3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manage</a:t>
            </a:r>
            <a:r>
              <a:rPr lang="en-US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25">
                <a:solidFill>
                  <a:srgbClr val="FF0000"/>
                </a:solidFill>
                <a:latin typeface="Calibri"/>
                <a:cs typeface="Calibri"/>
              </a:rPr>
              <a:t>and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coordinate</a:t>
            </a:r>
            <a:r>
              <a:rPr lang="en-US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Hadoop</a:t>
            </a:r>
            <a:r>
              <a:rPr lang="en-US" spc="-1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jobs</a:t>
            </a:r>
            <a:r>
              <a:rPr lang="en-US" spc="-2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in</a:t>
            </a:r>
            <a:r>
              <a:rPr lang="en-US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sequence</a:t>
            </a:r>
            <a:r>
              <a:rPr lang="en-US" spc="-2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or</a:t>
            </a:r>
            <a:r>
              <a:rPr lang="en-US" spc="-2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directed</a:t>
            </a:r>
            <a:r>
              <a:rPr lang="en-US" spc="-3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acyclic</a:t>
            </a:r>
            <a:r>
              <a:rPr lang="en-US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graph</a:t>
            </a:r>
            <a:r>
              <a:rPr lang="en-US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(DAG)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for</a:t>
            </a:r>
            <a:r>
              <a:rPr lang="en-US" spc="-5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end-to-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end</a:t>
            </a:r>
            <a:r>
              <a:rPr lang="en-US" spc="-7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workflow</a:t>
            </a:r>
            <a:r>
              <a:rPr lang="en-US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management.</a:t>
            </a:r>
            <a:endParaRPr lang="en-US">
              <a:solidFill>
                <a:srgbClr val="FF0000"/>
              </a:solidFill>
              <a:latin typeface="Calibri"/>
              <a:cs typeface="Calibri"/>
            </a:endParaRPr>
          </a:p>
          <a:p>
            <a:pPr marL="241300" marR="227329" indent="-228600" algn="just">
              <a:lnSpc>
                <a:spcPts val="1730"/>
              </a:lnSpc>
              <a:spcBef>
                <a:spcPts val="1019"/>
              </a:spcBef>
              <a:buFont typeface="Arial MT"/>
              <a:buChar char="•"/>
              <a:tabLst>
                <a:tab pos="241300" algn="l"/>
                <a:tab pos="242570" algn="l"/>
              </a:tabLst>
            </a:pPr>
            <a:r>
              <a:rPr lang="en-US">
                <a:latin typeface="Calibri"/>
                <a:cs typeface="Calibri"/>
              </a:rPr>
              <a:t>	Oozie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is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particularly</a:t>
            </a:r>
            <a:r>
              <a:rPr lang="en-US" spc="-7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useful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for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automating</a:t>
            </a:r>
            <a:r>
              <a:rPr lang="en-US" spc="-7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complex</a:t>
            </a:r>
            <a:r>
              <a:rPr lang="en-US" spc="-5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data</a:t>
            </a:r>
            <a:r>
              <a:rPr lang="en-US" spc="-6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workflows</a:t>
            </a:r>
            <a:r>
              <a:rPr lang="en-US" spc="-10">
                <a:latin typeface="Calibri"/>
                <a:cs typeface="Calibri"/>
              </a:rPr>
              <a:t>,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managing</a:t>
            </a:r>
            <a:r>
              <a:rPr lang="en-US" spc="-6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dependencies</a:t>
            </a:r>
            <a:r>
              <a:rPr lang="en-US" spc="-10">
                <a:latin typeface="Calibri"/>
                <a:cs typeface="Calibri"/>
              </a:rPr>
              <a:t>,</a:t>
            </a:r>
            <a:r>
              <a:rPr lang="en-US" spc="-1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orchestrating</a:t>
            </a:r>
            <a:r>
              <a:rPr lang="en-US" spc="-2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multiple</a:t>
            </a:r>
            <a:r>
              <a:rPr lang="en-US" spc="-6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jobs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across</a:t>
            </a:r>
            <a:r>
              <a:rPr lang="en-US" spc="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25">
                <a:latin typeface="Calibri"/>
                <a:cs typeface="Calibri"/>
              </a:rPr>
              <a:t>the </a:t>
            </a:r>
            <a:r>
              <a:rPr lang="en-US">
                <a:latin typeface="Calibri"/>
                <a:cs typeface="Calibri"/>
              </a:rPr>
              <a:t>Hadoop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ecosystem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(such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as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MapReduce,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Hive,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Pig,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Sqoop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jobs).</a:t>
            </a:r>
            <a:endParaRPr lang="en-US">
              <a:latin typeface="Calibri"/>
              <a:cs typeface="Calibri"/>
            </a:endParaRPr>
          </a:p>
          <a:p>
            <a:pPr marL="242570" indent="-229870" algn="just">
              <a:lnSpc>
                <a:spcPts val="1825"/>
              </a:lnSpc>
              <a:spcBef>
                <a:spcPts val="790"/>
              </a:spcBef>
              <a:buFont typeface="Arial MT"/>
              <a:buChar char="•"/>
              <a:tabLst>
                <a:tab pos="242570" algn="l"/>
              </a:tabLst>
            </a:pPr>
            <a:r>
              <a:rPr lang="en-US">
                <a:latin typeface="Calibri"/>
                <a:cs typeface="Calibri"/>
              </a:rPr>
              <a:t>It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supports</a:t>
            </a:r>
            <a:r>
              <a:rPr lang="en-US" spc="-1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both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time-</a:t>
            </a:r>
            <a:r>
              <a:rPr lang="en-US">
                <a:latin typeface="Calibri"/>
                <a:cs typeface="Calibri"/>
              </a:rPr>
              <a:t>based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(frequency)</a:t>
            </a:r>
            <a:r>
              <a:rPr lang="en-US" spc="-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data-</a:t>
            </a:r>
            <a:r>
              <a:rPr lang="en-US">
                <a:latin typeface="Calibri"/>
                <a:cs typeface="Calibri"/>
              </a:rPr>
              <a:t>based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triggers,</a:t>
            </a:r>
            <a:endParaRPr lang="en-US">
              <a:latin typeface="Calibri"/>
              <a:cs typeface="Calibri"/>
            </a:endParaRPr>
          </a:p>
          <a:p>
            <a:pPr marL="241300" algn="just">
              <a:lnSpc>
                <a:spcPts val="1825"/>
              </a:lnSpc>
            </a:pPr>
            <a:r>
              <a:rPr lang="en-US">
                <a:latin typeface="Calibri"/>
                <a:cs typeface="Calibri"/>
              </a:rPr>
              <a:t>making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it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versatile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for</a:t>
            </a:r>
            <a:r>
              <a:rPr lang="en-US" spc="-10">
                <a:latin typeface="Calibri"/>
                <a:cs typeface="Calibri"/>
              </a:rPr>
              <a:t> </a:t>
            </a:r>
            <a:r>
              <a:rPr lang="en-US" sz="2400" spc="-10">
                <a:latin typeface="Calibri"/>
                <a:cs typeface="Calibri"/>
              </a:rPr>
              <a:t>different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types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of</a:t>
            </a:r>
            <a:r>
              <a:rPr lang="en-US" spc="-1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big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data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applications.</a:t>
            </a:r>
            <a:endParaRPr lang="en-US">
              <a:latin typeface="Calibri"/>
              <a:cs typeface="Calibri"/>
            </a:endParaRPr>
          </a:p>
          <a:p>
            <a:pPr marL="242570" indent="-229870" algn="just">
              <a:lnSpc>
                <a:spcPct val="100000"/>
              </a:lnSpc>
              <a:spcBef>
                <a:spcPts val="800"/>
              </a:spcBef>
              <a:buFont typeface="Arial MT"/>
              <a:buChar char="•"/>
              <a:tabLst>
                <a:tab pos="242570" algn="l"/>
              </a:tabLst>
            </a:pPr>
            <a:r>
              <a:rPr lang="en-US" b="1">
                <a:latin typeface="Calibri"/>
                <a:cs typeface="Calibri"/>
              </a:rPr>
              <a:t>Main</a:t>
            </a:r>
            <a:r>
              <a:rPr lang="en-US" b="1" spc="-30">
                <a:latin typeface="Calibri"/>
                <a:cs typeface="Calibri"/>
              </a:rPr>
              <a:t> </a:t>
            </a:r>
            <a:r>
              <a:rPr lang="en-US" b="1" spc="-10">
                <a:latin typeface="Calibri"/>
                <a:cs typeface="Calibri"/>
              </a:rPr>
              <a:t>Functions:</a:t>
            </a:r>
            <a:endParaRPr lang="en-US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31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2000" b="1" spc="-10">
                <a:latin typeface="Calibri"/>
                <a:cs typeface="Calibri"/>
              </a:rPr>
              <a:t>Workflow</a:t>
            </a:r>
            <a:r>
              <a:rPr lang="en-US" sz="2000" b="1" spc="-35">
                <a:latin typeface="Calibri"/>
                <a:cs typeface="Calibri"/>
              </a:rPr>
              <a:t> </a:t>
            </a:r>
            <a:r>
              <a:rPr lang="en-US" sz="2000" b="1" spc="-10">
                <a:latin typeface="Calibri"/>
                <a:cs typeface="Calibri"/>
              </a:rPr>
              <a:t>Management</a:t>
            </a:r>
            <a:r>
              <a:rPr lang="en-US" sz="2000" spc="-10">
                <a:latin typeface="Calibri"/>
                <a:cs typeface="Calibri"/>
              </a:rPr>
              <a:t>: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Defines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and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manages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job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sequences.</a:t>
            </a:r>
            <a:endParaRPr lang="en-US" sz="2000">
              <a:latin typeface="Calibri"/>
              <a:cs typeface="Calibri"/>
            </a:endParaRPr>
          </a:p>
          <a:p>
            <a:pPr marL="756285" marR="88900" lvl="1" indent="-287020">
              <a:lnSpc>
                <a:spcPts val="1730"/>
              </a:lnSpc>
              <a:spcBef>
                <a:spcPts val="51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2000" b="1">
                <a:latin typeface="Calibri"/>
                <a:cs typeface="Calibri"/>
              </a:rPr>
              <a:t>Coordination</a:t>
            </a:r>
            <a:r>
              <a:rPr lang="en-US" sz="2000">
                <a:latin typeface="Calibri"/>
                <a:cs typeface="Calibri"/>
              </a:rPr>
              <a:t>:</a:t>
            </a:r>
            <a:r>
              <a:rPr lang="en-US" sz="2000" spc="-1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Manages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job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dependencies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and</a:t>
            </a:r>
            <a:r>
              <a:rPr lang="en-US" sz="2000" spc="-5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schedules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based </a:t>
            </a:r>
            <a:r>
              <a:rPr lang="en-US" sz="2000">
                <a:latin typeface="Calibri"/>
                <a:cs typeface="Calibri"/>
              </a:rPr>
              <a:t>on</a:t>
            </a:r>
            <a:r>
              <a:rPr lang="en-US" sz="2000" spc="-2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time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and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data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availability.</a:t>
            </a:r>
            <a:endParaRPr lang="en-US" sz="2000">
              <a:latin typeface="Calibri"/>
              <a:cs typeface="Calibri"/>
            </a:endParaRPr>
          </a:p>
          <a:p>
            <a:pPr marL="756285" lvl="1" indent="-286385">
              <a:lnSpc>
                <a:spcPct val="100000"/>
              </a:lnSpc>
              <a:spcBef>
                <a:spcPts val="285"/>
              </a:spcBef>
              <a:buFont typeface="Arial MT"/>
              <a:buChar char="•"/>
              <a:tabLst>
                <a:tab pos="756285" algn="l"/>
              </a:tabLst>
            </a:pPr>
            <a:r>
              <a:rPr lang="en-US" sz="2000" b="1">
                <a:latin typeface="Calibri"/>
                <a:cs typeface="Calibri"/>
              </a:rPr>
              <a:t>Retry</a:t>
            </a:r>
            <a:r>
              <a:rPr lang="en-US" sz="2000" b="1" spc="-45">
                <a:latin typeface="Calibri"/>
                <a:cs typeface="Calibri"/>
              </a:rPr>
              <a:t> </a:t>
            </a:r>
            <a:r>
              <a:rPr lang="en-US" sz="2000" b="1">
                <a:latin typeface="Calibri"/>
                <a:cs typeface="Calibri"/>
              </a:rPr>
              <a:t>Mechanism</a:t>
            </a:r>
            <a:r>
              <a:rPr lang="en-US" sz="2000">
                <a:latin typeface="Calibri"/>
                <a:cs typeface="Calibri"/>
              </a:rPr>
              <a:t>: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Automatically</a:t>
            </a:r>
            <a:r>
              <a:rPr lang="en-US" sz="2000" spc="-7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retries</a:t>
            </a:r>
            <a:r>
              <a:rPr lang="en-US" sz="2000" spc="-2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failed</a:t>
            </a:r>
            <a:r>
              <a:rPr lang="en-US" sz="2000" spc="-7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jobs.</a:t>
            </a:r>
            <a:endParaRPr lang="en-US" sz="2000">
              <a:latin typeface="Calibri"/>
              <a:cs typeface="Calibri"/>
            </a:endParaRPr>
          </a:p>
          <a:p>
            <a:pPr marL="241300" marR="215900" indent="-228600" algn="just">
              <a:lnSpc>
                <a:spcPts val="1730"/>
              </a:lnSpc>
              <a:spcBef>
                <a:spcPts val="1019"/>
              </a:spcBef>
              <a:buFont typeface="Arial MT"/>
              <a:buChar char="•"/>
              <a:tabLst>
                <a:tab pos="241300" algn="l"/>
                <a:tab pos="242570" algn="l"/>
              </a:tabLst>
            </a:pPr>
            <a:r>
              <a:rPr lang="en-US">
                <a:latin typeface="Calibri"/>
                <a:cs typeface="Calibri"/>
              </a:rPr>
              <a:t>	</a:t>
            </a:r>
            <a:r>
              <a:rPr lang="en-US" b="1">
                <a:latin typeface="Calibri"/>
                <a:cs typeface="Calibri"/>
              </a:rPr>
              <a:t>Use</a:t>
            </a:r>
            <a:r>
              <a:rPr lang="en-US" b="1" spc="-35">
                <a:latin typeface="Calibri"/>
                <a:cs typeface="Calibri"/>
              </a:rPr>
              <a:t> </a:t>
            </a:r>
            <a:r>
              <a:rPr lang="en-US" b="1">
                <a:latin typeface="Calibri"/>
                <a:cs typeface="Calibri"/>
              </a:rPr>
              <a:t>Cases</a:t>
            </a:r>
            <a:r>
              <a:rPr lang="en-US">
                <a:latin typeface="Calibri"/>
                <a:cs typeface="Calibri"/>
              </a:rPr>
              <a:t>: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ETL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workflows,</a:t>
            </a:r>
            <a:r>
              <a:rPr lang="en-US" spc="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batch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processing,</a:t>
            </a:r>
            <a:r>
              <a:rPr lang="en-US" spc="-1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managing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complex </a:t>
            </a:r>
            <a:r>
              <a:rPr lang="en-US">
                <a:latin typeface="Calibri"/>
                <a:cs typeface="Calibri"/>
              </a:rPr>
              <a:t>job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dependencies.</a:t>
            </a:r>
            <a:endParaRPr lang="en-US">
              <a:latin typeface="Calibri"/>
              <a:cs typeface="Calibri"/>
            </a:endParaRPr>
          </a:p>
          <a:p>
            <a:endParaRPr lang="en-US" sz="28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17949" y="1840371"/>
            <a:ext cx="4553331" cy="153782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761978" y="875151"/>
            <a:ext cx="2233702" cy="570589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5" y="897513"/>
            <a:ext cx="7451245" cy="5482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3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Zookeeper</a:t>
            </a:r>
            <a:endParaRPr sz="28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8485EF-5B2E-B9FA-D743-D618D652D0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5" y="1706007"/>
            <a:ext cx="8007507" cy="4991039"/>
          </a:xfrm>
        </p:spPr>
        <p:txBody>
          <a:bodyPr>
            <a:normAutofit fontScale="92500"/>
          </a:bodyPr>
          <a:lstStyle/>
          <a:p>
            <a:pPr marL="241300" indent="-228600">
              <a:lnSpc>
                <a:spcPts val="2055"/>
              </a:lnSpc>
              <a:spcBef>
                <a:spcPts val="95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Apache</a:t>
            </a:r>
            <a:r>
              <a:rPr lang="en-US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 err="1">
                <a:solidFill>
                  <a:srgbClr val="FF0000"/>
                </a:solidFill>
                <a:latin typeface="Calibri"/>
                <a:cs typeface="Calibri"/>
              </a:rPr>
              <a:t>ZooKeeper</a:t>
            </a:r>
            <a:r>
              <a:rPr lang="en-US" spc="-4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is</a:t>
            </a:r>
            <a:r>
              <a:rPr lang="en-US" spc="-6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a</a:t>
            </a:r>
            <a:r>
              <a:rPr lang="en-US" spc="-4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centralized</a:t>
            </a:r>
            <a:r>
              <a:rPr lang="en-US" spc="-3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service</a:t>
            </a:r>
            <a:r>
              <a:rPr lang="en-US" spc="-5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designed</a:t>
            </a:r>
            <a:r>
              <a:rPr lang="en-US" spc="-25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>
                <a:solidFill>
                  <a:srgbClr val="FF0000"/>
                </a:solidFill>
                <a:latin typeface="Calibri"/>
                <a:cs typeface="Calibri"/>
              </a:rPr>
              <a:t>for</a:t>
            </a:r>
            <a:r>
              <a:rPr lang="en-US" spc="-7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coordinating distributed</a:t>
            </a:r>
            <a:r>
              <a:rPr lang="en-US" spc="-2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10">
                <a:solidFill>
                  <a:srgbClr val="FF0000"/>
                </a:solidFill>
                <a:latin typeface="Calibri"/>
                <a:cs typeface="Calibri"/>
              </a:rPr>
              <a:t>applications.</a:t>
            </a:r>
            <a:endParaRPr lang="en-US">
              <a:solidFill>
                <a:srgbClr val="FF0000"/>
              </a:solidFill>
              <a:latin typeface="Calibri"/>
              <a:cs typeface="Calibri"/>
            </a:endParaRPr>
          </a:p>
          <a:p>
            <a:pPr marL="241300" marR="288290" indent="-229235">
              <a:lnSpc>
                <a:spcPct val="80000"/>
              </a:lnSpc>
              <a:spcBef>
                <a:spcPts val="1000"/>
              </a:spcBef>
              <a:buFont typeface="Arial MT"/>
              <a:buChar char="•"/>
              <a:tabLst>
                <a:tab pos="241300" algn="l"/>
              </a:tabLst>
            </a:pPr>
            <a:r>
              <a:rPr lang="en-US" spc="-10" err="1">
                <a:latin typeface="Calibri"/>
                <a:cs typeface="Calibri"/>
              </a:rPr>
              <a:t>ZooKeeper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plays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critical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role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in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the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Hadoop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ecosystem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other distributed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 spc="-20">
                <a:latin typeface="Calibri"/>
                <a:cs typeface="Calibri"/>
              </a:rPr>
              <a:t>systems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by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helping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maintain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the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distributed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state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 spc="-25">
                <a:latin typeface="Calibri"/>
                <a:cs typeface="Calibri"/>
              </a:rPr>
              <a:t>and </a:t>
            </a:r>
            <a:r>
              <a:rPr lang="en-US">
                <a:latin typeface="Calibri"/>
                <a:cs typeface="Calibri"/>
              </a:rPr>
              <a:t>providing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reliable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way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for</a:t>
            </a:r>
            <a:r>
              <a:rPr lang="en-US" spc="-8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services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7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work</a:t>
            </a:r>
            <a:r>
              <a:rPr lang="en-US" spc="-7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together.</a:t>
            </a:r>
            <a:endParaRPr lang="en-US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50"/>
              </a:spcBef>
            </a:pPr>
            <a:r>
              <a:rPr lang="en-US" b="1">
                <a:latin typeface="Calibri"/>
                <a:cs typeface="Calibri"/>
              </a:rPr>
              <a:t>Key</a:t>
            </a:r>
            <a:r>
              <a:rPr lang="en-US" b="1" spc="-65">
                <a:latin typeface="Calibri"/>
                <a:cs typeface="Calibri"/>
              </a:rPr>
              <a:t> </a:t>
            </a:r>
            <a:r>
              <a:rPr lang="en-US" b="1" spc="-10">
                <a:latin typeface="Calibri"/>
                <a:cs typeface="Calibri"/>
              </a:rPr>
              <a:t>Features</a:t>
            </a:r>
            <a:r>
              <a:rPr lang="en-US" b="1" spc="-65">
                <a:latin typeface="Calibri"/>
                <a:cs typeface="Calibri"/>
              </a:rPr>
              <a:t> </a:t>
            </a:r>
            <a:r>
              <a:rPr lang="en-US" b="1">
                <a:latin typeface="Calibri"/>
                <a:cs typeface="Calibri"/>
              </a:rPr>
              <a:t>of</a:t>
            </a:r>
            <a:r>
              <a:rPr lang="en-US" b="1" spc="-60">
                <a:latin typeface="Calibri"/>
                <a:cs typeface="Calibri"/>
              </a:rPr>
              <a:t> </a:t>
            </a:r>
            <a:r>
              <a:rPr lang="en-US" b="1">
                <a:latin typeface="Calibri"/>
                <a:cs typeface="Calibri"/>
              </a:rPr>
              <a:t>Apache</a:t>
            </a:r>
            <a:r>
              <a:rPr lang="en-US" b="1" spc="-25">
                <a:latin typeface="Calibri"/>
                <a:cs typeface="Calibri"/>
              </a:rPr>
              <a:t> </a:t>
            </a:r>
            <a:r>
              <a:rPr lang="en-US" b="1" spc="-10" err="1">
                <a:latin typeface="Calibri"/>
                <a:cs typeface="Calibri"/>
              </a:rPr>
              <a:t>ZooKeeper</a:t>
            </a:r>
            <a:endParaRPr lang="en-US">
              <a:latin typeface="Calibri"/>
              <a:cs typeface="Calibri"/>
            </a:endParaRPr>
          </a:p>
          <a:p>
            <a:pPr marL="469900" marR="490855" indent="-457834">
              <a:lnSpc>
                <a:spcPts val="1820"/>
              </a:lnSpc>
              <a:spcBef>
                <a:spcPts val="985"/>
              </a:spcBef>
              <a:buAutoNum type="arabicPeriod"/>
              <a:tabLst>
                <a:tab pos="469900" algn="l"/>
              </a:tabLst>
            </a:pPr>
            <a:r>
              <a:rPr lang="en-US" b="1" spc="-10">
                <a:latin typeface="Calibri"/>
                <a:cs typeface="Calibri"/>
              </a:rPr>
              <a:t>Centralized</a:t>
            </a:r>
            <a:r>
              <a:rPr lang="en-US" b="1" spc="-70">
                <a:latin typeface="Calibri"/>
                <a:cs typeface="Calibri"/>
              </a:rPr>
              <a:t> </a:t>
            </a:r>
            <a:r>
              <a:rPr lang="en-US" b="1" spc="-10">
                <a:latin typeface="Calibri"/>
                <a:cs typeface="Calibri"/>
              </a:rPr>
              <a:t>Configuration</a:t>
            </a:r>
            <a:r>
              <a:rPr lang="en-US" b="1" spc="-50">
                <a:latin typeface="Calibri"/>
                <a:cs typeface="Calibri"/>
              </a:rPr>
              <a:t> </a:t>
            </a:r>
            <a:r>
              <a:rPr lang="en-US" b="1" spc="-10">
                <a:latin typeface="Calibri"/>
                <a:cs typeface="Calibri"/>
              </a:rPr>
              <a:t>Management</a:t>
            </a:r>
            <a:r>
              <a:rPr lang="en-US" spc="-10">
                <a:latin typeface="Calibri"/>
                <a:cs typeface="Calibri"/>
              </a:rPr>
              <a:t>: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 spc="-10" err="1">
                <a:latin typeface="Calibri"/>
                <a:cs typeface="Calibri"/>
              </a:rPr>
              <a:t>ZooKeeper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stores configuration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data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in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centralized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 spc="-25">
                <a:latin typeface="Calibri"/>
                <a:cs typeface="Calibri"/>
              </a:rPr>
              <a:t>manner,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allowing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distributed applications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access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modify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configuration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settings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easily.</a:t>
            </a:r>
            <a:endParaRPr lang="en-US">
              <a:latin typeface="Calibri"/>
              <a:cs typeface="Calibri"/>
            </a:endParaRPr>
          </a:p>
          <a:p>
            <a:pPr marL="469900" marR="314960" indent="-457834">
              <a:lnSpc>
                <a:spcPct val="80000"/>
              </a:lnSpc>
              <a:spcBef>
                <a:spcPts val="1019"/>
              </a:spcBef>
              <a:buAutoNum type="arabicPeriod"/>
              <a:tabLst>
                <a:tab pos="469900" algn="l"/>
              </a:tabLst>
            </a:pPr>
            <a:r>
              <a:rPr lang="en-US" b="1">
                <a:latin typeface="Calibri"/>
                <a:cs typeface="Calibri"/>
              </a:rPr>
              <a:t>Naming</a:t>
            </a:r>
            <a:r>
              <a:rPr lang="en-US" b="1" spc="-50">
                <a:latin typeface="Calibri"/>
                <a:cs typeface="Calibri"/>
              </a:rPr>
              <a:t> </a:t>
            </a:r>
            <a:r>
              <a:rPr lang="en-US" b="1">
                <a:latin typeface="Calibri"/>
                <a:cs typeface="Calibri"/>
              </a:rPr>
              <a:t>Service</a:t>
            </a:r>
            <a:r>
              <a:rPr lang="en-US">
                <a:latin typeface="Calibri"/>
                <a:cs typeface="Calibri"/>
              </a:rPr>
              <a:t>: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It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provides </a:t>
            </a:r>
            <a:r>
              <a:rPr lang="en-US">
                <a:latin typeface="Calibri"/>
                <a:cs typeface="Calibri"/>
              </a:rPr>
              <a:t>a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naming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registry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for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distributed </a:t>
            </a:r>
            <a:r>
              <a:rPr lang="en-US">
                <a:latin typeface="Calibri"/>
                <a:cs typeface="Calibri"/>
              </a:rPr>
              <a:t>services,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allowing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them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find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each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other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manage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resources dynamically.</a:t>
            </a:r>
            <a:endParaRPr lang="en-US">
              <a:latin typeface="Calibri"/>
              <a:cs typeface="Calibri"/>
            </a:endParaRPr>
          </a:p>
          <a:p>
            <a:pPr marL="469900" marR="5080" indent="-457834">
              <a:lnSpc>
                <a:spcPct val="80000"/>
              </a:lnSpc>
              <a:spcBef>
                <a:spcPts val="1010"/>
              </a:spcBef>
              <a:buAutoNum type="arabicPeriod"/>
              <a:tabLst>
                <a:tab pos="469900" algn="l"/>
              </a:tabLst>
            </a:pPr>
            <a:r>
              <a:rPr lang="en-US" b="1" spc="-10">
                <a:latin typeface="Calibri"/>
                <a:cs typeface="Calibri"/>
              </a:rPr>
              <a:t>Synchronization</a:t>
            </a:r>
            <a:r>
              <a:rPr lang="en-US" spc="-10">
                <a:latin typeface="Calibri"/>
                <a:cs typeface="Calibri"/>
              </a:rPr>
              <a:t>: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 spc="-10" err="1">
                <a:latin typeface="Calibri"/>
                <a:cs typeface="Calibri"/>
              </a:rPr>
              <a:t>ZooKeeper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helps</a:t>
            </a:r>
            <a:r>
              <a:rPr lang="en-US" spc="-8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synchronize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distributed processes,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ensuring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they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work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in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coordination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without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conflicts.</a:t>
            </a:r>
            <a:endParaRPr lang="en-US">
              <a:latin typeface="Calibri"/>
              <a:cs typeface="Calibri"/>
            </a:endParaRPr>
          </a:p>
          <a:p>
            <a:pPr marL="469900" marR="370205" indent="-457834">
              <a:lnSpc>
                <a:spcPct val="80000"/>
              </a:lnSpc>
              <a:spcBef>
                <a:spcPts val="994"/>
              </a:spcBef>
              <a:buAutoNum type="arabicPeriod"/>
              <a:tabLst>
                <a:tab pos="469900" algn="l"/>
              </a:tabLst>
            </a:pPr>
            <a:r>
              <a:rPr lang="en-US" b="1">
                <a:latin typeface="Calibri"/>
                <a:cs typeface="Calibri"/>
              </a:rPr>
              <a:t>Group</a:t>
            </a:r>
            <a:r>
              <a:rPr lang="en-US" b="1" spc="-45">
                <a:latin typeface="Calibri"/>
                <a:cs typeface="Calibri"/>
              </a:rPr>
              <a:t> </a:t>
            </a:r>
            <a:r>
              <a:rPr lang="en-US" b="1" spc="-10">
                <a:latin typeface="Calibri"/>
                <a:cs typeface="Calibri"/>
              </a:rPr>
              <a:t>Management</a:t>
            </a:r>
            <a:r>
              <a:rPr lang="en-US" spc="-10">
                <a:latin typeface="Calibri"/>
                <a:cs typeface="Calibri"/>
              </a:rPr>
              <a:t>: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Supports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the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creation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management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 spc="-25">
                <a:latin typeface="Calibri"/>
                <a:cs typeface="Calibri"/>
              </a:rPr>
              <a:t>of </a:t>
            </a:r>
            <a:r>
              <a:rPr lang="en-US">
                <a:latin typeface="Calibri"/>
                <a:cs typeface="Calibri"/>
              </a:rPr>
              <a:t>groups,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enabling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services</a:t>
            </a:r>
            <a:r>
              <a:rPr lang="en-US" spc="-7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7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join</a:t>
            </a:r>
            <a:r>
              <a:rPr lang="en-US" spc="-7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7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leave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groups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dynamically.</a:t>
            </a:r>
            <a:endParaRPr lang="en-US">
              <a:latin typeface="Calibri"/>
              <a:cs typeface="Calibri"/>
            </a:endParaRPr>
          </a:p>
          <a:p>
            <a:pPr marL="469900" marR="216535" indent="-457834">
              <a:lnSpc>
                <a:spcPts val="1830"/>
              </a:lnSpc>
              <a:spcBef>
                <a:spcPts val="980"/>
              </a:spcBef>
              <a:buAutoNum type="arabicPeriod"/>
              <a:tabLst>
                <a:tab pos="469900" algn="l"/>
              </a:tabLst>
            </a:pPr>
            <a:r>
              <a:rPr lang="en-US" b="1" spc="-20">
                <a:latin typeface="Calibri"/>
                <a:cs typeface="Calibri"/>
              </a:rPr>
              <a:t>Watchers</a:t>
            </a:r>
            <a:r>
              <a:rPr lang="en-US" spc="-20">
                <a:latin typeface="Calibri"/>
                <a:cs typeface="Calibri"/>
              </a:rPr>
              <a:t>: </a:t>
            </a:r>
            <a:r>
              <a:rPr lang="en-US" spc="-10" err="1">
                <a:latin typeface="Calibri"/>
                <a:cs typeface="Calibri"/>
              </a:rPr>
              <a:t>ZooKeeper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can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set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watchers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on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nodes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get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notified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 spc="-25">
                <a:latin typeface="Calibri"/>
                <a:cs typeface="Calibri"/>
              </a:rPr>
              <a:t>of </a:t>
            </a:r>
            <a:r>
              <a:rPr lang="en-US">
                <a:latin typeface="Calibri"/>
                <a:cs typeface="Calibri"/>
              </a:rPr>
              <a:t>changes,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allowing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applications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react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changes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in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state.</a:t>
            </a:r>
            <a:endParaRPr lang="en-US">
              <a:latin typeface="Calibri"/>
              <a:cs typeface="Calibri"/>
            </a:endParaRPr>
          </a:p>
          <a:p>
            <a:endParaRPr lang="en-US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88373" y="704913"/>
            <a:ext cx="1923585" cy="111671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454113" y="2269363"/>
            <a:ext cx="3454772" cy="231927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4086" y="897513"/>
            <a:ext cx="6906248" cy="548227"/>
          </a:xfrm>
          <a:prstGeom prst="rect">
            <a:avLst/>
          </a:prstGeom>
          <a:solidFill>
            <a:srgbClr val="673379"/>
          </a:solidFill>
        </p:spPr>
        <p:txBody>
          <a:bodyPr vert="horz" wrap="square" lIns="0" tIns="11620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915"/>
              </a:spcBef>
            </a:pPr>
            <a:r>
              <a:rPr sz="2800">
                <a:solidFill>
                  <a:srgbClr val="FFFFFF"/>
                </a:solidFill>
              </a:rPr>
              <a:t>Apache</a:t>
            </a:r>
            <a:r>
              <a:rPr sz="2800" spc="-30">
                <a:solidFill>
                  <a:srgbClr val="FFFFFF"/>
                </a:solidFill>
              </a:rPr>
              <a:t> </a:t>
            </a:r>
            <a:r>
              <a:rPr sz="2800" spc="-10">
                <a:solidFill>
                  <a:srgbClr val="FFFFFF"/>
                </a:solidFill>
              </a:rPr>
              <a:t>Ambari</a:t>
            </a:r>
            <a:endParaRPr sz="280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51CDAE-FE5A-5CF3-E54D-996CD266D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086" y="1706007"/>
            <a:ext cx="6906248" cy="4991039"/>
          </a:xfrm>
        </p:spPr>
        <p:txBody>
          <a:bodyPr>
            <a:normAutofit fontScale="70000" lnSpcReduction="20000"/>
          </a:bodyPr>
          <a:lstStyle/>
          <a:p>
            <a:pPr marL="240665" indent="-227965">
              <a:lnSpc>
                <a:spcPts val="1595"/>
              </a:lnSpc>
              <a:spcBef>
                <a:spcPts val="10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>
                <a:latin typeface="Calibri"/>
                <a:cs typeface="Calibri"/>
              </a:rPr>
              <a:t>Apache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Ambari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is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web-</a:t>
            </a:r>
            <a:r>
              <a:rPr lang="en-US" sz="2000">
                <a:latin typeface="Calibri"/>
                <a:cs typeface="Calibri"/>
              </a:rPr>
              <a:t>based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tool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designed</a:t>
            </a:r>
            <a:r>
              <a:rPr lang="en-US" sz="2000" spc="-2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for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provisioning,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managing,</a:t>
            </a:r>
            <a:r>
              <a:rPr lang="en-US" sz="2000" spc="-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and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monitoring </a:t>
            </a:r>
            <a:r>
              <a:rPr lang="en-US" sz="2000">
                <a:latin typeface="Calibri"/>
                <a:cs typeface="Calibri"/>
              </a:rPr>
              <a:t>Apache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Hadoop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clusters.</a:t>
            </a:r>
            <a:endParaRPr lang="en-US" sz="2000">
              <a:latin typeface="Calibri"/>
              <a:cs typeface="Calibri"/>
            </a:endParaRPr>
          </a:p>
          <a:p>
            <a:pPr marL="240665" marR="369570" indent="-228600">
              <a:lnSpc>
                <a:spcPts val="1510"/>
              </a:lnSpc>
              <a:spcBef>
                <a:spcPts val="103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sz="2000">
                <a:latin typeface="Calibri"/>
                <a:cs typeface="Calibri"/>
              </a:rPr>
              <a:t>It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provides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user-</a:t>
            </a:r>
            <a:r>
              <a:rPr lang="en-US" sz="2000">
                <a:latin typeface="Calibri"/>
                <a:cs typeface="Calibri"/>
              </a:rPr>
              <a:t>friendly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interface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that</a:t>
            </a:r>
            <a:r>
              <a:rPr lang="en-US" sz="2000" spc="-1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simplifies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the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management</a:t>
            </a:r>
            <a:r>
              <a:rPr lang="en-US" sz="2000" spc="-1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of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complex</a:t>
            </a:r>
            <a:r>
              <a:rPr lang="en-US" sz="2000" spc="-1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Hadoop environments,</a:t>
            </a:r>
            <a:r>
              <a:rPr lang="en-US" sz="2000" spc="-2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making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it</a:t>
            </a:r>
            <a:r>
              <a:rPr lang="en-US" sz="2000" spc="-40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easier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for</a:t>
            </a:r>
            <a:r>
              <a:rPr lang="en-US" sz="2000" spc="-5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administrators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and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operators</a:t>
            </a:r>
            <a:r>
              <a:rPr lang="en-US" sz="2000" spc="-4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to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deploy</a:t>
            </a:r>
            <a:r>
              <a:rPr lang="en-US" sz="2000" spc="-1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and</a:t>
            </a:r>
            <a:r>
              <a:rPr lang="en-US" sz="2000" spc="-35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manage various</a:t>
            </a:r>
            <a:r>
              <a:rPr lang="en-US" sz="2000" spc="-2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components </a:t>
            </a:r>
            <a:r>
              <a:rPr lang="en-US" sz="2000">
                <a:latin typeface="Calibri"/>
                <a:cs typeface="Calibri"/>
              </a:rPr>
              <a:t>of</a:t>
            </a:r>
            <a:r>
              <a:rPr lang="en-US" sz="2000" spc="-2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the</a:t>
            </a:r>
            <a:r>
              <a:rPr lang="en-US" sz="2000" spc="-15">
                <a:latin typeface="Calibri"/>
                <a:cs typeface="Calibri"/>
              </a:rPr>
              <a:t> </a:t>
            </a:r>
            <a:r>
              <a:rPr lang="en-US" sz="2000">
                <a:latin typeface="Calibri"/>
                <a:cs typeface="Calibri"/>
              </a:rPr>
              <a:t>Hadoop</a:t>
            </a:r>
            <a:r>
              <a:rPr lang="en-US" sz="2000" spc="-30">
                <a:latin typeface="Calibri"/>
                <a:cs typeface="Calibri"/>
              </a:rPr>
              <a:t> </a:t>
            </a:r>
            <a:r>
              <a:rPr lang="en-US" sz="2000" spc="-10">
                <a:latin typeface="Calibri"/>
                <a:cs typeface="Calibri"/>
              </a:rPr>
              <a:t>ecosystem.</a:t>
            </a:r>
            <a:endParaRPr lang="en-US" sz="20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810"/>
              </a:spcBef>
            </a:pPr>
            <a:r>
              <a:rPr lang="en-US" sz="2000" b="1">
                <a:latin typeface="Calibri"/>
                <a:cs typeface="Calibri"/>
              </a:rPr>
              <a:t>Key</a:t>
            </a:r>
            <a:r>
              <a:rPr lang="en-US" sz="2000" b="1" spc="-35">
                <a:latin typeface="Calibri"/>
                <a:cs typeface="Calibri"/>
              </a:rPr>
              <a:t> </a:t>
            </a:r>
            <a:r>
              <a:rPr lang="en-US" sz="2000" b="1" spc="-10">
                <a:latin typeface="Calibri"/>
                <a:cs typeface="Calibri"/>
              </a:rPr>
              <a:t>Features</a:t>
            </a:r>
            <a:r>
              <a:rPr lang="en-US" sz="2000" b="1" spc="-50">
                <a:latin typeface="Calibri"/>
                <a:cs typeface="Calibri"/>
              </a:rPr>
              <a:t> </a:t>
            </a:r>
            <a:r>
              <a:rPr lang="en-US" sz="2000" b="1">
                <a:latin typeface="Calibri"/>
                <a:cs typeface="Calibri"/>
              </a:rPr>
              <a:t>of</a:t>
            </a:r>
            <a:r>
              <a:rPr lang="en-US" sz="2000" b="1" spc="-30">
                <a:latin typeface="Calibri"/>
                <a:cs typeface="Calibri"/>
              </a:rPr>
              <a:t> </a:t>
            </a:r>
            <a:r>
              <a:rPr lang="en-US" sz="2000" b="1">
                <a:latin typeface="Calibri"/>
                <a:cs typeface="Calibri"/>
              </a:rPr>
              <a:t>Apache</a:t>
            </a:r>
            <a:r>
              <a:rPr lang="en-US" sz="2000" b="1" spc="-45">
                <a:latin typeface="Calibri"/>
                <a:cs typeface="Calibri"/>
              </a:rPr>
              <a:t> </a:t>
            </a:r>
            <a:r>
              <a:rPr lang="en-US" sz="2000" b="1" spc="-10">
                <a:latin typeface="Calibri"/>
                <a:cs typeface="Calibri"/>
              </a:rPr>
              <a:t>Ambari</a:t>
            </a:r>
            <a:endParaRPr lang="en-US" sz="2000">
              <a:latin typeface="Calibri"/>
              <a:cs typeface="Calibri"/>
            </a:endParaRPr>
          </a:p>
          <a:p>
            <a:pPr marL="508000" marR="16510" lvl="1" indent="-227013">
              <a:lnSpc>
                <a:spcPct val="90100"/>
              </a:lnSpc>
              <a:spcBef>
                <a:spcPts val="994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>
                <a:latin typeface="Calibri"/>
                <a:cs typeface="Calibri"/>
              </a:rPr>
              <a:t>Cluster</a:t>
            </a:r>
            <a:r>
              <a:rPr lang="en-US" b="1" spc="-55">
                <a:latin typeface="Calibri"/>
                <a:cs typeface="Calibri"/>
              </a:rPr>
              <a:t> </a:t>
            </a:r>
            <a:r>
              <a:rPr lang="en-US" b="1" spc="-10">
                <a:latin typeface="Calibri"/>
                <a:cs typeface="Calibri"/>
              </a:rPr>
              <a:t>Provisioning</a:t>
            </a:r>
            <a:r>
              <a:rPr lang="en-US" spc="-10">
                <a:latin typeface="Calibri"/>
                <a:cs typeface="Calibri"/>
              </a:rPr>
              <a:t>: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Ambari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simplifies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the</a:t>
            </a:r>
            <a:r>
              <a:rPr lang="en-US" spc="-10">
                <a:latin typeface="Calibri"/>
                <a:cs typeface="Calibri"/>
              </a:rPr>
              <a:t> installation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configuration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of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Hadoop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clusters, </a:t>
            </a:r>
            <a:r>
              <a:rPr lang="en-US">
                <a:latin typeface="Calibri"/>
                <a:cs typeface="Calibri"/>
              </a:rPr>
              <a:t>allowing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users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easily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add</a:t>
            </a:r>
            <a:r>
              <a:rPr lang="en-US" spc="-1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or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remove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nodes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services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through</a:t>
            </a:r>
            <a:r>
              <a:rPr lang="en-US" spc="-1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guided</a:t>
            </a:r>
            <a:r>
              <a:rPr lang="en-US" spc="-1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installation wizard.</a:t>
            </a:r>
            <a:endParaRPr lang="en-US">
              <a:latin typeface="Calibri"/>
              <a:cs typeface="Calibri"/>
            </a:endParaRPr>
          </a:p>
          <a:p>
            <a:pPr marL="508000" marR="292100" lvl="1" indent="-227013">
              <a:lnSpc>
                <a:spcPts val="1510"/>
              </a:lnSpc>
              <a:spcBef>
                <a:spcPts val="103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>
                <a:latin typeface="Calibri"/>
                <a:cs typeface="Calibri"/>
              </a:rPr>
              <a:t>Service</a:t>
            </a:r>
            <a:r>
              <a:rPr lang="en-US" b="1" spc="-45">
                <a:latin typeface="Calibri"/>
                <a:cs typeface="Calibri"/>
              </a:rPr>
              <a:t> </a:t>
            </a:r>
            <a:r>
              <a:rPr lang="en-US" b="1" spc="-10">
                <a:latin typeface="Calibri"/>
                <a:cs typeface="Calibri"/>
              </a:rPr>
              <a:t>Management</a:t>
            </a:r>
            <a:r>
              <a:rPr lang="en-US" spc="-10">
                <a:latin typeface="Calibri"/>
                <a:cs typeface="Calibri"/>
              </a:rPr>
              <a:t>:</a:t>
            </a:r>
            <a:r>
              <a:rPr lang="en-US" spc="-6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Users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can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start,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stop,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restart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various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Hadoop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services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(such</a:t>
            </a:r>
            <a:r>
              <a:rPr lang="en-US" spc="-25">
                <a:latin typeface="Calibri"/>
                <a:cs typeface="Calibri"/>
              </a:rPr>
              <a:t> as </a:t>
            </a:r>
            <a:r>
              <a:rPr lang="en-US">
                <a:latin typeface="Calibri"/>
                <a:cs typeface="Calibri"/>
              </a:rPr>
              <a:t>HDFS,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 spc="-20">
                <a:latin typeface="Calibri"/>
                <a:cs typeface="Calibri"/>
              </a:rPr>
              <a:t>YARN,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Hive,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HBase,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etc.)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through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the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Ambari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interface.</a:t>
            </a:r>
            <a:endParaRPr lang="en-US">
              <a:latin typeface="Calibri"/>
              <a:cs typeface="Calibri"/>
            </a:endParaRPr>
          </a:p>
          <a:p>
            <a:pPr marL="508000" marR="363855" lvl="1" indent="-227013" algn="just">
              <a:lnSpc>
                <a:spcPts val="1510"/>
              </a:lnSpc>
              <a:spcBef>
                <a:spcPts val="100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>
                <a:latin typeface="Calibri"/>
                <a:cs typeface="Calibri"/>
              </a:rPr>
              <a:t>Monitoring</a:t>
            </a:r>
            <a:r>
              <a:rPr lang="en-US" b="1" spc="-55">
                <a:latin typeface="Calibri"/>
                <a:cs typeface="Calibri"/>
              </a:rPr>
              <a:t> </a:t>
            </a:r>
            <a:r>
              <a:rPr lang="en-US" b="1">
                <a:latin typeface="Calibri"/>
                <a:cs typeface="Calibri"/>
              </a:rPr>
              <a:t>and</a:t>
            </a:r>
            <a:r>
              <a:rPr lang="en-US" b="1" spc="-45">
                <a:latin typeface="Calibri"/>
                <a:cs typeface="Calibri"/>
              </a:rPr>
              <a:t> </a:t>
            </a:r>
            <a:r>
              <a:rPr lang="en-US" b="1">
                <a:latin typeface="Calibri"/>
                <a:cs typeface="Calibri"/>
              </a:rPr>
              <a:t>Alerts</a:t>
            </a:r>
            <a:r>
              <a:rPr lang="en-US">
                <a:latin typeface="Calibri"/>
                <a:cs typeface="Calibri"/>
              </a:rPr>
              <a:t>: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Ambari</a:t>
            </a:r>
            <a:r>
              <a:rPr lang="en-US" spc="-1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provides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dashboards </a:t>
            </a:r>
            <a:r>
              <a:rPr lang="en-US">
                <a:latin typeface="Calibri"/>
                <a:cs typeface="Calibri"/>
              </a:rPr>
              <a:t>for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real-</a:t>
            </a:r>
            <a:r>
              <a:rPr lang="en-US">
                <a:latin typeface="Calibri"/>
                <a:cs typeface="Calibri"/>
              </a:rPr>
              <a:t>time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monitoring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of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cluster 	</a:t>
            </a:r>
            <a:r>
              <a:rPr lang="en-US">
                <a:latin typeface="Calibri"/>
                <a:cs typeface="Calibri"/>
              </a:rPr>
              <a:t>health,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service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metrics,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resource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usage.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It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also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supports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setting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up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alerts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for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various 	cluster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events</a:t>
            </a:r>
            <a:r>
              <a:rPr lang="en-US">
                <a:latin typeface="Calibri"/>
                <a:cs typeface="Calibri"/>
              </a:rPr>
              <a:t> or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metrics.</a:t>
            </a:r>
            <a:endParaRPr lang="en-US">
              <a:latin typeface="Calibri"/>
              <a:cs typeface="Calibri"/>
            </a:endParaRPr>
          </a:p>
          <a:p>
            <a:pPr marL="508000" marR="325755" lvl="1" indent="-227013" algn="just">
              <a:lnSpc>
                <a:spcPts val="1510"/>
              </a:lnSpc>
              <a:spcBef>
                <a:spcPts val="1000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 spc="-10">
                <a:latin typeface="Calibri"/>
                <a:cs typeface="Calibri"/>
              </a:rPr>
              <a:t>Configuration</a:t>
            </a:r>
            <a:r>
              <a:rPr lang="en-US" b="1" spc="-65">
                <a:latin typeface="Calibri"/>
                <a:cs typeface="Calibri"/>
              </a:rPr>
              <a:t> </a:t>
            </a:r>
            <a:r>
              <a:rPr lang="en-US" b="1" spc="-10">
                <a:latin typeface="Calibri"/>
                <a:cs typeface="Calibri"/>
              </a:rPr>
              <a:t>Management</a:t>
            </a:r>
            <a:r>
              <a:rPr lang="en-US" spc="-10">
                <a:latin typeface="Calibri"/>
                <a:cs typeface="Calibri"/>
              </a:rPr>
              <a:t>:</a:t>
            </a:r>
            <a:r>
              <a:rPr lang="en-US" spc="-5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It</a:t>
            </a:r>
            <a:r>
              <a:rPr lang="en-US" spc="-1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allows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for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easy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management</a:t>
            </a:r>
            <a:r>
              <a:rPr lang="en-US" spc="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of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configuration settings</a:t>
            </a:r>
            <a:r>
              <a:rPr lang="en-US" spc="5">
                <a:latin typeface="Calibri"/>
                <a:cs typeface="Calibri"/>
              </a:rPr>
              <a:t> </a:t>
            </a:r>
            <a:r>
              <a:rPr lang="en-US" spc="-25">
                <a:latin typeface="Calibri"/>
                <a:cs typeface="Calibri"/>
              </a:rPr>
              <a:t>for 	</a:t>
            </a:r>
            <a:r>
              <a:rPr lang="en-US">
                <a:latin typeface="Calibri"/>
                <a:cs typeface="Calibri"/>
              </a:rPr>
              <a:t>Hadoop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services,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including</a:t>
            </a:r>
            <a:r>
              <a:rPr lang="en-US" spc="-1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the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ability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3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apply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configurations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in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centralized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manner.</a:t>
            </a:r>
            <a:endParaRPr lang="en-US">
              <a:latin typeface="Calibri"/>
              <a:cs typeface="Calibri"/>
            </a:endParaRPr>
          </a:p>
          <a:p>
            <a:pPr marL="508000" marR="5080" lvl="1" indent="-227013">
              <a:lnSpc>
                <a:spcPts val="1510"/>
              </a:lnSpc>
              <a:spcBef>
                <a:spcPts val="101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>
                <a:latin typeface="Calibri"/>
                <a:cs typeface="Calibri"/>
              </a:rPr>
              <a:t>User</a:t>
            </a:r>
            <a:r>
              <a:rPr lang="en-US" b="1" spc="-40">
                <a:latin typeface="Calibri"/>
                <a:cs typeface="Calibri"/>
              </a:rPr>
              <a:t> </a:t>
            </a:r>
            <a:r>
              <a:rPr lang="en-US" b="1" spc="-10">
                <a:latin typeface="Calibri"/>
                <a:cs typeface="Calibri"/>
              </a:rPr>
              <a:t>Management</a:t>
            </a:r>
            <a:r>
              <a:rPr lang="en-US" spc="-10">
                <a:latin typeface="Calibri"/>
                <a:cs typeface="Calibri"/>
              </a:rPr>
              <a:t>: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Administrators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can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manage</a:t>
            </a:r>
            <a:r>
              <a:rPr lang="en-US" spc="-1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users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their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permissions,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ensuring</a:t>
            </a:r>
            <a:r>
              <a:rPr lang="en-US" spc="-1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secure </a:t>
            </a:r>
            <a:r>
              <a:rPr lang="en-US">
                <a:latin typeface="Calibri"/>
                <a:cs typeface="Calibri"/>
              </a:rPr>
              <a:t>access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to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cluster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resources</a:t>
            </a:r>
            <a:r>
              <a:rPr lang="en-US" spc="-5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configurations.</a:t>
            </a:r>
            <a:endParaRPr lang="en-US">
              <a:latin typeface="Calibri"/>
              <a:cs typeface="Calibri"/>
            </a:endParaRPr>
          </a:p>
          <a:p>
            <a:pPr marL="508000" marR="313690" lvl="1" indent="-227013" algn="just">
              <a:lnSpc>
                <a:spcPct val="90100"/>
              </a:lnSpc>
              <a:spcBef>
                <a:spcPts val="975"/>
              </a:spcBef>
              <a:buFont typeface="Arial MT"/>
              <a:buChar char="•"/>
              <a:tabLst>
                <a:tab pos="240665" algn="l"/>
              </a:tabLst>
            </a:pPr>
            <a:r>
              <a:rPr lang="en-US" b="1" spc="-10">
                <a:latin typeface="Calibri"/>
                <a:cs typeface="Calibri"/>
              </a:rPr>
              <a:t>Integration</a:t>
            </a:r>
            <a:r>
              <a:rPr lang="en-US" b="1" spc="-40">
                <a:latin typeface="Calibri"/>
                <a:cs typeface="Calibri"/>
              </a:rPr>
              <a:t> </a:t>
            </a:r>
            <a:r>
              <a:rPr lang="en-US" b="1">
                <a:latin typeface="Calibri"/>
                <a:cs typeface="Calibri"/>
              </a:rPr>
              <a:t>with</a:t>
            </a:r>
            <a:r>
              <a:rPr lang="en-US" b="1" spc="-65">
                <a:latin typeface="Calibri"/>
                <a:cs typeface="Calibri"/>
              </a:rPr>
              <a:t> </a:t>
            </a:r>
            <a:r>
              <a:rPr lang="en-US" b="1">
                <a:latin typeface="Calibri"/>
                <a:cs typeface="Calibri"/>
              </a:rPr>
              <a:t>Ambari</a:t>
            </a:r>
            <a:r>
              <a:rPr lang="en-US" b="1" spc="-35">
                <a:latin typeface="Calibri"/>
                <a:cs typeface="Calibri"/>
              </a:rPr>
              <a:t> </a:t>
            </a:r>
            <a:r>
              <a:rPr lang="en-US" b="1">
                <a:latin typeface="Calibri"/>
                <a:cs typeface="Calibri"/>
              </a:rPr>
              <a:t>Metrics</a:t>
            </a:r>
            <a:r>
              <a:rPr lang="en-US" b="1" spc="-40">
                <a:latin typeface="Calibri"/>
                <a:cs typeface="Calibri"/>
              </a:rPr>
              <a:t> </a:t>
            </a:r>
            <a:r>
              <a:rPr lang="en-US" b="1">
                <a:latin typeface="Calibri"/>
                <a:cs typeface="Calibri"/>
              </a:rPr>
              <a:t>and</a:t>
            </a:r>
            <a:r>
              <a:rPr lang="en-US" b="1" spc="-50">
                <a:latin typeface="Calibri"/>
                <a:cs typeface="Calibri"/>
              </a:rPr>
              <a:t> </a:t>
            </a:r>
            <a:r>
              <a:rPr lang="en-US" b="1">
                <a:latin typeface="Calibri"/>
                <a:cs typeface="Calibri"/>
              </a:rPr>
              <a:t>Alerts</a:t>
            </a:r>
            <a:r>
              <a:rPr lang="en-US">
                <a:latin typeface="Calibri"/>
                <a:cs typeface="Calibri"/>
              </a:rPr>
              <a:t>: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Supports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the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collection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and</a:t>
            </a:r>
            <a:r>
              <a:rPr lang="en-US" spc="-2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visualization </a:t>
            </a:r>
            <a:r>
              <a:rPr lang="en-US" spc="-25">
                <a:latin typeface="Calibri"/>
                <a:cs typeface="Calibri"/>
              </a:rPr>
              <a:t>of 	</a:t>
            </a:r>
            <a:r>
              <a:rPr lang="en-US">
                <a:latin typeface="Calibri"/>
                <a:cs typeface="Calibri"/>
              </a:rPr>
              <a:t>metrics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from</a:t>
            </a:r>
            <a:r>
              <a:rPr lang="en-US" spc="-6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different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Hadoop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components,</a:t>
            </a:r>
            <a:r>
              <a:rPr lang="en-US" spc="-30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allowing</a:t>
            </a:r>
            <a:r>
              <a:rPr lang="en-US" spc="-45">
                <a:latin typeface="Calibri"/>
                <a:cs typeface="Calibri"/>
              </a:rPr>
              <a:t> </a:t>
            </a:r>
            <a:r>
              <a:rPr lang="en-US">
                <a:latin typeface="Calibri"/>
                <a:cs typeface="Calibri"/>
              </a:rPr>
              <a:t>for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comprehensive</a:t>
            </a:r>
            <a:r>
              <a:rPr lang="en-US" spc="-25">
                <a:latin typeface="Calibri"/>
                <a:cs typeface="Calibri"/>
              </a:rPr>
              <a:t> </a:t>
            </a:r>
            <a:r>
              <a:rPr lang="en-US" spc="-10">
                <a:latin typeface="Calibri"/>
                <a:cs typeface="Calibri"/>
              </a:rPr>
              <a:t>monitoring</a:t>
            </a:r>
            <a:r>
              <a:rPr lang="en-US" spc="-40">
                <a:latin typeface="Calibri"/>
                <a:cs typeface="Calibri"/>
              </a:rPr>
              <a:t> </a:t>
            </a:r>
            <a:r>
              <a:rPr lang="en-US" spc="-25">
                <a:latin typeface="Calibri"/>
                <a:cs typeface="Calibri"/>
              </a:rPr>
              <a:t>and 	</a:t>
            </a:r>
            <a:r>
              <a:rPr lang="en-US" spc="-10">
                <a:latin typeface="Calibri"/>
                <a:cs typeface="Calibri"/>
              </a:rPr>
              <a:t>alerting.</a:t>
            </a:r>
            <a:endParaRPr lang="en-US">
              <a:latin typeface="Calibri"/>
              <a:cs typeface="Calibri"/>
            </a:endParaRPr>
          </a:p>
          <a:p>
            <a:endParaRPr lang="en-US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33570" y="1009268"/>
            <a:ext cx="1234318" cy="507244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79131" y="1705991"/>
            <a:ext cx="4743196" cy="2986531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695942" y="4455887"/>
            <a:ext cx="2871943" cy="212046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B076E-5F79-27B6-B774-38C83230B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Hadoop Components Summary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C6206C-8193-A125-EB18-48C260C84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655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498DF-D91B-3039-6A35-B1D5FAB6D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Calibri Light"/>
                <a:cs typeface="Calibri Light"/>
              </a:rPr>
              <a:t>Other Hadoop Components</a:t>
            </a:r>
            <a:endParaRPr lang="en-US" dirty="0" err="1"/>
          </a:p>
        </p:txBody>
      </p:sp>
      <p:graphicFrame>
        <p:nvGraphicFramePr>
          <p:cNvPr id="82" name="Content Placeholder 81">
            <a:extLst>
              <a:ext uri="{FF2B5EF4-FFF2-40B4-BE49-F238E27FC236}">
                <a16:creationId xmlns:a16="http://schemas.microsoft.com/office/drawing/2014/main" id="{135E2F87-A441-0139-1576-BC186FCA12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5476034"/>
              </p:ext>
            </p:extLst>
          </p:nvPr>
        </p:nvGraphicFramePr>
        <p:xfrm>
          <a:off x="284163" y="1706563"/>
          <a:ext cx="11069634" cy="414528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2771588">
                  <a:extLst>
                    <a:ext uri="{9D8B030D-6E8A-4147-A177-3AD203B41FA5}">
                      <a16:colId xmlns:a16="http://schemas.microsoft.com/office/drawing/2014/main" val="2092172446"/>
                    </a:ext>
                  </a:extLst>
                </a:gridCol>
                <a:gridCol w="8298046">
                  <a:extLst>
                    <a:ext uri="{9D8B030D-6E8A-4147-A177-3AD203B41FA5}">
                      <a16:colId xmlns:a16="http://schemas.microsoft.com/office/drawing/2014/main" val="252398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Category / Component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Description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6880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Storage Components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7041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HDFS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Distributed file system for scalable and fault-tolerant data storage.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498994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HBase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NoSQL database for real-time read/write access to large datasets.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69054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Phoenix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SQL layer on top of HBase for low-latency OLTP and analytics.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98761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Batch Processing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91922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MapReduce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Traditional batch processing model for parallel computation on large data.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4407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Tez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DAG-based execution engine; faster alternative to MapReduce.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7948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Hive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SQL-like interface for querying large datasets, often runs on Tez or Spark.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0039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Pig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Dataflow scripting platform using Pig Latin for batch data processing.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42877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Real-Time / Stream Processing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64672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Spark Streaming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Micro-batch stream processing engine within Apache Spark.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922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Flink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True stream processing engine with high throughput and low latency.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83120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Storm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Distributed real-time computation system for event-driven processing.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545785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Data Ingestion &amp; Integration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40458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Sqoop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Imports/exports structured data between Hadoop and relational databases.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11853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Flume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Collects and transports large volumes of log or event data.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3283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5661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EC68E-1A8B-E467-8D3D-CE5781298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8BFAD-F7FC-EB4E-DB73-D0B4611BA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Calibri Light"/>
                <a:cs typeface="Calibri Light"/>
              </a:rPr>
              <a:t>Other Hadoop Components</a:t>
            </a:r>
            <a:endParaRPr lang="en-US" dirty="0" err="1"/>
          </a:p>
        </p:txBody>
      </p:sp>
      <p:graphicFrame>
        <p:nvGraphicFramePr>
          <p:cNvPr id="82" name="Content Placeholder 81">
            <a:extLst>
              <a:ext uri="{FF2B5EF4-FFF2-40B4-BE49-F238E27FC236}">
                <a16:creationId xmlns:a16="http://schemas.microsoft.com/office/drawing/2014/main" id="{E61DA268-6635-1C98-1674-A7AD4D8991C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24943444"/>
              </p:ext>
            </p:extLst>
          </p:nvPr>
        </p:nvGraphicFramePr>
        <p:xfrm>
          <a:off x="284163" y="1706563"/>
          <a:ext cx="11069635" cy="4876800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2786529">
                  <a:extLst>
                    <a:ext uri="{9D8B030D-6E8A-4147-A177-3AD203B41FA5}">
                      <a16:colId xmlns:a16="http://schemas.microsoft.com/office/drawing/2014/main" val="2092172446"/>
                    </a:ext>
                  </a:extLst>
                </a:gridCol>
                <a:gridCol w="8283106">
                  <a:extLst>
                    <a:ext uri="{9D8B030D-6E8A-4147-A177-3AD203B41FA5}">
                      <a16:colId xmlns:a16="http://schemas.microsoft.com/office/drawing/2014/main" val="252398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Category / Component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Description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6880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Security &amp; Governance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65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Ranger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Centralized security for authorization, policies, and auditing.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4146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Knox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Gateway that provides perimeter security and REST API access to Hadoop.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50445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Atlas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Metadata management and data governance framework.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26004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Machine Learning &amp; Search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654528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Mahout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Scalable machine learning library for classification, clustering, etc.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5469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 err="1"/>
                        <a:t>Solr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Enterprise search platform; supports full-text search on Hadoop data.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46218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Cluster Coordination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4539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YARN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Resource management layer for job scheduling and cluster resource utilization.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8765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Zookeeper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Coordination service for configuration, synchronization, and leader election.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82057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Serialization &amp; File Formats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65576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Avro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Row-based data serialization framework with schema support.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3502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Parquet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Columnar storage format optimized for performance and compression.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3076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ORC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Columnar storage format optimized for Hive; enables efficient querying.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3445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UI, Workflow &amp; Dev Tools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945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Oozie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Workflow scheduler to orchestrate complex Hadoop jobs.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1197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Ambari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Web UI for provisioning, monitoring, and managing Hadoop clusters.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229722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Hue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Web-based user interface for querying and interacting with Hadoop tools.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4158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000" dirty="0"/>
                        <a:t>Zeppelin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Interactive data analytics notebook that supports Spark, SQL, and more.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362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2975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3833</Words>
  <Application>Microsoft Office PowerPoint</Application>
  <PresentationFormat>Widescreen</PresentationFormat>
  <Paragraphs>411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Aptos</vt:lpstr>
      <vt:lpstr>Arial</vt:lpstr>
      <vt:lpstr>Arial MT</vt:lpstr>
      <vt:lpstr>Calibri</vt:lpstr>
      <vt:lpstr>Calibri Light</vt:lpstr>
      <vt:lpstr>Symbol</vt:lpstr>
      <vt:lpstr>Times New Roman</vt:lpstr>
      <vt:lpstr>Office Theme</vt:lpstr>
      <vt:lpstr>307401 Big Data and Data Warehouses</vt:lpstr>
      <vt:lpstr>Types of Processing in Computing</vt:lpstr>
      <vt:lpstr>Speedup Concept</vt:lpstr>
      <vt:lpstr>Introduction to Hadoop</vt:lpstr>
      <vt:lpstr>History of Hadoop</vt:lpstr>
      <vt:lpstr>Hadoop Echo System</vt:lpstr>
      <vt:lpstr>HDFS – Hadoop Distributed File System</vt:lpstr>
      <vt:lpstr>YARN, Yet Another Resource Negotiator</vt:lpstr>
      <vt:lpstr>MapReduce</vt:lpstr>
      <vt:lpstr>Real-World Use Case: Log Analysis for Ad Click Fraud Detection</vt:lpstr>
      <vt:lpstr>Apache Hive</vt:lpstr>
      <vt:lpstr>Real-World Use Case: Marketing Campaign Analysis</vt:lpstr>
      <vt:lpstr>Apache PIG – High Level SQL Like Language on top of Hadoop</vt:lpstr>
      <vt:lpstr>Real-World Use Case: Web Log Processing for User Behavior Analysis</vt:lpstr>
      <vt:lpstr>Apache HBase - Distributed Database on top of Hadoop</vt:lpstr>
      <vt:lpstr>Insert Data in HBase</vt:lpstr>
      <vt:lpstr>HBase Internal Row Data Shape </vt:lpstr>
      <vt:lpstr>Real-World Use Case: Messaging Platform – Real-Time Message Storage &amp; Retrieval</vt:lpstr>
      <vt:lpstr>HBase vs Relational DB</vt:lpstr>
      <vt:lpstr>Apache Spark</vt:lpstr>
      <vt:lpstr>Apache Kafka – Messaging System</vt:lpstr>
      <vt:lpstr>Real-World Use Case: Real-Time Fraud Detection in Banking</vt:lpstr>
      <vt:lpstr>Apache Oozie</vt:lpstr>
      <vt:lpstr>Apache Zookeeper</vt:lpstr>
      <vt:lpstr>Apache Ambari</vt:lpstr>
      <vt:lpstr>Hadoop Components Summary</vt:lpstr>
      <vt:lpstr>Other Hadoop Components</vt:lpstr>
      <vt:lpstr>Other Hadoop Components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 Distribution Functions</dc:title>
  <dc:creator>Mohammed Fasha</dc:creator>
  <cp:lastModifiedBy>Mohammed Fasha</cp:lastModifiedBy>
  <cp:revision>111</cp:revision>
  <dcterms:created xsi:type="dcterms:W3CDTF">2023-03-26T11:17:23Z</dcterms:created>
  <dcterms:modified xsi:type="dcterms:W3CDTF">2025-03-23T08:12:53Z</dcterms:modified>
</cp:coreProperties>
</file>