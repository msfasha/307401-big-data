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83" r:id="rId3"/>
    <p:sldId id="284" r:id="rId4"/>
    <p:sldId id="257" r:id="rId5"/>
    <p:sldId id="258" r:id="rId6"/>
    <p:sldId id="260" r:id="rId7"/>
    <p:sldId id="263" r:id="rId8"/>
    <p:sldId id="264" r:id="rId9"/>
    <p:sldId id="265" r:id="rId10"/>
    <p:sldId id="314" r:id="rId11"/>
    <p:sldId id="268" r:id="rId12"/>
    <p:sldId id="327" r:id="rId13"/>
    <p:sldId id="270" r:id="rId14"/>
    <p:sldId id="329" r:id="rId15"/>
    <p:sldId id="272" r:id="rId16"/>
    <p:sldId id="321" r:id="rId17"/>
    <p:sldId id="335" r:id="rId18"/>
    <p:sldId id="328" r:id="rId19"/>
    <p:sldId id="322" r:id="rId20"/>
    <p:sldId id="274" r:id="rId21"/>
    <p:sldId id="330" r:id="rId22"/>
    <p:sldId id="278" r:id="rId23"/>
    <p:sldId id="336" r:id="rId24"/>
    <p:sldId id="337" r:id="rId25"/>
    <p:sldId id="338" r:id="rId26"/>
    <p:sldId id="339" r:id="rId27"/>
    <p:sldId id="340" r:id="rId28"/>
    <p:sldId id="341" r:id="rId29"/>
    <p:sldId id="342" r:id="rId30"/>
    <p:sldId id="280" r:id="rId31"/>
    <p:sldId id="281" r:id="rId32"/>
    <p:sldId id="282" r:id="rId33"/>
    <p:sldId id="325" r:id="rId34"/>
    <p:sldId id="323" r:id="rId35"/>
    <p:sldId id="324" r:id="rId36"/>
    <p:sldId id="334" r:id="rId37"/>
    <p:sldId id="332" r:id="rId38"/>
    <p:sldId id="33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9" Type="http://schemas.openxmlformats.org/officeDocument/2006/relationships/slide" Target="slides/slide38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34" Type="http://schemas.openxmlformats.org/officeDocument/2006/relationships/slide" Target="slides/slide33.xml" /><Relationship Id="rId42" Type="http://schemas.openxmlformats.org/officeDocument/2006/relationships/presProps" Target="presProps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slide" Target="slides/slide37.xml" /><Relationship Id="rId46" Type="http://schemas.microsoft.com/office/2016/11/relationships/changesInfo" Target="changesInfos/changesInfo1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29" Type="http://schemas.openxmlformats.org/officeDocument/2006/relationships/slide" Target="slides/slide28.xml" /><Relationship Id="rId41" Type="http://schemas.openxmlformats.org/officeDocument/2006/relationships/commentAuthors" Target="commentAuthor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slide" Target="slides/slide36.xml" /><Relationship Id="rId40" Type="http://schemas.openxmlformats.org/officeDocument/2006/relationships/notesMaster" Target="notesMasters/notesMaster1.xml" /><Relationship Id="rId45" Type="http://schemas.openxmlformats.org/officeDocument/2006/relationships/tableStyles" Target="tableStyles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slide" Target="slides/slide35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31" Type="http://schemas.openxmlformats.org/officeDocument/2006/relationships/slide" Target="slides/slide30.xml" /><Relationship Id="rId44" Type="http://schemas.openxmlformats.org/officeDocument/2006/relationships/theme" Target="theme/theme1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Relationship Id="rId43" Type="http://schemas.openxmlformats.org/officeDocument/2006/relationships/viewProps" Target="viewProps.xml" 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12C0646C-DE2C-4492-8B53-5F65EF722386}"/>
    <pc:docChg chg="undo redo custSel addSld delSld modSld sldOrd">
      <pc:chgData name="Mohammed Fasha" userId="cc64f42d-a1a6-4f08-b97b-0c37f877119f" providerId="ADAL" clId="{12C0646C-DE2C-4492-8B53-5F65EF722386}" dt="2025-03-19T09:12:33.880" v="390" actId="2696"/>
      <pc:docMkLst>
        <pc:docMk/>
      </pc:docMkLst>
      <pc:sldChg chg="modSp mod">
        <pc:chgData name="Mohammed Fasha" userId="cc64f42d-a1a6-4f08-b97b-0c37f877119f" providerId="ADAL" clId="{12C0646C-DE2C-4492-8B53-5F65EF722386}" dt="2025-03-17T10:03:21.731" v="170" actId="1076"/>
        <pc:sldMkLst>
          <pc:docMk/>
          <pc:sldMk cId="0" sldId="263"/>
        </pc:sldMkLst>
        <pc:spChg chg="mod">
          <ac:chgData name="Mohammed Fasha" userId="cc64f42d-a1a6-4f08-b97b-0c37f877119f" providerId="ADAL" clId="{12C0646C-DE2C-4492-8B53-5F65EF722386}" dt="2025-03-17T10:03:20.378" v="169" actId="14100"/>
          <ac:spMkLst>
            <pc:docMk/>
            <pc:sldMk cId="0" sldId="263"/>
            <ac:spMk id="2" creationId="{00000000-0000-0000-0000-000000000000}"/>
          </ac:spMkLst>
        </pc:spChg>
        <pc:picChg chg="mod">
          <ac:chgData name="Mohammed Fasha" userId="cc64f42d-a1a6-4f08-b97b-0c37f877119f" providerId="ADAL" clId="{12C0646C-DE2C-4492-8B53-5F65EF722386}" dt="2025-03-17T10:03:21.731" v="170" actId="1076"/>
          <ac:picMkLst>
            <pc:docMk/>
            <pc:sldMk cId="0" sldId="263"/>
            <ac:picMk id="5" creationId="{00000000-0000-0000-0000-000000000000}"/>
          </ac:picMkLst>
        </pc:picChg>
      </pc:sldChg>
      <pc:sldChg chg="ord">
        <pc:chgData name="Mohammed Fasha" userId="cc64f42d-a1a6-4f08-b97b-0c37f877119f" providerId="ADAL" clId="{12C0646C-DE2C-4492-8B53-5F65EF722386}" dt="2025-03-16T08:15:00.148" v="1"/>
        <pc:sldMkLst>
          <pc:docMk/>
          <pc:sldMk cId="0" sldId="264"/>
        </pc:sldMkLst>
      </pc:sldChg>
      <pc:sldChg chg="modSp mod">
        <pc:chgData name="Mohammed Fasha" userId="cc64f42d-a1a6-4f08-b97b-0c37f877119f" providerId="ADAL" clId="{12C0646C-DE2C-4492-8B53-5F65EF722386}" dt="2025-03-17T10:03:35.983" v="172" actId="1076"/>
        <pc:sldMkLst>
          <pc:docMk/>
          <pc:sldMk cId="0" sldId="265"/>
        </pc:sldMkLst>
        <pc:spChg chg="mod">
          <ac:chgData name="Mohammed Fasha" userId="cc64f42d-a1a6-4f08-b97b-0c37f877119f" providerId="ADAL" clId="{12C0646C-DE2C-4492-8B53-5F65EF722386}" dt="2025-03-17T10:03:33.931" v="171" actId="14100"/>
          <ac:spMkLst>
            <pc:docMk/>
            <pc:sldMk cId="0" sldId="265"/>
            <ac:spMk id="3" creationId="{00000000-0000-0000-0000-000000000000}"/>
          </ac:spMkLst>
        </pc:spChg>
        <pc:picChg chg="mod">
          <ac:chgData name="Mohammed Fasha" userId="cc64f42d-a1a6-4f08-b97b-0c37f877119f" providerId="ADAL" clId="{12C0646C-DE2C-4492-8B53-5F65EF722386}" dt="2025-03-17T10:03:35.983" v="172" actId="1076"/>
          <ac:picMkLst>
            <pc:docMk/>
            <pc:sldMk cId="0" sldId="265"/>
            <ac:picMk id="2" creationId="{00000000-0000-0000-0000-000000000000}"/>
          </ac:picMkLst>
        </pc:picChg>
      </pc:sldChg>
      <pc:sldChg chg="del">
        <pc:chgData name="Mohammed Fasha" userId="cc64f42d-a1a6-4f08-b97b-0c37f877119f" providerId="ADAL" clId="{12C0646C-DE2C-4492-8B53-5F65EF722386}" dt="2025-03-17T09:03:29.846" v="2" actId="2696"/>
        <pc:sldMkLst>
          <pc:docMk/>
          <pc:sldMk cId="0" sldId="266"/>
        </pc:sldMkLst>
      </pc:sldChg>
      <pc:sldChg chg="add">
        <pc:chgData name="Mohammed Fasha" userId="cc64f42d-a1a6-4f08-b97b-0c37f877119f" providerId="ADAL" clId="{12C0646C-DE2C-4492-8B53-5F65EF722386}" dt="2025-03-17T09:05:51.748" v="7"/>
        <pc:sldMkLst>
          <pc:docMk/>
          <pc:sldMk cId="2051082680" sldId="266"/>
        </pc:sldMkLst>
      </pc:sldChg>
      <pc:sldChg chg="modSp mod">
        <pc:chgData name="Mohammed Fasha" userId="cc64f42d-a1a6-4f08-b97b-0c37f877119f" providerId="ADAL" clId="{12C0646C-DE2C-4492-8B53-5F65EF722386}" dt="2025-03-17T09:09:25.710" v="105" actId="207"/>
        <pc:sldMkLst>
          <pc:docMk/>
          <pc:sldMk cId="0" sldId="268"/>
        </pc:sldMkLst>
        <pc:spChg chg="mod">
          <ac:chgData name="Mohammed Fasha" userId="cc64f42d-a1a6-4f08-b97b-0c37f877119f" providerId="ADAL" clId="{12C0646C-DE2C-4492-8B53-5F65EF722386}" dt="2025-03-17T09:09:25.710" v="105" actId="207"/>
          <ac:spMkLst>
            <pc:docMk/>
            <pc:sldMk cId="0" sldId="268"/>
            <ac:spMk id="5" creationId="{606C1567-AF39-CAED-E122-5F02B98CB8E2}"/>
          </ac:spMkLst>
        </pc:spChg>
      </pc:sldChg>
      <pc:sldChg chg="modSp mod">
        <pc:chgData name="Mohammed Fasha" userId="cc64f42d-a1a6-4f08-b97b-0c37f877119f" providerId="ADAL" clId="{12C0646C-DE2C-4492-8B53-5F65EF722386}" dt="2025-03-17T09:09:14.766" v="104" actId="207"/>
        <pc:sldMkLst>
          <pc:docMk/>
          <pc:sldMk cId="0" sldId="270"/>
        </pc:sldMkLst>
        <pc:spChg chg="mod">
          <ac:chgData name="Mohammed Fasha" userId="cc64f42d-a1a6-4f08-b97b-0c37f877119f" providerId="ADAL" clId="{12C0646C-DE2C-4492-8B53-5F65EF722386}" dt="2025-03-17T09:09:14.766" v="104" actId="207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Mohammed Fasha" userId="cc64f42d-a1a6-4f08-b97b-0c37f877119f" providerId="ADAL" clId="{12C0646C-DE2C-4492-8B53-5F65EF722386}" dt="2025-03-17T09:09:57.093" v="106" actId="207"/>
        <pc:sldMkLst>
          <pc:docMk/>
          <pc:sldMk cId="0" sldId="272"/>
        </pc:sldMkLst>
        <pc:spChg chg="mod">
          <ac:chgData name="Mohammed Fasha" userId="cc64f42d-a1a6-4f08-b97b-0c37f877119f" providerId="ADAL" clId="{12C0646C-DE2C-4492-8B53-5F65EF722386}" dt="2025-03-17T09:09:57.093" v="106" actId="207"/>
          <ac:spMkLst>
            <pc:docMk/>
            <pc:sldMk cId="0" sldId="272"/>
            <ac:spMk id="7" creationId="{BD008676-47C8-D88A-CD4A-65BB83D57162}"/>
          </ac:spMkLst>
        </pc:spChg>
      </pc:sldChg>
      <pc:sldChg chg="modSp mod">
        <pc:chgData name="Mohammed Fasha" userId="cc64f42d-a1a6-4f08-b97b-0c37f877119f" providerId="ADAL" clId="{12C0646C-DE2C-4492-8B53-5F65EF722386}" dt="2025-03-19T09:06:31.568" v="362" actId="1076"/>
        <pc:sldMkLst>
          <pc:docMk/>
          <pc:sldMk cId="0" sldId="274"/>
        </pc:sldMkLst>
        <pc:spChg chg="mod">
          <ac:chgData name="Mohammed Fasha" userId="cc64f42d-a1a6-4f08-b97b-0c37f877119f" providerId="ADAL" clId="{12C0646C-DE2C-4492-8B53-5F65EF722386}" dt="2025-03-17T09:08:51.041" v="101" actId="207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12C0646C-DE2C-4492-8B53-5F65EF722386}" dt="2025-03-19T09:06:31.568" v="362" actId="1076"/>
          <ac:picMkLst>
            <pc:docMk/>
            <pc:sldMk cId="0" sldId="274"/>
            <ac:picMk id="5" creationId="{00000000-0000-0000-0000-000000000000}"/>
          </ac:picMkLst>
        </pc:picChg>
        <pc:picChg chg="mod">
          <ac:chgData name="Mohammed Fasha" userId="cc64f42d-a1a6-4f08-b97b-0c37f877119f" providerId="ADAL" clId="{12C0646C-DE2C-4492-8B53-5F65EF722386}" dt="2025-03-19T09:06:31.568" v="362" actId="1076"/>
          <ac:picMkLst>
            <pc:docMk/>
            <pc:sldMk cId="0" sldId="274"/>
            <ac:picMk id="6" creationId="{00000000-0000-0000-0000-000000000000}"/>
          </ac:picMkLst>
        </pc:picChg>
      </pc:sldChg>
      <pc:sldChg chg="modSp mod">
        <pc:chgData name="Mohammed Fasha" userId="cc64f42d-a1a6-4f08-b97b-0c37f877119f" providerId="ADAL" clId="{12C0646C-DE2C-4492-8B53-5F65EF722386}" dt="2025-03-19T09:05:19.368" v="359" actId="6549"/>
        <pc:sldMkLst>
          <pc:docMk/>
          <pc:sldMk cId="0" sldId="275"/>
        </pc:sldMkLst>
      </pc:sldChg>
      <pc:sldChg chg="addSp modSp mod">
        <pc:chgData name="Mohammed Fasha" userId="cc64f42d-a1a6-4f08-b97b-0c37f877119f" providerId="ADAL" clId="{12C0646C-DE2C-4492-8B53-5F65EF722386}" dt="2025-03-19T09:00:34.488" v="287" actId="1036"/>
        <pc:sldMkLst>
          <pc:docMk/>
          <pc:sldMk cId="0" sldId="276"/>
        </pc:sldMkLst>
      </pc:sldChg>
      <pc:sldChg chg="modSp mod">
        <pc:chgData name="Mohammed Fasha" userId="cc64f42d-a1a6-4f08-b97b-0c37f877119f" providerId="ADAL" clId="{12C0646C-DE2C-4492-8B53-5F65EF722386}" dt="2025-03-19T09:03:17.368" v="349" actId="113"/>
        <pc:sldMkLst>
          <pc:docMk/>
          <pc:sldMk cId="0" sldId="277"/>
        </pc:sldMkLst>
      </pc:sldChg>
      <pc:sldChg chg="addSp modSp mod ord">
        <pc:chgData name="Mohammed Fasha" userId="cc64f42d-a1a6-4f08-b97b-0c37f877119f" providerId="ADAL" clId="{12C0646C-DE2C-4492-8B53-5F65EF722386}" dt="2025-03-19T08:08:27.015" v="232"/>
        <pc:sldMkLst>
          <pc:docMk/>
          <pc:sldMk cId="0" sldId="278"/>
        </pc:sldMkLst>
        <pc:spChg chg="mod">
          <ac:chgData name="Mohammed Fasha" userId="cc64f42d-a1a6-4f08-b97b-0c37f877119f" providerId="ADAL" clId="{12C0646C-DE2C-4492-8B53-5F65EF722386}" dt="2025-03-17T09:13:23.408" v="140" actId="14"/>
          <ac:spMkLst>
            <pc:docMk/>
            <pc:sldMk cId="0" sldId="278"/>
            <ac:spMk id="6" creationId="{81843AE0-4921-7733-0D3B-33D489EDB8CC}"/>
          </ac:spMkLst>
        </pc:spChg>
        <pc:picChg chg="mod">
          <ac:chgData name="Mohammed Fasha" userId="cc64f42d-a1a6-4f08-b97b-0c37f877119f" providerId="ADAL" clId="{12C0646C-DE2C-4492-8B53-5F65EF722386}" dt="2025-03-17T09:12:45.807" v="136" actId="1076"/>
          <ac:picMkLst>
            <pc:docMk/>
            <pc:sldMk cId="0" sldId="278"/>
            <ac:picMk id="5" creationId="{00000000-0000-0000-0000-000000000000}"/>
          </ac:picMkLst>
        </pc:picChg>
        <pc:picChg chg="add mod">
          <ac:chgData name="Mohammed Fasha" userId="cc64f42d-a1a6-4f08-b97b-0c37f877119f" providerId="ADAL" clId="{12C0646C-DE2C-4492-8B53-5F65EF722386}" dt="2025-03-17T09:12:36.594" v="133" actId="1076"/>
          <ac:picMkLst>
            <pc:docMk/>
            <pc:sldMk cId="0" sldId="278"/>
            <ac:picMk id="2050" creationId="{232D760D-CBEA-0B66-CBCC-A5D70A94C927}"/>
          </ac:picMkLst>
        </pc:picChg>
      </pc:sldChg>
      <pc:sldChg chg="modSp mod">
        <pc:chgData name="Mohammed Fasha" userId="cc64f42d-a1a6-4f08-b97b-0c37f877119f" providerId="ADAL" clId="{12C0646C-DE2C-4492-8B53-5F65EF722386}" dt="2025-03-19T09:11:29.996" v="388" actId="1076"/>
        <pc:sldMkLst>
          <pc:docMk/>
          <pc:sldMk cId="0" sldId="279"/>
        </pc:sldMkLst>
      </pc:sldChg>
      <pc:sldChg chg="modSp mod">
        <pc:chgData name="Mohammed Fasha" userId="cc64f42d-a1a6-4f08-b97b-0c37f877119f" providerId="ADAL" clId="{12C0646C-DE2C-4492-8B53-5F65EF722386}" dt="2025-03-17T09:14:11.054" v="154" actId="27636"/>
        <pc:sldMkLst>
          <pc:docMk/>
          <pc:sldMk cId="0" sldId="280"/>
        </pc:sldMkLst>
        <pc:spChg chg="mod">
          <ac:chgData name="Mohammed Fasha" userId="cc64f42d-a1a6-4f08-b97b-0c37f877119f" providerId="ADAL" clId="{12C0646C-DE2C-4492-8B53-5F65EF722386}" dt="2025-03-17T09:14:11.054" v="154" actId="27636"/>
          <ac:spMkLst>
            <pc:docMk/>
            <pc:sldMk cId="0" sldId="280"/>
            <ac:spMk id="6" creationId="{CC4C1BC0-7E6B-75C8-0965-79DE721E7639}"/>
          </ac:spMkLst>
        </pc:spChg>
      </pc:sldChg>
      <pc:sldChg chg="modSp mod">
        <pc:chgData name="Mohammed Fasha" userId="cc64f42d-a1a6-4f08-b97b-0c37f877119f" providerId="ADAL" clId="{12C0646C-DE2C-4492-8B53-5F65EF722386}" dt="2025-03-19T09:02:40.822" v="343" actId="27636"/>
        <pc:sldMkLst>
          <pc:docMk/>
          <pc:sldMk cId="0" sldId="281"/>
        </pc:sldMkLst>
        <pc:spChg chg="mod">
          <ac:chgData name="Mohammed Fasha" userId="cc64f42d-a1a6-4f08-b97b-0c37f877119f" providerId="ADAL" clId="{12C0646C-DE2C-4492-8B53-5F65EF722386}" dt="2025-03-19T09:02:40.822" v="343" actId="27636"/>
          <ac:spMkLst>
            <pc:docMk/>
            <pc:sldMk cId="0" sldId="281"/>
            <ac:spMk id="6" creationId="{EB8485EF-5B2E-B9FA-D743-D618D652D00C}"/>
          </ac:spMkLst>
        </pc:spChg>
      </pc:sldChg>
      <pc:sldChg chg="modSp mod">
        <pc:chgData name="Mohammed Fasha" userId="cc64f42d-a1a6-4f08-b97b-0c37f877119f" providerId="ADAL" clId="{12C0646C-DE2C-4492-8B53-5F65EF722386}" dt="2025-03-17T09:15:21.712" v="168" actId="166"/>
        <pc:sldMkLst>
          <pc:docMk/>
          <pc:sldMk cId="0" sldId="282"/>
        </pc:sldMkLst>
        <pc:spChg chg="mod">
          <ac:chgData name="Mohammed Fasha" userId="cc64f42d-a1a6-4f08-b97b-0c37f877119f" providerId="ADAL" clId="{12C0646C-DE2C-4492-8B53-5F65EF722386}" dt="2025-03-17T09:15:12.700" v="166" actId="179"/>
          <ac:spMkLst>
            <pc:docMk/>
            <pc:sldMk cId="0" sldId="282"/>
            <ac:spMk id="7" creationId="{3951CDAE-FE5A-5CF3-E54D-996CD266DF38}"/>
          </ac:spMkLst>
        </pc:spChg>
        <pc:picChg chg="mod ord">
          <ac:chgData name="Mohammed Fasha" userId="cc64f42d-a1a6-4f08-b97b-0c37f877119f" providerId="ADAL" clId="{12C0646C-DE2C-4492-8B53-5F65EF722386}" dt="2025-03-17T09:15:21.712" v="168" actId="166"/>
          <ac:picMkLst>
            <pc:docMk/>
            <pc:sldMk cId="0" sldId="282"/>
            <ac:picMk id="5" creationId="{00000000-0000-0000-0000-000000000000}"/>
          </ac:picMkLst>
        </pc:picChg>
      </pc:sldChg>
      <pc:sldChg chg="del">
        <pc:chgData name="Mohammed Fasha" userId="cc64f42d-a1a6-4f08-b97b-0c37f877119f" providerId="ADAL" clId="{12C0646C-DE2C-4492-8B53-5F65EF722386}" dt="2025-03-19T09:12:27.453" v="389" actId="2696"/>
        <pc:sldMkLst>
          <pc:docMk/>
          <pc:sldMk cId="3590006600" sldId="287"/>
        </pc:sldMkLst>
      </pc:sldChg>
      <pc:sldChg chg="del">
        <pc:chgData name="Mohammed Fasha" userId="cc64f42d-a1a6-4f08-b97b-0c37f877119f" providerId="ADAL" clId="{12C0646C-DE2C-4492-8B53-5F65EF722386}" dt="2025-03-19T09:12:33.880" v="390" actId="2696"/>
        <pc:sldMkLst>
          <pc:docMk/>
          <pc:sldMk cId="4191150406" sldId="289"/>
        </pc:sldMkLst>
      </pc:sldChg>
      <pc:sldChg chg="modSp mod">
        <pc:chgData name="Mohammed Fasha" userId="cc64f42d-a1a6-4f08-b97b-0c37f877119f" providerId="ADAL" clId="{12C0646C-DE2C-4492-8B53-5F65EF722386}" dt="2025-03-17T09:06:41.256" v="38" actId="20577"/>
        <pc:sldMkLst>
          <pc:docMk/>
          <pc:sldMk cId="2822153299" sldId="296"/>
        </pc:sldMkLst>
      </pc:sldChg>
      <pc:sldChg chg="modSp mod">
        <pc:chgData name="Mohammed Fasha" userId="cc64f42d-a1a6-4f08-b97b-0c37f877119f" providerId="ADAL" clId="{12C0646C-DE2C-4492-8B53-5F65EF722386}" dt="2025-03-17T09:06:49.710" v="39" actId="6549"/>
        <pc:sldMkLst>
          <pc:docMk/>
          <pc:sldMk cId="1461366896" sldId="297"/>
        </pc:sldMkLst>
      </pc:sldChg>
      <pc:sldChg chg="modSp mod">
        <pc:chgData name="Mohammed Fasha" userId="cc64f42d-a1a6-4f08-b97b-0c37f877119f" providerId="ADAL" clId="{12C0646C-DE2C-4492-8B53-5F65EF722386}" dt="2025-03-17T10:04:49.704" v="228" actId="20577"/>
        <pc:sldMkLst>
          <pc:docMk/>
          <pc:sldMk cId="3053666628" sldId="303"/>
        </pc:sldMkLst>
      </pc:sldChg>
      <pc:sldChg chg="ord">
        <pc:chgData name="Mohammed Fasha" userId="cc64f42d-a1a6-4f08-b97b-0c37f877119f" providerId="ADAL" clId="{12C0646C-DE2C-4492-8B53-5F65EF722386}" dt="2025-03-17T09:08:22.365" v="98"/>
        <pc:sldMkLst>
          <pc:docMk/>
          <pc:sldMk cId="3673227071" sldId="30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44.327" v="80" actId="20577"/>
        <pc:sldMkLst>
          <pc:docMk/>
          <pc:sldMk cId="41320333" sldId="30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22.274" v="67" actId="20577"/>
        <pc:sldMkLst>
          <pc:docMk/>
          <pc:sldMk cId="4041194208" sldId="30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56.222" v="96" actId="20577"/>
        <pc:sldMkLst>
          <pc:docMk/>
          <pc:sldMk cId="3844551123" sldId="308"/>
        </pc:sldMkLst>
      </pc:sldChg>
      <pc:sldChg chg="modSp mod">
        <pc:chgData name="Mohammed Fasha" userId="cc64f42d-a1a6-4f08-b97b-0c37f877119f" providerId="ADAL" clId="{12C0646C-DE2C-4492-8B53-5F65EF722386}" dt="2025-03-19T09:10:10.713" v="366" actId="207"/>
        <pc:sldMkLst>
          <pc:docMk/>
          <pc:sldMk cId="22495289" sldId="31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16.709" v="248" actId="20577"/>
        <pc:sldMkLst>
          <pc:docMk/>
          <pc:sldMk cId="196329700" sldId="31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58.074" v="276" actId="20577"/>
        <pc:sldMkLst>
          <pc:docMk/>
          <pc:sldMk cId="3080687933" sldId="31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9:01:59.435" v="330" actId="20577"/>
        <pc:sldMkLst>
          <pc:docMk/>
          <pc:sldMk cId="3702164412" sldId="318"/>
        </pc:sldMkLst>
      </pc:sldChg>
    </pc:docChg>
  </pc:docChgLst>
  <pc:docChgLst>
    <pc:chgData name="Mohammed Fasha" userId="cc64f42d-a1a6-4f08-b97b-0c37f877119f" providerId="ADAL" clId="{E8D62E87-A939-4BEA-B882-7E8D1ACA2800}"/>
    <pc:docChg chg="undo redo custSel addSld delSld modSld sldOrd modMainMaster">
      <pc:chgData name="Mohammed Fasha" userId="cc64f42d-a1a6-4f08-b97b-0c37f877119f" providerId="ADAL" clId="{E8D62E87-A939-4BEA-B882-7E8D1ACA2800}" dt="2025-03-19T01:48:14.773" v="2599" actId="20577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38:27.728" v="35" actId="14100"/>
          <ac:spMkLst>
            <pc:docMk/>
            <pc:sldMk cId="0" sldId="257"/>
            <ac:spMk id="3" creationId="{00000000-0000-0000-0000-00000000000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8"/>
            <ac:spMk id="2" creationId="{00000000-0000-0000-0000-00000000000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0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7:39.799" v="189" actId="5793"/>
          <ac:spMkLst>
            <pc:docMk/>
            <pc:sldMk cId="0" sldId="260"/>
            <ac:spMk id="5" creationId="{32ABF7DF-DEAD-3193-0AA9-7B245BE33446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3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8:55.621" v="45" actId="27636"/>
          <ac:spMkLst>
            <pc:docMk/>
            <pc:sldMk cId="0" sldId="263"/>
            <ac:spMk id="4" creationId="{DE05939E-0567-B79A-4161-7B333B52B923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4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8:36.941" v="211" actId="403"/>
          <ac:spMkLst>
            <pc:docMk/>
            <pc:sldMk cId="0" sldId="264"/>
            <ac:spMk id="6" creationId="{03562A3C-DF2A-B49E-1B9F-8566CD52A1F9}"/>
          </ac:spMkLst>
        </pc:spChg>
      </pc:sldChg>
      <pc:sldChg chg="addSp delSp modSp add mod ord chgLayout">
        <pc:chgData name="Mohammed Fasha" userId="cc64f42d-a1a6-4f08-b97b-0c37f877119f" providerId="ADAL" clId="{E8D62E87-A939-4BEA-B882-7E8D1ACA2800}" dt="2025-03-16T04:05:56.646" v="827"/>
        <pc:sldMkLst>
          <pc:docMk/>
          <pc:sldMk cId="0" sldId="265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5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9:39.291" v="64" actId="14100"/>
          <ac:spMkLst>
            <pc:docMk/>
            <pc:sldMk cId="0" sldId="265"/>
            <ac:spMk id="6" creationId="{2E356761-E49C-6DF2-10A7-172015E8F069}"/>
          </ac:spMkLst>
        </pc:spChg>
      </pc:sldChg>
      <pc:sldChg chg="modSp add mod ord modClrScheme chgLayout">
        <pc:chgData name="Mohammed Fasha" userId="cc64f42d-a1a6-4f08-b97b-0c37f877119f" providerId="ADAL" clId="{E8D62E87-A939-4BEA-B882-7E8D1ACA2800}" dt="2025-03-16T13:13:43.870" v="1778"/>
        <pc:sldMkLst>
          <pc:docMk/>
          <pc:sldMk cId="0" sldId="266"/>
        </pc:sldMkLst>
      </pc:sldChg>
      <pc:sldChg chg="addSp modSp add del mod modClrScheme chgLayout">
        <pc:chgData name="Mohammed Fasha" userId="cc64f42d-a1a6-4f08-b97b-0c37f877119f" providerId="ADAL" clId="{E8D62E87-A939-4BEA-B882-7E8D1ACA2800}" dt="2025-03-16T13:10:26.951" v="1748" actId="2696"/>
        <pc:sldMkLst>
          <pc:docMk/>
          <pc:sldMk cId="0" sldId="267"/>
        </pc:sldMkLst>
      </pc:sldChg>
      <pc:sldChg chg="add ord">
        <pc:chgData name="Mohammed Fasha" userId="cc64f42d-a1a6-4f08-b97b-0c37f877119f" providerId="ADAL" clId="{E8D62E87-A939-4BEA-B882-7E8D1ACA2800}" dt="2025-03-16T13:23:52.572" v="1780"/>
        <pc:sldMkLst>
          <pc:docMk/>
          <pc:sldMk cId="3262872071" sldId="267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05:01.520" v="2018" actId="6549"/>
        <pc:sldMkLst>
          <pc:docMk/>
          <pc:sldMk cId="0" sldId="26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8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6T14:05:01.520" v="2018" actId="6549"/>
          <ac:spMkLst>
            <pc:docMk/>
            <pc:sldMk cId="0" sldId="268"/>
            <ac:spMk id="5" creationId="{606C1567-AF39-CAED-E122-5F02B98CB8E2}"/>
          </ac:spMkLst>
        </pc:spChg>
      </pc:sldChg>
      <pc:sldChg chg="addSp delSp modSp add mod ord chgLayout">
        <pc:chgData name="Mohammed Fasha" userId="cc64f42d-a1a6-4f08-b97b-0c37f877119f" providerId="ADAL" clId="{E8D62E87-A939-4BEA-B882-7E8D1ACA2800}" dt="2025-03-16T14:32:56.135" v="2215" actId="1076"/>
        <pc:sldMkLst>
          <pc:docMk/>
          <pc:sldMk cId="0" sldId="269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3:14.668" v="2218" actId="1076"/>
        <pc:sldMkLst>
          <pc:docMk/>
          <pc:sldMk cId="0" sldId="270"/>
        </pc:sldMkLst>
        <pc:spChg chg="mod ord">
          <ac:chgData name="Mohammed Fasha" userId="cc64f42d-a1a6-4f08-b97b-0c37f877119f" providerId="ADAL" clId="{E8D62E87-A939-4BEA-B882-7E8D1ACA2800}" dt="2025-03-16T14:33:05.674" v="2217" actId="404"/>
          <ac:spMkLst>
            <pc:docMk/>
            <pc:sldMk cId="0" sldId="270"/>
            <ac:spMk id="2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6T14:33:14.668" v="2218" actId="1076"/>
          <ac:spMkLst>
            <pc:docMk/>
            <pc:sldMk cId="0" sldId="270"/>
            <ac:spMk id="3" creationId="{00000000-0000-0000-0000-000000000000}"/>
          </ac:spMkLst>
        </pc:spChg>
        <pc:picChg chg="mod">
          <ac:chgData name="Mohammed Fasha" userId="cc64f42d-a1a6-4f08-b97b-0c37f877119f" providerId="ADAL" clId="{E8D62E87-A939-4BEA-B882-7E8D1ACA2800}" dt="2025-03-16T14:03:17.316" v="1989" actId="1076"/>
          <ac:picMkLst>
            <pc:docMk/>
            <pc:sldMk cId="0" sldId="270"/>
            <ac:picMk id="6" creationId="{00000000-0000-0000-0000-000000000000}"/>
          </ac:picMkLst>
        </pc:picChg>
        <pc:picChg chg="add mod">
          <ac:chgData name="Mohammed Fasha" userId="cc64f42d-a1a6-4f08-b97b-0c37f877119f" providerId="ADAL" clId="{E8D62E87-A939-4BEA-B882-7E8D1ACA2800}" dt="2025-03-16T14:06:48.230" v="2093" actId="1037"/>
          <ac:picMkLst>
            <pc:docMk/>
            <pc:sldMk cId="0" sldId="270"/>
            <ac:picMk id="15" creationId="{4E22367B-B754-648E-0B22-AC55F28E1729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6T14:35:19.691" v="2268" actId="1076"/>
        <pc:sldMkLst>
          <pc:docMk/>
          <pc:sldMk cId="0" sldId="271"/>
        </pc:sldMkLst>
      </pc:sldChg>
      <pc:sldChg chg="addSp modSp add mod chgLayout">
        <pc:chgData name="Mohammed Fasha" userId="cc64f42d-a1a6-4f08-b97b-0c37f877119f" providerId="ADAL" clId="{E8D62E87-A939-4BEA-B882-7E8D1ACA2800}" dt="2025-03-16T14:33:33.481" v="2223" actId="14100"/>
        <pc:sldMkLst>
          <pc:docMk/>
          <pc:sldMk cId="0" sldId="272"/>
        </pc:sldMkLst>
        <pc:spChg chg="mod ord">
          <ac:chgData name="Mohammed Fasha" userId="cc64f42d-a1a6-4f08-b97b-0c37f877119f" providerId="ADAL" clId="{E8D62E87-A939-4BEA-B882-7E8D1ACA2800}" dt="2025-03-16T14:33:33.481" v="2223" actId="14100"/>
          <ac:spMkLst>
            <pc:docMk/>
            <pc:sldMk cId="0" sldId="272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42:05.904" v="109"/>
          <ac:spMkLst>
            <pc:docMk/>
            <pc:sldMk cId="0" sldId="272"/>
            <ac:spMk id="6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6T14:02:45.313" v="1981" actId="20577"/>
          <ac:spMkLst>
            <pc:docMk/>
            <pc:sldMk cId="0" sldId="272"/>
            <ac:spMk id="7" creationId="{BD008676-47C8-D88A-CD4A-65BB83D57162}"/>
          </ac:spMkLst>
        </pc:spChg>
        <pc:picChg chg="mod">
          <ac:chgData name="Mohammed Fasha" userId="cc64f42d-a1a6-4f08-b97b-0c37f877119f" providerId="ADAL" clId="{E8D62E87-A939-4BEA-B882-7E8D1ACA2800}" dt="2025-03-16T14:02:58.184" v="1985" actId="1076"/>
          <ac:picMkLst>
            <pc:docMk/>
            <pc:sldMk cId="0" sldId="272"/>
            <ac:picMk id="3" creationId="{00000000-0000-0000-0000-000000000000}"/>
          </ac:picMkLst>
        </pc:picChg>
        <pc:picChg chg="mod">
          <ac:chgData name="Mohammed Fasha" userId="cc64f42d-a1a6-4f08-b97b-0c37f877119f" providerId="ADAL" clId="{E8D62E87-A939-4BEA-B882-7E8D1ACA2800}" dt="2025-03-16T14:03:01.079" v="1987" actId="1076"/>
          <ac:picMkLst>
            <pc:docMk/>
            <pc:sldMk cId="0" sldId="272"/>
            <ac:picMk id="4" creationId="{00000000-0000-0000-0000-000000000000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6T14:08:26.888" v="2113" actId="14100"/>
        <pc:sldMkLst>
          <pc:docMk/>
          <pc:sldMk cId="0" sldId="273"/>
        </pc:sldMkLst>
      </pc:sldChg>
      <pc:sldChg chg="addSp delSp modSp add mod chgLayout">
        <pc:chgData name="Mohammed Fasha" userId="cc64f42d-a1a6-4f08-b97b-0c37f877119f" providerId="ADAL" clId="{E8D62E87-A939-4BEA-B882-7E8D1ACA2800}" dt="2025-03-16T14:08:56.717" v="2116" actId="1076"/>
        <pc:sldMkLst>
          <pc:docMk/>
          <pc:sldMk cId="0" sldId="274"/>
        </pc:sldMkLst>
        <pc:spChg chg="mod ord">
          <ac:chgData name="Mohammed Fasha" userId="cc64f42d-a1a6-4f08-b97b-0c37f877119f" providerId="ADAL" clId="{E8D62E87-A939-4BEA-B882-7E8D1ACA2800}" dt="2025-03-16T14:08:52.839" v="2115" actId="14100"/>
          <ac:spMkLst>
            <pc:docMk/>
            <pc:sldMk cId="0" sldId="274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33.252" v="120" actId="27636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E8D62E87-A939-4BEA-B882-7E8D1ACA2800}" dt="2025-03-16T14:08:56.717" v="2116" actId="1076"/>
          <ac:picMkLst>
            <pc:docMk/>
            <pc:sldMk cId="0" sldId="274"/>
            <ac:picMk id="4" creationId="{00000000-0000-0000-0000-000000000000}"/>
          </ac:picMkLst>
        </pc:picChg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</pc:sldChg>
      <pc:sldChg chg="addSp delSp modSp add mod chgLayout">
        <pc:chgData name="Mohammed Fasha" userId="cc64f42d-a1a6-4f08-b97b-0c37f877119f" providerId="ADAL" clId="{E8D62E87-A939-4BEA-B882-7E8D1ACA2800}" dt="2025-03-19T01:37:52.188" v="2301" actId="27636"/>
        <pc:sldMkLst>
          <pc:docMk/>
          <pc:sldMk cId="0" sldId="276"/>
        </pc:sldMkLst>
      </pc:sldChg>
      <pc:sldChg chg="addSp delSp modSp add mod chgLayout">
        <pc:chgData name="Mohammed Fasha" userId="cc64f42d-a1a6-4f08-b97b-0c37f877119f" providerId="ADAL" clId="{E8D62E87-A939-4BEA-B882-7E8D1ACA2800}" dt="2025-03-19T01:47:41.574" v="2582" actId="14100"/>
        <pc:sldMkLst>
          <pc:docMk/>
          <pc:sldMk cId="0" sldId="277"/>
        </pc:sldMkLst>
      </pc:sldChg>
      <pc:sldChg chg="addSp delSp modSp add mod chgLayout">
        <pc:chgData name="Mohammed Fasha" userId="cc64f42d-a1a6-4f08-b97b-0c37f877119f" providerId="ADAL" clId="{E8D62E87-A939-4BEA-B882-7E8D1ACA2800}" dt="2025-03-19T01:48:14.773" v="2599" actId="20577"/>
        <pc:sldMkLst>
          <pc:docMk/>
          <pc:sldMk cId="0" sldId="278"/>
        </pc:sldMkLst>
        <pc:spChg chg="mod ord">
          <ac:chgData name="Mohammed Fasha" userId="cc64f42d-a1a6-4f08-b97b-0c37f877119f" providerId="ADAL" clId="{E8D62E87-A939-4BEA-B882-7E8D1ACA2800}" dt="2025-03-19T01:48:14.773" v="2599" actId="20577"/>
          <ac:spMkLst>
            <pc:docMk/>
            <pc:sldMk cId="0" sldId="278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9T01:41:34.746" v="2392" actId="207"/>
          <ac:spMkLst>
            <pc:docMk/>
            <pc:sldMk cId="0" sldId="278"/>
            <ac:spMk id="6" creationId="{81843AE0-4921-7733-0D3B-33D489EDB8CC}"/>
          </ac:spMkLst>
        </pc:spChg>
        <pc:picChg chg="mod">
          <ac:chgData name="Mohammed Fasha" userId="cc64f42d-a1a6-4f08-b97b-0c37f877119f" providerId="ADAL" clId="{E8D62E87-A939-4BEA-B882-7E8D1ACA2800}" dt="2025-03-16T14:09:19.561" v="2118" actId="1076"/>
          <ac:picMkLst>
            <pc:docMk/>
            <pc:sldMk cId="0" sldId="278"/>
            <ac:picMk id="5" creationId="{00000000-0000-0000-0000-000000000000}"/>
          </ac:picMkLst>
        </pc:picChg>
        <pc:picChg chg="mod">
          <ac:chgData name="Mohammed Fasha" userId="cc64f42d-a1a6-4f08-b97b-0c37f877119f" providerId="ADAL" clId="{E8D62E87-A939-4BEA-B882-7E8D1ACA2800}" dt="2025-03-19T01:41:26.991" v="2391" actId="1076"/>
          <ac:picMkLst>
            <pc:docMk/>
            <pc:sldMk cId="0" sldId="278"/>
            <ac:picMk id="2050" creationId="{232D760D-CBEA-0B66-CBCC-A5D70A94C927}"/>
          </ac:picMkLst>
        </pc:picChg>
      </pc:sldChg>
      <pc:sldChg chg="addSp delSp modSp add mod ord chgLayout">
        <pc:chgData name="Mohammed Fasha" userId="cc64f42d-a1a6-4f08-b97b-0c37f877119f" providerId="ADAL" clId="{E8D62E87-A939-4BEA-B882-7E8D1ACA2800}" dt="2025-03-19T01:41:57.662" v="2403" actId="20577"/>
        <pc:sldMkLst>
          <pc:docMk/>
          <pc:sldMk cId="0" sldId="279"/>
        </pc:sldMkLst>
      </pc:sldChg>
      <pc:sldChg chg="addSp delSp modSp add mod chgLayout">
        <pc:chgData name="Mohammed Fasha" userId="cc64f42d-a1a6-4f08-b97b-0c37f877119f" providerId="ADAL" clId="{E8D62E87-A939-4BEA-B882-7E8D1ACA2800}" dt="2025-03-16T14:25:29.778" v="2210" actId="1076"/>
        <pc:sldMkLst>
          <pc:docMk/>
          <pc:sldMk cId="0" sldId="280"/>
        </pc:sldMkLst>
        <pc:spChg chg="mod ord">
          <ac:chgData name="Mohammed Fasha" userId="cc64f42d-a1a6-4f08-b97b-0c37f877119f" providerId="ADAL" clId="{E8D62E87-A939-4BEA-B882-7E8D1ACA2800}" dt="2025-03-16T14:09:34.351" v="2119" actId="14100"/>
          <ac:spMkLst>
            <pc:docMk/>
            <pc:sldMk cId="0" sldId="280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52.880" v="181" actId="14100"/>
          <ac:spMkLst>
            <pc:docMk/>
            <pc:sldMk cId="0" sldId="280"/>
            <ac:spMk id="6" creationId="{CC4C1BC0-7E6B-75C8-0965-79DE721E7639}"/>
          </ac:spMkLst>
        </pc:spChg>
        <pc:picChg chg="mod">
          <ac:chgData name="Mohammed Fasha" userId="cc64f42d-a1a6-4f08-b97b-0c37f877119f" providerId="ADAL" clId="{E8D62E87-A939-4BEA-B882-7E8D1ACA2800}" dt="2025-03-16T14:25:29.778" v="2210" actId="1076"/>
          <ac:picMkLst>
            <pc:docMk/>
            <pc:sldMk cId="0" sldId="280"/>
            <ac:picMk id="4" creationId="{00000000-0000-0000-0000-000000000000}"/>
          </ac:picMkLst>
        </pc:picChg>
        <pc:picChg chg="mod">
          <ac:chgData name="Mohammed Fasha" userId="cc64f42d-a1a6-4f08-b97b-0c37f877119f" providerId="ADAL" clId="{E8D62E87-A939-4BEA-B882-7E8D1ACA2800}" dt="2025-03-16T14:09:38.392" v="2120" actId="1076"/>
          <ac:picMkLst>
            <pc:docMk/>
            <pc:sldMk cId="0" sldId="280"/>
            <ac:picMk id="5" creationId="{00000000-0000-0000-0000-000000000000}"/>
          </ac:picMkLst>
        </pc:pic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0.120" v="2130" actId="27636"/>
        <pc:sldMkLst>
          <pc:docMk/>
          <pc:sldMk cId="0" sldId="281"/>
        </pc:sldMkLst>
        <pc:spChg chg="mod ord">
          <ac:chgData name="Mohammed Fasha" userId="cc64f42d-a1a6-4f08-b97b-0c37f877119f" providerId="ADAL" clId="{E8D62E87-A939-4BEA-B882-7E8D1ACA2800}" dt="2025-03-16T14:21:56.522" v="2128" actId="14100"/>
          <ac:spMkLst>
            <pc:docMk/>
            <pc:sldMk cId="0" sldId="281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6T14:22:00.120" v="2130" actId="27636"/>
          <ac:spMkLst>
            <pc:docMk/>
            <pc:sldMk cId="0" sldId="281"/>
            <ac:spMk id="6" creationId="{EB8485EF-5B2E-B9FA-D743-D618D652D00C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6T14:22:09.863" v="2132" actId="1076"/>
        <pc:sldMkLst>
          <pc:docMk/>
          <pc:sldMk cId="0" sldId="282"/>
        </pc:sldMkLst>
        <pc:spChg chg="mod ord">
          <ac:chgData name="Mohammed Fasha" userId="cc64f42d-a1a6-4f08-b97b-0c37f877119f" providerId="ADAL" clId="{E8D62E87-A939-4BEA-B882-7E8D1ACA2800}" dt="2025-03-16T14:22:07.882" v="2131" actId="14100"/>
          <ac:spMkLst>
            <pc:docMk/>
            <pc:sldMk cId="0" sldId="282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41.516" v="176" actId="27636"/>
          <ac:spMkLst>
            <pc:docMk/>
            <pc:sldMk cId="0" sldId="282"/>
            <ac:spMk id="7" creationId="{3951CDAE-FE5A-5CF3-E54D-996CD266DF38}"/>
          </ac:spMkLst>
        </pc:spChg>
        <pc:picChg chg="mod">
          <ac:chgData name="Mohammed Fasha" userId="cc64f42d-a1a6-4f08-b97b-0c37f877119f" providerId="ADAL" clId="{E8D62E87-A939-4BEA-B882-7E8D1ACA2800}" dt="2025-03-16T14:22:09.863" v="2132" actId="1076"/>
          <ac:picMkLst>
            <pc:docMk/>
            <pc:sldMk cId="0" sldId="282"/>
            <ac:picMk id="4" creationId="{00000000-0000-0000-0000-000000000000}"/>
          </ac:picMkLst>
        </pc:picChg>
      </pc:sldChg>
      <pc:sldChg chg="addSp delSp modSp new mod ord">
        <pc:chgData name="Mohammed Fasha" userId="cc64f42d-a1a6-4f08-b97b-0c37f877119f" providerId="ADAL" clId="{E8D62E87-A939-4BEA-B882-7E8D1ACA2800}" dt="2025-03-12T05:20:32.571" v="266"/>
        <pc:sldMkLst>
          <pc:docMk/>
          <pc:sldMk cId="1180887711" sldId="283"/>
        </pc:sldMkLst>
        <pc:spChg chg="mod">
          <ac:chgData name="Mohammed Fasha" userId="cc64f42d-a1a6-4f08-b97b-0c37f877119f" providerId="ADAL" clId="{E8D62E87-A939-4BEA-B882-7E8D1ACA2800}" dt="2025-03-12T05:20:10.673" v="261" actId="20577"/>
          <ac:spMkLst>
            <pc:docMk/>
            <pc:sldMk cId="1180887711" sldId="283"/>
            <ac:spMk id="2" creationId="{43AB040B-91AB-8FE8-4C82-1572292F6D13}"/>
          </ac:spMkLst>
        </pc:spChg>
        <pc:picChg chg="add mod ord">
          <ac:chgData name="Mohammed Fasha" userId="cc64f42d-a1a6-4f08-b97b-0c37f877119f" providerId="ADAL" clId="{E8D62E87-A939-4BEA-B882-7E8D1ACA2800}" dt="2025-03-12T05:20:19.943" v="264" actId="1076"/>
          <ac:picMkLst>
            <pc:docMk/>
            <pc:sldMk cId="1180887711" sldId="283"/>
            <ac:picMk id="20" creationId="{842D6109-309C-0C16-24AA-D861D462313C}"/>
          </ac:picMkLst>
        </pc:picChg>
      </pc:sldChg>
      <pc:sldChg chg="new del">
        <pc:chgData name="Mohammed Fasha" userId="cc64f42d-a1a6-4f08-b97b-0c37f877119f" providerId="ADAL" clId="{E8D62E87-A939-4BEA-B882-7E8D1ACA2800}" dt="2025-03-12T05:27:46.813" v="268" actId="680"/>
        <pc:sldMkLst>
          <pc:docMk/>
          <pc:sldMk cId="2805000312" sldId="284"/>
        </pc:sldMkLst>
      </pc:sldChg>
      <pc:sldChg chg="addSp delSp modSp new mod">
        <pc:chgData name="Mohammed Fasha" userId="cc64f42d-a1a6-4f08-b97b-0c37f877119f" providerId="ADAL" clId="{E8D62E87-A939-4BEA-B882-7E8D1ACA2800}" dt="2025-03-12T05:27:57.613" v="285" actId="20577"/>
        <pc:sldMkLst>
          <pc:docMk/>
          <pc:sldMk cId="3902878762" sldId="284"/>
        </pc:sldMkLst>
        <pc:spChg chg="mod">
          <ac:chgData name="Mohammed Fasha" userId="cc64f42d-a1a6-4f08-b97b-0c37f877119f" providerId="ADAL" clId="{E8D62E87-A939-4BEA-B882-7E8D1ACA2800}" dt="2025-03-12T05:27:57.613" v="285" actId="20577"/>
          <ac:spMkLst>
            <pc:docMk/>
            <pc:sldMk cId="3902878762" sldId="284"/>
            <ac:spMk id="2" creationId="{28AF675C-3963-4D6A-1306-49A13120C036}"/>
          </ac:spMkLst>
        </pc:spChg>
        <pc:picChg chg="add mod ord">
          <ac:chgData name="Mohammed Fasha" userId="cc64f42d-a1a6-4f08-b97b-0c37f877119f" providerId="ADAL" clId="{E8D62E87-A939-4BEA-B882-7E8D1ACA2800}" dt="2025-03-12T05:27:53.025" v="270" actId="22"/>
          <ac:picMkLst>
            <pc:docMk/>
            <pc:sldMk cId="3902878762" sldId="284"/>
            <ac:picMk id="5" creationId="{A95C5826-1816-6A55-9BE7-F70077964440}"/>
          </ac:picMkLst>
        </pc:picChg>
      </pc:sldChg>
      <pc:sldChg chg="addSp delSp modSp new del mod">
        <pc:chgData name="Mohammed Fasha" userId="cc64f42d-a1a6-4f08-b97b-0c37f877119f" providerId="ADAL" clId="{E8D62E87-A939-4BEA-B882-7E8D1ACA2800}" dt="2025-03-16T03:54:43.664" v="289" actId="2696"/>
        <pc:sldMkLst>
          <pc:docMk/>
          <pc:sldMk cId="1655166171" sldId="285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3:55:19.662" v="350" actId="20577"/>
        <pc:sldMkLst>
          <pc:docMk/>
          <pc:sldMk cId="1987061240" sldId="285"/>
        </pc:sldMkLst>
      </pc:sldChg>
      <pc:sldChg chg="new del">
        <pc:chgData name="Mohammed Fasha" userId="cc64f42d-a1a6-4f08-b97b-0c37f877119f" providerId="ADAL" clId="{E8D62E87-A939-4BEA-B882-7E8D1ACA2800}" dt="2025-03-16T03:54:43.664" v="289" actId="2696"/>
        <pc:sldMkLst>
          <pc:docMk/>
          <pc:sldMk cId="691620826" sldId="286"/>
        </pc:sldMkLst>
      </pc:sldChg>
      <pc:sldChg chg="addSp delSp modSp new mod">
        <pc:chgData name="Mohammed Fasha" userId="cc64f42d-a1a6-4f08-b97b-0c37f877119f" providerId="ADAL" clId="{E8D62E87-A939-4BEA-B882-7E8D1ACA2800}" dt="2025-03-16T04:07:24.338" v="931" actId="14100"/>
        <pc:sldMkLst>
          <pc:docMk/>
          <pc:sldMk cId="3672303097" sldId="286"/>
        </pc:sldMkLst>
      </pc:sldChg>
      <pc:sldChg chg="addSp delSp modSp new mod ord">
        <pc:chgData name="Mohammed Fasha" userId="cc64f42d-a1a6-4f08-b97b-0c37f877119f" providerId="ADAL" clId="{E8D62E87-A939-4BEA-B882-7E8D1ACA2800}" dt="2025-03-16T04:40:54.473" v="1747" actId="20577"/>
        <pc:sldMkLst>
          <pc:docMk/>
          <pc:sldMk cId="3590006600" sldId="287"/>
        </pc:sldMkLst>
      </pc:sldChg>
      <pc:sldChg chg="addSp delSp modSp add mod ord">
        <pc:chgData name="Mohammed Fasha" userId="cc64f42d-a1a6-4f08-b97b-0c37f877119f" providerId="ADAL" clId="{E8D62E87-A939-4BEA-B882-7E8D1ACA2800}" dt="2025-03-16T04:05:42.716" v="825" actId="20577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addSp delSp modSp add mod">
        <pc:chgData name="Mohammed Fasha" userId="cc64f42d-a1a6-4f08-b97b-0c37f877119f" providerId="ADAL" clId="{E8D62E87-A939-4BEA-B882-7E8D1ACA2800}" dt="2025-03-16T04:30:22.293" v="1446" actId="21"/>
        <pc:sldMkLst>
          <pc:docMk/>
          <pc:sldMk cId="4191150406" sldId="289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4:34:38.880" v="1644" actId="1076"/>
        <pc:sldMkLst>
          <pc:docMk/>
          <pc:sldMk cId="3476611510" sldId="29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addSp delSp modSp add mod">
        <pc:chgData name="Mohammed Fasha" userId="cc64f42d-a1a6-4f08-b97b-0c37f877119f" providerId="ADAL" clId="{E8D62E87-A939-4BEA-B882-7E8D1ACA2800}" dt="2025-03-16T04:11:03.496" v="996" actId="1076"/>
        <pc:sldMkLst>
          <pc:docMk/>
          <pc:sldMk cId="2206556809" sldId="291"/>
        </pc:sldMkLst>
      </pc:sldChg>
      <pc:sldChg chg="addSp delSp modSp add mod">
        <pc:chgData name="Mohammed Fasha" userId="cc64f42d-a1a6-4f08-b97b-0c37f877119f" providerId="ADAL" clId="{E8D62E87-A939-4BEA-B882-7E8D1ACA2800}" dt="2025-03-16T04:12:01.434" v="1051" actId="20577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4:52.272" v="1186" actId="14100"/>
        <pc:sldMkLst>
          <pc:docMk/>
          <pc:sldMk cId="218105969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8:27.363" v="1328" actId="14100"/>
        <pc:sldMkLst>
          <pc:docMk/>
          <pc:sldMk cId="2418130453" sldId="294"/>
        </pc:sldMkLst>
      </pc:sldChg>
      <pc:sldChg chg="addSp delSp modSp add mod">
        <pc:chgData name="Mohammed Fasha" userId="cc64f42d-a1a6-4f08-b97b-0c37f877119f" providerId="ADAL" clId="{E8D62E87-A939-4BEA-B882-7E8D1ACA2800}" dt="2025-03-16T04:25:06.824" v="1423" actId="20577"/>
        <pc:sldMkLst>
          <pc:docMk/>
          <pc:sldMk cId="43200119" sldId="295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39140328" sldId="296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822153299" sldId="296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5953046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146136689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475909420" sldId="298"/>
        </pc:sldMkLst>
      </pc:sldChg>
      <pc:sldChg chg="addSp delSp modSp add del mod ord">
        <pc:chgData name="Mohammed Fasha" userId="cc64f42d-a1a6-4f08-b97b-0c37f877119f" providerId="ADAL" clId="{E8D62E87-A939-4BEA-B882-7E8D1ACA2800}" dt="2025-03-16T04:32:54.753" v="1586" actId="2696"/>
        <pc:sldMkLst>
          <pc:docMk/>
          <pc:sldMk cId="3437754413" sldId="298"/>
        </pc:sldMkLst>
      </pc:sldChg>
      <pc:sldChg chg="addSp delSp modSp add del mod">
        <pc:chgData name="Mohammed Fasha" userId="cc64f42d-a1a6-4f08-b97b-0c37f877119f" providerId="ADAL" clId="{E8D62E87-A939-4BEA-B882-7E8D1ACA2800}" dt="2025-03-16T04:34:40.998" v="1645" actId="2696"/>
        <pc:sldMkLst>
          <pc:docMk/>
          <pc:sldMk cId="485754770" sldId="299"/>
        </pc:sldMkLst>
      </pc:sldChg>
      <pc:sldChg chg="addSp delSp modSp new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3335410099" sldId="299"/>
        </pc:sldMkLst>
      </pc:sldChg>
      <pc:sldChg chg="addSp delSp modSp new mod ord">
        <pc:chgData name="Mohammed Fasha" userId="cc64f42d-a1a6-4f08-b97b-0c37f877119f" providerId="ADAL" clId="{E8D62E87-A939-4BEA-B882-7E8D1ACA2800}" dt="2025-03-16T13:52:40.693" v="1782"/>
        <pc:sldMkLst>
          <pc:docMk/>
          <pc:sldMk cId="3540064806" sldId="300"/>
        </pc:sldMkLst>
      </pc:sldChg>
      <pc:sldChg chg="modSp new mod">
        <pc:chgData name="Mohammed Fasha" userId="cc64f42d-a1a6-4f08-b97b-0c37f877119f" providerId="ADAL" clId="{E8D62E87-A939-4BEA-B882-7E8D1ACA2800}" dt="2025-03-16T15:47:55.212" v="2297" actId="20577"/>
        <pc:sldMkLst>
          <pc:docMk/>
          <pc:sldMk cId="3115715400" sldId="301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2" creationId="{0F61AE11-FE2F-E8C7-76F8-4648B97755B7}"/>
            </ac:spMkLst>
          </pc:spChg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3" creationId="{93FDCCF6-2612-A73C-C264-680D14569853}"/>
            </ac:spMkLst>
          </pc:spChg>
        </pc:sldLayoutChg>
      </pc:sldMasterChg>
    </pc:docChg>
  </pc:docChgLst>
  <pc:docChgLst>
    <pc:chgData name="Mohammed Fasha" userId="cc64f42d-a1a6-4f08-b97b-0c37f877119f" providerId="ADAL" clId="{F2AA505E-0DD7-FD47-806A-FB027185E6B5}"/>
    <pc:docChg chg="undo custSel modSld">
      <pc:chgData name="Mohammed Fasha" userId="cc64f42d-a1a6-4f08-b97b-0c37f877119f" providerId="ADAL" clId="{F2AA505E-0DD7-FD47-806A-FB027185E6B5}" dt="2025-03-26T07:36:02.604" v="147" actId="478"/>
      <pc:docMkLst>
        <pc:docMk/>
      </pc:docMkLst>
      <pc:sldChg chg="addSp delSp modSp">
        <pc:chgData name="Mohammed Fasha" userId="cc64f42d-a1a6-4f08-b97b-0c37f877119f" providerId="ADAL" clId="{F2AA505E-0DD7-FD47-806A-FB027185E6B5}" dt="2025-03-26T07:36:02.604" v="147" actId="478"/>
        <pc:sldMkLst>
          <pc:docMk/>
          <pc:sldMk cId="0" sldId="272"/>
        </pc:sldMkLst>
        <pc:spChg chg="mod">
          <ac:chgData name="Mohammed Fasha" userId="cc64f42d-a1a6-4f08-b97b-0c37f877119f" providerId="ADAL" clId="{F2AA505E-0DD7-FD47-806A-FB027185E6B5}" dt="2025-03-26T07:30:26.806" v="17" actId="1038"/>
          <ac:spMkLst>
            <pc:docMk/>
            <pc:sldMk cId="0" sldId="272"/>
            <ac:spMk id="8" creationId="{98B7FB4A-DB0E-01C4-3C0E-032767DA24F4}"/>
          </ac:spMkLst>
        </pc:spChg>
        <pc:graphicFrameChg chg="add del mod">
          <ac:chgData name="Mohammed Fasha" userId="cc64f42d-a1a6-4f08-b97b-0c37f877119f" providerId="ADAL" clId="{F2AA505E-0DD7-FD47-806A-FB027185E6B5}" dt="2025-03-26T07:35:08.665" v="142" actId="478"/>
          <ac:graphicFrameMkLst>
            <pc:docMk/>
            <pc:sldMk cId="0" sldId="272"/>
            <ac:graphicFrameMk id="10" creationId="{C48732C4-EF16-66B4-7CF2-21EC276FA081}"/>
          </ac:graphicFrameMkLst>
        </pc:graphicFrameChg>
        <pc:graphicFrameChg chg="add del">
          <ac:chgData name="Mohammed Fasha" userId="cc64f42d-a1a6-4f08-b97b-0c37f877119f" providerId="ADAL" clId="{F2AA505E-0DD7-FD47-806A-FB027185E6B5}" dt="2025-03-26T07:35:40.631" v="144" actId="21"/>
          <ac:graphicFrameMkLst>
            <pc:docMk/>
            <pc:sldMk cId="0" sldId="272"/>
            <ac:graphicFrameMk id="12" creationId="{6C6626B1-9CAF-B902-BF8C-C60B0B7898FE}"/>
          </ac:graphicFrameMkLst>
        </pc:graphicFrameChg>
        <pc:picChg chg="add del mod">
          <ac:chgData name="Mohammed Fasha" userId="cc64f42d-a1a6-4f08-b97b-0c37f877119f" providerId="ADAL" clId="{F2AA505E-0DD7-FD47-806A-FB027185E6B5}" dt="2025-03-26T07:36:02.604" v="147" actId="478"/>
          <ac:picMkLst>
            <pc:docMk/>
            <pc:sldMk cId="0" sldId="272"/>
            <ac:picMk id="15" creationId="{5D4653C2-C83D-F965-57EF-F0D8453DBEED}"/>
          </ac:picMkLst>
        </pc:picChg>
      </pc:sldChg>
      <pc:sldChg chg="addSp delSp modSp">
        <pc:chgData name="Mohammed Fasha" userId="cc64f42d-a1a6-4f08-b97b-0c37f877119f" providerId="ADAL" clId="{F2AA505E-0DD7-FD47-806A-FB027185E6B5}" dt="2025-03-26T07:34:07.487" v="139" actId="20577"/>
        <pc:sldMkLst>
          <pc:docMk/>
          <pc:sldMk cId="2158520731" sldId="321"/>
        </pc:sldMkLst>
        <pc:spChg chg="add mod">
          <ac:chgData name="Mohammed Fasha" userId="cc64f42d-a1a6-4f08-b97b-0c37f877119f" providerId="ADAL" clId="{F2AA505E-0DD7-FD47-806A-FB027185E6B5}" dt="2025-03-26T07:33:20.273" v="39" actId="1076"/>
          <ac:spMkLst>
            <pc:docMk/>
            <pc:sldMk cId="2158520731" sldId="321"/>
            <ac:spMk id="4" creationId="{962C54D2-6C6B-4D18-91FD-386C4A4E72B9}"/>
          </ac:spMkLst>
        </pc:spChg>
        <pc:spChg chg="mod">
          <ac:chgData name="Mohammed Fasha" userId="cc64f42d-a1a6-4f08-b97b-0c37f877119f" providerId="ADAL" clId="{F2AA505E-0DD7-FD47-806A-FB027185E6B5}" dt="2025-03-26T07:33:17.164" v="38" actId="14100"/>
          <ac:spMkLst>
            <pc:docMk/>
            <pc:sldMk cId="2158520731" sldId="321"/>
            <ac:spMk id="6" creationId="{5CB15C33-8731-2AC8-2AA9-CC56BB604532}"/>
          </ac:spMkLst>
        </pc:spChg>
        <pc:spChg chg="add del">
          <ac:chgData name="Mohammed Fasha" userId="cc64f42d-a1a6-4f08-b97b-0c37f877119f" providerId="ADAL" clId="{F2AA505E-0DD7-FD47-806A-FB027185E6B5}" dt="2025-03-26T07:33:25.856" v="41" actId="22"/>
          <ac:spMkLst>
            <pc:docMk/>
            <pc:sldMk cId="2158520731" sldId="321"/>
            <ac:spMk id="7" creationId="{92B75328-A5FD-1DE3-7B1F-FF0F0B1C188B}"/>
          </ac:spMkLst>
        </pc:spChg>
        <pc:graphicFrameChg chg="add mod modGraphic">
          <ac:chgData name="Mohammed Fasha" userId="cc64f42d-a1a6-4f08-b97b-0c37f877119f" providerId="ADAL" clId="{F2AA505E-0DD7-FD47-806A-FB027185E6B5}" dt="2025-03-26T07:34:07.487" v="139" actId="20577"/>
          <ac:graphicFrameMkLst>
            <pc:docMk/>
            <pc:sldMk cId="2158520731" sldId="321"/>
            <ac:graphicFrameMk id="9" creationId="{2DD0168C-4AA5-A3AD-EC68-9F3DAD099B7C}"/>
          </ac:graphicFrameMkLst>
        </pc:graphicFrameChg>
        <pc:graphicFrameChg chg="mod modGraphic">
          <ac:chgData name="Mohammed Fasha" userId="cc64f42d-a1a6-4f08-b97b-0c37f877119f" providerId="ADAL" clId="{F2AA505E-0DD7-FD47-806A-FB027185E6B5}" dt="2025-03-26T07:32:48.937" v="32" actId="1036"/>
          <ac:graphicFrameMkLst>
            <pc:docMk/>
            <pc:sldMk cId="2158520731" sldId="321"/>
            <ac:graphicFrameMk id="13" creationId="{16C5CEE9-CAE7-15B6-CD99-242FA0B68E48}"/>
          </ac:graphicFrameMkLst>
        </pc:graphicFrameChg>
        <pc:graphicFrameChg chg="mod">
          <ac:chgData name="Mohammed Fasha" userId="cc64f42d-a1a6-4f08-b97b-0c37f877119f" providerId="ADAL" clId="{F2AA505E-0DD7-FD47-806A-FB027185E6B5}" dt="2025-03-26T07:32:54.322" v="33" actId="1076"/>
          <ac:graphicFrameMkLst>
            <pc:docMk/>
            <pc:sldMk cId="2158520731" sldId="321"/>
            <ac:graphicFrameMk id="14" creationId="{68F65CD9-04AE-694C-CAF9-ABB6912D588B}"/>
          </ac:graphicFrameMkLst>
        </pc:graphicFrameChg>
      </pc:sldChg>
    </pc:docChg>
  </pc:docChgLst>
  <pc:docChgLst>
    <pc:chgData name="Mohammed Fasha" userId="S::mohammed.fasha@uop.edu.jo::cc64f42d-a1a6-4f08-b97b-0c37f877119f" providerId="AD" clId="Web-{2F52505F-0676-E1F8-3A9C-C74E2F5553F9}"/>
    <pc:docChg chg="addSld modSld">
      <pc:chgData name="Mohammed Fasha" userId="S::mohammed.fasha@uop.edu.jo::cc64f42d-a1a6-4f08-b97b-0c37f877119f" providerId="AD" clId="Web-{2F52505F-0676-E1F8-3A9C-C74E2F5553F9}" dt="2025-03-23T06:07:25.672" v="25" actId="20577"/>
      <pc:docMkLst>
        <pc:docMk/>
      </pc:docMkLst>
      <pc:sldChg chg="modSp">
        <pc:chgData name="Mohammed Fasha" userId="S::mohammed.fasha@uop.edu.jo::cc64f42d-a1a6-4f08-b97b-0c37f877119f" providerId="AD" clId="Web-{2F52505F-0676-E1F8-3A9C-C74E2F5553F9}" dt="2025-03-23T06:05:34.685" v="4" actId="20577"/>
        <pc:sldMkLst>
          <pc:docMk/>
          <pc:sldMk cId="1864506158" sldId="314"/>
        </pc:sldMkLst>
        <pc:spChg chg="mod">
          <ac:chgData name="Mohammed Fasha" userId="S::mohammed.fasha@uop.edu.jo::cc64f42d-a1a6-4f08-b97b-0c37f877119f" providerId="AD" clId="Web-{2F52505F-0676-E1F8-3A9C-C74E2F5553F9}" dt="2025-03-23T06:05:34.685" v="4" actId="20577"/>
          <ac:spMkLst>
            <pc:docMk/>
            <pc:sldMk cId="1864506158" sldId="314"/>
            <ac:spMk id="3" creationId="{4961BB54-A79B-91B6-2B3E-888FA20CC61F}"/>
          </ac:spMkLst>
        </pc:spChg>
      </pc:sldChg>
      <pc:sldChg chg="modSp new">
        <pc:chgData name="Mohammed Fasha" userId="S::mohammed.fasha@uop.edu.jo::cc64f42d-a1a6-4f08-b97b-0c37f877119f" providerId="AD" clId="Web-{2F52505F-0676-E1F8-3A9C-C74E2F5553F9}" dt="2025-03-23T06:06:23.139" v="13" actId="20577"/>
        <pc:sldMkLst>
          <pc:docMk/>
          <pc:sldMk cId="3694445782" sldId="326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39.452" v="17" actId="20577"/>
        <pc:sldMkLst>
          <pc:docMk/>
          <pc:sldMk cId="659685489" sldId="327"/>
        </pc:sldMkLst>
        <pc:spChg chg="mod">
          <ac:chgData name="Mohammed Fasha" userId="S::mohammed.fasha@uop.edu.jo::cc64f42d-a1a6-4f08-b97b-0c37f877119f" providerId="AD" clId="Web-{2F52505F-0676-E1F8-3A9C-C74E2F5553F9}" dt="2025-03-23T06:06:39.452" v="17" actId="20577"/>
          <ac:spMkLst>
            <pc:docMk/>
            <pc:sldMk cId="659685489" sldId="327"/>
            <ac:spMk id="3" creationId="{2370F989-F40F-8A0B-AC42-50D0E7E07AEB}"/>
          </ac:spMkLst>
        </pc:spChg>
      </pc:sldChg>
      <pc:sldChg chg="modSp new">
        <pc:chgData name="Mohammed Fasha" userId="S::mohammed.fasha@uop.edu.jo::cc64f42d-a1a6-4f08-b97b-0c37f877119f" providerId="AD" clId="Web-{2F52505F-0676-E1F8-3A9C-C74E2F5553F9}" dt="2025-03-23T06:07:22.532" v="22" actId="20577"/>
        <pc:sldMkLst>
          <pc:docMk/>
          <pc:sldMk cId="4072578661" sldId="328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5.672" v="25" actId="20577"/>
        <pc:sldMkLst>
          <pc:docMk/>
          <pc:sldMk cId="3366111495" sldId="329"/>
        </pc:sldMkLst>
        <pc:spChg chg="mod">
          <ac:chgData name="Mohammed Fasha" userId="S::mohammed.fasha@uop.edu.jo::cc64f42d-a1a6-4f08-b97b-0c37f877119f" providerId="AD" clId="Web-{2F52505F-0676-E1F8-3A9C-C74E2F5553F9}" dt="2025-03-23T06:07:25.672" v="25" actId="20577"/>
          <ac:spMkLst>
            <pc:docMk/>
            <pc:sldMk cId="3366111495" sldId="329"/>
            <ac:spMk id="3" creationId="{9D118BE8-48E4-84B1-F7A3-AE58B873B879}"/>
          </ac:spMkLst>
        </pc:spChg>
      </pc:sldChg>
    </pc:docChg>
  </pc:docChgLst>
  <pc:docChgLst>
    <pc:chgData name="Mohammed Fasha" userId="S::mohammed.fasha@uop.edu.jo::cc64f42d-a1a6-4f08-b97b-0c37f877119f" providerId="AD" clId="Web-{411F16AF-03A3-6BA1-B79B-E9FB6FBED36A}"/>
    <pc:docChg chg="addSld delSld modSld">
      <pc:chgData name="Mohammed Fasha" userId="S::mohammed.fasha@uop.edu.jo::cc64f42d-a1a6-4f08-b97b-0c37f877119f" providerId="AD" clId="Web-{411F16AF-03A3-6BA1-B79B-E9FB6FBED36A}" dt="2025-03-17T05:47:39.406" v="102"/>
      <pc:docMkLst>
        <pc:docMk/>
      </pc:docMkLst>
      <pc:sldChg chg="add del">
        <pc:chgData name="Mohammed Fasha" userId="S::mohammed.fasha@uop.edu.jo::cc64f42d-a1a6-4f08-b97b-0c37f877119f" providerId="AD" clId="Web-{411F16AF-03A3-6BA1-B79B-E9FB6FBED36A}" dt="2025-03-17T05:47:39.406" v="102"/>
        <pc:sldMkLst>
          <pc:docMk/>
          <pc:sldMk cId="3262872071" sldId="267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1"/>
        <pc:sldMkLst>
          <pc:docMk/>
          <pc:sldMk cId="3133918167" sldId="304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0"/>
        <pc:sldMkLst>
          <pc:docMk/>
          <pc:sldMk cId="3673227071" sldId="305"/>
        </pc:sldMkLst>
      </pc:sldChg>
    </pc:docChg>
  </pc:docChgLst>
  <pc:docChgLst>
    <pc:chgData name="Mohammed Fasha" userId="S::mohammed.fasha@uop.edu.jo::cc64f42d-a1a6-4f08-b97b-0c37f877119f" providerId="AD" clId="Web-{CFB52BA1-027E-4A5C-51C2-A494885CE8B6}"/>
    <pc:docChg chg="addSld delSld modSld">
      <pc:chgData name="Mohammed Fasha" userId="S::mohammed.fasha@uop.edu.jo::cc64f42d-a1a6-4f08-b97b-0c37f877119f" providerId="AD" clId="Web-{CFB52BA1-027E-4A5C-51C2-A494885CE8B6}" dt="2025-03-16T14:45:18.235" v="45" actId="1076"/>
      <pc:docMkLst>
        <pc:docMk/>
      </pc:docMkLst>
      <pc:sldChg chg="modSp">
        <pc:chgData name="Mohammed Fasha" userId="S::mohammed.fasha@uop.edu.jo::cc64f42d-a1a6-4f08-b97b-0c37f877119f" providerId="AD" clId="Web-{CFB52BA1-027E-4A5C-51C2-A494885CE8B6}" dt="2025-03-16T14:45:05.391" v="43" actId="1076"/>
        <pc:sldMkLst>
          <pc:docMk/>
          <pc:sldMk cId="0" sldId="269"/>
        </pc:sldMkLst>
      </pc:sldChg>
      <pc:sldChg chg="modSp">
        <pc:chgData name="Mohammed Fasha" userId="S::mohammed.fasha@uop.edu.jo::cc64f42d-a1a6-4f08-b97b-0c37f877119f" providerId="AD" clId="Web-{CFB52BA1-027E-4A5C-51C2-A494885CE8B6}" dt="2025-03-16T14:45:18.235" v="45" actId="1076"/>
        <pc:sldMkLst>
          <pc:docMk/>
          <pc:sldMk cId="0" sldId="270"/>
        </pc:sldMkLst>
        <pc:picChg chg="mod">
          <ac:chgData name="Mohammed Fasha" userId="S::mohammed.fasha@uop.edu.jo::cc64f42d-a1a6-4f08-b97b-0c37f877119f" providerId="AD" clId="Web-{CFB52BA1-027E-4A5C-51C2-A494885CE8B6}" dt="2025-03-16T14:45:18.235" v="45" actId="1076"/>
          <ac:picMkLst>
            <pc:docMk/>
            <pc:sldMk cId="0" sldId="270"/>
            <ac:picMk id="15" creationId="{4E22367B-B754-648E-0B22-AC55F28E1729}"/>
          </ac:picMkLst>
        </pc:picChg>
      </pc:sldChg>
      <pc:sldChg chg="modSp">
        <pc:chgData name="Mohammed Fasha" userId="S::mohammed.fasha@uop.edu.jo::cc64f42d-a1a6-4f08-b97b-0c37f877119f" providerId="AD" clId="Web-{CFB52BA1-027E-4A5C-51C2-A494885CE8B6}" dt="2025-03-16T14:44:57.469" v="42" actId="20577"/>
        <pc:sldMkLst>
          <pc:docMk/>
          <pc:sldMk cId="0" sldId="272"/>
        </pc:sldMkLst>
        <pc:spChg chg="mod">
          <ac:chgData name="Mohammed Fasha" userId="S::mohammed.fasha@uop.edu.jo::cc64f42d-a1a6-4f08-b97b-0c37f877119f" providerId="AD" clId="Web-{CFB52BA1-027E-4A5C-51C2-A494885CE8B6}" dt="2025-03-16T14:44:57.469" v="42" actId="20577"/>
          <ac:spMkLst>
            <pc:docMk/>
            <pc:sldMk cId="0" sldId="272"/>
            <ac:spMk id="2" creationId="{00000000-0000-0000-0000-000000000000}"/>
          </ac:spMkLst>
        </pc:spChg>
      </pc:sldChg>
      <pc:sldChg chg="modSp">
        <pc:chgData name="Mohammed Fasha" userId="S::mohammed.fasha@uop.edu.jo::cc64f42d-a1a6-4f08-b97b-0c37f877119f" providerId="AD" clId="Web-{CFB52BA1-027E-4A5C-51C2-A494885CE8B6}" dt="2025-03-16T14:44:48.500" v="41" actId="14100"/>
        <pc:sldMkLst>
          <pc:docMk/>
          <pc:sldMk cId="0" sldId="274"/>
        </pc:sldMkLst>
        <pc:spChg chg="mod">
          <ac:chgData name="Mohammed Fasha" userId="S::mohammed.fasha@uop.edu.jo::cc64f42d-a1a6-4f08-b97b-0c37f877119f" providerId="AD" clId="Web-{CFB52BA1-027E-4A5C-51C2-A494885CE8B6}" dt="2025-03-16T14:44:48.500" v="41" actId="14100"/>
          <ac:spMkLst>
            <pc:docMk/>
            <pc:sldMk cId="0" sldId="274"/>
            <ac:spMk id="7" creationId="{CF4277E2-2BAC-D76F-20C6-A50B542D2495}"/>
          </ac:spMkLst>
        </pc:spChg>
      </pc:sldChg>
      <pc:sldChg chg="addSp delSp modSp del">
        <pc:chgData name="Mohammed Fasha" userId="S::mohammed.fasha@uop.edu.jo::cc64f42d-a1a6-4f08-b97b-0c37f877119f" providerId="AD" clId="Web-{CFB52BA1-027E-4A5C-51C2-A494885CE8B6}" dt="2025-03-16T14:44:02.201" v="36"/>
        <pc:sldMkLst>
          <pc:docMk/>
          <pc:sldMk cId="3476611510" sldId="290"/>
        </pc:sldMkLst>
      </pc:sldChg>
      <pc:sldChg chg="addSp delSp modSp new">
        <pc:chgData name="Mohammed Fasha" userId="S::mohammed.fasha@uop.edu.jo::cc64f42d-a1a6-4f08-b97b-0c37f877119f" providerId="AD" clId="Web-{CFB52BA1-027E-4A5C-51C2-A494885CE8B6}" dt="2025-03-16T14:42:40.261" v="8" actId="20577"/>
        <pc:sldMkLst>
          <pc:docMk/>
          <pc:sldMk cId="1663389758" sldId="302"/>
        </pc:sldMkLst>
      </pc:sldChg>
      <pc:sldChg chg="addSp modSp new">
        <pc:chgData name="Mohammed Fasha" userId="S::mohammed.fasha@uop.edu.jo::cc64f42d-a1a6-4f08-b97b-0c37f877119f" providerId="AD" clId="Web-{CFB52BA1-027E-4A5C-51C2-A494885CE8B6}" dt="2025-03-16T14:44:23.343" v="40" actId="1076"/>
        <pc:sldMkLst>
          <pc:docMk/>
          <pc:sldMk cId="3053666628" sldId="303"/>
        </pc:sldMkLst>
      </pc:sldChg>
    </pc:docChg>
  </pc:docChgLst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S::mohammed.fasha@uop.edu.jo::cc64f42d-a1a6-4f08-b97b-0c37f877119f" providerId="AD" clId="Web-{37180445-8C36-3D61-B421-DE7B4B97BDB9}"/>
    <pc:docChg chg="addSld delSld modSld sldOrd">
      <pc:chgData name="Mohammed Fasha" userId="S::mohammed.fasha@uop.edu.jo::cc64f42d-a1a6-4f08-b97b-0c37f877119f" providerId="AD" clId="Web-{37180445-8C36-3D61-B421-DE7B4B97BDB9}" dt="2025-03-19T03:36:22.093" v="327" actId="1076"/>
      <pc:docMkLst>
        <pc:docMk/>
      </pc:docMkLst>
      <pc:sldChg chg="modSp">
        <pc:chgData name="Mohammed Fasha" userId="S::mohammed.fasha@uop.edu.jo::cc64f42d-a1a6-4f08-b97b-0c37f877119f" providerId="AD" clId="Web-{37180445-8C36-3D61-B421-DE7B4B97BDB9}" dt="2025-03-19T03:30:37.066" v="274" actId="20577"/>
        <pc:sldMkLst>
          <pc:docMk/>
          <pc:sldMk cId="0" sldId="276"/>
        </pc:sldMkLst>
      </pc:sldChg>
      <pc:sldChg chg="modSp ord">
        <pc:chgData name="Mohammed Fasha" userId="S::mohammed.fasha@uop.edu.jo::cc64f42d-a1a6-4f08-b97b-0c37f877119f" providerId="AD" clId="Web-{37180445-8C36-3D61-B421-DE7B4B97BDB9}" dt="2025-03-19T03:26:50.183" v="239" actId="20577"/>
        <pc:sldMkLst>
          <pc:docMk/>
          <pc:sldMk cId="0" sldId="278"/>
        </pc:sldMkLst>
        <pc:spChg chg="mod">
          <ac:chgData name="Mohammed Fasha" userId="S::mohammed.fasha@uop.edu.jo::cc64f42d-a1a6-4f08-b97b-0c37f877119f" providerId="AD" clId="Web-{37180445-8C36-3D61-B421-DE7B4B97BDB9}" dt="2025-03-19T03:26:50.183" v="239" actId="20577"/>
          <ac:spMkLst>
            <pc:docMk/>
            <pc:sldMk cId="0" sldId="278"/>
            <ac:spMk id="6" creationId="{81843AE0-4921-7733-0D3B-33D489EDB8CC}"/>
          </ac:spMkLst>
        </pc:spChg>
      </pc:sldChg>
      <pc:sldChg chg="modSp">
        <pc:chgData name="Mohammed Fasha" userId="S::mohammed.fasha@uop.edu.jo::cc64f42d-a1a6-4f08-b97b-0c37f877119f" providerId="AD" clId="Web-{37180445-8C36-3D61-B421-DE7B4B97BDB9}" dt="2025-03-19T03:19:09.496" v="127" actId="20577"/>
        <pc:sldMkLst>
          <pc:docMk/>
          <pc:sldMk cId="0" sldId="280"/>
        </pc:sldMkLst>
        <pc:spChg chg="mod">
          <ac:chgData name="Mohammed Fasha" userId="S::mohammed.fasha@uop.edu.jo::cc64f42d-a1a6-4f08-b97b-0c37f877119f" providerId="AD" clId="Web-{37180445-8C36-3D61-B421-DE7B4B97BDB9}" dt="2025-03-19T03:19:09.496" v="127" actId="20577"/>
          <ac:spMkLst>
            <pc:docMk/>
            <pc:sldMk cId="0" sldId="280"/>
            <ac:spMk id="6" creationId="{CC4C1BC0-7E6B-75C8-0965-79DE721E7639}"/>
          </ac:spMkLst>
        </pc:spChg>
      </pc:sldChg>
      <pc:sldChg chg="addSp modSp">
        <pc:chgData name="Mohammed Fasha" userId="S::mohammed.fasha@uop.edu.jo::cc64f42d-a1a6-4f08-b97b-0c37f877119f" providerId="AD" clId="Web-{37180445-8C36-3D61-B421-DE7B4B97BDB9}" dt="2025-03-19T03:21:50.361" v="182" actId="20577"/>
        <pc:sldMkLst>
          <pc:docMk/>
          <pc:sldMk cId="441052949" sldId="309"/>
        </pc:sldMkLst>
      </pc:sldChg>
      <pc:sldChg chg="addSp delSp modSp add del replId">
        <pc:chgData name="Mohammed Fasha" userId="S::mohammed.fasha@uop.edu.jo::cc64f42d-a1a6-4f08-b97b-0c37f877119f" providerId="AD" clId="Web-{37180445-8C36-3D61-B421-DE7B4B97BDB9}" dt="2025-03-19T03:17:37.368" v="121"/>
        <pc:sldMkLst>
          <pc:docMk/>
          <pc:sldMk cId="1021713399" sldId="312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24:21.850" v="219" actId="20577"/>
        <pc:sldMkLst>
          <pc:docMk/>
          <pc:sldMk cId="1008151712" sldId="313"/>
        </pc:sldMkLst>
      </pc:sldChg>
      <pc:sldChg chg="addSp delSp modSp new">
        <pc:chgData name="Mohammed Fasha" userId="S::mohammed.fasha@uop.edu.jo::cc64f42d-a1a6-4f08-b97b-0c37f877119f" providerId="AD" clId="Web-{37180445-8C36-3D61-B421-DE7B4B97BDB9}" dt="2025-03-19T03:31:22.739" v="283" actId="20577"/>
        <pc:sldMkLst>
          <pc:docMk/>
          <pc:sldMk cId="618074235" sldId="314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36:22.093" v="327" actId="1076"/>
        <pc:sldMkLst>
          <pc:docMk/>
          <pc:sldMk cId="22495289" sldId="315"/>
        </pc:sldMkLst>
      </pc:sldChg>
    </pc:docChg>
  </pc:docChgLst>
  <pc:docChgLst>
    <pc:chgData name="Mohammed Fasha" userId="S::mohammed.fasha@uop.edu.jo::cc64f42d-a1a6-4f08-b97b-0c37f877119f" providerId="AD" clId="Web-{201C7D42-1F1C-B7C2-DD80-837CD0925F1E}"/>
    <pc:docChg chg="addSld delSld modSld">
      <pc:chgData name="Mohammed Fasha" userId="S::mohammed.fasha@uop.edu.jo::cc64f42d-a1a6-4f08-b97b-0c37f877119f" providerId="AD" clId="Web-{201C7D42-1F1C-B7C2-DD80-837CD0925F1E}" dt="2025-03-23T12:36:34.651" v="413" actId="1076"/>
      <pc:docMkLst>
        <pc:docMk/>
      </pc:docMkLst>
      <pc:sldChg chg="addSp modSp">
        <pc:chgData name="Mohammed Fasha" userId="S::mohammed.fasha@uop.edu.jo::cc64f42d-a1a6-4f08-b97b-0c37f877119f" providerId="AD" clId="Web-{201C7D42-1F1C-B7C2-DD80-837CD0925F1E}" dt="2025-03-23T12:35:02.129" v="388" actId="14100"/>
        <pc:sldMkLst>
          <pc:docMk/>
          <pc:sldMk cId="0" sldId="272"/>
        </pc:sldMkLst>
        <pc:spChg chg="mod">
          <ac:chgData name="Mohammed Fasha" userId="S::mohammed.fasha@uop.edu.jo::cc64f42d-a1a6-4f08-b97b-0c37f877119f" providerId="AD" clId="Web-{201C7D42-1F1C-B7C2-DD80-837CD0925F1E}" dt="2025-03-23T12:32:41.442" v="332" actId="20577"/>
          <ac:spMkLst>
            <pc:docMk/>
            <pc:sldMk cId="0" sldId="272"/>
            <ac:spMk id="7" creationId="{BD008676-47C8-D88A-CD4A-65BB83D57162}"/>
          </ac:spMkLst>
        </pc:spChg>
        <pc:spChg chg="add mod">
          <ac:chgData name="Mohammed Fasha" userId="S::mohammed.fasha@uop.edu.jo::cc64f42d-a1a6-4f08-b97b-0c37f877119f" providerId="AD" clId="Web-{201C7D42-1F1C-B7C2-DD80-837CD0925F1E}" dt="2025-03-23T12:35:02.129" v="388" actId="14100"/>
          <ac:spMkLst>
            <pc:docMk/>
            <pc:sldMk cId="0" sldId="272"/>
            <ac:spMk id="8" creationId="{98B7FB4A-DB0E-01C4-3C0E-032767DA24F4}"/>
          </ac:spMkLst>
        </pc:spChg>
      </pc:sldChg>
      <pc:sldChg chg="modSp">
        <pc:chgData name="Mohammed Fasha" userId="S::mohammed.fasha@uop.edu.jo::cc64f42d-a1a6-4f08-b97b-0c37f877119f" providerId="AD" clId="Web-{201C7D42-1F1C-B7C2-DD80-837CD0925F1E}" dt="2025-03-23T12:36:34.651" v="413" actId="1076"/>
        <pc:sldMkLst>
          <pc:docMk/>
          <pc:sldMk cId="0" sldId="274"/>
        </pc:sldMkLst>
        <pc:spChg chg="mod">
          <ac:chgData name="Mohammed Fasha" userId="S::mohammed.fasha@uop.edu.jo::cc64f42d-a1a6-4f08-b97b-0c37f877119f" providerId="AD" clId="Web-{201C7D42-1F1C-B7C2-DD80-837CD0925F1E}" dt="2025-03-23T12:36:31.432" v="411" actId="20577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S::mohammed.fasha@uop.edu.jo::cc64f42d-a1a6-4f08-b97b-0c37f877119f" providerId="AD" clId="Web-{201C7D42-1F1C-B7C2-DD80-837CD0925F1E}" dt="2025-03-23T12:36:34.651" v="413" actId="1076"/>
          <ac:picMkLst>
            <pc:docMk/>
            <pc:sldMk cId="0" sldId="274"/>
            <ac:picMk id="4" creationId="{00000000-0000-0000-0000-000000000000}"/>
          </ac:picMkLst>
        </pc:picChg>
      </pc:sldChg>
      <pc:sldChg chg="addSp delSp modSp del">
        <pc:chgData name="Mohammed Fasha" userId="S::mohammed.fasha@uop.edu.jo::cc64f42d-a1a6-4f08-b97b-0c37f877119f" providerId="AD" clId="Web-{201C7D42-1F1C-B7C2-DD80-837CD0925F1E}" dt="2025-03-23T12:33:44.545" v="354"/>
        <pc:sldMkLst>
          <pc:docMk/>
          <pc:sldMk cId="414281864" sldId="320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32:06.408" v="330"/>
        <pc:sldMkLst>
          <pc:docMk/>
          <pc:sldMk cId="2158520731" sldId="321"/>
        </pc:sldMkLst>
        <pc:spChg chg="mod">
          <ac:chgData name="Mohammed Fasha" userId="S::mohammed.fasha@uop.edu.jo::cc64f42d-a1a6-4f08-b97b-0c37f877119f" providerId="AD" clId="Web-{201C7D42-1F1C-B7C2-DD80-837CD0925F1E}" dt="2025-03-23T12:29:56.352" v="245" actId="14100"/>
          <ac:spMkLst>
            <pc:docMk/>
            <pc:sldMk cId="2158520731" sldId="321"/>
            <ac:spMk id="2" creationId="{2CBE9B8D-9BCA-A077-FC54-F37DD1ED5A43}"/>
          </ac:spMkLst>
        </pc:spChg>
        <pc:spChg chg="mod">
          <ac:chgData name="Mohammed Fasha" userId="S::mohammed.fasha@uop.edu.jo::cc64f42d-a1a6-4f08-b97b-0c37f877119f" providerId="AD" clId="Web-{201C7D42-1F1C-B7C2-DD80-837CD0925F1E}" dt="2025-03-23T12:31:01.716" v="274" actId="14100"/>
          <ac:spMkLst>
            <pc:docMk/>
            <pc:sldMk cId="2158520731" sldId="321"/>
            <ac:spMk id="6" creationId="{5CB15C33-8731-2AC8-2AA9-CC56BB604532}"/>
          </ac:spMkLst>
        </pc:spChg>
        <pc:graphicFrameChg chg="mod modGraphic">
          <ac:chgData name="Mohammed Fasha" userId="S::mohammed.fasha@uop.edu.jo::cc64f42d-a1a6-4f08-b97b-0c37f877119f" providerId="AD" clId="Web-{201C7D42-1F1C-B7C2-DD80-837CD0925F1E}" dt="2025-03-23T12:32:06.408" v="330"/>
          <ac:graphicFrameMkLst>
            <pc:docMk/>
            <pc:sldMk cId="2158520731" sldId="321"/>
            <ac:graphicFrameMk id="14" creationId="{68F65CD9-04AE-694C-CAF9-ABB6912D588B}"/>
          </ac:graphicFrameMkLst>
        </pc:graphicFrameChg>
      </pc:sldChg>
      <pc:sldChg chg="addSp delSp modSp">
        <pc:chgData name="Mohammed Fasha" userId="S::mohammed.fasha@uop.edu.jo::cc64f42d-a1a6-4f08-b97b-0c37f877119f" providerId="AD" clId="Web-{201C7D42-1F1C-B7C2-DD80-837CD0925F1E}" dt="2025-03-23T12:20:46.326" v="64"/>
        <pc:sldMkLst>
          <pc:docMk/>
          <pc:sldMk cId="323566195" sldId="323"/>
        </pc:sldMkLst>
        <pc:spChg chg="mod">
          <ac:chgData name="Mohammed Fasha" userId="S::mohammed.fasha@uop.edu.jo::cc64f42d-a1a6-4f08-b97b-0c37f877119f" providerId="AD" clId="Web-{201C7D42-1F1C-B7C2-DD80-837CD0925F1E}" dt="2025-03-23T12:18:05.517" v="7" actId="20577"/>
          <ac:spMkLst>
            <pc:docMk/>
            <pc:sldMk cId="323566195" sldId="323"/>
            <ac:spMk id="2" creationId="{595498DF-D91B-3039-6A35-B1D5FAB6D692}"/>
          </ac:spMkLst>
        </pc:spChg>
        <pc:graphicFrameChg chg="mod modGraphic">
          <ac:chgData name="Mohammed Fasha" userId="S::mohammed.fasha@uop.edu.jo::cc64f42d-a1a6-4f08-b97b-0c37f877119f" providerId="AD" clId="Web-{201C7D42-1F1C-B7C2-DD80-837CD0925F1E}" dt="2025-03-23T12:20:46.326" v="64"/>
          <ac:graphicFrameMkLst>
            <pc:docMk/>
            <pc:sldMk cId="323566195" sldId="323"/>
            <ac:graphicFrameMk id="82" creationId="{135E2F87-A441-0139-1576-BC186FCA12A1}"/>
          </ac:graphicFrameMkLst>
        </pc:graphicFrameChg>
      </pc:sldChg>
      <pc:sldChg chg="modSp">
        <pc:chgData name="Mohammed Fasha" userId="S::mohammed.fasha@uop.edu.jo::cc64f42d-a1a6-4f08-b97b-0c37f877119f" providerId="AD" clId="Web-{201C7D42-1F1C-B7C2-DD80-837CD0925F1E}" dt="2025-03-23T12:19:03.928" v="15" actId="20577"/>
        <pc:sldMkLst>
          <pc:docMk/>
          <pc:sldMk cId="2802975669" sldId="324"/>
        </pc:sldMkLst>
        <pc:spChg chg="mod">
          <ac:chgData name="Mohammed Fasha" userId="S::mohammed.fasha@uop.edu.jo::cc64f42d-a1a6-4f08-b97b-0c37f877119f" providerId="AD" clId="Web-{201C7D42-1F1C-B7C2-DD80-837CD0925F1E}" dt="2025-03-23T12:19:03.928" v="15" actId="20577"/>
          <ac:spMkLst>
            <pc:docMk/>
            <pc:sldMk cId="2802975669" sldId="324"/>
            <ac:spMk id="2" creationId="{DD28BFAD-F7FC-EB4E-DB73-D0B4611BA46D}"/>
          </ac:spMkLst>
        </pc:spChg>
      </pc:sldChg>
      <pc:sldChg chg="modSp">
        <pc:chgData name="Mohammed Fasha" userId="S::mohammed.fasha@uop.edu.jo::cc64f42d-a1a6-4f08-b97b-0c37f877119f" providerId="AD" clId="Web-{201C7D42-1F1C-B7C2-DD80-837CD0925F1E}" dt="2025-03-23T12:27:29.419" v="215" actId="20577"/>
        <pc:sldMkLst>
          <pc:docMk/>
          <pc:sldMk cId="932796301" sldId="328"/>
        </pc:sldMkLst>
        <pc:spChg chg="mod">
          <ac:chgData name="Mohammed Fasha" userId="S::mohammed.fasha@uop.edu.jo::cc64f42d-a1a6-4f08-b97b-0c37f877119f" providerId="AD" clId="Web-{201C7D42-1F1C-B7C2-DD80-837CD0925F1E}" dt="2025-03-23T12:27:29.419" v="215" actId="20577"/>
          <ac:spMkLst>
            <pc:docMk/>
            <pc:sldMk cId="932796301" sldId="328"/>
            <ac:spMk id="3" creationId="{3C3E019B-0F20-8E05-2053-6E145189E1FD}"/>
          </ac:spMkLst>
        </pc:spChg>
      </pc:sldChg>
      <pc:sldChg chg="addSp delSp modSp new del">
        <pc:chgData name="Mohammed Fasha" userId="S::mohammed.fasha@uop.edu.jo::cc64f42d-a1a6-4f08-b97b-0c37f877119f" providerId="AD" clId="Web-{201C7D42-1F1C-B7C2-DD80-837CD0925F1E}" dt="2025-03-23T12:23:37.245" v="125"/>
        <pc:sldMkLst>
          <pc:docMk/>
          <pc:sldMk cId="704117908" sldId="331"/>
        </pc:sldMkLst>
      </pc:sldChg>
      <pc:sldChg chg="modSp new">
        <pc:chgData name="Mohammed Fasha" userId="S::mohammed.fasha@uop.edu.jo::cc64f42d-a1a6-4f08-b97b-0c37f877119f" providerId="AD" clId="Web-{201C7D42-1F1C-B7C2-DD80-837CD0925F1E}" dt="2025-03-23T12:23:26.354" v="123" actId="20577"/>
        <pc:sldMkLst>
          <pc:docMk/>
          <pc:sldMk cId="2684285518" sldId="332"/>
        </pc:sldMkLst>
        <pc:spChg chg="mod">
          <ac:chgData name="Mohammed Fasha" userId="S::mohammed.fasha@uop.edu.jo::cc64f42d-a1a6-4f08-b97b-0c37f877119f" providerId="AD" clId="Web-{201C7D42-1F1C-B7C2-DD80-837CD0925F1E}" dt="2025-03-23T12:23:26.354" v="123" actId="20577"/>
          <ac:spMkLst>
            <pc:docMk/>
            <pc:sldMk cId="2684285518" sldId="332"/>
            <ac:spMk id="2" creationId="{7B835121-B141-7218-B42D-1A517809491F}"/>
          </ac:spMkLst>
        </pc:spChg>
        <pc:spChg chg="mod">
          <ac:chgData name="Mohammed Fasha" userId="S::mohammed.fasha@uop.edu.jo::cc64f42d-a1a6-4f08-b97b-0c37f877119f" providerId="AD" clId="Web-{201C7D42-1F1C-B7C2-DD80-837CD0925F1E}" dt="2025-03-23T12:22:57.508" v="76" actId="20577"/>
          <ac:spMkLst>
            <pc:docMk/>
            <pc:sldMk cId="2684285518" sldId="332"/>
            <ac:spMk id="3" creationId="{0173D824-DE25-C32C-01F2-97287FB39040}"/>
          </ac:spMkLst>
        </pc:spChg>
      </pc:sldChg>
      <pc:sldChg chg="addSp delSp modSp new">
        <pc:chgData name="Mohammed Fasha" userId="S::mohammed.fasha@uop.edu.jo::cc64f42d-a1a6-4f08-b97b-0c37f877119f" providerId="AD" clId="Web-{201C7D42-1F1C-B7C2-DD80-837CD0925F1E}" dt="2025-03-23T12:26:17.070" v="197" actId="20577"/>
        <pc:sldMkLst>
          <pc:docMk/>
          <pc:sldMk cId="2087539751" sldId="333"/>
        </pc:sldMkLst>
        <pc:spChg chg="mod">
          <ac:chgData name="Mohammed Fasha" userId="S::mohammed.fasha@uop.edu.jo::cc64f42d-a1a6-4f08-b97b-0c37f877119f" providerId="AD" clId="Web-{201C7D42-1F1C-B7C2-DD80-837CD0925F1E}" dt="2025-03-23T12:24:12.935" v="170" actId="20577"/>
          <ac:spMkLst>
            <pc:docMk/>
            <pc:sldMk cId="2087539751" sldId="333"/>
            <ac:spMk id="2" creationId="{32D77BF8-9EB6-EB2A-6FCA-BB3FE543BA98}"/>
          </ac:spMkLst>
        </pc:spChg>
        <pc:spChg chg="add mod">
          <ac:chgData name="Mohammed Fasha" userId="S::mohammed.fasha@uop.edu.jo::cc64f42d-a1a6-4f08-b97b-0c37f877119f" providerId="AD" clId="Web-{201C7D42-1F1C-B7C2-DD80-837CD0925F1E}" dt="2025-03-23T12:26:17.070" v="197" actId="20577"/>
          <ac:spMkLst>
            <pc:docMk/>
            <pc:sldMk cId="2087539751" sldId="333"/>
            <ac:spMk id="7" creationId="{0A67F442-A4EE-C664-5810-41DD02FE24D6}"/>
          </ac:spMkLst>
        </pc:spChg>
        <pc:graphicFrameChg chg="add mod ord modGraphic">
          <ac:chgData name="Mohammed Fasha" userId="S::mohammed.fasha@uop.edu.jo::cc64f42d-a1a6-4f08-b97b-0c37f877119f" providerId="AD" clId="Web-{201C7D42-1F1C-B7C2-DD80-837CD0925F1E}" dt="2025-03-23T12:24:34.874" v="183"/>
          <ac:graphicFrameMkLst>
            <pc:docMk/>
            <pc:sldMk cId="2087539751" sldId="333"/>
            <ac:graphicFrameMk id="5" creationId="{B49131E5-D272-CD58-3F5C-9B41C4487AEC}"/>
          </ac:graphicFrameMkLst>
        </pc:graphicFrameChg>
      </pc:sldChg>
      <pc:sldChg chg="modSp new mod modClrScheme chgLayout">
        <pc:chgData name="Mohammed Fasha" userId="S::mohammed.fasha@uop.edu.jo::cc64f42d-a1a6-4f08-b97b-0c37f877119f" providerId="AD" clId="Web-{201C7D42-1F1C-B7C2-DD80-837CD0925F1E}" dt="2025-03-23T12:26:54.182" v="201" actId="20577"/>
        <pc:sldMkLst>
          <pc:docMk/>
          <pc:sldMk cId="2275966120" sldId="334"/>
        </pc:sldMkLst>
        <pc:spChg chg="mod ord">
          <ac:chgData name="Mohammed Fasha" userId="S::mohammed.fasha@uop.edu.jo::cc64f42d-a1a6-4f08-b97b-0c37f877119f" providerId="AD" clId="Web-{201C7D42-1F1C-B7C2-DD80-837CD0925F1E}" dt="2025-03-23T12:26:54.182" v="201" actId="20577"/>
          <ac:spMkLst>
            <pc:docMk/>
            <pc:sldMk cId="2275966120" sldId="334"/>
            <ac:spMk id="2" creationId="{C1CCCE25-35C5-F8C2-93F3-75E6F478CF44}"/>
          </ac:spMkLst>
        </pc:spChg>
        <pc:spChg chg="mod ord">
          <ac:chgData name="Mohammed Fasha" userId="S::mohammed.fasha@uop.edu.jo::cc64f42d-a1a6-4f08-b97b-0c37f877119f" providerId="AD" clId="Web-{201C7D42-1F1C-B7C2-DD80-837CD0925F1E}" dt="2025-03-23T12:26:50.010" v="199"/>
          <ac:spMkLst>
            <pc:docMk/>
            <pc:sldMk cId="2275966120" sldId="334"/>
            <ac:spMk id="3" creationId="{502C69CE-4637-39A9-33A6-B5CFBD5A58A9}"/>
          </ac:spMkLst>
        </pc:spChg>
      </pc:sldChg>
      <pc:sldChg chg="addSp modSp new">
        <pc:chgData name="Mohammed Fasha" userId="S::mohammed.fasha@uop.edu.jo::cc64f42d-a1a6-4f08-b97b-0c37f877119f" providerId="AD" clId="Web-{201C7D42-1F1C-B7C2-DD80-837CD0925F1E}" dt="2025-03-23T12:34:23.220" v="365" actId="1076"/>
        <pc:sldMkLst>
          <pc:docMk/>
          <pc:sldMk cId="4251754830" sldId="335"/>
        </pc:sldMkLst>
        <pc:spChg chg="mod">
          <ac:chgData name="Mohammed Fasha" userId="S::mohammed.fasha@uop.edu.jo::cc64f42d-a1a6-4f08-b97b-0c37f877119f" providerId="AD" clId="Web-{201C7D42-1F1C-B7C2-DD80-837CD0925F1E}" dt="2025-03-23T12:34:05.656" v="361" actId="14100"/>
          <ac:spMkLst>
            <pc:docMk/>
            <pc:sldMk cId="4251754830" sldId="335"/>
            <ac:spMk id="2" creationId="{880BEA05-F32B-B175-AA7B-47CBCB32C4E0}"/>
          </ac:spMkLst>
        </pc:spChg>
        <pc:spChg chg="mod">
          <ac:chgData name="Mohammed Fasha" userId="S::mohammed.fasha@uop.edu.jo::cc64f42d-a1a6-4f08-b97b-0c37f877119f" providerId="AD" clId="Web-{201C7D42-1F1C-B7C2-DD80-837CD0925F1E}" dt="2025-03-23T12:33:56.639" v="360" actId="14100"/>
          <ac:spMkLst>
            <pc:docMk/>
            <pc:sldMk cId="4251754830" sldId="335"/>
            <ac:spMk id="3" creationId="{1821722D-3CE7-874F-C927-A9A7BB997821}"/>
          </ac:spMkLst>
        </pc:spChg>
        <pc:picChg chg="add mod">
          <ac:chgData name="Mohammed Fasha" userId="S::mohammed.fasha@uop.edu.jo::cc64f42d-a1a6-4f08-b97b-0c37f877119f" providerId="AD" clId="Web-{201C7D42-1F1C-B7C2-DD80-837CD0925F1E}" dt="2025-03-23T12:34:23.220" v="365" actId="1076"/>
          <ac:picMkLst>
            <pc:docMk/>
            <pc:sldMk cId="4251754830" sldId="335"/>
            <ac:picMk id="4" creationId="{24975023-F336-E81B-3410-B0E86A42F3E0}"/>
          </ac:picMkLst>
        </pc:picChg>
      </pc:sldChg>
    </pc:docChg>
  </pc:docChgLst>
  <pc:docChgLst>
    <pc:chgData name="Mohammed Fasha" userId="S::mohammed.fasha@uop.edu.jo::cc64f42d-a1a6-4f08-b97b-0c37f877119f" providerId="AD" clId="Web-{36B9E10C-9544-F05A-23A9-185BAFD9898D}"/>
    <pc:docChg chg="addSld modSld">
      <pc:chgData name="Mohammed Fasha" userId="S::mohammed.fasha@uop.edu.jo::cc64f42d-a1a6-4f08-b97b-0c37f877119f" providerId="AD" clId="Web-{36B9E10C-9544-F05A-23A9-185BAFD9898D}" dt="2025-03-23T12:04:32.957" v="76"/>
      <pc:docMkLst>
        <pc:docMk/>
      </pc:docMkLst>
      <pc:sldChg chg="addSp delSp modSp">
        <pc:chgData name="Mohammed Fasha" userId="S::mohammed.fasha@uop.edu.jo::cc64f42d-a1a6-4f08-b97b-0c37f877119f" providerId="AD" clId="Web-{36B9E10C-9544-F05A-23A9-185BAFD9898D}" dt="2025-03-23T12:04:32.957" v="76"/>
        <pc:sldMkLst>
          <pc:docMk/>
          <pc:sldMk cId="0" sldId="274"/>
        </pc:sldMkLst>
        <pc:picChg chg="add del">
          <ac:chgData name="Mohammed Fasha" userId="S::mohammed.fasha@uop.edu.jo::cc64f42d-a1a6-4f08-b97b-0c37f877119f" providerId="AD" clId="Web-{36B9E10C-9544-F05A-23A9-185BAFD9898D}" dt="2025-03-23T12:04:32.957" v="76"/>
          <ac:picMkLst>
            <pc:docMk/>
            <pc:sldMk cId="0" sldId="274"/>
            <ac:picMk id="6" creationId="{00000000-0000-0000-0000-000000000000}"/>
          </ac:picMkLst>
        </pc:picChg>
      </pc:sldChg>
      <pc:sldChg chg="addSp modSp new">
        <pc:chgData name="Mohammed Fasha" userId="S::mohammed.fasha@uop.edu.jo::cc64f42d-a1a6-4f08-b97b-0c37f877119f" providerId="AD" clId="Web-{36B9E10C-9544-F05A-23A9-185BAFD9898D}" dt="2025-03-23T12:02:36.938" v="60" actId="1076"/>
        <pc:sldMkLst>
          <pc:docMk/>
          <pc:sldMk cId="2059959534" sldId="330"/>
        </pc:sldMkLst>
        <pc:spChg chg="mod">
          <ac:chgData name="Mohammed Fasha" userId="S::mohammed.fasha@uop.edu.jo::cc64f42d-a1a6-4f08-b97b-0c37f877119f" providerId="AD" clId="Web-{36B9E10C-9544-F05A-23A9-185BAFD9898D}" dt="2025-03-23T12:01:21.983" v="40" actId="20577"/>
          <ac:spMkLst>
            <pc:docMk/>
            <pc:sldMk cId="2059959534" sldId="330"/>
            <ac:spMk id="3" creationId="{CAE29CE7-34A3-D84A-09F7-F1FE82DFE999}"/>
          </ac:spMkLst>
        </pc:spChg>
        <pc:spChg chg="add mod">
          <ac:chgData name="Mohammed Fasha" userId="S::mohammed.fasha@uop.edu.jo::cc64f42d-a1a6-4f08-b97b-0c37f877119f" providerId="AD" clId="Web-{36B9E10C-9544-F05A-23A9-185BAFD9898D}" dt="2025-03-23T12:02:36.938" v="60" actId="1076"/>
          <ac:spMkLst>
            <pc:docMk/>
            <pc:sldMk cId="2059959534" sldId="330"/>
            <ac:spMk id="6" creationId="{DF962A98-4E4C-ECF1-BFA0-EDDF016A1D0C}"/>
          </ac:spMkLst>
        </pc:spChg>
        <pc:picChg chg="add mod">
          <ac:chgData name="Mohammed Fasha" userId="S::mohammed.fasha@uop.edu.jo::cc64f42d-a1a6-4f08-b97b-0c37f877119f" providerId="AD" clId="Web-{36B9E10C-9544-F05A-23A9-185BAFD9898D}" dt="2025-03-23T12:01:27.639" v="41" actId="1076"/>
          <ac:picMkLst>
            <pc:docMk/>
            <pc:sldMk cId="2059959534" sldId="330"/>
            <ac:picMk id="4" creationId="{78519047-ADEA-92C2-247C-84D5B7034606}"/>
          </ac:picMkLst>
        </pc:picChg>
        <pc:picChg chg="add mod">
          <ac:chgData name="Mohammed Fasha" userId="S::mohammed.fasha@uop.edu.jo::cc64f42d-a1a6-4f08-b97b-0c37f877119f" providerId="AD" clId="Web-{36B9E10C-9544-F05A-23A9-185BAFD9898D}" dt="2025-03-23T12:01:45.280" v="46" actId="1076"/>
          <ac:picMkLst>
            <pc:docMk/>
            <pc:sldMk cId="2059959534" sldId="330"/>
            <ac:picMk id="5" creationId="{8F67E074-5434-08BD-8BD1-BAAB11107FC6}"/>
          </ac:picMkLst>
        </pc:picChg>
      </pc:sldChg>
    </pc:docChg>
  </pc:docChgLst>
  <pc:docChgLst>
    <pc:chgData name="Mohammed Fasha" userId="cc64f42d-a1a6-4f08-b97b-0c37f877119f" providerId="ADAL" clId="{90B6B862-2DC7-460D-AAB2-4136282EE665}"/>
    <pc:docChg chg="undo redo custSel addSld delSld modSld">
      <pc:chgData name="Mohammed Fasha" userId="cc64f42d-a1a6-4f08-b97b-0c37f877119f" providerId="ADAL" clId="{90B6B862-2DC7-460D-AAB2-4136282EE665}" dt="2025-03-22T15:52:20.415" v="389" actId="207"/>
      <pc:docMkLst>
        <pc:docMk/>
      </pc:docMkLst>
      <pc:sldChg chg="modSp mod">
        <pc:chgData name="Mohammed Fasha" userId="cc64f42d-a1a6-4f08-b97b-0c37f877119f" providerId="ADAL" clId="{90B6B862-2DC7-460D-AAB2-4136282EE665}" dt="2025-03-21T12:24:31.044" v="30" actId="20577"/>
        <pc:sldMkLst>
          <pc:docMk/>
          <pc:sldMk cId="0" sldId="265"/>
        </pc:sldMkLst>
        <pc:spChg chg="mod">
          <ac:chgData name="Mohammed Fasha" userId="cc64f42d-a1a6-4f08-b97b-0c37f877119f" providerId="ADAL" clId="{90B6B862-2DC7-460D-AAB2-4136282EE665}" dt="2025-03-21T12:24:31.044" v="30" actId="20577"/>
          <ac:spMkLst>
            <pc:docMk/>
            <pc:sldMk cId="0" sldId="265"/>
            <ac:spMk id="6" creationId="{2E356761-E49C-6DF2-10A7-172015E8F069}"/>
          </ac:spMkLst>
        </pc:spChg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051082680" sldId="26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262872071" sldId="267"/>
        </pc:sldMkLst>
      </pc:sldChg>
      <pc:sldChg chg="addSp delSp modSp mod">
        <pc:chgData name="Mohammed Fasha" userId="cc64f42d-a1a6-4f08-b97b-0c37f877119f" providerId="ADAL" clId="{90B6B862-2DC7-460D-AAB2-4136282EE665}" dt="2025-03-22T15:25:56.335" v="120" actId="14100"/>
        <pc:sldMkLst>
          <pc:docMk/>
          <pc:sldMk cId="0" sldId="268"/>
        </pc:sldMkLst>
        <pc:spChg chg="mod">
          <ac:chgData name="Mohammed Fasha" userId="cc64f42d-a1a6-4f08-b97b-0c37f877119f" providerId="ADAL" clId="{90B6B862-2DC7-460D-AAB2-4136282EE665}" dt="2025-03-22T15:25:10.183" v="115" actId="113"/>
          <ac:spMkLst>
            <pc:docMk/>
            <pc:sldMk cId="0" sldId="268"/>
            <ac:spMk id="5" creationId="{606C1567-AF39-CAED-E122-5F02B98CB8E2}"/>
          </ac:spMkLst>
        </pc:spChg>
        <pc:picChg chg="add mod">
          <ac:chgData name="Mohammed Fasha" userId="cc64f42d-a1a6-4f08-b97b-0c37f877119f" providerId="ADAL" clId="{90B6B862-2DC7-460D-AAB2-4136282EE665}" dt="2025-03-22T15:25:56.335" v="120" actId="14100"/>
          <ac:picMkLst>
            <pc:docMk/>
            <pc:sldMk cId="0" sldId="268"/>
            <ac:picMk id="1026" creationId="{6F3CBA0F-1E6C-643F-B94A-E0D29A10F4F2}"/>
          </ac:picMkLst>
        </pc:picChg>
      </pc:sldChg>
      <pc:sldChg chg="add del">
        <pc:chgData name="Mohammed Fasha" userId="cc64f42d-a1a6-4f08-b97b-0c37f877119f" providerId="ADAL" clId="{90B6B862-2DC7-460D-AAB2-4136282EE665}" dt="2025-03-21T12:22:29.862" v="10" actId="47"/>
        <pc:sldMkLst>
          <pc:docMk/>
          <pc:sldMk cId="0" sldId="269"/>
        </pc:sldMkLst>
      </pc:sldChg>
      <pc:sldChg chg="modSp mod">
        <pc:chgData name="Mohammed Fasha" userId="cc64f42d-a1a6-4f08-b97b-0c37f877119f" providerId="ADAL" clId="{90B6B862-2DC7-460D-AAB2-4136282EE665}" dt="2025-03-21T12:24:43.128" v="32" actId="6549"/>
        <pc:sldMkLst>
          <pc:docMk/>
          <pc:sldMk cId="0" sldId="270"/>
        </pc:sldMkLst>
        <pc:spChg chg="mod">
          <ac:chgData name="Mohammed Fasha" userId="cc64f42d-a1a6-4f08-b97b-0c37f877119f" providerId="ADAL" clId="{90B6B862-2DC7-460D-AAB2-4136282EE665}" dt="2025-03-21T12:24:43.128" v="32" actId="6549"/>
          <ac:spMkLst>
            <pc:docMk/>
            <pc:sldMk cId="0" sldId="270"/>
            <ac:spMk id="3" creationId="{00000000-0000-0000-0000-000000000000}"/>
          </ac:spMkLst>
        </pc:spChg>
      </pc:sldChg>
      <pc:sldChg chg="add del">
        <pc:chgData name="Mohammed Fasha" userId="cc64f42d-a1a6-4f08-b97b-0c37f877119f" providerId="ADAL" clId="{90B6B862-2DC7-460D-AAB2-4136282EE665}" dt="2025-03-21T12:22:31.211" v="11" actId="47"/>
        <pc:sldMkLst>
          <pc:docMk/>
          <pc:sldMk cId="0" sldId="271"/>
        </pc:sldMkLst>
      </pc:sldChg>
      <pc:sldChg chg="modSp mod">
        <pc:chgData name="Mohammed Fasha" userId="cc64f42d-a1a6-4f08-b97b-0c37f877119f" providerId="ADAL" clId="{90B6B862-2DC7-460D-AAB2-4136282EE665}" dt="2025-03-22T15:52:20.415" v="389" actId="207"/>
        <pc:sldMkLst>
          <pc:docMk/>
          <pc:sldMk cId="0" sldId="272"/>
        </pc:sldMkLst>
        <pc:spChg chg="mod">
          <ac:chgData name="Mohammed Fasha" userId="cc64f42d-a1a6-4f08-b97b-0c37f877119f" providerId="ADAL" clId="{90B6B862-2DC7-460D-AAB2-4136282EE665}" dt="2025-03-22T15:52:20.415" v="389" actId="207"/>
          <ac:spMkLst>
            <pc:docMk/>
            <pc:sldMk cId="0" sldId="272"/>
            <ac:spMk id="7" creationId="{BD008676-47C8-D88A-CD4A-65BB83D57162}"/>
          </ac:spMkLst>
        </pc:spChg>
      </pc:sldChg>
      <pc:sldChg chg="add del">
        <pc:chgData name="Mohammed Fasha" userId="cc64f42d-a1a6-4f08-b97b-0c37f877119f" providerId="ADAL" clId="{90B6B862-2DC7-460D-AAB2-4136282EE665}" dt="2025-03-21T12:22:32.502" v="12" actId="47"/>
        <pc:sldMkLst>
          <pc:docMk/>
          <pc:sldMk cId="0" sldId="273"/>
        </pc:sldMkLst>
      </pc:sldChg>
      <pc:sldChg chg="modSp mod">
        <pc:chgData name="Mohammed Fasha" userId="cc64f42d-a1a6-4f08-b97b-0c37f877119f" providerId="ADAL" clId="{90B6B862-2DC7-460D-AAB2-4136282EE665}" dt="2025-03-22T15:52:14.726" v="388" actId="113"/>
        <pc:sldMkLst>
          <pc:docMk/>
          <pc:sldMk cId="0" sldId="274"/>
        </pc:sldMkLst>
        <pc:spChg chg="mod">
          <ac:chgData name="Mohammed Fasha" userId="cc64f42d-a1a6-4f08-b97b-0c37f877119f" providerId="ADAL" clId="{90B6B862-2DC7-460D-AAB2-4136282EE665}" dt="2025-03-22T15:52:14.726" v="388" actId="113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90B6B862-2DC7-460D-AAB2-4136282EE665}" dt="2025-03-22T15:48:31.678" v="356" actId="1076"/>
          <ac:picMkLst>
            <pc:docMk/>
            <pc:sldMk cId="0" sldId="274"/>
            <ac:picMk id="5" creationId="{00000000-0000-0000-0000-000000000000}"/>
          </ac:picMkLst>
        </pc:picChg>
      </pc:sldChg>
      <pc:sldChg chg="add del">
        <pc:chgData name="Mohammed Fasha" userId="cc64f42d-a1a6-4f08-b97b-0c37f877119f" providerId="ADAL" clId="{90B6B862-2DC7-460D-AAB2-4136282EE665}" dt="2025-03-21T12:22:36.640" v="14" actId="47"/>
        <pc:sldMkLst>
          <pc:docMk/>
          <pc:sldMk cId="0" sldId="275"/>
        </pc:sldMkLst>
      </pc:sldChg>
      <pc:sldChg chg="del">
        <pc:chgData name="Mohammed Fasha" userId="cc64f42d-a1a6-4f08-b97b-0c37f877119f" providerId="ADAL" clId="{90B6B862-2DC7-460D-AAB2-4136282EE665}" dt="2025-03-21T12:22:37.879" v="15" actId="47"/>
        <pc:sldMkLst>
          <pc:docMk/>
          <pc:sldMk cId="0" sldId="276"/>
        </pc:sldMkLst>
      </pc:sldChg>
      <pc:sldChg chg="del">
        <pc:chgData name="Mohammed Fasha" userId="cc64f42d-a1a6-4f08-b97b-0c37f877119f" providerId="ADAL" clId="{90B6B862-2DC7-460D-AAB2-4136282EE665}" dt="2025-03-21T12:22:43.487" v="20" actId="47"/>
        <pc:sldMkLst>
          <pc:docMk/>
          <pc:sldMk cId="0" sldId="277"/>
        </pc:sldMkLst>
      </pc:sldChg>
      <pc:sldChg chg="del">
        <pc:chgData name="Mohammed Fasha" userId="cc64f42d-a1a6-4f08-b97b-0c37f877119f" providerId="ADAL" clId="{90B6B862-2DC7-460D-AAB2-4136282EE665}" dt="2025-03-21T12:22:42.339" v="19" actId="47"/>
        <pc:sldMkLst>
          <pc:docMk/>
          <pc:sldMk cId="0" sldId="279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1987061240" sldId="28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2303097" sldId="28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206556809" sldId="29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181059690" sldId="29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18130453" sldId="29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3200119" sldId="29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22153299" sldId="29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461366896" sldId="29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75909420" sldId="29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540064806" sldId="300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15715400" sldId="30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663389758" sldId="302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3053666628" sldId="30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33918167" sldId="30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3227071" sldId="30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1320333" sldId="30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041194208" sldId="30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844551123" sldId="308"/>
        </pc:sldMkLst>
      </pc:sldChg>
      <pc:sldChg chg="del">
        <pc:chgData name="Mohammed Fasha" userId="cc64f42d-a1a6-4f08-b97b-0c37f877119f" providerId="ADAL" clId="{90B6B862-2DC7-460D-AAB2-4136282EE665}" dt="2025-03-21T12:22:39.905" v="17" actId="47"/>
        <pc:sldMkLst>
          <pc:docMk/>
          <pc:sldMk cId="618074235" sldId="314"/>
        </pc:sldMkLst>
      </pc:sldChg>
      <pc:sldChg chg="modSp new mod">
        <pc:chgData name="Mohammed Fasha" userId="cc64f42d-a1a6-4f08-b97b-0c37f877119f" providerId="ADAL" clId="{90B6B862-2DC7-460D-AAB2-4136282EE665}" dt="2025-03-22T15:43:34.061" v="323" actId="20577"/>
        <pc:sldMkLst>
          <pc:docMk/>
          <pc:sldMk cId="1864506158" sldId="314"/>
        </pc:sldMkLst>
        <pc:spChg chg="mod">
          <ac:chgData name="Mohammed Fasha" userId="cc64f42d-a1a6-4f08-b97b-0c37f877119f" providerId="ADAL" clId="{90B6B862-2DC7-460D-AAB2-4136282EE665}" dt="2025-03-22T15:30:38.273" v="136" actId="20577"/>
          <ac:spMkLst>
            <pc:docMk/>
            <pc:sldMk cId="1864506158" sldId="314"/>
            <ac:spMk id="2" creationId="{2531B878-DED6-1381-4B52-F683EA36A7F3}"/>
          </ac:spMkLst>
        </pc:spChg>
        <pc:spChg chg="mod">
          <ac:chgData name="Mohammed Fasha" userId="cc64f42d-a1a6-4f08-b97b-0c37f877119f" providerId="ADAL" clId="{90B6B862-2DC7-460D-AAB2-4136282EE665}" dt="2025-03-22T15:43:34.061" v="323" actId="20577"/>
          <ac:spMkLst>
            <pc:docMk/>
            <pc:sldMk cId="1864506158" sldId="314"/>
            <ac:spMk id="3" creationId="{4961BB54-A79B-91B6-2B3E-888FA20CC61F}"/>
          </ac:spMkLst>
        </pc:spChg>
      </pc:sldChg>
      <pc:sldChg chg="del">
        <pc:chgData name="Mohammed Fasha" userId="cc64f42d-a1a6-4f08-b97b-0c37f877119f" providerId="ADAL" clId="{90B6B862-2DC7-460D-AAB2-4136282EE665}" dt="2025-03-21T12:22:38.828" v="16" actId="47"/>
        <pc:sldMkLst>
          <pc:docMk/>
          <pc:sldMk cId="22495289" sldId="315"/>
        </pc:sldMkLst>
      </pc:sldChg>
      <pc:sldChg chg="addSp modSp new mod">
        <pc:chgData name="Mohammed Fasha" userId="cc64f42d-a1a6-4f08-b97b-0c37f877119f" providerId="ADAL" clId="{90B6B862-2DC7-460D-AAB2-4136282EE665}" dt="2025-03-22T15:30:57.316" v="159" actId="20577"/>
        <pc:sldMkLst>
          <pc:docMk/>
          <pc:sldMk cId="2845841377" sldId="315"/>
        </pc:sldMkLst>
      </pc:sldChg>
      <pc:sldChg chg="del">
        <pc:chgData name="Mohammed Fasha" userId="cc64f42d-a1a6-4f08-b97b-0c37f877119f" providerId="ADAL" clId="{90B6B862-2DC7-460D-AAB2-4136282EE665}" dt="2025-03-21T12:22:41.191" v="18" actId="47"/>
        <pc:sldMkLst>
          <pc:docMk/>
          <pc:sldMk cId="196329700" sldId="316"/>
        </pc:sldMkLst>
      </pc:sldChg>
      <pc:sldChg chg="modSp new mod">
        <pc:chgData name="Mohammed Fasha" userId="cc64f42d-a1a6-4f08-b97b-0c37f877119f" providerId="ADAL" clId="{90B6B862-2DC7-460D-AAB2-4136282EE665}" dt="2025-03-22T15:41:03.063" v="315"/>
        <pc:sldMkLst>
          <pc:docMk/>
          <pc:sldMk cId="4201170802" sldId="316"/>
        </pc:sldMkLst>
      </pc:sldChg>
      <pc:sldChg chg="add del">
        <pc:chgData name="Mohammed Fasha" userId="cc64f42d-a1a6-4f08-b97b-0c37f877119f" providerId="ADAL" clId="{90B6B862-2DC7-460D-AAB2-4136282EE665}" dt="2025-03-21T12:22:35.158" v="13" actId="47"/>
        <pc:sldMkLst>
          <pc:docMk/>
          <pc:sldMk cId="3080687933" sldId="317"/>
        </pc:sldMkLst>
      </pc:sldChg>
      <pc:sldChg chg="new">
        <pc:chgData name="Mohammed Fasha" userId="cc64f42d-a1a6-4f08-b97b-0c37f877119f" providerId="ADAL" clId="{90B6B862-2DC7-460D-AAB2-4136282EE665}" dt="2025-03-22T15:45:42.049" v="344" actId="680"/>
        <pc:sldMkLst>
          <pc:docMk/>
          <pc:sldMk cId="3352190066" sldId="317"/>
        </pc:sldMkLst>
      </pc:sldChg>
      <pc:sldChg chg="del">
        <pc:chgData name="Mohammed Fasha" userId="cc64f42d-a1a6-4f08-b97b-0c37f877119f" providerId="ADAL" clId="{90B6B862-2DC7-460D-AAB2-4136282EE665}" dt="2025-03-21T12:22:49.353" v="21" actId="47"/>
        <pc:sldMkLst>
          <pc:docMk/>
          <pc:sldMk cId="3702164412" sldId="318"/>
        </pc:sldMkLst>
      </pc:sldChg>
    </pc:docChg>
  </pc:docChgLst>
  <pc:docChgLst>
    <pc:chgData name="Mohammed Fasha" userId="cc64f42d-a1a6-4f08-b97b-0c37f877119f" providerId="ADAL" clId="{E3189476-60BF-4BD3-A575-175D5A28A69C}"/>
    <pc:docChg chg="undo custSel addSld delSld modSld">
      <pc:chgData name="Mohammed Fasha" userId="cc64f42d-a1a6-4f08-b97b-0c37f877119f" providerId="ADAL" clId="{E3189476-60BF-4BD3-A575-175D5A28A69C}" dt="2025-03-25T08:19:09.380" v="122" actId="113"/>
      <pc:docMkLst>
        <pc:docMk/>
      </pc:docMkLst>
      <pc:sldChg chg="modSp del mod">
        <pc:chgData name="Mohammed Fasha" userId="cc64f42d-a1a6-4f08-b97b-0c37f877119f" providerId="ADAL" clId="{E3189476-60BF-4BD3-A575-175D5A28A69C}" dt="2025-03-25T08:17:30.655" v="70" actId="2696"/>
        <pc:sldMkLst>
          <pc:docMk/>
          <pc:sldMk cId="3694445782" sldId="326"/>
        </pc:sldMkLst>
        <pc:spChg chg="mod">
          <ac:chgData name="Mohammed Fasha" userId="cc64f42d-a1a6-4f08-b97b-0c37f877119f" providerId="ADAL" clId="{E3189476-60BF-4BD3-A575-175D5A28A69C}" dt="2025-03-25T08:16:02.909" v="53" actId="6549"/>
          <ac:spMkLst>
            <pc:docMk/>
            <pc:sldMk cId="3694445782" sldId="326"/>
            <ac:spMk id="3" creationId="{A83CAC7D-42B8-C614-E399-7F41DD29BBE0}"/>
          </ac:spMkLst>
        </pc:spChg>
      </pc:sldChg>
      <pc:sldChg chg="modSp mod">
        <pc:chgData name="Mohammed Fasha" userId="cc64f42d-a1a6-4f08-b97b-0c37f877119f" providerId="ADAL" clId="{E3189476-60BF-4BD3-A575-175D5A28A69C}" dt="2025-03-25T08:07:23.645" v="28" actId="20577"/>
        <pc:sldMkLst>
          <pc:docMk/>
          <pc:sldMk cId="2059959534" sldId="330"/>
        </pc:sldMkLst>
        <pc:spChg chg="mod">
          <ac:chgData name="Mohammed Fasha" userId="cc64f42d-a1a6-4f08-b97b-0c37f877119f" providerId="ADAL" clId="{E3189476-60BF-4BD3-A575-175D5A28A69C}" dt="2025-03-25T08:07:23.645" v="28" actId="20577"/>
          <ac:spMkLst>
            <pc:docMk/>
            <pc:sldMk cId="2059959534" sldId="330"/>
            <ac:spMk id="2" creationId="{10F94810-6956-B8FE-E0F1-548F2181FEA5}"/>
          </ac:spMkLst>
        </pc:spChg>
      </pc:sldChg>
      <pc:sldChg chg="addSp delSp modSp new del mod">
        <pc:chgData name="Mohammed Fasha" userId="cc64f42d-a1a6-4f08-b97b-0c37f877119f" providerId="ADAL" clId="{E3189476-60BF-4BD3-A575-175D5A28A69C}" dt="2025-03-25T08:16:02.768" v="51" actId="680"/>
        <pc:sldMkLst>
          <pc:docMk/>
          <pc:sldMk cId="991667372" sldId="336"/>
        </pc:sldMkLst>
        <pc:spChg chg="mod">
          <ac:chgData name="Mohammed Fasha" userId="cc64f42d-a1a6-4f08-b97b-0c37f877119f" providerId="ADAL" clId="{E3189476-60BF-4BD3-A575-175D5A28A69C}" dt="2025-03-25T08:16:02.721" v="50"/>
          <ac:spMkLst>
            <pc:docMk/>
            <pc:sldMk cId="991667372" sldId="336"/>
            <ac:spMk id="3" creationId="{0EC78685-8E0C-43F8-BB0C-2C0E578AA6EA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4" creationId="{6C83B503-DDD2-4107-92A2-E385D150AFFE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5" creationId="{5A3F9D97-BE75-4953-B2CC-06D6A021571B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6" creationId="{795C1574-B4E3-40F3-8F7F-04810B77921E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7" creationId="{F400DAA2-F79D-41BB-8759-243AA9D8E8F5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8" creationId="{F9963C7C-ED0B-4CC1-BF63-716015531238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9" creationId="{B62C1FD5-B712-4554-A618-4A150E915C50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0" creationId="{92E96B7B-C4A4-4BA5-B945-CFE93C245D52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1" creationId="{4CD8698D-81D2-4128-9C6E-E2CFEF24AB1F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2" creationId="{161A4F5E-A702-4A3A-AA9B-0B46FC9123BF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3" creationId="{C5E31194-67EB-44AD-ABDF-C6763831A605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4" creationId="{9C7436FF-7202-4348-9AF9-D97DCD5D426A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5" creationId="{CE23B68A-00A8-40F1-A6C3-3A0A533B09A2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6" creationId="{95F4B26E-CB17-46BE-A53E-54007A72B890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7" creationId="{E09376B5-9B8C-4754-AD05-B483D922D4EB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8" creationId="{A790D74C-51DC-4364-BDA5-00AB66A58D59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19" creationId="{2686F127-5B50-4D56-B5A7-1A5FE747EA3A}"/>
          </ac:spMkLst>
        </pc:spChg>
        <pc:spChg chg="add del">
          <ac:chgData name="Mohammed Fasha" userId="cc64f42d-a1a6-4f08-b97b-0c37f877119f" providerId="ADAL" clId="{E3189476-60BF-4BD3-A575-175D5A28A69C}" dt="2025-03-25T08:15:41.862" v="35"/>
          <ac:spMkLst>
            <pc:docMk/>
            <pc:sldMk cId="991667372" sldId="336"/>
            <ac:spMk id="20" creationId="{D093964F-C4E8-4279-9002-D444C3828A4B}"/>
          </ac:spMkLst>
        </pc:spChg>
      </pc:sldChg>
      <pc:sldChg chg="addSp delSp modSp new mod">
        <pc:chgData name="Mohammed Fasha" userId="cc64f42d-a1a6-4f08-b97b-0c37f877119f" providerId="ADAL" clId="{E3189476-60BF-4BD3-A575-175D5A28A69C}" dt="2025-03-25T08:17:23.900" v="64" actId="5793"/>
        <pc:sldMkLst>
          <pc:docMk/>
          <pc:sldMk cId="2914298022" sldId="336"/>
        </pc:sldMkLst>
        <pc:spChg chg="mod">
          <ac:chgData name="Mohammed Fasha" userId="cc64f42d-a1a6-4f08-b97b-0c37f877119f" providerId="ADAL" clId="{E3189476-60BF-4BD3-A575-175D5A28A69C}" dt="2025-03-25T08:17:21.981" v="63" actId="113"/>
          <ac:spMkLst>
            <pc:docMk/>
            <pc:sldMk cId="2914298022" sldId="336"/>
            <ac:spMk id="2" creationId="{B9530C9F-C77E-4AB9-8B37-B395A98C43EF}"/>
          </ac:spMkLst>
        </pc:spChg>
        <pc:spChg chg="mod">
          <ac:chgData name="Mohammed Fasha" userId="cc64f42d-a1a6-4f08-b97b-0c37f877119f" providerId="ADAL" clId="{E3189476-60BF-4BD3-A575-175D5A28A69C}" dt="2025-03-25T08:17:23.900" v="64" actId="5793"/>
          <ac:spMkLst>
            <pc:docMk/>
            <pc:sldMk cId="2914298022" sldId="336"/>
            <ac:spMk id="3" creationId="{01C6437A-A221-4888-A133-89AFA711B850}"/>
          </ac:spMkLst>
        </pc:spChg>
        <pc:spChg chg="add del">
          <ac:chgData name="Mohammed Fasha" userId="cc64f42d-a1a6-4f08-b97b-0c37f877119f" providerId="ADAL" clId="{E3189476-60BF-4BD3-A575-175D5A28A69C}" dt="2025-03-25T08:17:05.614" v="56"/>
          <ac:spMkLst>
            <pc:docMk/>
            <pc:sldMk cId="2914298022" sldId="336"/>
            <ac:spMk id="4" creationId="{A809B343-40BF-4D28-90D1-130BBADB8B67}"/>
          </ac:spMkLst>
        </pc:spChg>
        <pc:spChg chg="add del">
          <ac:chgData name="Mohammed Fasha" userId="cc64f42d-a1a6-4f08-b97b-0c37f877119f" providerId="ADAL" clId="{E3189476-60BF-4BD3-A575-175D5A28A69C}" dt="2025-03-25T08:17:05.614" v="56"/>
          <ac:spMkLst>
            <pc:docMk/>
            <pc:sldMk cId="2914298022" sldId="336"/>
            <ac:spMk id="5" creationId="{D6848362-5930-4B9A-A7DD-FE9E006BB95A}"/>
          </ac:spMkLst>
        </pc:spChg>
        <pc:spChg chg="add del">
          <ac:chgData name="Mohammed Fasha" userId="cc64f42d-a1a6-4f08-b97b-0c37f877119f" providerId="ADAL" clId="{E3189476-60BF-4BD3-A575-175D5A28A69C}" dt="2025-03-25T08:17:05.614" v="56"/>
          <ac:spMkLst>
            <pc:docMk/>
            <pc:sldMk cId="2914298022" sldId="336"/>
            <ac:spMk id="6" creationId="{DE7EEF3D-673E-495B-8E4E-EA38D2A5C4E2}"/>
          </ac:spMkLst>
        </pc:spChg>
      </pc:sldChg>
      <pc:sldChg chg="modSp new mod">
        <pc:chgData name="Mohammed Fasha" userId="cc64f42d-a1a6-4f08-b97b-0c37f877119f" providerId="ADAL" clId="{E3189476-60BF-4BD3-A575-175D5A28A69C}" dt="2025-03-25T08:17:53.199" v="79" actId="207"/>
        <pc:sldMkLst>
          <pc:docMk/>
          <pc:sldMk cId="2164727706" sldId="337"/>
        </pc:sldMkLst>
        <pc:spChg chg="mod">
          <ac:chgData name="Mohammed Fasha" userId="cc64f42d-a1a6-4f08-b97b-0c37f877119f" providerId="ADAL" clId="{E3189476-60BF-4BD3-A575-175D5A28A69C}" dt="2025-03-25T08:17:46.489" v="77" actId="113"/>
          <ac:spMkLst>
            <pc:docMk/>
            <pc:sldMk cId="2164727706" sldId="337"/>
            <ac:spMk id="2" creationId="{94C8800D-C43B-4FD7-A318-67AEB8003E93}"/>
          </ac:spMkLst>
        </pc:spChg>
        <pc:spChg chg="mod">
          <ac:chgData name="Mohammed Fasha" userId="cc64f42d-a1a6-4f08-b97b-0c37f877119f" providerId="ADAL" clId="{E3189476-60BF-4BD3-A575-175D5A28A69C}" dt="2025-03-25T08:17:53.199" v="79" actId="207"/>
          <ac:spMkLst>
            <pc:docMk/>
            <pc:sldMk cId="2164727706" sldId="337"/>
            <ac:spMk id="3" creationId="{0874E313-B8F4-4CC1-A604-3C82F5A688A3}"/>
          </ac:spMkLst>
        </pc:spChg>
      </pc:sldChg>
      <pc:sldChg chg="modSp add mod">
        <pc:chgData name="Mohammed Fasha" userId="cc64f42d-a1a6-4f08-b97b-0c37f877119f" providerId="ADAL" clId="{E3189476-60BF-4BD3-A575-175D5A28A69C}" dt="2025-03-25T08:18:04.425" v="87" actId="113"/>
        <pc:sldMkLst>
          <pc:docMk/>
          <pc:sldMk cId="59626595" sldId="338"/>
        </pc:sldMkLst>
        <pc:spChg chg="mod">
          <ac:chgData name="Mohammed Fasha" userId="cc64f42d-a1a6-4f08-b97b-0c37f877119f" providerId="ADAL" clId="{E3189476-60BF-4BD3-A575-175D5A28A69C}" dt="2025-03-25T08:18:04.425" v="87" actId="113"/>
          <ac:spMkLst>
            <pc:docMk/>
            <pc:sldMk cId="59626595" sldId="338"/>
            <ac:spMk id="2" creationId="{94C8800D-C43B-4FD7-A318-67AEB8003E93}"/>
          </ac:spMkLst>
        </pc:spChg>
        <pc:spChg chg="mod">
          <ac:chgData name="Mohammed Fasha" userId="cc64f42d-a1a6-4f08-b97b-0c37f877119f" providerId="ADAL" clId="{E3189476-60BF-4BD3-A575-175D5A28A69C}" dt="2025-03-25T08:18:00.154" v="81" actId="21"/>
          <ac:spMkLst>
            <pc:docMk/>
            <pc:sldMk cId="59626595" sldId="338"/>
            <ac:spMk id="3" creationId="{0874E313-B8F4-4CC1-A604-3C82F5A688A3}"/>
          </ac:spMkLst>
        </pc:spChg>
      </pc:sldChg>
      <pc:sldChg chg="modSp add mod">
        <pc:chgData name="Mohammed Fasha" userId="cc64f42d-a1a6-4f08-b97b-0c37f877119f" providerId="ADAL" clId="{E3189476-60BF-4BD3-A575-175D5A28A69C}" dt="2025-03-25T08:18:16.987" v="95" actId="113"/>
        <pc:sldMkLst>
          <pc:docMk/>
          <pc:sldMk cId="4067745355" sldId="339"/>
        </pc:sldMkLst>
        <pc:spChg chg="mod">
          <ac:chgData name="Mohammed Fasha" userId="cc64f42d-a1a6-4f08-b97b-0c37f877119f" providerId="ADAL" clId="{E3189476-60BF-4BD3-A575-175D5A28A69C}" dt="2025-03-25T08:18:16.987" v="95" actId="113"/>
          <ac:spMkLst>
            <pc:docMk/>
            <pc:sldMk cId="4067745355" sldId="339"/>
            <ac:spMk id="2" creationId="{94C8800D-C43B-4FD7-A318-67AEB8003E93}"/>
          </ac:spMkLst>
        </pc:spChg>
        <pc:spChg chg="mod">
          <ac:chgData name="Mohammed Fasha" userId="cc64f42d-a1a6-4f08-b97b-0c37f877119f" providerId="ADAL" clId="{E3189476-60BF-4BD3-A575-175D5A28A69C}" dt="2025-03-25T08:18:12.628" v="89" actId="21"/>
          <ac:spMkLst>
            <pc:docMk/>
            <pc:sldMk cId="4067745355" sldId="339"/>
            <ac:spMk id="3" creationId="{0874E313-B8F4-4CC1-A604-3C82F5A688A3}"/>
          </ac:spMkLst>
        </pc:spChg>
      </pc:sldChg>
      <pc:sldChg chg="modSp add mod">
        <pc:chgData name="Mohammed Fasha" userId="cc64f42d-a1a6-4f08-b97b-0c37f877119f" providerId="ADAL" clId="{E3189476-60BF-4BD3-A575-175D5A28A69C}" dt="2025-03-25T08:18:50.621" v="111" actId="113"/>
        <pc:sldMkLst>
          <pc:docMk/>
          <pc:sldMk cId="2996144740" sldId="340"/>
        </pc:sldMkLst>
        <pc:spChg chg="mod">
          <ac:chgData name="Mohammed Fasha" userId="cc64f42d-a1a6-4f08-b97b-0c37f877119f" providerId="ADAL" clId="{E3189476-60BF-4BD3-A575-175D5A28A69C}" dt="2025-03-25T08:18:50.621" v="111" actId="113"/>
          <ac:spMkLst>
            <pc:docMk/>
            <pc:sldMk cId="2996144740" sldId="340"/>
            <ac:spMk id="2" creationId="{94C8800D-C43B-4FD7-A318-67AEB8003E93}"/>
          </ac:spMkLst>
        </pc:spChg>
        <pc:spChg chg="mod">
          <ac:chgData name="Mohammed Fasha" userId="cc64f42d-a1a6-4f08-b97b-0c37f877119f" providerId="ADAL" clId="{E3189476-60BF-4BD3-A575-175D5A28A69C}" dt="2025-03-25T08:18:33.574" v="105" actId="5793"/>
          <ac:spMkLst>
            <pc:docMk/>
            <pc:sldMk cId="2996144740" sldId="340"/>
            <ac:spMk id="3" creationId="{0874E313-B8F4-4CC1-A604-3C82F5A688A3}"/>
          </ac:spMkLst>
        </pc:spChg>
      </pc:sldChg>
      <pc:sldChg chg="modSp add mod">
        <pc:chgData name="Mohammed Fasha" userId="cc64f42d-a1a6-4f08-b97b-0c37f877119f" providerId="ADAL" clId="{E3189476-60BF-4BD3-A575-175D5A28A69C}" dt="2025-03-25T08:18:55.064" v="113" actId="113"/>
        <pc:sldMkLst>
          <pc:docMk/>
          <pc:sldMk cId="1106511272" sldId="341"/>
        </pc:sldMkLst>
        <pc:spChg chg="mod">
          <ac:chgData name="Mohammed Fasha" userId="cc64f42d-a1a6-4f08-b97b-0c37f877119f" providerId="ADAL" clId="{E3189476-60BF-4BD3-A575-175D5A28A69C}" dt="2025-03-25T08:18:55.064" v="113" actId="113"/>
          <ac:spMkLst>
            <pc:docMk/>
            <pc:sldMk cId="1106511272" sldId="341"/>
            <ac:spMk id="2" creationId="{94C8800D-C43B-4FD7-A318-67AEB8003E93}"/>
          </ac:spMkLst>
        </pc:spChg>
        <pc:spChg chg="mod">
          <ac:chgData name="Mohammed Fasha" userId="cc64f42d-a1a6-4f08-b97b-0c37f877119f" providerId="ADAL" clId="{E3189476-60BF-4BD3-A575-175D5A28A69C}" dt="2025-03-25T08:18:44.632" v="108" actId="5793"/>
          <ac:spMkLst>
            <pc:docMk/>
            <pc:sldMk cId="1106511272" sldId="341"/>
            <ac:spMk id="3" creationId="{0874E313-B8F4-4CC1-A604-3C82F5A688A3}"/>
          </ac:spMkLst>
        </pc:spChg>
      </pc:sldChg>
      <pc:sldChg chg="modSp new mod">
        <pc:chgData name="Mohammed Fasha" userId="cc64f42d-a1a6-4f08-b97b-0c37f877119f" providerId="ADAL" clId="{E3189476-60BF-4BD3-A575-175D5A28A69C}" dt="2025-03-25T08:19:09.380" v="122" actId="113"/>
        <pc:sldMkLst>
          <pc:docMk/>
          <pc:sldMk cId="3443736079" sldId="342"/>
        </pc:sldMkLst>
        <pc:spChg chg="mod">
          <ac:chgData name="Mohammed Fasha" userId="cc64f42d-a1a6-4f08-b97b-0c37f877119f" providerId="ADAL" clId="{E3189476-60BF-4BD3-A575-175D5A28A69C}" dt="2025-03-25T08:19:09.380" v="122" actId="113"/>
          <ac:spMkLst>
            <pc:docMk/>
            <pc:sldMk cId="3443736079" sldId="342"/>
            <ac:spMk id="2" creationId="{89AAB016-A5A0-4664-87E4-CD43227E5FDA}"/>
          </ac:spMkLst>
        </pc:spChg>
        <pc:spChg chg="mod">
          <ac:chgData name="Mohammed Fasha" userId="cc64f42d-a1a6-4f08-b97b-0c37f877119f" providerId="ADAL" clId="{E3189476-60BF-4BD3-A575-175D5A28A69C}" dt="2025-03-25T08:19:05.781" v="116" actId="21"/>
          <ac:spMkLst>
            <pc:docMk/>
            <pc:sldMk cId="3443736079" sldId="342"/>
            <ac:spMk id="3" creationId="{EF97ED4C-AFE0-4A6F-9D86-C36C1AF0CC9B}"/>
          </ac:spMkLst>
        </pc:spChg>
      </pc:sldChg>
    </pc:docChg>
  </pc:docChgLst>
  <pc:docChgLst>
    <pc:chgData name="Mohammed Fasha" userId="cc64f42d-a1a6-4f08-b97b-0c37f877119f" providerId="ADAL" clId="{52B7A16F-CAD0-4D4D-9F9C-A24C8678CAD7}"/>
    <pc:docChg chg="undo custSel addSld delSld modSld">
      <pc:chgData name="Mohammed Fasha" userId="cc64f42d-a1a6-4f08-b97b-0c37f877119f" providerId="ADAL" clId="{52B7A16F-CAD0-4D4D-9F9C-A24C8678CAD7}" dt="2025-03-23T08:12:51.858" v="440" actId="167"/>
      <pc:docMkLst>
        <pc:docMk/>
      </pc:docMkLst>
      <pc:sldChg chg="modSp mod">
        <pc:chgData name="Mohammed Fasha" userId="cc64f42d-a1a6-4f08-b97b-0c37f877119f" providerId="ADAL" clId="{52B7A16F-CAD0-4D4D-9F9C-A24C8678CAD7}" dt="2025-03-23T07:38:06.248" v="0" actId="1076"/>
        <pc:sldMkLst>
          <pc:docMk/>
          <pc:sldMk cId="0" sldId="260"/>
        </pc:sldMkLst>
        <pc:picChg chg="mod">
          <ac:chgData name="Mohammed Fasha" userId="cc64f42d-a1a6-4f08-b97b-0c37f877119f" providerId="ADAL" clId="{52B7A16F-CAD0-4D4D-9F9C-A24C8678CAD7}" dt="2025-03-23T07:38:06.248" v="0" actId="1076"/>
          <ac:picMkLst>
            <pc:docMk/>
            <pc:sldMk cId="0" sldId="260"/>
            <ac:picMk id="4" creationId="{00000000-0000-0000-0000-000000000000}"/>
          </ac:picMkLst>
        </pc:picChg>
      </pc:sldChg>
      <pc:sldChg chg="addSp delSp modSp mod">
        <pc:chgData name="Mohammed Fasha" userId="cc64f42d-a1a6-4f08-b97b-0c37f877119f" providerId="ADAL" clId="{52B7A16F-CAD0-4D4D-9F9C-A24C8678CAD7}" dt="2025-03-23T07:53:24.379" v="210" actId="1037"/>
        <pc:sldMkLst>
          <pc:docMk/>
          <pc:sldMk cId="0" sldId="268"/>
        </pc:sldMkLst>
        <pc:spChg chg="mod">
          <ac:chgData name="Mohammed Fasha" userId="cc64f42d-a1a6-4f08-b97b-0c37f877119f" providerId="ADAL" clId="{52B7A16F-CAD0-4D4D-9F9C-A24C8678CAD7}" dt="2025-03-23T07:52:27.822" v="194" actId="14100"/>
          <ac:spMkLst>
            <pc:docMk/>
            <pc:sldMk cId="0" sldId="268"/>
            <ac:spMk id="2" creationId="{00000000-0000-0000-0000-000000000000}"/>
          </ac:spMkLst>
        </pc:spChg>
        <pc:picChg chg="add mod">
          <ac:chgData name="Mohammed Fasha" userId="cc64f42d-a1a6-4f08-b97b-0c37f877119f" providerId="ADAL" clId="{52B7A16F-CAD0-4D4D-9F9C-A24C8678CAD7}" dt="2025-03-23T07:53:24.379" v="210" actId="1037"/>
          <ac:picMkLst>
            <pc:docMk/>
            <pc:sldMk cId="0" sldId="268"/>
            <ac:picMk id="4" creationId="{8938F170-AA00-1377-3C2D-9C4BA79F0B63}"/>
          </ac:picMkLst>
        </pc:picChg>
        <pc:picChg chg="mod">
          <ac:chgData name="Mohammed Fasha" userId="cc64f42d-a1a6-4f08-b97b-0c37f877119f" providerId="ADAL" clId="{52B7A16F-CAD0-4D4D-9F9C-A24C8678CAD7}" dt="2025-03-23T07:52:46.951" v="196" actId="1076"/>
          <ac:picMkLst>
            <pc:docMk/>
            <pc:sldMk cId="0" sldId="268"/>
            <ac:picMk id="1026" creationId="{6F3CBA0F-1E6C-643F-B94A-E0D29A10F4F2}"/>
          </ac:picMkLst>
        </pc:picChg>
        <pc:picChg chg="add mod">
          <ac:chgData name="Mohammed Fasha" userId="cc64f42d-a1a6-4f08-b97b-0c37f877119f" providerId="ADAL" clId="{52B7A16F-CAD0-4D4D-9F9C-A24C8678CAD7}" dt="2025-03-23T07:52:51.388" v="198" actId="1076"/>
          <ac:picMkLst>
            <pc:docMk/>
            <pc:sldMk cId="0" sldId="268"/>
            <ac:picMk id="3074" creationId="{CA531F7F-21C5-71FB-D0ED-F868724378F4}"/>
          </ac:picMkLst>
        </pc:picChg>
      </pc:sldChg>
      <pc:sldChg chg="modSp mod">
        <pc:chgData name="Mohammed Fasha" userId="cc64f42d-a1a6-4f08-b97b-0c37f877119f" providerId="ADAL" clId="{52B7A16F-CAD0-4D4D-9F9C-A24C8678CAD7}" dt="2025-03-23T08:04:37.151" v="351" actId="1076"/>
        <pc:sldMkLst>
          <pc:docMk/>
          <pc:sldMk cId="0" sldId="272"/>
        </pc:sldMkLst>
        <pc:picChg chg="mod">
          <ac:chgData name="Mohammed Fasha" userId="cc64f42d-a1a6-4f08-b97b-0c37f877119f" providerId="ADAL" clId="{52B7A16F-CAD0-4D4D-9F9C-A24C8678CAD7}" dt="2025-03-23T08:04:37.151" v="351" actId="1076"/>
          <ac:picMkLst>
            <pc:docMk/>
            <pc:sldMk cId="0" sldId="272"/>
            <ac:picMk id="3" creationId="{00000000-0000-0000-0000-000000000000}"/>
          </ac:picMkLst>
        </pc:picChg>
      </pc:sldChg>
      <pc:sldChg chg="addSp delSp modSp mod">
        <pc:chgData name="Mohammed Fasha" userId="cc64f42d-a1a6-4f08-b97b-0c37f877119f" providerId="ADAL" clId="{52B7A16F-CAD0-4D4D-9F9C-A24C8678CAD7}" dt="2025-03-23T07:57:49.782" v="247" actId="113"/>
        <pc:sldMkLst>
          <pc:docMk/>
          <pc:sldMk cId="1864506158" sldId="314"/>
        </pc:sldMkLst>
        <pc:spChg chg="mod">
          <ac:chgData name="Mohammed Fasha" userId="cc64f42d-a1a6-4f08-b97b-0c37f877119f" providerId="ADAL" clId="{52B7A16F-CAD0-4D4D-9F9C-A24C8678CAD7}" dt="2025-03-23T07:45:37.830" v="55" actId="27636"/>
          <ac:spMkLst>
            <pc:docMk/>
            <pc:sldMk cId="1864506158" sldId="314"/>
            <ac:spMk id="2" creationId="{2531B878-DED6-1381-4B52-F683EA36A7F3}"/>
          </ac:spMkLst>
        </pc:spChg>
        <pc:spChg chg="mod">
          <ac:chgData name="Mohammed Fasha" userId="cc64f42d-a1a6-4f08-b97b-0c37f877119f" providerId="ADAL" clId="{52B7A16F-CAD0-4D4D-9F9C-A24C8678CAD7}" dt="2025-03-23T07:57:49.782" v="247" actId="113"/>
          <ac:spMkLst>
            <pc:docMk/>
            <pc:sldMk cId="1864506158" sldId="314"/>
            <ac:spMk id="3" creationId="{4961BB54-A79B-91B6-2B3E-888FA20CC61F}"/>
          </ac:spMkLst>
        </pc:spChg>
        <pc:picChg chg="add mod">
          <ac:chgData name="Mohammed Fasha" userId="cc64f42d-a1a6-4f08-b97b-0c37f877119f" providerId="ADAL" clId="{52B7A16F-CAD0-4D4D-9F9C-A24C8678CAD7}" dt="2025-03-23T07:50:06.277" v="132" actId="1038"/>
          <ac:picMkLst>
            <pc:docMk/>
            <pc:sldMk cId="1864506158" sldId="314"/>
            <ac:picMk id="1028" creationId="{A134BD84-5CDB-1185-7A50-8919C0EADE6C}"/>
          </ac:picMkLst>
        </pc:picChg>
      </pc:sldChg>
      <pc:sldChg chg="del">
        <pc:chgData name="Mohammed Fasha" userId="cc64f42d-a1a6-4f08-b97b-0c37f877119f" providerId="ADAL" clId="{52B7A16F-CAD0-4D4D-9F9C-A24C8678CAD7}" dt="2025-03-23T07:50:32.125" v="135" actId="2696"/>
        <pc:sldMkLst>
          <pc:docMk/>
          <pc:sldMk cId="2845841377" sldId="315"/>
        </pc:sldMkLst>
      </pc:sldChg>
      <pc:sldChg chg="addSp delSp modSp mod">
        <pc:chgData name="Mohammed Fasha" userId="cc64f42d-a1a6-4f08-b97b-0c37f877119f" providerId="ADAL" clId="{52B7A16F-CAD0-4D4D-9F9C-A24C8678CAD7}" dt="2025-03-23T08:12:51.858" v="440" actId="167"/>
        <pc:sldMkLst>
          <pc:docMk/>
          <pc:sldMk cId="3694445782" sldId="326"/>
        </pc:sldMkLst>
      </pc:sldChg>
      <pc:sldChg chg="addSp delSp modSp mod">
        <pc:chgData name="Mohammed Fasha" userId="cc64f42d-a1a6-4f08-b97b-0c37f877119f" providerId="ADAL" clId="{52B7A16F-CAD0-4D4D-9F9C-A24C8678CAD7}" dt="2025-03-23T07:57:59.284" v="248" actId="113"/>
        <pc:sldMkLst>
          <pc:docMk/>
          <pc:sldMk cId="659685489" sldId="327"/>
        </pc:sldMkLst>
        <pc:spChg chg="mod">
          <ac:chgData name="Mohammed Fasha" userId="cc64f42d-a1a6-4f08-b97b-0c37f877119f" providerId="ADAL" clId="{52B7A16F-CAD0-4D4D-9F9C-A24C8678CAD7}" dt="2025-03-23T07:45:22.308" v="49" actId="27636"/>
          <ac:spMkLst>
            <pc:docMk/>
            <pc:sldMk cId="659685489" sldId="327"/>
            <ac:spMk id="2" creationId="{AB3B982C-02E6-3ED4-9C3C-19BC09ADBB3B}"/>
          </ac:spMkLst>
        </pc:spChg>
        <pc:spChg chg="mod">
          <ac:chgData name="Mohammed Fasha" userId="cc64f42d-a1a6-4f08-b97b-0c37f877119f" providerId="ADAL" clId="{52B7A16F-CAD0-4D4D-9F9C-A24C8678CAD7}" dt="2025-03-23T07:57:59.284" v="248" actId="113"/>
          <ac:spMkLst>
            <pc:docMk/>
            <pc:sldMk cId="659685489" sldId="327"/>
            <ac:spMk id="3" creationId="{2370F989-F40F-8A0B-AC42-50D0E7E07AEB}"/>
          </ac:spMkLst>
        </pc:spChg>
        <pc:picChg chg="add mod">
          <ac:chgData name="Mohammed Fasha" userId="cc64f42d-a1a6-4f08-b97b-0c37f877119f" providerId="ADAL" clId="{52B7A16F-CAD0-4D4D-9F9C-A24C8678CAD7}" dt="2025-03-23T07:51:53.982" v="181" actId="1036"/>
          <ac:picMkLst>
            <pc:docMk/>
            <pc:sldMk cId="659685489" sldId="327"/>
            <ac:picMk id="2052" creationId="{69FD89B0-8C2D-9A2A-4508-AE34F8749789}"/>
          </ac:picMkLst>
        </pc:picChg>
      </pc:sldChg>
      <pc:sldChg chg="modSp add">
        <pc:chgData name="Mohammed Fasha" userId="cc64f42d-a1a6-4f08-b97b-0c37f877119f" providerId="ADAL" clId="{52B7A16F-CAD0-4D4D-9F9C-A24C8678CAD7}" dt="2025-03-23T08:06:38.777" v="363" actId="1035"/>
        <pc:sldMkLst>
          <pc:docMk/>
          <pc:sldMk cId="932796301" sldId="328"/>
        </pc:sldMkLst>
        <pc:picChg chg="mod">
          <ac:chgData name="Mohammed Fasha" userId="cc64f42d-a1a6-4f08-b97b-0c37f877119f" providerId="ADAL" clId="{52B7A16F-CAD0-4D4D-9F9C-A24C8678CAD7}" dt="2025-03-23T08:06:38.777" v="363" actId="1035"/>
          <ac:picMkLst>
            <pc:docMk/>
            <pc:sldMk cId="932796301" sldId="328"/>
            <ac:picMk id="4098" creationId="{0CAA22BE-1351-B1A5-188C-DD41EC29B52D}"/>
          </ac:picMkLst>
        </pc:picChg>
      </pc:sldChg>
      <pc:sldChg chg="addSp modSp del mod">
        <pc:chgData name="Mohammed Fasha" userId="cc64f42d-a1a6-4f08-b97b-0c37f877119f" providerId="ADAL" clId="{52B7A16F-CAD0-4D4D-9F9C-A24C8678CAD7}" dt="2025-03-23T08:06:20.763" v="361" actId="2696"/>
        <pc:sldMkLst>
          <pc:docMk/>
          <pc:sldMk cId="4072578661" sldId="328"/>
        </pc:sldMkLst>
      </pc:sldChg>
      <pc:sldChg chg="addSp modSp mod">
        <pc:chgData name="Mohammed Fasha" userId="cc64f42d-a1a6-4f08-b97b-0c37f877119f" providerId="ADAL" clId="{52B7A16F-CAD0-4D4D-9F9C-A24C8678CAD7}" dt="2025-03-23T08:05:29.878" v="358" actId="14100"/>
        <pc:sldMkLst>
          <pc:docMk/>
          <pc:sldMk cId="3366111495" sldId="329"/>
        </pc:sldMkLst>
        <pc:spChg chg="mod">
          <ac:chgData name="Mohammed Fasha" userId="cc64f42d-a1a6-4f08-b97b-0c37f877119f" providerId="ADAL" clId="{52B7A16F-CAD0-4D4D-9F9C-A24C8678CAD7}" dt="2025-03-23T07:56:54.852" v="238" actId="27636"/>
          <ac:spMkLst>
            <pc:docMk/>
            <pc:sldMk cId="3366111495" sldId="329"/>
            <ac:spMk id="2" creationId="{A1718324-DE08-4740-D0D9-7603BC5E0162}"/>
          </ac:spMkLst>
        </pc:spChg>
        <pc:spChg chg="mod">
          <ac:chgData name="Mohammed Fasha" userId="cc64f42d-a1a6-4f08-b97b-0c37f877119f" providerId="ADAL" clId="{52B7A16F-CAD0-4D4D-9F9C-A24C8678CAD7}" dt="2025-03-23T08:04:51.241" v="354" actId="20577"/>
          <ac:spMkLst>
            <pc:docMk/>
            <pc:sldMk cId="3366111495" sldId="329"/>
            <ac:spMk id="3" creationId="{9D118BE8-48E4-84B1-F7A3-AE58B873B879}"/>
          </ac:spMkLst>
        </pc:spChg>
        <pc:picChg chg="add mod">
          <ac:chgData name="Mohammed Fasha" userId="cc64f42d-a1a6-4f08-b97b-0c37f877119f" providerId="ADAL" clId="{52B7A16F-CAD0-4D4D-9F9C-A24C8678CAD7}" dt="2025-03-23T08:05:29.878" v="358" actId="14100"/>
          <ac:picMkLst>
            <pc:docMk/>
            <pc:sldMk cId="3366111495" sldId="329"/>
            <ac:picMk id="5122" creationId="{9029A929-644F-B232-0F2F-8E746CA5A374}"/>
          </ac:picMkLst>
        </pc:picChg>
      </pc:sldChg>
    </pc:docChg>
  </pc:docChgLst>
  <pc:docChgLst>
    <pc:chgData name="Mohammed Fasha" userId="S::mohammed.fasha@uop.edu.jo::cc64f42d-a1a6-4f08-b97b-0c37f877119f" providerId="AD" clId="Web-{048CEBFD-D6A1-FF4F-145A-C5347D00F6D8}"/>
    <pc:docChg chg="addSld delSld modSld">
      <pc:chgData name="Mohammed Fasha" userId="S::mohammed.fasha@uop.edu.jo::cc64f42d-a1a6-4f08-b97b-0c37f877119f" providerId="AD" clId="Web-{048CEBFD-D6A1-FF4F-145A-C5347D00F6D8}" dt="2025-03-23T06:04:22.577" v="1166" actId="20577"/>
      <pc:docMkLst>
        <pc:docMk/>
      </pc:docMkLst>
      <pc:sldChg chg="modSp">
        <pc:chgData name="Mohammed Fasha" userId="S::mohammed.fasha@uop.edu.jo::cc64f42d-a1a6-4f08-b97b-0c37f877119f" providerId="AD" clId="Web-{048CEBFD-D6A1-FF4F-145A-C5347D00F6D8}" dt="2025-03-23T04:07:54.621" v="655" actId="20577"/>
        <pc:sldMkLst>
          <pc:docMk/>
          <pc:sldMk cId="0" sldId="272"/>
        </pc:sldMkLst>
        <pc:spChg chg="mod">
          <ac:chgData name="Mohammed Fasha" userId="S::mohammed.fasha@uop.edu.jo::cc64f42d-a1a6-4f08-b97b-0c37f877119f" providerId="AD" clId="Web-{048CEBFD-D6A1-FF4F-145A-C5347D00F6D8}" dt="2025-03-23T04:07:54.621" v="655" actId="20577"/>
          <ac:spMkLst>
            <pc:docMk/>
            <pc:sldMk cId="0" sldId="272"/>
            <ac:spMk id="7" creationId="{BD008676-47C8-D88A-CD4A-65BB83D57162}"/>
          </ac:spMkLst>
        </pc:spChg>
      </pc:sldChg>
      <pc:sldChg chg="del">
        <pc:chgData name="Mohammed Fasha" userId="S::mohammed.fasha@uop.edu.jo::cc64f42d-a1a6-4f08-b97b-0c37f877119f" providerId="AD" clId="Web-{048CEBFD-D6A1-FF4F-145A-C5347D00F6D8}" dt="2025-03-23T03:16:25.599" v="434"/>
        <pc:sldMkLst>
          <pc:docMk/>
          <pc:sldMk cId="441052949" sldId="309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7.646" v="435"/>
        <pc:sldMkLst>
          <pc:docMk/>
          <pc:sldMk cId="4115587381" sldId="311"/>
        </pc:sldMkLst>
      </pc:sldChg>
      <pc:sldChg chg="del">
        <pc:chgData name="Mohammed Fasha" userId="S::mohammed.fasha@uop.edu.jo::cc64f42d-a1a6-4f08-b97b-0c37f877119f" providerId="AD" clId="Web-{048CEBFD-D6A1-FF4F-145A-C5347D00F6D8}" dt="2025-03-23T03:16:34.240" v="436"/>
        <pc:sldMkLst>
          <pc:docMk/>
          <pc:sldMk cId="1008151712" sldId="313"/>
        </pc:sldMkLst>
      </pc:sldChg>
      <pc:sldChg chg="modSp">
        <pc:chgData name="Mohammed Fasha" userId="S::mohammed.fasha@uop.edu.jo::cc64f42d-a1a6-4f08-b97b-0c37f877119f" providerId="AD" clId="Web-{048CEBFD-D6A1-FF4F-145A-C5347D00F6D8}" dt="2025-03-23T06:04:22.577" v="1166" actId="20577"/>
        <pc:sldMkLst>
          <pc:docMk/>
          <pc:sldMk cId="1864506158" sldId="314"/>
        </pc:sldMkLst>
        <pc:spChg chg="mod">
          <ac:chgData name="Mohammed Fasha" userId="S::mohammed.fasha@uop.edu.jo::cc64f42d-a1a6-4f08-b97b-0c37f877119f" providerId="AD" clId="Web-{048CEBFD-D6A1-FF4F-145A-C5347D00F6D8}" dt="2025-03-23T06:04:22.577" v="1166" actId="20577"/>
          <ac:spMkLst>
            <pc:docMk/>
            <pc:sldMk cId="1864506158" sldId="314"/>
            <ac:spMk id="3" creationId="{4961BB54-A79B-91B6-2B3E-888FA20CC61F}"/>
          </ac:spMkLst>
        </pc:spChg>
      </pc:sldChg>
      <pc:sldChg chg="modSp">
        <pc:chgData name="Mohammed Fasha" userId="S::mohammed.fasha@uop.edu.jo::cc64f42d-a1a6-4f08-b97b-0c37f877119f" providerId="AD" clId="Web-{048CEBFD-D6A1-FF4F-145A-C5347D00F6D8}" dt="2025-03-23T03:13:33.830" v="401" actId="20577"/>
        <pc:sldMkLst>
          <pc:docMk/>
          <pc:sldMk cId="2845841377" sldId="315"/>
        </pc:sldMkLst>
      </pc:sldChg>
      <pc:sldChg chg="del">
        <pc:chgData name="Mohammed Fasha" userId="S::mohammed.fasha@uop.edu.jo::cc64f42d-a1a6-4f08-b97b-0c37f877119f" providerId="AD" clId="Web-{048CEBFD-D6A1-FF4F-145A-C5347D00F6D8}" dt="2025-03-23T02:57:56.519" v="0"/>
        <pc:sldMkLst>
          <pc:docMk/>
          <pc:sldMk cId="4201170802" sldId="316"/>
        </pc:sldMkLst>
      </pc:sldChg>
      <pc:sldChg chg="del">
        <pc:chgData name="Mohammed Fasha" userId="S::mohammed.fasha@uop.edu.jo::cc64f42d-a1a6-4f08-b97b-0c37f877119f" providerId="AD" clId="Web-{048CEBFD-D6A1-FF4F-145A-C5347D00F6D8}" dt="2025-03-23T03:16:16.630" v="433"/>
        <pc:sldMkLst>
          <pc:docMk/>
          <pc:sldMk cId="3352190066" sldId="317"/>
        </pc:sldMkLst>
      </pc:sldChg>
      <pc:sldChg chg="modSp new del">
        <pc:chgData name="Mohammed Fasha" userId="S::mohammed.fasha@uop.edu.jo::cc64f42d-a1a6-4f08-b97b-0c37f877119f" providerId="AD" clId="Web-{048CEBFD-D6A1-FF4F-145A-C5347D00F6D8}" dt="2025-03-23T03:10:23.882" v="393"/>
        <pc:sldMkLst>
          <pc:docMk/>
          <pc:sldMk cId="4008238018" sldId="318"/>
        </pc:sldMkLst>
      </pc:sldChg>
      <pc:sldChg chg="addSp delSp modSp new del">
        <pc:chgData name="Mohammed Fasha" userId="S::mohammed.fasha@uop.edu.jo::cc64f42d-a1a6-4f08-b97b-0c37f877119f" providerId="AD" clId="Web-{048CEBFD-D6A1-FF4F-145A-C5347D00F6D8}" dt="2025-03-23T04:04:13.661" v="626"/>
        <pc:sldMkLst>
          <pc:docMk/>
          <pc:sldMk cId="3382703493" sldId="319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3:59:21.366" v="441" actId="1076"/>
        <pc:sldMkLst>
          <pc:docMk/>
          <pc:sldMk cId="414281864" sldId="320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04:06.582" v="625"/>
        <pc:sldMkLst>
          <pc:docMk/>
          <pc:sldMk cId="2158520731" sldId="321"/>
        </pc:sldMkLst>
        <pc:spChg chg="mod">
          <ac:chgData name="Mohammed Fasha" userId="S::mohammed.fasha@uop.edu.jo::cc64f42d-a1a6-4f08-b97b-0c37f877119f" providerId="AD" clId="Web-{048CEBFD-D6A1-FF4F-145A-C5347D00F6D8}" dt="2025-03-23T03:06:45.017" v="158" actId="20577"/>
          <ac:spMkLst>
            <pc:docMk/>
            <pc:sldMk cId="2158520731" sldId="321"/>
            <ac:spMk id="2" creationId="{2CBE9B8D-9BCA-A077-FC54-F37DD1ED5A43}"/>
          </ac:spMkLst>
        </pc:spChg>
        <pc:spChg chg="add mod">
          <ac:chgData name="Mohammed Fasha" userId="S::mohammed.fasha@uop.edu.jo::cc64f42d-a1a6-4f08-b97b-0c37f877119f" providerId="AD" clId="Web-{048CEBFD-D6A1-FF4F-145A-C5347D00F6D8}" dt="2025-03-23T04:03:57.144" v="623" actId="20577"/>
          <ac:spMkLst>
            <pc:docMk/>
            <pc:sldMk cId="2158520731" sldId="321"/>
            <ac:spMk id="6" creationId="{5CB15C33-8731-2AC8-2AA9-CC56BB604532}"/>
          </ac:spMkLst>
        </pc:spChg>
        <pc:graphicFrameChg chg="add mod modGraphic">
          <ac:chgData name="Mohammed Fasha" userId="S::mohammed.fasha@uop.edu.jo::cc64f42d-a1a6-4f08-b97b-0c37f877119f" providerId="AD" clId="Web-{048CEBFD-D6A1-FF4F-145A-C5347D00F6D8}" dt="2025-03-23T04:04:06.582" v="625"/>
          <ac:graphicFrameMkLst>
            <pc:docMk/>
            <pc:sldMk cId="2158520731" sldId="321"/>
            <ac:graphicFrameMk id="13" creationId="{16C5CEE9-CAE7-15B6-CD99-242FA0B68E48}"/>
          </ac:graphicFrameMkLst>
        </pc:graphicFrameChg>
        <pc:graphicFrameChg chg="add mod modGraphic">
          <ac:chgData name="Mohammed Fasha" userId="S::mohammed.fasha@uop.edu.jo::cc64f42d-a1a6-4f08-b97b-0c37f877119f" providerId="AD" clId="Web-{048CEBFD-D6A1-FF4F-145A-C5347D00F6D8}" dt="2025-03-23T04:03:46.191" v="620" actId="1076"/>
          <ac:graphicFrameMkLst>
            <pc:docMk/>
            <pc:sldMk cId="2158520731" sldId="321"/>
            <ac:graphicFrameMk id="14" creationId="{68F65CD9-04AE-694C-CAF9-ABB6912D588B}"/>
          </ac:graphicFrameMkLst>
        </pc:graphicFrameChg>
      </pc:sldChg>
      <pc:sldChg chg="addSp delSp modSp new">
        <pc:chgData name="Mohammed Fasha" userId="S::mohammed.fasha@uop.edu.jo::cc64f42d-a1a6-4f08-b97b-0c37f877119f" providerId="AD" clId="Web-{048CEBFD-D6A1-FF4F-145A-C5347D00F6D8}" dt="2025-03-23T04:10:25.939" v="692"/>
        <pc:sldMkLst>
          <pc:docMk/>
          <pc:sldMk cId="3486990666" sldId="322"/>
        </pc:sldMkLst>
        <pc:spChg chg="mod">
          <ac:chgData name="Mohammed Fasha" userId="S::mohammed.fasha@uop.edu.jo::cc64f42d-a1a6-4f08-b97b-0c37f877119f" providerId="AD" clId="Web-{048CEBFD-D6A1-FF4F-145A-C5347D00F6D8}" dt="2025-03-23T04:09:04.561" v="672" actId="20577"/>
          <ac:spMkLst>
            <pc:docMk/>
            <pc:sldMk cId="3486990666" sldId="322"/>
            <ac:spMk id="2" creationId="{4F569A76-4CE0-A134-527E-6110690A0204}"/>
          </ac:spMkLst>
        </pc:spChg>
        <pc:graphicFrameChg chg="add mod ord modGraphic">
          <ac:chgData name="Mohammed Fasha" userId="S::mohammed.fasha@uop.edu.jo::cc64f42d-a1a6-4f08-b97b-0c37f877119f" providerId="AD" clId="Web-{048CEBFD-D6A1-FF4F-145A-C5347D00F6D8}" dt="2025-03-23T04:10:25.939" v="692"/>
          <ac:graphicFrameMkLst>
            <pc:docMk/>
            <pc:sldMk cId="3486990666" sldId="322"/>
            <ac:graphicFrameMk id="5" creationId="{1FA2E83F-BCF2-8811-D9EB-3AB7209F9B26}"/>
          </ac:graphicFrameMkLst>
        </pc:graphicFrameChg>
      </pc:sldChg>
      <pc:sldChg chg="addSp delSp modSp new">
        <pc:chgData name="Mohammed Fasha" userId="S::mohammed.fasha@uop.edu.jo::cc64f42d-a1a6-4f08-b97b-0c37f877119f" providerId="AD" clId="Web-{048CEBFD-D6A1-FF4F-145A-C5347D00F6D8}" dt="2025-03-23T06:02:22.542" v="1162"/>
        <pc:sldMkLst>
          <pc:docMk/>
          <pc:sldMk cId="323566195" sldId="323"/>
        </pc:sldMkLst>
        <pc:spChg chg="mod">
          <ac:chgData name="Mohammed Fasha" userId="S::mohammed.fasha@uop.edu.jo::cc64f42d-a1a6-4f08-b97b-0c37f877119f" providerId="AD" clId="Web-{048CEBFD-D6A1-FF4F-145A-C5347D00F6D8}" dt="2025-03-23T05:55:35.003" v="727" actId="20577"/>
          <ac:spMkLst>
            <pc:docMk/>
            <pc:sldMk cId="323566195" sldId="323"/>
            <ac:spMk id="2" creationId="{595498DF-D91B-3039-6A35-B1D5FAB6D692}"/>
          </ac:spMkLst>
        </pc:spChg>
        <pc:graphicFrameChg chg="add mod ord modGraphic">
          <ac:chgData name="Mohammed Fasha" userId="S::mohammed.fasha@uop.edu.jo::cc64f42d-a1a6-4f08-b97b-0c37f877119f" providerId="AD" clId="Web-{048CEBFD-D6A1-FF4F-145A-C5347D00F6D8}" dt="2025-03-23T06:02:22.542" v="1162"/>
          <ac:graphicFrameMkLst>
            <pc:docMk/>
            <pc:sldMk cId="323566195" sldId="323"/>
            <ac:graphicFrameMk id="82" creationId="{135E2F87-A441-0139-1576-BC186FCA12A1}"/>
          </ac:graphicFrameMkLst>
        </pc:graphicFrameChg>
      </pc:sldChg>
      <pc:sldChg chg="modSp add replId">
        <pc:chgData name="Mohammed Fasha" userId="S::mohammed.fasha@uop.edu.jo::cc64f42d-a1a6-4f08-b97b-0c37f877119f" providerId="AD" clId="Web-{048CEBFD-D6A1-FF4F-145A-C5347D00F6D8}" dt="2025-03-23T06:02:28.917" v="1163"/>
        <pc:sldMkLst>
          <pc:docMk/>
          <pc:sldMk cId="2802975669" sldId="324"/>
        </pc:sldMkLst>
        <pc:graphicFrameChg chg="modGraphic">
          <ac:chgData name="Mohammed Fasha" userId="S::mohammed.fasha@uop.edu.jo::cc64f42d-a1a6-4f08-b97b-0c37f877119f" providerId="AD" clId="Web-{048CEBFD-D6A1-FF4F-145A-C5347D00F6D8}" dt="2025-03-23T06:02:28.917" v="1163"/>
          <ac:graphicFrameMkLst>
            <pc:docMk/>
            <pc:sldMk cId="2802975669" sldId="324"/>
            <ac:graphicFrameMk id="82" creationId="{E61DA268-6635-1C98-1674-A7AD4D8991C6}"/>
          </ac:graphicFrameMkLst>
        </pc:graphicFrameChg>
      </pc:sldChg>
      <pc:sldChg chg="modSp new mod modClrScheme chgLayout">
        <pc:chgData name="Mohammed Fasha" userId="S::mohammed.fasha@uop.edu.jo::cc64f42d-a1a6-4f08-b97b-0c37f877119f" providerId="AD" clId="Web-{048CEBFD-D6A1-FF4F-145A-C5347D00F6D8}" dt="2025-03-23T06:01:57.150" v="1158" actId="20577"/>
        <pc:sldMkLst>
          <pc:docMk/>
          <pc:sldMk cId="1195465549" sldId="325"/>
        </pc:sldMkLst>
        <pc:spChg chg="mod ord">
          <ac:chgData name="Mohammed Fasha" userId="S::mohammed.fasha@uop.edu.jo::cc64f42d-a1a6-4f08-b97b-0c37f877119f" providerId="AD" clId="Web-{048CEBFD-D6A1-FF4F-145A-C5347D00F6D8}" dt="2025-03-23T06:01:57.150" v="1158" actId="20577"/>
          <ac:spMkLst>
            <pc:docMk/>
            <pc:sldMk cId="1195465549" sldId="325"/>
            <ac:spMk id="2" creationId="{C40B076E-5F79-27B6-B774-38C83230BBDD}"/>
          </ac:spMkLst>
        </pc:spChg>
        <pc:spChg chg="mod ord">
          <ac:chgData name="Mohammed Fasha" userId="S::mohammed.fasha@uop.edu.jo::cc64f42d-a1a6-4f08-b97b-0c37f877119f" providerId="AD" clId="Web-{048CEBFD-D6A1-FF4F-145A-C5347D00F6D8}" dt="2025-03-23T06:01:44.322" v="1142"/>
          <ac:spMkLst>
            <pc:docMk/>
            <pc:sldMk cId="1195465549" sldId="325"/>
            <ac:spMk id="3" creationId="{82C6206C-8193-A125-EB18-48C260C8432B}"/>
          </ac:spMkLst>
        </pc:spChg>
      </pc:sldChg>
    </pc:docChg>
  </pc:docChgLst>
  <pc:docChgLst>
    <pc:chgData name="Mohammed Fasha" userId="S::mohammed.fasha@uop.edu.jo::cc64f42d-a1a6-4f08-b97b-0c37f877119f" providerId="AD" clId="Web-{3873209A-CB00-400D-D158-6330B83C4A7A}"/>
    <pc:docChg chg="addSld delSld modSld">
      <pc:chgData name="Mohammed Fasha" userId="S::mohammed.fasha@uop.edu.jo::cc64f42d-a1a6-4f08-b97b-0c37f877119f" providerId="AD" clId="Web-{3873209A-CB00-400D-D158-6330B83C4A7A}" dt="2025-03-19T03:11:02.319" v="274" actId="20577"/>
      <pc:docMkLst>
        <pc:docMk/>
      </pc:docMkLst>
      <pc:sldChg chg="modSp">
        <pc:chgData name="Mohammed Fasha" userId="S::mohammed.fasha@uop.edu.jo::cc64f42d-a1a6-4f08-b97b-0c37f877119f" providerId="AD" clId="Web-{3873209A-CB00-400D-D158-6330B83C4A7A}" dt="2025-03-19T03:03:32.760" v="103" actId="14100"/>
        <pc:sldMkLst>
          <pc:docMk/>
          <pc:sldMk cId="0" sldId="278"/>
        </pc:sldMkLst>
        <pc:spChg chg="mod">
          <ac:chgData name="Mohammed Fasha" userId="S::mohammed.fasha@uop.edu.jo::cc64f42d-a1a6-4f08-b97b-0c37f877119f" providerId="AD" clId="Web-{3873209A-CB00-400D-D158-6330B83C4A7A}" dt="2025-03-19T03:03:32.760" v="103" actId="14100"/>
          <ac:spMkLst>
            <pc:docMk/>
            <pc:sldMk cId="0" sldId="278"/>
            <ac:spMk id="2" creationId="{00000000-0000-0000-0000-000000000000}"/>
          </ac:spMkLst>
        </pc:spChg>
        <pc:picChg chg="mod">
          <ac:chgData name="Mohammed Fasha" userId="S::mohammed.fasha@uop.edu.jo::cc64f42d-a1a6-4f08-b97b-0c37f877119f" providerId="AD" clId="Web-{3873209A-CB00-400D-D158-6330B83C4A7A}" dt="2025-03-19T03:03:17.822" v="100" actId="1076"/>
          <ac:picMkLst>
            <pc:docMk/>
            <pc:sldMk cId="0" sldId="278"/>
            <ac:picMk id="4" creationId="{00000000-0000-0000-0000-000000000000}"/>
          </ac:picMkLst>
        </pc:picChg>
        <pc:picChg chg="mod">
          <ac:chgData name="Mohammed Fasha" userId="S::mohammed.fasha@uop.edu.jo::cc64f42d-a1a6-4f08-b97b-0c37f877119f" providerId="AD" clId="Web-{3873209A-CB00-400D-D158-6330B83C4A7A}" dt="2025-03-19T03:03:23.119" v="101" actId="1076"/>
          <ac:picMkLst>
            <pc:docMk/>
            <pc:sldMk cId="0" sldId="278"/>
            <ac:picMk id="5" creationId="{00000000-0000-0000-0000-000000000000}"/>
          </ac:picMkLst>
        </pc:picChg>
      </pc:sldChg>
      <pc:sldChg chg="addSp delSp modSp new">
        <pc:chgData name="Mohammed Fasha" userId="S::mohammed.fasha@uop.edu.jo::cc64f42d-a1a6-4f08-b97b-0c37f877119f" providerId="AD" clId="Web-{3873209A-CB00-400D-D158-6330B83C4A7A}" dt="2025-03-19T03:11:02.319" v="274" actId="20577"/>
        <pc:sldMkLst>
          <pc:docMk/>
          <pc:sldMk cId="441052949" sldId="309"/>
        </pc:sldMkLst>
      </pc:sldChg>
      <pc:sldChg chg="add del replId">
        <pc:chgData name="Mohammed Fasha" userId="S::mohammed.fasha@uop.edu.jo::cc64f42d-a1a6-4f08-b97b-0c37f877119f" providerId="AD" clId="Web-{3873209A-CB00-400D-D158-6330B83C4A7A}" dt="2025-03-19T03:02:14.461" v="73"/>
        <pc:sldMkLst>
          <pc:docMk/>
          <pc:sldMk cId="3859015806" sldId="310"/>
        </pc:sldMkLst>
      </pc:sldChg>
      <pc:sldChg chg="addSp delSp modSp add replId">
        <pc:chgData name="Mohammed Fasha" userId="S::mohammed.fasha@uop.edu.jo::cc64f42d-a1a6-4f08-b97b-0c37f877119f" providerId="AD" clId="Web-{3873209A-CB00-400D-D158-6330B83C4A7A}" dt="2025-03-19T03:08:53.628" v="161" actId="20577"/>
        <pc:sldMkLst>
          <pc:docMk/>
          <pc:sldMk cId="4115587381" sldId="311"/>
        </pc:sldMkLst>
      </pc:sldChg>
      <pc:sldChg chg="addSp delSp modSp new del">
        <pc:chgData name="Mohammed Fasha" userId="S::mohammed.fasha@uop.edu.jo::cc64f42d-a1a6-4f08-b97b-0c37f877119f" providerId="AD" clId="Web-{3873209A-CB00-400D-D158-6330B83C4A7A}" dt="2025-03-19T03:07:33.079" v="142"/>
        <pc:sldMkLst>
          <pc:docMk/>
          <pc:sldMk cId="1952534702" sldId="31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 /><Relationship Id="rId2" Type="http://schemas.openxmlformats.org/officeDocument/2006/relationships/image" Target="../media/image1.png" /><Relationship Id="rId1" Type="http://schemas.openxmlformats.org/officeDocument/2006/relationships/slideMaster" Target="../slideMasters/slideMaster1.xml" /><Relationship Id="rId4" Type="http://schemas.openxmlformats.org/officeDocument/2006/relationships/image" Target="../media/image2.jpeg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 /><Relationship Id="rId2" Type="http://schemas.openxmlformats.org/officeDocument/2006/relationships/image" Target="../media/image5.png" /><Relationship Id="rId1" Type="http://schemas.openxmlformats.org/officeDocument/2006/relationships/slideMaster" Target="../slideMasters/slideMaster1.xml" /><Relationship Id="rId5" Type="http://schemas.openxmlformats.org/officeDocument/2006/relationships/image" Target="../media/image8.jpg" /><Relationship Id="rId4" Type="http://schemas.openxmlformats.org/officeDocument/2006/relationships/image" Target="../media/image7.png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17" Type="http://schemas.openxmlformats.org/officeDocument/2006/relationships/image" Target="../media/image3.png" /><Relationship Id="rId2" Type="http://schemas.openxmlformats.org/officeDocument/2006/relationships/slideLayout" Target="../slideLayouts/slideLayout2.xml" /><Relationship Id="rId16" Type="http://schemas.openxmlformats.org/officeDocument/2006/relationships/image" Target="../media/image2.jpeg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image" Target="../media/image1.png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 /><Relationship Id="rId1" Type="http://schemas.openxmlformats.org/officeDocument/2006/relationships/slideLayout" Target="../slideLayouts/slideLayout12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 /><Relationship Id="rId2" Type="http://schemas.openxmlformats.org/officeDocument/2006/relationships/image" Target="../media/image12.jpg" /><Relationship Id="rId1" Type="http://schemas.openxmlformats.org/officeDocument/2006/relationships/slideLayout" Target="../slideLayouts/slideLayout2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 /><Relationship Id="rId1" Type="http://schemas.openxmlformats.org/officeDocument/2006/relationships/slideLayout" Target="../slideLayouts/slideLayout2.xml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 /><Relationship Id="rId2" Type="http://schemas.openxmlformats.org/officeDocument/2006/relationships/image" Target="../media/image15.jpg" /><Relationship Id="rId1" Type="http://schemas.openxmlformats.org/officeDocument/2006/relationships/slideLayout" Target="../slideLayouts/slideLayout2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 /><Relationship Id="rId2" Type="http://schemas.openxmlformats.org/officeDocument/2006/relationships/image" Target="../media/image17.jpg" /><Relationship Id="rId1" Type="http://schemas.openxmlformats.org/officeDocument/2006/relationships/slideLayout" Target="../slideLayouts/slideLayout2.xml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 /><Relationship Id="rId2" Type="http://schemas.openxmlformats.org/officeDocument/2006/relationships/image" Target="../media/image19.jpg" /><Relationship Id="rId1" Type="http://schemas.openxmlformats.org/officeDocument/2006/relationships/slideLayout" Target="../slideLayouts/slideLayout2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 /><Relationship Id="rId1" Type="http://schemas.openxmlformats.org/officeDocument/2006/relationships/slideLayout" Target="../slideLayouts/slideLayout2.xml" 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 /><Relationship Id="rId2" Type="http://schemas.openxmlformats.org/officeDocument/2006/relationships/image" Target="../media/image22.png" /><Relationship Id="rId1" Type="http://schemas.openxmlformats.org/officeDocument/2006/relationships/slideLayout" Target="../slideLayouts/slideLayout2.xml" /><Relationship Id="rId4" Type="http://schemas.openxmlformats.org/officeDocument/2006/relationships/image" Target="../media/image21.png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 /><Relationship Id="rId1" Type="http://schemas.openxmlformats.org/officeDocument/2006/relationships/slideLayout" Target="../slideLayouts/slideLayout2.xml" 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 /><Relationship Id="rId2" Type="http://schemas.openxmlformats.org/officeDocument/2006/relationships/image" Target="../media/image25.png" /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27.png" /><Relationship Id="rId5" Type="http://schemas.openxmlformats.org/officeDocument/2006/relationships/hyperlink" Target="https://www.geeksforgeeks.org/difference-between-pig-and-hive/" TargetMode="External" /><Relationship Id="rId4" Type="http://schemas.openxmlformats.org/officeDocument/2006/relationships/image" Target="../media/image26.png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 /><Relationship Id="rId1" Type="http://schemas.openxmlformats.org/officeDocument/2006/relationships/slideLayout" Target="../slideLayouts/slideLayout2.xml" 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 /><Relationship Id="rId2" Type="http://schemas.openxmlformats.org/officeDocument/2006/relationships/image" Target="../media/image29.jpg" /><Relationship Id="rId1" Type="http://schemas.openxmlformats.org/officeDocument/2006/relationships/slideLayout" Target="../slideLayouts/slideLayout2.xml" /><Relationship Id="rId4" Type="http://schemas.openxmlformats.org/officeDocument/2006/relationships/hyperlink" Target="https://www.scaler.com/topics/hadoop/hbase-architecture/" TargetMode="External" 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 /><Relationship Id="rId1" Type="http://schemas.openxmlformats.org/officeDocument/2006/relationships/slideLayout" Target="../slideLayouts/slideLayout2.xml" 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 /><Relationship Id="rId1" Type="http://schemas.openxmlformats.org/officeDocument/2006/relationships/slideLayout" Target="../slideLayouts/slideLayout2.xml" 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 /><Relationship Id="rId2" Type="http://schemas.openxmlformats.org/officeDocument/2006/relationships/image" Target="../media/image33.jpg" /><Relationship Id="rId1" Type="http://schemas.openxmlformats.org/officeDocument/2006/relationships/slideLayout" Target="../slideLayouts/slideLayout2.xml" /><Relationship Id="rId4" Type="http://schemas.openxmlformats.org/officeDocument/2006/relationships/image" Target="../media/image35.jpg" 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 /><Relationship Id="rId2" Type="http://schemas.openxmlformats.org/officeDocument/2006/relationships/image" Target="../media/image36.png" /><Relationship Id="rId1" Type="http://schemas.openxmlformats.org/officeDocument/2006/relationships/slideLayout" Target="../slideLayouts/slideLayout2.xml" /><Relationship Id="rId4" Type="http://schemas.openxmlformats.org/officeDocument/2006/relationships/hyperlink" Target="https://www.redpanda.com/blog/data-stream-processing-spark-flink-ksqldb" TargetMode="External" 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 /><Relationship Id="rId2" Type="http://schemas.openxmlformats.org/officeDocument/2006/relationships/image" Target="../media/image38.png" /><Relationship Id="rId1" Type="http://schemas.openxmlformats.org/officeDocument/2006/relationships/slideLayout" Target="../slideLayouts/slideLayout2.xml" /><Relationship Id="rId4" Type="http://schemas.openxmlformats.org/officeDocument/2006/relationships/image" Target="../media/image40.png" 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 /><Relationship Id="rId2" Type="http://schemas.openxmlformats.org/officeDocument/2006/relationships/image" Target="../media/image41.jpg" /><Relationship Id="rId1" Type="http://schemas.openxmlformats.org/officeDocument/2006/relationships/slideLayout" Target="../slideLayouts/slideLayout2.xml" 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 /><Relationship Id="rId2" Type="http://schemas.openxmlformats.org/officeDocument/2006/relationships/image" Target="../media/image43.jpg" /><Relationship Id="rId1" Type="http://schemas.openxmlformats.org/officeDocument/2006/relationships/slideLayout" Target="../slideLayouts/slideLayout2.xml" 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 /><Relationship Id="rId2" Type="http://schemas.openxmlformats.org/officeDocument/2006/relationships/image" Target="../media/image45.png" /><Relationship Id="rId1" Type="http://schemas.openxmlformats.org/officeDocument/2006/relationships/slideLayout" Target="../slideLayouts/slideLayout2.xml" /><Relationship Id="rId4" Type="http://schemas.openxmlformats.org/officeDocument/2006/relationships/image" Target="../media/image47.jpg" 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/>
              <a:t>307401</a:t>
            </a:r>
            <a:endParaRPr sz="3600"/>
          </a:p>
          <a:p>
            <a:pPr marL="2540" algn="ctr">
              <a:lnSpc>
                <a:spcPts val="4105"/>
              </a:lnSpc>
            </a:pPr>
            <a:r>
              <a:rPr sz="3600"/>
              <a:t>Big</a:t>
            </a:r>
            <a:r>
              <a:rPr sz="3600" spc="-105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/>
              <a:t>and</a:t>
            </a:r>
            <a:r>
              <a:rPr sz="3600" spc="-100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 spc="-10"/>
              <a:t>Warehouses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>
                <a:latin typeface="Calibri"/>
                <a:cs typeface="Calibri"/>
              </a:rPr>
              <a:t>Introduction</a:t>
            </a:r>
            <a:r>
              <a:rPr sz="2400" spc="-90">
                <a:latin typeface="Calibri"/>
                <a:cs typeface="Calibri"/>
              </a:rPr>
              <a:t> </a:t>
            </a:r>
            <a:r>
              <a:rPr sz="2400">
                <a:latin typeface="Calibri"/>
                <a:cs typeface="Calibri"/>
              </a:rPr>
              <a:t>to</a:t>
            </a:r>
            <a:r>
              <a:rPr sz="2400" spc="-75">
                <a:latin typeface="Calibri"/>
                <a:cs typeface="Calibri"/>
              </a:rPr>
              <a:t> </a:t>
            </a:r>
            <a:r>
              <a:rPr sz="2400" spc="-1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87926" y="5022326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B040B-91AB-8FE8-4C82-1572292F6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Processing in Computing</a:t>
            </a: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42D6109-309C-0C16-24AA-D861D462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712" y="2168165"/>
            <a:ext cx="9412999" cy="3694349"/>
          </a:xfrm>
        </p:spPr>
      </p:pic>
    </p:spTree>
    <p:extLst>
      <p:ext uri="{BB962C8B-B14F-4D97-AF65-F5344CB8AC3E}">
        <p14:creationId xmlns:p14="http://schemas.microsoft.com/office/powerpoint/2010/main" val="1180887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F675C-3963-4D6A-1306-49A13120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Speedup Concept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5C5826-1816-6A55-9BE7-F700779644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5703" y="1706563"/>
            <a:ext cx="5606556" cy="4991100"/>
          </a:xfrm>
        </p:spPr>
      </p:pic>
    </p:spTree>
    <p:extLst>
      <p:ext uri="{BB962C8B-B14F-4D97-AF65-F5344CB8AC3E}">
        <p14:creationId xmlns:p14="http://schemas.microsoft.com/office/powerpoint/2010/main" val="3902878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Introduction</a:t>
            </a:r>
            <a:r>
              <a:rPr sz="2800" spc="-8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to</a:t>
            </a:r>
            <a:r>
              <a:rPr sz="2800" spc="-8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284085" y="1691716"/>
            <a:ext cx="10816349" cy="246541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Hadoop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is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an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open-</a:t>
            </a:r>
            <a:r>
              <a:rPr sz="2000">
                <a:latin typeface="Calibri"/>
                <a:cs typeface="Calibri"/>
              </a:rPr>
              <a:t>source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framework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overseen </a:t>
            </a:r>
            <a:r>
              <a:rPr sz="2000">
                <a:latin typeface="Calibri"/>
                <a:cs typeface="Calibri"/>
              </a:rPr>
              <a:t>by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Software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Foundation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which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is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written</a:t>
            </a:r>
            <a:endParaRPr sz="200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sz="2000">
                <a:latin typeface="Calibri"/>
                <a:cs typeface="Calibri"/>
              </a:rPr>
              <a:t>in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Java</a:t>
            </a:r>
            <a:r>
              <a:rPr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for</a:t>
            </a:r>
            <a:r>
              <a:rPr sz="2000" spc="-6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storing</a:t>
            </a:r>
            <a:r>
              <a:rPr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processing</a:t>
            </a:r>
            <a:r>
              <a:rPr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huge</a:t>
            </a:r>
            <a:r>
              <a:rPr sz="2000" spc="-8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datasets</a:t>
            </a:r>
            <a:r>
              <a:rPr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with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cluster</a:t>
            </a:r>
            <a:r>
              <a:rPr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60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commodity</a:t>
            </a:r>
            <a:r>
              <a:rPr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>
                <a:solidFill>
                  <a:srgbClr val="FF0000"/>
                </a:solidFill>
                <a:latin typeface="Calibri"/>
                <a:cs typeface="Calibri"/>
              </a:rPr>
              <a:t>hardware</a:t>
            </a:r>
            <a:r>
              <a:rPr sz="2000" spc="-10"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There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are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mainly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two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problems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with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big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data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that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Hadoop</a:t>
            </a:r>
            <a:r>
              <a:rPr sz="2000" spc="-6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addresses:</a:t>
            </a:r>
            <a:endParaRPr sz="200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4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4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store</a:t>
            </a:r>
            <a:r>
              <a:rPr sz="1800" spc="-4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huge</a:t>
            </a:r>
            <a:r>
              <a:rPr sz="1800" spc="-4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amount</a:t>
            </a:r>
            <a:r>
              <a:rPr sz="1800" spc="-3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of</a:t>
            </a:r>
            <a:r>
              <a:rPr sz="1800" spc="-5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process</a:t>
            </a:r>
            <a:r>
              <a:rPr sz="1800" spc="-5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that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stored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traditional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approach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like</a:t>
            </a:r>
            <a:r>
              <a:rPr sz="2000" spc="-2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RDBMS</a:t>
            </a:r>
            <a:r>
              <a:rPr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sufficient</a:t>
            </a:r>
            <a:r>
              <a:rPr sz="2000" spc="-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due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to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heterogeneity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data.</a:t>
            </a:r>
            <a:endParaRPr sz="2000">
              <a:latin typeface="Calibri"/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Hadoop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serve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solution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to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problem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big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data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i.e.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storing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and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processing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big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 spc="-20">
                <a:latin typeface="Calibri"/>
                <a:cs typeface="Calibri"/>
              </a:rPr>
              <a:t>data</a:t>
            </a:r>
            <a:r>
              <a:rPr lang="en-US" sz="2000" spc="-20"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History</a:t>
            </a:r>
            <a:r>
              <a:rPr sz="2800" spc="-6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of</a:t>
            </a:r>
            <a:r>
              <a:rPr sz="2800" spc="-7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28263" y="1670685"/>
            <a:ext cx="1932051" cy="187388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1670685"/>
            <a:ext cx="2318385" cy="187388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88391" y="4039361"/>
            <a:ext cx="6038850" cy="235077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97865" indent="-227965">
              <a:lnSpc>
                <a:spcPct val="100000"/>
              </a:lnSpc>
              <a:spcBef>
                <a:spcPts val="4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Nutch</a:t>
            </a:r>
            <a:r>
              <a:rPr sz="1200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>
                <a:latin typeface="Calibri"/>
                <a:cs typeface="Calibri"/>
              </a:rPr>
              <a:t>: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Open-source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search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engine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Doug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Cutting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Mike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Cafarella.</a:t>
            </a:r>
            <a:endParaRPr sz="1200">
              <a:latin typeface="Calibri"/>
              <a:cs typeface="Calibri"/>
            </a:endParaRPr>
          </a:p>
          <a:p>
            <a:pPr marL="697865" indent="-227965">
              <a:lnSpc>
                <a:spcPct val="100000"/>
              </a:lnSpc>
              <a:spcBef>
                <a:spcPts val="3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Challenges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managing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large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volumes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web</a:t>
            </a:r>
            <a:r>
              <a:rPr sz="1200" spc="-10">
                <a:latin typeface="Calibri"/>
                <a:cs typeface="Calibri"/>
              </a:rPr>
              <a:t> data.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Google’s</a:t>
            </a:r>
            <a:r>
              <a:rPr sz="1400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Influence</a:t>
            </a:r>
            <a:r>
              <a:rPr sz="1400" spc="-4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(2003-2004):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Google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Papers: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Google’s</a:t>
            </a:r>
            <a:r>
              <a:rPr sz="1200" spc="5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GFS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(Google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System)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sz="1200" spc="-10">
                <a:latin typeface="Calibri"/>
                <a:cs typeface="Calibri"/>
              </a:rPr>
              <a:t>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Inspiration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Hadoop’s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core </a:t>
            </a:r>
            <a:r>
              <a:rPr sz="1200" spc="-10">
                <a:latin typeface="Calibri"/>
                <a:cs typeface="Calibri"/>
              </a:rPr>
              <a:t>concepts.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5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Birth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of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Hadoop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</a:t>
            </a: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2005-2006</a:t>
            </a:r>
            <a:r>
              <a:rPr sz="1400" spc="-10">
                <a:latin typeface="Calibri"/>
                <a:cs typeface="Calibri"/>
              </a:rPr>
              <a:t>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Creation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separate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within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 </a:t>
            </a:r>
            <a:r>
              <a:rPr sz="1200" spc="-10">
                <a:latin typeface="Calibri"/>
                <a:cs typeface="Calibri"/>
              </a:rPr>
              <a:t>Nutch.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5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Named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after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Doug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Cutting’s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son’s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toy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elephant.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19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20">
                <a:solidFill>
                  <a:srgbClr val="FF0000"/>
                </a:solidFill>
                <a:latin typeface="Calibri"/>
                <a:cs typeface="Calibri"/>
              </a:rPr>
              <a:t>Yahoo</a:t>
            </a:r>
            <a:r>
              <a:rPr sz="1400" spc="-20">
                <a:latin typeface="Calibri"/>
                <a:cs typeface="Calibri"/>
              </a:rPr>
              <a:t>!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began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investing</a:t>
            </a:r>
            <a:r>
              <a:rPr sz="1400" spc="-2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and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contributing</a:t>
            </a:r>
            <a:r>
              <a:rPr sz="1400" spc="-1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to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Hadoop’s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development.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8391" y="351666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>
                <a:latin typeface="Calibri"/>
                <a:cs typeface="Calibri"/>
              </a:rPr>
              <a:t>Doug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Early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Beginnings</a:t>
            </a:r>
            <a:r>
              <a:rPr sz="1400" spc="-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37457" y="356323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>
                <a:latin typeface="Calibri"/>
                <a:cs typeface="Calibri"/>
              </a:rPr>
              <a:t>Mike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6593588" y="1828800"/>
            <a:ext cx="5512359" cy="47122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02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Apache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2008</a:t>
            </a:r>
            <a:r>
              <a:rPr sz="1200" spc="-10">
                <a:latin typeface="Calibri"/>
                <a:cs typeface="Calibri"/>
              </a:rPr>
              <a:t>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became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top-</a:t>
            </a:r>
            <a:r>
              <a:rPr sz="1200">
                <a:latin typeface="Calibri"/>
                <a:cs typeface="Calibri"/>
              </a:rPr>
              <a:t>level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project.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Core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components: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HDFS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10">
                <a:latin typeface="Calibri"/>
                <a:cs typeface="Calibri"/>
              </a:rPr>
              <a:t> System)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MapReduce.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Rapid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growth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contributions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adoption.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spc="-10">
                <a:latin typeface="Calibri"/>
                <a:cs typeface="Calibri"/>
              </a:rPr>
              <a:t>Ecosystem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Expansion</a:t>
            </a:r>
            <a:r>
              <a:rPr sz="1200" spc="-7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(2009-2011):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New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Hive,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Pig,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HBase,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Zookeeper.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Formation</a:t>
            </a:r>
            <a:r>
              <a:rPr sz="1200" spc="-8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like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Cloudera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commercial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support.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Industry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(2012-2014):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Mainstream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major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Facebook,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LinkedIn,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eBay.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2.0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20">
                <a:latin typeface="Calibri"/>
                <a:cs typeface="Calibri"/>
              </a:rPr>
              <a:t> YARN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20">
                <a:latin typeface="Calibri"/>
                <a:cs typeface="Calibri"/>
              </a:rPr>
              <a:t>(Yet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Another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Resource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Negotiator).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Summit: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Annual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conference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advancements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cases.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Modern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Era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(2015-Present):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Widespread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enterprise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various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applications.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Integration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platforms: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AWS </a:t>
            </a:r>
            <a:r>
              <a:rPr sz="1200">
                <a:latin typeface="Calibri"/>
                <a:cs typeface="Calibri"/>
              </a:rPr>
              <a:t>EMR,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Google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Dataproc.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Ongoing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development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enhancements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to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Impact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Pioneered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revolution.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Enabled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scalable,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Fostered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strong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open-</a:t>
            </a:r>
            <a:r>
              <a:rPr sz="1200">
                <a:latin typeface="Calibri"/>
                <a:cs typeface="Calibri"/>
              </a:rPr>
              <a:t>source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>
                <a:solidFill>
                  <a:srgbClr val="FFFFFF"/>
                </a:solidFill>
              </a:rPr>
              <a:t>Hadoop Echo System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enables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handle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amounts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>
                <a:latin typeface="Calibri"/>
                <a:cs typeface="Calibri"/>
              </a:rPr>
              <a:t>Basically, Hadoop has the following three components:</a:t>
            </a:r>
            <a:endParaRPr lang="en-US" sz="200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(Hadoop</a:t>
            </a:r>
            <a:r>
              <a:rPr lang="en-US" sz="2000" spc="-9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System):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system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high-</a:t>
            </a:r>
            <a:r>
              <a:rPr lang="en-US" sz="2000" spc="-10">
                <a:latin typeface="Calibri"/>
                <a:cs typeface="Calibri"/>
              </a:rPr>
              <a:t>throughput </a:t>
            </a:r>
            <a:r>
              <a:rPr lang="en-US" sz="2000">
                <a:latin typeface="Calibri"/>
                <a:cs typeface="Calibri"/>
              </a:rPr>
              <a:t>access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application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8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framework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parallel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sets.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>
                <a:latin typeface="Calibri"/>
                <a:cs typeface="Calibri"/>
              </a:rPr>
              <a:t>,</a:t>
            </a:r>
            <a:r>
              <a:rPr lang="en-US" sz="2000" spc="-9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Resource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Manager.</a:t>
            </a:r>
            <a:endParaRPr lang="en-US" sz="200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>
                <a:latin typeface="Calibri"/>
                <a:cs typeface="Calibri"/>
              </a:rPr>
              <a:t>Other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Hive,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HBase,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Storm,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Spark,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Flume,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Sqoop,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Oozie, Zookeeper…etc. </a:t>
            </a:r>
            <a:r>
              <a:rPr lang="en-US" sz="2000">
                <a:latin typeface="Calibri"/>
                <a:cs typeface="Calibri"/>
              </a:rPr>
              <a:t>These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comprehensive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solution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and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computing</a:t>
            </a:r>
            <a:r>
              <a:rPr lang="en-US" sz="2000" spc="-8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environment.</a:t>
            </a:r>
            <a:endParaRPr lang="en-US" sz="2000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706007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6726315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HDFS</a:t>
            </a:r>
            <a:r>
              <a:rPr sz="2800" spc="-5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–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Hadoop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Distributed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File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650115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/>
              <a:t>Hadoop Distributed File System (HDFS)</a:t>
            </a:r>
            <a:r>
              <a:rPr lang="en-US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It enables </a:t>
            </a:r>
            <a:r>
              <a:rPr lang="en-US" b="1"/>
              <a:t>distributed storage</a:t>
            </a:r>
            <a:r>
              <a:rPr lang="en-US"/>
              <a:t> and </a:t>
            </a:r>
            <a:r>
              <a:rPr lang="en-US" b="1"/>
              <a:t>fault tolerance</a:t>
            </a:r>
            <a:r>
              <a:rPr lang="en-US"/>
              <a:t> by replicating data across multiple nodes.</a:t>
            </a:r>
          </a:p>
          <a:p>
            <a:r>
              <a:rPr lang="en-US" b="1"/>
              <a:t>Key Components of HDFS</a:t>
            </a:r>
          </a:p>
          <a:p>
            <a:pPr>
              <a:buNone/>
            </a:pPr>
            <a:r>
              <a:rPr lang="en-US" b="1"/>
              <a:t>1. </a:t>
            </a:r>
            <a:r>
              <a:rPr lang="en-US" b="1" err="1"/>
              <a:t>NameNode</a:t>
            </a:r>
            <a:endParaRPr lang="en-US" b="1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Acts as the </a:t>
            </a:r>
            <a:r>
              <a:rPr lang="en-US" b="1"/>
              <a:t>master node</a:t>
            </a:r>
            <a:r>
              <a:rPr lang="en-US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Manages </a:t>
            </a:r>
            <a:r>
              <a:rPr lang="en-US" b="1"/>
              <a:t>metadata</a:t>
            </a:r>
            <a:r>
              <a:rPr lang="en-US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Does not store actual data.</a:t>
            </a:r>
          </a:p>
          <a:p>
            <a:pPr>
              <a:buNone/>
            </a:pPr>
            <a:r>
              <a:rPr lang="en-US" b="1"/>
              <a:t>2. </a:t>
            </a:r>
            <a:r>
              <a:rPr lang="en-US" b="1" err="1"/>
              <a:t>DataNodes</a:t>
            </a:r>
            <a:endParaRPr lang="en-US" b="1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Store actual data in </a:t>
            </a:r>
            <a:r>
              <a:rPr lang="en-US" b="1"/>
              <a:t>blocks</a:t>
            </a:r>
            <a:r>
              <a:rPr lang="en-US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Perform </a:t>
            </a:r>
            <a:r>
              <a:rPr lang="en-US" b="1"/>
              <a:t>data replication</a:t>
            </a:r>
            <a:r>
              <a:rPr lang="en-US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/>
          </a:p>
          <a:p>
            <a:endParaRPr lang="en-US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09206" y="896278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1981200"/>
            <a:ext cx="5162233" cy="26873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DF82E4D-F670-4282-BAE7-C7495F79CCDF}"/>
              </a:ext>
            </a:extLst>
          </p:cNvPr>
          <p:cNvSpPr txBox="1"/>
          <p:nvPr/>
        </p:nvSpPr>
        <p:spPr>
          <a:xfrm>
            <a:off x="7010400" y="4800600"/>
            <a:ext cx="4724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/>
              <a:t>How HDFS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Client requests data</a:t>
            </a:r>
            <a:r>
              <a:rPr lang="en-US" sz="1400"/>
              <a:t> from HDFS.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err="1"/>
              <a:t>NameNode</a:t>
            </a:r>
            <a:r>
              <a:rPr lang="en-US" sz="1400" b="1"/>
              <a:t> retrieves metadata</a:t>
            </a:r>
            <a:r>
              <a:rPr lang="en-US" sz="1400"/>
              <a:t> and provides block locations.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Client reads/writes data blocks</a:t>
            </a:r>
            <a:r>
              <a:rPr lang="en-US" sz="1400"/>
              <a:t> directly from/to the </a:t>
            </a:r>
            <a:r>
              <a:rPr lang="en-US" sz="1400" err="1"/>
              <a:t>DataNodes</a:t>
            </a:r>
            <a:r>
              <a:rPr lang="en-US" sz="140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Data replication</a:t>
            </a:r>
            <a:r>
              <a:rPr lang="en-US" sz="1400"/>
              <a:t> occurs across multiple </a:t>
            </a:r>
            <a:r>
              <a:rPr lang="en-US" sz="1400" err="1"/>
              <a:t>DataNodes</a:t>
            </a:r>
            <a:r>
              <a:rPr lang="en-US" sz="1400"/>
              <a:t> for redundancy.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>
                <a:solidFill>
                  <a:srgbClr val="FFFFFF"/>
                </a:solidFill>
              </a:rPr>
              <a:t>YARN,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 spc="-40">
                <a:solidFill>
                  <a:srgbClr val="FFFFFF"/>
                </a:solidFill>
              </a:rPr>
              <a:t>Yet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Another</a:t>
            </a:r>
            <a:r>
              <a:rPr sz="2800" spc="-10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Resource</a:t>
            </a:r>
            <a:r>
              <a:rPr sz="2800" spc="-11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394675" cy="499103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/>
              <a:t>What is YARN?</a:t>
            </a:r>
          </a:p>
          <a:p>
            <a:pPr>
              <a:lnSpc>
                <a:spcPct val="150000"/>
              </a:lnSpc>
            </a:pPr>
            <a:r>
              <a:rPr lang="en-US" sz="1400"/>
              <a:t>YARN (Yet Another Resource Negotiator) is the resource management layer in Hadoop. </a:t>
            </a:r>
          </a:p>
          <a:p>
            <a:pPr>
              <a:lnSpc>
                <a:spcPct val="150000"/>
              </a:lnSpc>
            </a:pPr>
            <a:r>
              <a:rPr lang="en-US" sz="1400"/>
              <a:t>It efficiently allocates resources and schedules tasks for processing big data jobs.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Key Components of YARN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1. Resource Manager (RM) - </a:t>
            </a:r>
            <a:r>
              <a:rPr lang="en-US" sz="1400"/>
              <a:t>Central component managing resource allocation.</a:t>
            </a:r>
          </a:p>
          <a:p>
            <a:pPr marL="228600">
              <a:lnSpc>
                <a:spcPct val="150000"/>
              </a:lnSpc>
            </a:pPr>
            <a:r>
              <a:rPr lang="en-US" sz="1400"/>
              <a:t>It has two main parts: 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/>
              <a:t>Application Manager</a:t>
            </a:r>
            <a:r>
              <a:rPr lang="en-US" sz="1400"/>
              <a:t> – Manages job submission and execution.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/>
              <a:t>Scheduler</a:t>
            </a:r>
            <a:r>
              <a:rPr lang="en-US" sz="1400"/>
              <a:t> – Allocates resources to tasks based on policies.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2. Node Managers (NM)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Runs on each </a:t>
            </a:r>
            <a:r>
              <a:rPr lang="en-US" sz="1400" err="1"/>
              <a:t>DataNode</a:t>
            </a:r>
            <a:r>
              <a:rPr lang="en-US" sz="1400"/>
              <a:t> to execute tasks.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Manages </a:t>
            </a:r>
            <a:r>
              <a:rPr lang="en-US" sz="1400" b="1"/>
              <a:t>Containers</a:t>
            </a:r>
            <a:r>
              <a:rPr lang="en-US" sz="1400"/>
              <a:t>, which are allocated resources for executing tasks.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3. Application Master (AM)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Runs within a container and coordinates job execution.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Communicates with the Resource Manager and Node Managers.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/>
          </a:p>
          <a:p>
            <a:endParaRPr lang="en-US" sz="160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78760" y="1828800"/>
            <a:ext cx="5332265" cy="26141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7A93A7-942A-06C0-4C09-F9DE377D5C10}"/>
              </a:ext>
            </a:extLst>
          </p:cNvPr>
          <p:cNvSpPr txBox="1"/>
          <p:nvPr/>
        </p:nvSpPr>
        <p:spPr>
          <a:xfrm>
            <a:off x="7125970" y="4541095"/>
            <a:ext cx="45481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/>
              <a:t>How YARN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Clients submit jobs</a:t>
            </a:r>
            <a:r>
              <a:rPr lang="en-US" sz="1400"/>
              <a:t> to the Resource Manager.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Scheduler assigns resources</a:t>
            </a:r>
            <a:r>
              <a:rPr lang="en-US" sz="1400"/>
              <a:t> based on job size and priority.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Application Master is launched</a:t>
            </a:r>
            <a:r>
              <a:rPr lang="en-US" sz="1400"/>
              <a:t> in a container to oversee execution.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Node Managers execute tasks</a:t>
            </a:r>
            <a:r>
              <a:rPr lang="en-US" sz="1400"/>
              <a:t> in their respective containers.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Results are sent back to clients</a:t>
            </a:r>
            <a:r>
              <a:rPr lang="en-US" sz="1400"/>
              <a:t> after completion.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82499" y="772009"/>
            <a:ext cx="2526199" cy="79923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84086" y="897513"/>
            <a:ext cx="6931776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MapReduce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8214456" cy="4991039"/>
          </a:xfrm>
        </p:spPr>
        <p:txBody>
          <a:bodyPr>
            <a:norm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Map Reduce is a 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programming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model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</a:t>
            </a:r>
            <a:endParaRPr lang="en-US" sz="200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with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lang="en-US" sz="2000">
                <a:latin typeface="Calibri"/>
                <a:cs typeface="Calibri"/>
              </a:rPr>
              <a:t>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algorithm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on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cluster.</a:t>
            </a:r>
            <a:endParaRPr lang="en-US" sz="20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Key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endParaRPr lang="en-US" sz="2000">
              <a:latin typeface="Calibri"/>
              <a:cs typeface="Calibri"/>
            </a:endParaRPr>
          </a:p>
          <a:p>
            <a:pPr marL="473075" marR="2288540" lvl="1" indent="-228600">
              <a:lnSpc>
                <a:spcPts val="1939"/>
              </a:lnSpc>
              <a:spcBef>
                <a:spcPts val="54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Mapper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35">
                <a:latin typeface="Calibri"/>
                <a:cs typeface="Calibri"/>
              </a:rPr>
              <a:t> Takes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set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of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and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converts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it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into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another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25">
                <a:latin typeface="Calibri"/>
                <a:cs typeface="Calibri"/>
              </a:rPr>
              <a:t>set </a:t>
            </a:r>
            <a:r>
              <a:rPr lang="en-US" sz="1800">
                <a:latin typeface="Calibri"/>
                <a:cs typeface="Calibri"/>
              </a:rPr>
              <a:t>of</a:t>
            </a:r>
            <a:r>
              <a:rPr lang="en-US" sz="1800" spc="-6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data,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where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individual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elements</a:t>
            </a:r>
            <a:r>
              <a:rPr lang="en-US" sz="1800" spc="-6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are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broken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down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 spc="-20">
                <a:latin typeface="Calibri"/>
                <a:cs typeface="Calibri"/>
              </a:rPr>
              <a:t>into </a:t>
            </a:r>
            <a:r>
              <a:rPr lang="en-US" sz="1800" spc="-10">
                <a:solidFill>
                  <a:srgbClr val="FF0000"/>
                </a:solidFill>
                <a:latin typeface="Calibri"/>
                <a:cs typeface="Calibri"/>
              </a:rPr>
              <a:t>key/value</a:t>
            </a:r>
            <a:r>
              <a:rPr lang="en-US" sz="18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pairs.</a:t>
            </a:r>
            <a:endParaRPr lang="en-US" sz="1800">
              <a:latin typeface="Calibri"/>
              <a:cs typeface="Calibri"/>
            </a:endParaRPr>
          </a:p>
          <a:p>
            <a:pPr marL="473075" marR="2462530" lvl="1" indent="-228600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Reducer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15">
                <a:latin typeface="Calibri"/>
                <a:cs typeface="Calibri"/>
              </a:rPr>
              <a:t> </a:t>
            </a:r>
            <a:r>
              <a:rPr lang="en-US" sz="1800" spc="-45">
                <a:latin typeface="Calibri"/>
                <a:cs typeface="Calibri"/>
              </a:rPr>
              <a:t>Takes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2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output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from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mapper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as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input</a:t>
            </a:r>
            <a:r>
              <a:rPr lang="en-US" sz="1800" spc="-25">
                <a:latin typeface="Calibri"/>
                <a:cs typeface="Calibri"/>
              </a:rPr>
              <a:t> and </a:t>
            </a:r>
            <a:r>
              <a:rPr lang="en-US" sz="1800" spc="-10">
                <a:latin typeface="Calibri"/>
                <a:cs typeface="Calibri"/>
              </a:rPr>
              <a:t>combines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those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tuples</a:t>
            </a:r>
            <a:r>
              <a:rPr lang="en-US" sz="18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into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</a:t>
            </a:r>
            <a:r>
              <a:rPr lang="en-US" sz="1800" spc="-2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smaller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set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of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tuples.</a:t>
            </a:r>
            <a:endParaRPr lang="en-US" sz="18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>
                <a:latin typeface="Calibri"/>
                <a:cs typeface="Calibri"/>
              </a:rPr>
              <a:t>Workflow:</a:t>
            </a:r>
            <a:endParaRPr lang="en-US" sz="20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Input</a:t>
            </a:r>
            <a:r>
              <a:rPr lang="en-US" sz="18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Splits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input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file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is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split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into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multiple</a:t>
            </a:r>
            <a:r>
              <a:rPr lang="en-US" sz="1800" spc="-1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pieces.</a:t>
            </a:r>
            <a:endParaRPr lang="en-US" sz="18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Map</a:t>
            </a:r>
            <a:r>
              <a:rPr lang="en-US" sz="18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Processes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input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splits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and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produces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intermediate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20">
                <a:latin typeface="Calibri"/>
                <a:cs typeface="Calibri"/>
              </a:rPr>
              <a:t>key-</a:t>
            </a:r>
            <a:r>
              <a:rPr lang="en-US" sz="1800">
                <a:latin typeface="Calibri"/>
                <a:cs typeface="Calibri"/>
              </a:rPr>
              <a:t>value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pairs.</a:t>
            </a:r>
            <a:endParaRPr lang="en-US" sz="18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Shuffle</a:t>
            </a:r>
            <a:r>
              <a:rPr lang="en-US" sz="18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8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Sort</a:t>
            </a:r>
            <a:r>
              <a:rPr lang="en-US" sz="18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Organizes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intermediate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by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20">
                <a:latin typeface="Calibri"/>
                <a:cs typeface="Calibri"/>
              </a:rPr>
              <a:t>key.</a:t>
            </a:r>
            <a:endParaRPr lang="en-US" sz="18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Reduce</a:t>
            </a:r>
            <a:r>
              <a:rPr lang="en-US" sz="18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Aggregates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sorted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25">
                <a:latin typeface="Calibri"/>
                <a:cs typeface="Calibri"/>
              </a:rPr>
              <a:t>key-</a:t>
            </a:r>
            <a:r>
              <a:rPr lang="en-US" sz="1800">
                <a:latin typeface="Calibri"/>
                <a:cs typeface="Calibri"/>
              </a:rPr>
              <a:t>value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pairs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and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generates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final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output.</a:t>
            </a:r>
            <a:endParaRPr lang="en-US" sz="1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5861" y="2101670"/>
            <a:ext cx="4757171" cy="1887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B878-DED6-1381-4B52-F683EA36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Log Analysis for Ad Click Fraud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BB54-A79B-91B6-2B3E-888FA20C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Facebook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Detect fraudulent ad clicks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by analyzing massive volumes of server logs.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Web server logs from Facebook’s ad delivery infrastructure.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Entry):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{  "timestamp": "2025-03-20T14:33:21Z",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"u98374",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ad_id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"ad4562",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ip_address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"192.168.1.5",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"click": true,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"mobile",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"location": "New York, USA"}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MapReduce: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Map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Extract relevant fields: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user_id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ad_id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timestamp.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Emit key-value pairs like (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1) to count clicks per IP.</a:t>
            </a: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Reduce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Aggregate counts of clicks per IP address.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Identify IPs with suspiciously high click counts in a short time frame.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Detects click patterns that suggest automated scripts or bot activity.</a:t>
            </a: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Enables the system to block fraudulent IPs and protect ad revenue.</a:t>
            </a:r>
          </a:p>
          <a:p>
            <a:pPr marL="0" marR="0" indent="0">
              <a:lnSpc>
                <a:spcPct val="120000"/>
              </a:lnSpc>
              <a:buNone/>
            </a:pPr>
            <a:r>
              <a:rPr lang="en-US" sz="12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</p:txBody>
      </p:sp>
      <p:pic>
        <p:nvPicPr>
          <p:cNvPr id="1028" name="Picture 4" descr="‫فيسبوك - ويكيبيديا‬‎">
            <a:extLst>
              <a:ext uri="{FF2B5EF4-FFF2-40B4-BE49-F238E27FC236}">
                <a16:creationId xmlns:a16="http://schemas.microsoft.com/office/drawing/2014/main" id="{A134BD84-5CDB-1185-7A50-8919C0EAD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744" y="1619916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506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134877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spc="-25" dirty="0">
                <a:solidFill>
                  <a:srgbClr val="FFFFFF"/>
                </a:solidFill>
              </a:rPr>
              <a:t>Apache Hive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134877" cy="4991039"/>
          </a:xfrm>
        </p:spPr>
        <p:txBody>
          <a:bodyPr>
            <a:normAutofit lnSpcReduction="10000"/>
          </a:bodyPr>
          <a:lstStyle/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>
                <a:latin typeface="Calibri"/>
                <a:cs typeface="Calibri"/>
              </a:rPr>
              <a:t>What is Hive?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Hive is a data warehouse system built on top of Hadoop.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It allows querying and managing large datasets using a SQL-like language called HiveQL.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Created by Facebook to simplify complex MapReduce programming for analysts.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>
                <a:latin typeface="Calibri"/>
                <a:cs typeface="Calibri"/>
              </a:rPr>
              <a:t>Why Hive?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Writing raw MapReduce code in Java is complex and time-consuming.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Hive allows users to write declarative queries in HiveQL.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Hive compiles these queries into efficient MapReduce tasks.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b="1">
                <a:latin typeface="Calibri"/>
                <a:cs typeface="Calibri"/>
              </a:rPr>
              <a:t>Hive Architecture</a:t>
            </a:r>
            <a:endParaRPr lang="en-US" sz="2000" b="1">
              <a:latin typeface="Calibri"/>
              <a:cs typeface="Calibri"/>
            </a:endParaRP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err="1">
                <a:latin typeface="Calibri"/>
                <a:cs typeface="Calibri"/>
              </a:rPr>
              <a:t>Metastore</a:t>
            </a:r>
            <a:r>
              <a:rPr lang="en-US" sz="2000">
                <a:latin typeface="Calibri"/>
                <a:cs typeface="Calibri"/>
              </a:rPr>
              <a:t>: Stores metadata about Hive tables (schemas, locations, etc.).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Driver: Manages the lifecycle of a HiveQL query and its execution plan.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Compiler: Translates HiveQL into MapReduce jobs to run on Hadoop.</a:t>
            </a:r>
            <a:endParaRPr lang="en-US"/>
          </a:p>
        </p:txBody>
      </p:sp>
      <p:pic>
        <p:nvPicPr>
          <p:cNvPr id="1026" name="Picture 2" descr="Apache Hive | Alliage">
            <a:extLst>
              <a:ext uri="{FF2B5EF4-FFF2-40B4-BE49-F238E27FC236}">
                <a16:creationId xmlns:a16="http://schemas.microsoft.com/office/drawing/2014/main" id="{6F3CBA0F-1E6C-643F-B94A-E0D29A10F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481" y="2058857"/>
            <a:ext cx="3835434" cy="428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Apache Hive">
            <a:extLst>
              <a:ext uri="{FF2B5EF4-FFF2-40B4-BE49-F238E27FC236}">
                <a16:creationId xmlns:a16="http://schemas.microsoft.com/office/drawing/2014/main" id="{CA531F7F-21C5-71FB-D0ED-F86872437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5842" y="691595"/>
            <a:ext cx="1128712" cy="101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‫فيسبوك - ويكيبيديا‬‎">
            <a:extLst>
              <a:ext uri="{FF2B5EF4-FFF2-40B4-BE49-F238E27FC236}">
                <a16:creationId xmlns:a16="http://schemas.microsoft.com/office/drawing/2014/main" id="{8938F170-AA00-1377-3C2D-9C4BA79F0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912" y="2735795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982C-02E6-3ED4-9C3C-19BC09AD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Marketing Campaign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0F989-F40F-8A0B-AC42-50D0E7E07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2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Analyze customer behavior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 evaluate marketing campaign effectiveness.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User activity logs stored in HDFS, including views, clicks, watch duration, and subscription status.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(Hive Table Schema):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CREATE TABLE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timestamp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action STRING,         -- e.g., "play", "pause", "subscribe",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content_id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STRING)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FORMAT DELIMITED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FIELDS TERMINATED BY ','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STORED AS TEXTFILE;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Hive (HiveQL)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Perform aggregations: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Total views per campaign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Conversion rates from ad click to subscription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Device-specific campaign performance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Query: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COUNT(*) AS views, SUM(CASE WHEN action = 'subscribe' THEN 1 ELSE 0 END) AS subscriptions FROM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WHERE action IN ('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', 'subscribe’) GROUP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Identifies high-performing campaigns and channels.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Supports data-driven decisions for targeting and ad spend allocation.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Let me know if you'd like this turned into a presentation slide or want a Hive use case from retail, telecom, or IoT.</a:t>
            </a:r>
          </a:p>
        </p:txBody>
      </p:sp>
      <p:pic>
        <p:nvPicPr>
          <p:cNvPr id="2052" name="Picture 4" descr="Netflix | YOU Wiki | Fandom">
            <a:extLst>
              <a:ext uri="{FF2B5EF4-FFF2-40B4-BE49-F238E27FC236}">
                <a16:creationId xmlns:a16="http://schemas.microsoft.com/office/drawing/2014/main" id="{69FD89B0-8C2D-9A2A-4508-AE34F8749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4220" y="1639233"/>
            <a:ext cx="1490905" cy="463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9685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580251"/>
            <a:ext cx="8816665" cy="29783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/>
              <a:t>Run on</a:t>
            </a:r>
            <a:r>
              <a:rPr lang="en-US" spc="-25"/>
              <a:t> </a:t>
            </a:r>
            <a:r>
              <a:rPr lang="en-US"/>
              <a:t>Hadoop</a:t>
            </a:r>
            <a:r>
              <a:rPr lang="en-US" spc="-60"/>
              <a:t> </a:t>
            </a:r>
            <a:r>
              <a:rPr lang="en-US"/>
              <a:t>and</a:t>
            </a:r>
            <a:r>
              <a:rPr lang="en-US" spc="-30"/>
              <a:t> </a:t>
            </a:r>
            <a:r>
              <a:rPr lang="en-US" spc="-10"/>
              <a:t>translates </a:t>
            </a:r>
            <a:r>
              <a:rPr lang="en-US"/>
              <a:t>Pig</a:t>
            </a:r>
            <a:r>
              <a:rPr lang="en-US" spc="-55"/>
              <a:t> </a:t>
            </a:r>
            <a:r>
              <a:rPr lang="en-US"/>
              <a:t>Latin</a:t>
            </a:r>
            <a:r>
              <a:rPr lang="en-US" spc="-60"/>
              <a:t> </a:t>
            </a:r>
            <a:r>
              <a:rPr lang="en-US"/>
              <a:t>scripts</a:t>
            </a:r>
            <a:r>
              <a:rPr lang="en-US" spc="-45"/>
              <a:t> </a:t>
            </a:r>
            <a:r>
              <a:rPr lang="en-US"/>
              <a:t>into</a:t>
            </a:r>
            <a:r>
              <a:rPr lang="en-US" spc="-60"/>
              <a:t> </a:t>
            </a:r>
            <a:r>
              <a:rPr lang="en-US"/>
              <a:t>MapReduce</a:t>
            </a:r>
            <a:r>
              <a:rPr lang="en-US" spc="-65"/>
              <a:t> </a:t>
            </a:r>
            <a:r>
              <a:rPr lang="en-US" spc="-10"/>
              <a:t>jobs.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>
                <a:solidFill>
                  <a:srgbClr val="FF0000"/>
                </a:solidFill>
              </a:rPr>
              <a:t>Created</a:t>
            </a:r>
            <a:r>
              <a:rPr lang="en-US" spc="-5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by              </a:t>
            </a:r>
            <a:r>
              <a:rPr lang="en-US" spc="-55">
                <a:solidFill>
                  <a:srgbClr val="FF0000"/>
                </a:solidFill>
              </a:rPr>
              <a:t>        </a:t>
            </a:r>
            <a:r>
              <a:rPr lang="en-US">
                <a:solidFill>
                  <a:srgbClr val="FF0000"/>
                </a:solidFill>
              </a:rPr>
              <a:t>to</a:t>
            </a:r>
            <a:r>
              <a:rPr lang="en-US" spc="-5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solve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MapReduce</a:t>
            </a:r>
            <a:r>
              <a:rPr lang="en-US" spc="-75">
                <a:solidFill>
                  <a:srgbClr val="FF0000"/>
                </a:solidFill>
              </a:rPr>
              <a:t> </a:t>
            </a:r>
            <a:r>
              <a:rPr lang="en-US" spc="-10">
                <a:solidFill>
                  <a:srgbClr val="FF0000"/>
                </a:solidFill>
              </a:rPr>
              <a:t>challenges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>
                <a:solidFill>
                  <a:srgbClr val="FF0000"/>
                </a:solidFill>
              </a:rPr>
              <a:t>Pig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Latin</a:t>
            </a:r>
            <a:r>
              <a:rPr lang="en-US" spc="-4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is</a:t>
            </a:r>
            <a:r>
              <a:rPr lang="en-US" spc="-4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 spc="-10">
                <a:solidFill>
                  <a:srgbClr val="FF0000"/>
                </a:solidFill>
              </a:rPr>
              <a:t>high-</a:t>
            </a:r>
            <a:r>
              <a:rPr lang="en-US">
                <a:solidFill>
                  <a:srgbClr val="FF0000"/>
                </a:solidFill>
              </a:rPr>
              <a:t>level</a:t>
            </a:r>
            <a:r>
              <a:rPr lang="en-US" spc="-35"/>
              <a:t> </a:t>
            </a:r>
            <a:r>
              <a:rPr lang="en-US"/>
              <a:t>data</a:t>
            </a:r>
            <a:r>
              <a:rPr lang="en-US" spc="-40"/>
              <a:t> </a:t>
            </a:r>
            <a:r>
              <a:rPr lang="en-US" spc="-10"/>
              <a:t>processing</a:t>
            </a:r>
            <a:r>
              <a:rPr lang="en-US" spc="-40"/>
              <a:t> </a:t>
            </a:r>
            <a:r>
              <a:rPr lang="en-US"/>
              <a:t>language</a:t>
            </a:r>
            <a:r>
              <a:rPr lang="en-US" spc="-70"/>
              <a:t> </a:t>
            </a:r>
            <a:r>
              <a:rPr lang="en-US"/>
              <a:t>that</a:t>
            </a:r>
            <a:r>
              <a:rPr lang="en-US" spc="-40"/>
              <a:t> </a:t>
            </a:r>
            <a:r>
              <a:rPr lang="en-US"/>
              <a:t>simplifies </a:t>
            </a:r>
            <a:r>
              <a:rPr lang="en-US" spc="-10"/>
              <a:t>writing </a:t>
            </a:r>
            <a:r>
              <a:rPr lang="en-US"/>
              <a:t>complex</a:t>
            </a:r>
            <a:r>
              <a:rPr lang="en-US" spc="-55"/>
              <a:t> </a:t>
            </a:r>
            <a:r>
              <a:rPr lang="en-US"/>
              <a:t>MapReduce</a:t>
            </a:r>
            <a:r>
              <a:rPr lang="en-US" spc="-55"/>
              <a:t> </a:t>
            </a:r>
            <a:r>
              <a:rPr lang="en-US"/>
              <a:t>code</a:t>
            </a:r>
            <a:r>
              <a:rPr lang="en-US" spc="-65"/>
              <a:t> </a:t>
            </a:r>
            <a:r>
              <a:rPr lang="en-US" spc="-10"/>
              <a:t>directly, </a:t>
            </a:r>
            <a:r>
              <a:rPr lang="en-US"/>
              <a:t>this</a:t>
            </a:r>
            <a:r>
              <a:rPr lang="en-US" spc="-55"/>
              <a:t> </a:t>
            </a:r>
            <a:r>
              <a:rPr lang="en-US"/>
              <a:t>allows</a:t>
            </a:r>
            <a:r>
              <a:rPr lang="en-US" spc="-35"/>
              <a:t> </a:t>
            </a:r>
            <a:r>
              <a:rPr lang="en-US"/>
              <a:t>users</a:t>
            </a:r>
            <a:r>
              <a:rPr lang="en-US" spc="-40"/>
              <a:t> </a:t>
            </a:r>
            <a:r>
              <a:rPr lang="en-US"/>
              <a:t>to</a:t>
            </a:r>
            <a:r>
              <a:rPr lang="en-US" spc="-45"/>
              <a:t> </a:t>
            </a:r>
            <a:r>
              <a:rPr lang="en-US"/>
              <a:t>work</a:t>
            </a:r>
            <a:r>
              <a:rPr lang="en-US" spc="-55"/>
              <a:t> </a:t>
            </a:r>
            <a:r>
              <a:rPr lang="en-US"/>
              <a:t>with</a:t>
            </a:r>
            <a:r>
              <a:rPr lang="en-US" spc="-40"/>
              <a:t> </a:t>
            </a:r>
            <a:r>
              <a:rPr lang="en-US"/>
              <a:t>big</a:t>
            </a:r>
            <a:r>
              <a:rPr lang="en-US" spc="-65"/>
              <a:t> </a:t>
            </a:r>
            <a:r>
              <a:rPr lang="en-US"/>
              <a:t>data</a:t>
            </a:r>
            <a:r>
              <a:rPr lang="en-US" spc="-35"/>
              <a:t> </a:t>
            </a:r>
            <a:r>
              <a:rPr lang="en-US"/>
              <a:t>using</a:t>
            </a:r>
            <a:r>
              <a:rPr lang="en-US" spc="-65"/>
              <a:t> </a:t>
            </a:r>
            <a:r>
              <a:rPr lang="en-US"/>
              <a:t>simpler</a:t>
            </a:r>
            <a:r>
              <a:rPr lang="en-US" spc="-25"/>
              <a:t> </a:t>
            </a:r>
            <a:r>
              <a:rPr lang="en-US" spc="-10"/>
              <a:t>syntax</a:t>
            </a:r>
            <a:r>
              <a:rPr lang="en-US" spc="-45"/>
              <a:t> </a:t>
            </a:r>
            <a:r>
              <a:rPr lang="en-US"/>
              <a:t>compared</a:t>
            </a:r>
            <a:r>
              <a:rPr lang="en-US" spc="-65"/>
              <a:t> </a:t>
            </a:r>
            <a:r>
              <a:rPr lang="en-US" spc="-25"/>
              <a:t>to Map Reduce.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>
                <a:solidFill>
                  <a:srgbClr val="FF0000"/>
                </a:solidFill>
              </a:rPr>
              <a:t>Used for data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 spc="-20">
                <a:solidFill>
                  <a:srgbClr val="FF0000"/>
                </a:solidFill>
              </a:rPr>
              <a:t>transformations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and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analysis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tasks</a:t>
            </a:r>
            <a:r>
              <a:rPr lang="en-US" spc="-3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over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large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datasets</a:t>
            </a:r>
            <a:r>
              <a:rPr lang="en-US" spc="-3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in</a:t>
            </a:r>
            <a:r>
              <a:rPr lang="en-US" spc="-60">
                <a:solidFill>
                  <a:srgbClr val="FF0000"/>
                </a:solidFill>
              </a:rPr>
              <a:t> </a:t>
            </a:r>
            <a:r>
              <a:rPr lang="en-US" spc="-10">
                <a:solidFill>
                  <a:srgbClr val="FF0000"/>
                </a:solidFill>
              </a:rPr>
              <a:t>Hadoop</a:t>
            </a:r>
            <a:r>
              <a:rPr lang="en-US" spc="-1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>
                <a:latin typeface="Calibri"/>
                <a:cs typeface="Calibri"/>
              </a:rPr>
              <a:t>Architecture</a:t>
            </a:r>
            <a:r>
              <a:rPr lang="en-US" spc="-1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>
                <a:latin typeface="Calibri"/>
                <a:cs typeface="Calibri"/>
              </a:rPr>
              <a:t>Pig</a:t>
            </a:r>
            <a:r>
              <a:rPr lang="en-US" sz="1800" b="1" spc="-45">
                <a:latin typeface="Calibri"/>
                <a:cs typeface="Calibri"/>
              </a:rPr>
              <a:t> </a:t>
            </a:r>
            <a:r>
              <a:rPr lang="en-US" sz="1800" b="1">
                <a:latin typeface="Calibri"/>
                <a:cs typeface="Calibri"/>
              </a:rPr>
              <a:t>Latin</a:t>
            </a:r>
            <a:r>
              <a:rPr lang="en-US" sz="1800" b="1" spc="-45">
                <a:latin typeface="Calibri"/>
                <a:cs typeface="Calibri"/>
              </a:rPr>
              <a:t> </a:t>
            </a:r>
            <a:r>
              <a:rPr lang="en-US" sz="1800" b="1">
                <a:latin typeface="Calibri"/>
                <a:cs typeface="Calibri"/>
              </a:rPr>
              <a:t>Scripts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Define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transformation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tasks.</a:t>
            </a:r>
            <a:endParaRPr lang="en-US" sz="180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>
                <a:latin typeface="Calibri"/>
                <a:cs typeface="Calibri"/>
              </a:rPr>
              <a:t>Pig</a:t>
            </a:r>
            <a:r>
              <a:rPr lang="en-US" sz="1800" b="1" spc="-40">
                <a:latin typeface="Calibri"/>
                <a:cs typeface="Calibri"/>
              </a:rPr>
              <a:t> </a:t>
            </a:r>
            <a:r>
              <a:rPr lang="en-US" sz="1800" b="1">
                <a:latin typeface="Calibri"/>
                <a:cs typeface="Calibri"/>
              </a:rPr>
              <a:t>Engine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6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Executes</a:t>
            </a:r>
            <a:r>
              <a:rPr lang="en-US" sz="1800" spc="-2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these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scripts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on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Hadoop.</a:t>
            </a:r>
            <a:endParaRPr lang="en-US" sz="1800"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6" y="928290"/>
            <a:ext cx="8876252" cy="486672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5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PIG</a:t>
            </a:r>
            <a:r>
              <a:rPr sz="2400" spc="-2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–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High</a:t>
            </a:r>
            <a:r>
              <a:rPr sz="2400" spc="-4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Level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SQL</a:t>
            </a:r>
            <a:r>
              <a:rPr sz="2400" spc="-3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Like</a:t>
            </a:r>
            <a:r>
              <a:rPr sz="2400" spc="-5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Language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4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60338" y="2138235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35365" y="5932119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823038" y="1002529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46893" y="6328054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2367B-B754-648E-0B22-AC55F28E1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7712" y="1958741"/>
            <a:ext cx="1084876" cy="2029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18324-DE08-4740-D0D9-7603BC5E0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Web Log Processing for User Behavior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8BE8-48E4-84B1-F7A3-AE58B873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1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LinkedIn (used Pig before transitioning to Spark)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Analyze web server logs to understand user navigation paths and session behavior.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Daily web server log files stored in HDFS.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Fields):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page_url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referrer_url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Example Data: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2025-03-22T12:01:45Z, u12345, s7890, /jobs, /home, mobile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Apache Pig: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Load and Transform Logs: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logs = LOAD '/logs/2025/03/22'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USING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PigStorage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(',')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AS (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page_url:chararray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referrer_url:chararray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);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 and Analyze Sessions: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grouped = GROUP logs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= FOREACH grouped GENERATE group AS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      COUNT(logs) AS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page_views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endParaRPr lang="en-US" sz="1800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Filter High-Engagement Sessions: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engaged_sessions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= FILTER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page_views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&gt; 5;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Identifies highly engaged users and frequent navigation paths.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Insights used for UX improvements and targeted content placement.</a:t>
            </a:r>
          </a:p>
          <a:p>
            <a:pPr marL="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>
              <a:lnSpc>
                <a:spcPct val="120000"/>
              </a:lnSpc>
              <a:spcBef>
                <a:spcPts val="0"/>
              </a:spcBef>
            </a:pPr>
            <a:endParaRPr lang="en-US" dirty="0">
              <a:ea typeface="Calibri"/>
              <a:cs typeface="Calibri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029A929-644F-B232-0F2F-8E746CA5A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198" y="1706008"/>
            <a:ext cx="363186" cy="363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11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6" y="928291"/>
            <a:ext cx="7583874" cy="486672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3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</a:t>
            </a:r>
            <a:r>
              <a:rPr lang="en-US" sz="2400" spc="-10">
                <a:solidFill>
                  <a:srgbClr val="FFFFFF"/>
                </a:solidFill>
              </a:rPr>
              <a:t>B</a:t>
            </a:r>
            <a:r>
              <a:rPr sz="2400" spc="-10">
                <a:solidFill>
                  <a:srgbClr val="FFFFFF"/>
                </a:solidFill>
              </a:rPr>
              <a:t>ase</a:t>
            </a:r>
            <a:r>
              <a:rPr lang="ar-JO" sz="2400" spc="-10">
                <a:solidFill>
                  <a:srgbClr val="FFFFFF"/>
                </a:solidFill>
                <a:cs typeface="Times New Roman"/>
              </a:rPr>
              <a:t> </a:t>
            </a:r>
            <a:r>
              <a:rPr sz="2400">
                <a:solidFill>
                  <a:srgbClr val="FFFFFF"/>
                </a:solidFill>
              </a:rPr>
              <a:t>-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Distributed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Database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6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12750"/>
            <a:ext cx="5682245" cy="495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tabLst>
                <a:tab pos="241300" algn="l"/>
              </a:tabLst>
            </a:pPr>
            <a:r>
              <a:rPr lang="en-US" b="1" dirty="0">
                <a:ea typeface="+mn-lt"/>
                <a:cs typeface="+mn-lt"/>
              </a:rPr>
              <a:t>What is HBase?</a:t>
            </a:r>
            <a:endParaRPr lang="en-US" b="1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HBase is a distributed, column-oriented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NoSQL </a:t>
            </a:r>
            <a:r>
              <a:rPr lang="en-US" dirty="0">
                <a:ea typeface="+mn-lt"/>
                <a:cs typeface="+mn-lt"/>
              </a:rPr>
              <a:t>database built on top of Hadoop HDFS.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Designed for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sparse, semi-structured, and unstructured data.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Provides real-time read/write access to large datasets.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Inspired by Google's Bigtable.</a:t>
            </a:r>
            <a:endParaRPr lang="en-US" dirty="0"/>
          </a:p>
          <a:p>
            <a:pPr marL="0" indent="0">
              <a:buNone/>
              <a:tabLst>
                <a:tab pos="241300" algn="l"/>
              </a:tabLst>
            </a:pPr>
            <a:endParaRPr lang="en-US" b="1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41300" marR="447675" indent="-229235">
              <a:spcBef>
                <a:spcPts val="345"/>
              </a:spcBef>
              <a:buFont typeface="Arial"/>
              <a:buChar char="•"/>
              <a:tabLst>
                <a:tab pos="241300" algn="l"/>
              </a:tabLst>
            </a:pPr>
            <a:endParaRPr lang="en-US" dirty="0">
              <a:latin typeface="Calibri"/>
              <a:ea typeface="Calibri"/>
              <a:cs typeface="Calibri"/>
            </a:endParaRPr>
          </a:p>
          <a:p>
            <a:pPr marL="12700" indent="0">
              <a:lnSpc>
                <a:spcPct val="100000"/>
              </a:lnSpc>
              <a:spcBef>
                <a:spcPts val="735"/>
              </a:spcBef>
              <a:buNone/>
              <a:tabLst>
                <a:tab pos="241300" algn="l"/>
              </a:tabLst>
            </a:pPr>
            <a:endParaRPr lang="en-US" spc="-10" dirty="0">
              <a:ea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0956" y="1272982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77539" y="2423800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>
              <a:latin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B7FB4A-DB0E-01C4-3C0E-032767DA24F4}"/>
              </a:ext>
            </a:extLst>
          </p:cNvPr>
          <p:cNvSpPr txBox="1"/>
          <p:nvPr/>
        </p:nvSpPr>
        <p:spPr>
          <a:xfrm>
            <a:off x="8005883" y="5200022"/>
            <a:ext cx="4202996" cy="13670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2700">
              <a:lnSpc>
                <a:spcPts val="1725"/>
              </a:lnSpc>
            </a:pPr>
            <a:r>
              <a:rPr lang="en-US" sz="1200" b="1" dirty="0">
                <a:ea typeface="Calibri" panose="020F0502020204030204"/>
                <a:cs typeface="Arial"/>
              </a:rPr>
              <a:t>Apache HBase Architecture</a:t>
            </a: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HMaster</a:t>
            </a:r>
            <a:r>
              <a:rPr lang="en-US" sz="1200" dirty="0">
                <a:cs typeface="Arial"/>
              </a:rPr>
              <a:t>: Manages the cluster.​</a:t>
            </a:r>
            <a:endParaRPr lang="en-US" sz="1200" dirty="0">
              <a:ea typeface="Calibri"/>
              <a:cs typeface="Calibri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RegionServer</a:t>
            </a:r>
            <a:r>
              <a:rPr lang="en-US" sz="1200" dirty="0">
                <a:cs typeface="Arial"/>
              </a:rPr>
              <a:t>: Handles read/write requests for regions of the database.​</a:t>
            </a:r>
            <a:endParaRPr lang="en-US" sz="1200" dirty="0">
              <a:ea typeface="Calibri"/>
              <a:cs typeface="Arial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ZooKeeper</a:t>
            </a:r>
            <a:r>
              <a:rPr lang="en-US" sz="1200" dirty="0">
                <a:cs typeface="Arial"/>
              </a:rPr>
              <a:t>: Manages distributed coordination.​</a:t>
            </a:r>
            <a:endParaRPr lang="en-US" sz="1200" dirty="0">
              <a:ea typeface="Calibri"/>
              <a:cs typeface="Arial"/>
            </a:endParaRPr>
          </a:p>
          <a:p>
            <a:pPr marL="228600" indent="-228600">
              <a:buFont typeface=""/>
              <a:buChar char="•"/>
            </a:pPr>
            <a:endParaRPr lang="en-US" sz="1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E9B8D-9BCA-A077-FC54-F37DD1ED5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02281" cy="748208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Insert Data in HBase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B15C33-8731-2AC8-2AA9-CC56BB604532}"/>
              </a:ext>
            </a:extLst>
          </p:cNvPr>
          <p:cNvSpPr txBox="1">
            <a:spLocks/>
          </p:cNvSpPr>
          <p:nvPr/>
        </p:nvSpPr>
        <p:spPr>
          <a:xfrm>
            <a:off x="284085" y="1712750"/>
            <a:ext cx="11002281" cy="5598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In HBase, we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create tables</a:t>
            </a:r>
            <a:r>
              <a:rPr lang="en-US" dirty="0">
                <a:ea typeface="+mn-lt"/>
                <a:cs typeface="+mn-lt"/>
              </a:rPr>
              <a:t> and define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column families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6C5CEE9-CAE7-15B6-CD99-242FA0B6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77830"/>
              </p:ext>
            </p:extLst>
          </p:nvPr>
        </p:nvGraphicFramePr>
        <p:xfrm>
          <a:off x="215788" y="6080763"/>
          <a:ext cx="6237911" cy="6446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647">
                  <a:extLst>
                    <a:ext uri="{9D8B030D-6E8A-4147-A177-3AD203B41FA5}">
                      <a16:colId xmlns:a16="http://schemas.microsoft.com/office/drawing/2014/main" val="1214895829"/>
                    </a:ext>
                  </a:extLst>
                </a:gridCol>
                <a:gridCol w="4497264">
                  <a:extLst>
                    <a:ext uri="{9D8B030D-6E8A-4147-A177-3AD203B41FA5}">
                      <a16:colId xmlns:a16="http://schemas.microsoft.com/office/drawing/2014/main" val="3385266359"/>
                    </a:ext>
                  </a:extLst>
                </a:gridCol>
              </a:tblGrid>
              <a:tr h="370331">
                <a:tc>
                  <a:txBody>
                    <a:bodyPr/>
                    <a:lstStyle/>
                    <a:p>
                      <a:r>
                        <a:rPr lang="en-US" sz="1200"/>
                        <a:t>✅ </a:t>
                      </a:r>
                      <a:r>
                        <a:rPr lang="en-US" sz="1200" b="1"/>
                        <a:t>Schema-less?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Yes, </a:t>
                      </a:r>
                      <a:r>
                        <a:rPr lang="en-US" sz="1200" b="1"/>
                        <a:t>for columns</a:t>
                      </a:r>
                      <a:r>
                        <a:rPr lang="en-US" sz="1200"/>
                        <a:t> (qualifiers) – flexible and dynamic.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02646"/>
                  </a:ext>
                </a:extLst>
              </a:tr>
              <a:tr h="170205">
                <a:tc>
                  <a:txBody>
                    <a:bodyPr/>
                    <a:lstStyle/>
                    <a:p>
                      <a:r>
                        <a:rPr lang="en-US" sz="1200"/>
                        <a:t>🧱 </a:t>
                      </a:r>
                      <a:r>
                        <a:rPr lang="en-US" sz="1200" b="1"/>
                        <a:t>Schema-fixed?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Yes, </a:t>
                      </a:r>
                      <a:r>
                        <a:rPr lang="en-US" sz="1200" b="1" dirty="0"/>
                        <a:t>for column families</a:t>
                      </a:r>
                      <a:r>
                        <a:rPr lang="en-US" sz="1200" dirty="0"/>
                        <a:t> – must be defined when the table is created.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52609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8F65CD9-04AE-694C-CAF9-ABB6912D5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418871"/>
              </p:ext>
            </p:extLst>
          </p:nvPr>
        </p:nvGraphicFramePr>
        <p:xfrm>
          <a:off x="215788" y="4508405"/>
          <a:ext cx="9730040" cy="13716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'emp1', </a:t>
                      </a:r>
                      <a:r>
                        <a:rPr lang="en-US" sz="1200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u="none" strike="noStrike" noProof="0" dirty="0" err="1">
                          <a:solidFill>
                            <a:srgbClr val="0070C0"/>
                          </a:solidFill>
                        </a:rPr>
                        <a:t>name</a:t>
                      </a:r>
                      <a:r>
                        <a:rPr lang="en-US" sz="1200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'Alice'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noProof="0" dirty="0">
                          <a:solidFill>
                            <a:srgbClr val="000000"/>
                          </a:solidFill>
                        </a:rPr>
                        <a:t>emp1 has only name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526915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'emp2', </a:t>
                      </a:r>
                      <a:r>
                        <a:rPr lang="en-US" sz="1200" b="1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b="1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b="1" u="none" strike="noStrike" noProof="0" dirty="0" err="1">
                          <a:solidFill>
                            <a:srgbClr val="0070C0"/>
                          </a:solidFill>
                        </a:rPr>
                        <a:t>phone</a:t>
                      </a:r>
                      <a:r>
                        <a:rPr lang="en-US" sz="1200" b="1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'123456789'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emp2 has only phone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389730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'emp3', </a:t>
                      </a:r>
                      <a:r>
                        <a:rPr lang="en-US" sz="1200" u="none" strike="noStrike" noProof="0" dirty="0">
                          <a:solidFill>
                            <a:srgbClr val="00B050"/>
                          </a:solidFill>
                        </a:rPr>
                        <a:t>'</a:t>
                      </a:r>
                      <a:r>
                        <a:rPr lang="en-US" sz="1200" b="1" u="none" strike="noStrike" noProof="0" err="1">
                          <a:solidFill>
                            <a:srgbClr val="00B050"/>
                          </a:solidFill>
                        </a:rPr>
                        <a:t>job</a:t>
                      </a:r>
                      <a:r>
                        <a:rPr lang="en-US" sz="1200" b="1" u="none" strike="noStrike" noProof="0" err="1">
                          <a:solidFill>
                            <a:srgbClr val="000000"/>
                          </a:solidFill>
                        </a:rPr>
                        <a:t>:salary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'60000'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emp3 has only salary in job, no personal column family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62C54D2-6C6B-4D18-91FD-386C4A4E72B9}"/>
              </a:ext>
            </a:extLst>
          </p:cNvPr>
          <p:cNvSpPr txBox="1">
            <a:spLocks/>
          </p:cNvSpPr>
          <p:nvPr/>
        </p:nvSpPr>
        <p:spPr>
          <a:xfrm>
            <a:off x="215788" y="3157373"/>
            <a:ext cx="11002281" cy="18284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We must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comply with column families</a:t>
            </a:r>
            <a:r>
              <a:rPr lang="en-US" dirty="0">
                <a:ea typeface="+mn-lt"/>
                <a:cs typeface="+mn-lt"/>
              </a:rPr>
              <a:t> when we insert data into the table.</a:t>
            </a:r>
          </a:p>
          <a:p>
            <a:r>
              <a:rPr lang="en-US" dirty="0">
                <a:ea typeface="+mn-lt"/>
                <a:cs typeface="+mn-lt"/>
              </a:rPr>
              <a:t>Column families are employed for storage and fast retrieval – HBase is Column Oriented Database.</a:t>
            </a:r>
          </a:p>
          <a:p>
            <a:r>
              <a:rPr lang="en-US" dirty="0">
                <a:ea typeface="+mn-lt"/>
                <a:cs typeface="+mn-lt"/>
              </a:rPr>
              <a:t>But we can use different column names within the column family e.g.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DD0168C-4AA5-A3AD-EC68-9F3DAD099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050026"/>
              </p:ext>
            </p:extLst>
          </p:nvPr>
        </p:nvGraphicFramePr>
        <p:xfrm>
          <a:off x="284085" y="2371194"/>
          <a:ext cx="9730040" cy="4572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Create table ‘employee’, column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emp3 has only salary in job, no personal column family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520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BEA05-F32B-B175-AA7B-47CBCB32C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6106600" cy="74820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1722D-3CE7-874F-C927-A9A7BB99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2750"/>
            <a:ext cx="6106601" cy="49842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libri"/>
                <a:cs typeface="Calibri"/>
              </a:rPr>
              <a:t>Key Concepts: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Row Key: Unique identifier for each row (like a primary key).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Family: Logical group of columns stored together on disk.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Qualifier: Actual field name inside a column family.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Timestamp: Each cell value is versioned by time. </a:t>
            </a:r>
          </a:p>
          <a:p>
            <a:r>
              <a:rPr lang="en-US" dirty="0">
                <a:solidFill>
                  <a:srgbClr val="00B050"/>
                </a:solidFill>
                <a:ea typeface="Calibri" panose="020F0502020204030204"/>
                <a:cs typeface="Calibri" panose="020F0502020204030204"/>
              </a:rPr>
              <a:t>Cell: Combination of Row Key + Column Family + Qualifier + Timestamp → Value.</a:t>
            </a:r>
          </a:p>
          <a:p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975023-F336-E81B-3410-B0E86A42F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054" y="799552"/>
            <a:ext cx="5638884" cy="49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54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05E53-A460-BAD5-18F0-BA9643D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Real-World Use Case: Messaging Platform – Real-Time Message Storage &amp;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E019B-0F20-8E05-2053-6E145189E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92500" lnSpcReduction="20000"/>
          </a:bodyPr>
          <a:lstStyle/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WhatsApp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Store and retrieve billions of real-time chat messages with low latency and high throughput.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 chat messages from mobile devices, synced to a backend service.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(HBase Table Design):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Table: messages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Key: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+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Families: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meta: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message_type</a:t>
            </a: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content: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</a:t>
            </a:r>
            <a:r>
              <a:rPr lang="en-US" sz="1800" b="1" kern="100" dirty="0" err="1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, attachments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status: delivered, read,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Record (in HBase):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Row Key: user123|2025-03-22T14:33:21Z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meta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user123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user456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content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message_text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</a:t>
            </a: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individual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Column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Family: status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delivered: true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read: false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/>
              </a:rPr>
              <a:t> </a:t>
            </a:r>
            <a:endParaRPr lang="en-US"/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HBase: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Messages are written and read with low latency.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Efficient for real-time features: chat history retrieval, unread message counts.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Scales horizontally to billions of rows (messages) per day.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Ensures seamless chat experience across devices.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Supports real-time sync, delivery status tracking, and storage durability.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8" name="Picture 2" descr="WhatsApp - Free download and install on ...">
            <a:extLst>
              <a:ext uri="{FF2B5EF4-FFF2-40B4-BE49-F238E27FC236}">
                <a16:creationId xmlns:a16="http://schemas.microsoft.com/office/drawing/2014/main" id="{0CAA22BE-1351-B1A5-188C-DD41EC29B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644" y="1607726"/>
            <a:ext cx="562038" cy="562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796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9A76-4CE0-A134-527E-6110690A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HBase vs Relational DB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FA2E83F-BCF2-8811-D9EB-3AB7209F9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4577841"/>
              </p:ext>
            </p:extLst>
          </p:nvPr>
        </p:nvGraphicFramePr>
        <p:xfrm>
          <a:off x="284163" y="1706563"/>
          <a:ext cx="11069633" cy="25603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816411">
                  <a:extLst>
                    <a:ext uri="{9D8B030D-6E8A-4147-A177-3AD203B41FA5}">
                      <a16:colId xmlns:a16="http://schemas.microsoft.com/office/drawing/2014/main" val="175548143"/>
                    </a:ext>
                  </a:extLst>
                </a:gridCol>
                <a:gridCol w="4116294">
                  <a:extLst>
                    <a:ext uri="{9D8B030D-6E8A-4147-A177-3AD203B41FA5}">
                      <a16:colId xmlns:a16="http://schemas.microsoft.com/office/drawing/2014/main" val="1719748567"/>
                    </a:ext>
                  </a:extLst>
                </a:gridCol>
                <a:gridCol w="4136928">
                  <a:extLst>
                    <a:ext uri="{9D8B030D-6E8A-4147-A177-3AD203B41FA5}">
                      <a16:colId xmlns:a16="http://schemas.microsoft.com/office/drawing/2014/main" val="3086026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HBase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Relational DB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410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Flexible (schema-less columns)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Fixed schema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737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Row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can have different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have same set of columns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66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Access Pattern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Real-time random read/write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Typically, transactional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286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Query Language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 (Java, REST, Thrift)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3798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Storage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Column-oriented, sparse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Row-oriented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83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Best Use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Time-series, logs, IoT,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Structured, normalized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95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99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048259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048259" cy="520711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2065" marR="306070" indent="0">
              <a:lnSpc>
                <a:spcPct val="70000"/>
              </a:lnSpc>
              <a:spcBef>
                <a:spcPts val="71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ea typeface="Calibri"/>
                <a:cs typeface="Calibri"/>
              </a:rPr>
              <a:t>Definition:</a:t>
            </a:r>
          </a:p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Apache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open-</a:t>
            </a:r>
            <a:r>
              <a:rPr lang="en-US" sz="1600" dirty="0">
                <a:latin typeface="Calibri"/>
                <a:cs typeface="Calibri"/>
              </a:rPr>
              <a:t>source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engine </a:t>
            </a:r>
            <a:r>
              <a:rPr lang="en-US" sz="1600" dirty="0">
                <a:latin typeface="Calibri"/>
                <a:cs typeface="Calibri"/>
              </a:rPr>
              <a:t>optimized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spc="-10" dirty="0">
                <a:latin typeface="Calibri"/>
                <a:cs typeface="Calibri"/>
              </a:rPr>
              <a:t>In-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Processing: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keeps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between transformations,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speeding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up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times</a:t>
            </a:r>
            <a:r>
              <a:rPr lang="en-US" sz="1600" spc="-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significantly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compared </a:t>
            </a:r>
            <a:r>
              <a:rPr lang="en-US" sz="1600" dirty="0">
                <a:latin typeface="Calibri"/>
                <a:cs typeface="Calibri"/>
              </a:rPr>
              <a:t>to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disk-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10" dirty="0">
                <a:latin typeface="Calibri"/>
                <a:cs typeface="Calibri"/>
              </a:rPr>
              <a:t> MapReduce.</a:t>
            </a:r>
            <a:endParaRPr lang="en-US" sz="1600" dirty="0">
              <a:latin typeface="Calibri"/>
              <a:cs typeface="Calibri"/>
            </a:endParaRPr>
          </a:p>
          <a:p>
            <a:pPr marL="241300" marR="10350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can handle both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batch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real-time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various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languages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(Java,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Scala,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Python,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R)</a:t>
            </a:r>
            <a:r>
              <a:rPr lang="en-US" sz="1600" spc="-30" dirty="0">
                <a:latin typeface="Calibri"/>
                <a:cs typeface="Calibri"/>
              </a:rPr>
              <a:t>.</a:t>
            </a:r>
            <a:endParaRPr lang="en-US" sz="1600" dirty="0">
              <a:latin typeface="Calibri"/>
              <a:cs typeface="Calibri"/>
            </a:endParaRPr>
          </a:p>
          <a:p>
            <a:pPr marL="12700" indent="0">
              <a:lnSpc>
                <a:spcPts val="2020"/>
              </a:lnSpc>
              <a:spcBef>
                <a:spcPts val="39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cs typeface="Calibri"/>
              </a:rPr>
              <a:t>Core</a:t>
            </a:r>
            <a:r>
              <a:rPr lang="en-US" sz="1600" b="1" spc="-60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Components:</a:t>
            </a:r>
            <a:endParaRPr lang="en-US" sz="1600" b="1" dirty="0">
              <a:latin typeface="Calibri"/>
              <a:cs typeface="Calibri"/>
            </a:endParaRPr>
          </a:p>
          <a:p>
            <a:pPr marL="512445" lvl="1" indent="-342900">
              <a:lnSpc>
                <a:spcPts val="1510"/>
              </a:lnSpc>
              <a:buAutoNum type="arabicPeriod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Core:</a:t>
            </a:r>
            <a:r>
              <a:rPr lang="en-US" sz="1600" b="1" spc="-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foundation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handling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basic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data p</a:t>
            </a:r>
            <a:r>
              <a:rPr lang="en-US" sz="1600" dirty="0">
                <a:latin typeface="Calibri"/>
                <a:cs typeface="Calibri"/>
              </a:rPr>
              <a:t>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distributing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tasks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across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cluster.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30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SQL: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Enables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SQL-</a:t>
            </a:r>
            <a:r>
              <a:rPr lang="en-US" sz="1600" dirty="0">
                <a:latin typeface="Calibri"/>
                <a:cs typeface="Calibri"/>
              </a:rPr>
              <a:t>like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queries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on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stored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distributed </a:t>
            </a:r>
            <a:r>
              <a:rPr lang="en-US" sz="1600" dirty="0">
                <a:latin typeface="Calibri"/>
                <a:cs typeface="Calibri"/>
              </a:rPr>
              <a:t>datasets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</a:t>
            </a:r>
            <a:r>
              <a:rPr lang="en-US" sz="1600" spc="-10" dirty="0" err="1">
                <a:latin typeface="Calibri"/>
                <a:cs typeface="Calibri"/>
              </a:rPr>
              <a:t>DataFrames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Datasets).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Streaming: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Allows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of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streams,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enabling </a:t>
            </a:r>
            <a:r>
              <a:rPr lang="en-US" sz="1600" dirty="0">
                <a:latin typeface="Calibri"/>
                <a:cs typeface="Calibri"/>
              </a:rPr>
              <a:t>near</a:t>
            </a:r>
            <a:r>
              <a:rPr lang="en-US" sz="1600" spc="-1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analytics.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495"/>
              </a:lnSpc>
              <a:buAutoNum type="arabicPeriod" startAt="2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MLlib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learning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library,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offering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tools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scalable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learning.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775"/>
              </a:lnSpc>
              <a:buAutoNum type="arabicPeriod" startAt="5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GraphX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library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computations.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6123" y="1088394"/>
            <a:ext cx="1389493" cy="8131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7655" y="4202722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41" y="2220097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4810-6956-B8FE-E0F1-548F2181F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vs.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29CE7-34A3-D84A-09F7-F1FE82DFE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/>
            <a:r>
              <a:rPr lang="en-US" sz="1600" dirty="0">
                <a:ea typeface="+mn-lt"/>
                <a:cs typeface="+mn-lt"/>
              </a:rPr>
              <a:t>MapReduce is a first-generation distributed data processing system. It processes data that is parallelizable and performs computation on a distributed, horizontally scalable infrastructure. </a:t>
            </a: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As a distributed system, MapReduce applies a particular linear data flow structure, which consists of MapReduce programs that read input from a disk, map a function across the data, reduce the resulting data of the map, and store it on the disk again.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is a third-generation data processing framework that enhances MapReduce’s performance by processing data in memory instead of writing them to the disk in each step. 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distributes the in-memory data in a logically partitioned way on many machines and calls these Resilient Distributed Datasets (RDDs), which are then used as an abstraction layer to manage the logically distributed data.</a:t>
            </a:r>
            <a:endParaRPr lang="en-US" sz="1600" dirty="0">
              <a:ea typeface="Calibri" panose="020F0502020204030204"/>
              <a:cs typeface="Calibri" panose="020F0502020204030204"/>
            </a:endParaRPr>
          </a:p>
          <a:p>
            <a:pPr marL="285750" indent="-285750"/>
            <a:endParaRPr lang="en-US" sz="16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diagram of a cylinder&#10;&#10;AI-generated content may be incorrect.">
            <a:extLst>
              <a:ext uri="{FF2B5EF4-FFF2-40B4-BE49-F238E27FC236}">
                <a16:creationId xmlns:a16="http://schemas.microsoft.com/office/drawing/2014/main" id="{78519047-ADEA-92C2-247C-84D5B7034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549" y="2831977"/>
            <a:ext cx="5556532" cy="1200789"/>
          </a:xfrm>
          <a:prstGeom prst="rect">
            <a:avLst/>
          </a:prstGeom>
        </p:spPr>
      </p:pic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8F67E074-5434-08BD-8BD1-BAAB11107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221" y="5156804"/>
            <a:ext cx="6541063" cy="1386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962A98-4E4C-ECF1-BFA0-EDDF016A1D0C}"/>
              </a:ext>
            </a:extLst>
          </p:cNvPr>
          <p:cNvSpPr txBox="1"/>
          <p:nvPr/>
        </p:nvSpPr>
        <p:spPr>
          <a:xfrm>
            <a:off x="4205161" y="6612541"/>
            <a:ext cx="416605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00" dirty="0">
                <a:hlinkClick r:id="rId4"/>
              </a:rPr>
              <a:t>https://www.redpanda.com/blog/data-stream-processing-spark-flink-ksqldb</a:t>
            </a:r>
            <a:endParaRPr lang="en-US" sz="1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959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1114815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Kafka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–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Messaging System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Kafka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to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handle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high-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throughput,</a:t>
            </a: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 real-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2000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feeds.</a:t>
            </a:r>
            <a:endParaRPr lang="en-US" sz="200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Originally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developed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by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0070C0"/>
                </a:solidFill>
                <a:latin typeface="Calibri"/>
                <a:cs typeface="Calibri"/>
              </a:rPr>
              <a:t>LinkedIn</a:t>
            </a:r>
            <a:r>
              <a:rPr lang="en-US" sz="2000" spc="-10">
                <a:latin typeface="Calibri"/>
                <a:cs typeface="Calibri"/>
              </a:rPr>
              <a:t>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has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become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backbone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pipelines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real-</a:t>
            </a:r>
            <a:r>
              <a:rPr lang="en-US" sz="2000">
                <a:latin typeface="Calibri"/>
                <a:cs typeface="Calibri"/>
              </a:rPr>
              <a:t>time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analytics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many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large-</a:t>
            </a:r>
            <a:r>
              <a:rPr lang="en-US" sz="2000" spc="-10">
                <a:latin typeface="Calibri"/>
                <a:cs typeface="Calibri"/>
              </a:rPr>
              <a:t>scale systems.</a:t>
            </a:r>
            <a:endParaRPr lang="en-US" sz="200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It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serves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as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allows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various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applications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to 	</a:t>
            </a:r>
            <a:r>
              <a:rPr lang="en-US" sz="2000">
                <a:latin typeface="Calibri"/>
                <a:cs typeface="Calibri"/>
              </a:rPr>
              <a:t>produce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consume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streams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reliably,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efficiently,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pc="-50">
                <a:latin typeface="Calibri"/>
                <a:cs typeface="Calibri"/>
              </a:rPr>
              <a:t>with low latency and </a:t>
            </a:r>
            <a:r>
              <a:rPr lang="en-US" sz="2000" spc="-25">
                <a:latin typeface="Calibri"/>
                <a:cs typeface="Calibri"/>
              </a:rPr>
              <a:t>at 	</a:t>
            </a:r>
            <a:r>
              <a:rPr lang="en-US" sz="2000" spc="-10">
                <a:latin typeface="Calibri"/>
                <a:cs typeface="Calibri"/>
              </a:rPr>
              <a:t>scale.</a:t>
            </a:r>
            <a:endParaRPr lang="en-US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>
                <a:latin typeface="Calibri"/>
                <a:cs typeface="Calibri"/>
              </a:rPr>
              <a:t>Architecture</a:t>
            </a:r>
            <a:r>
              <a:rPr lang="en-US" sz="2000" spc="-10">
                <a:latin typeface="Calibri"/>
                <a:cs typeface="Calibri"/>
              </a:rPr>
              <a:t>: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>
                <a:latin typeface="Calibri"/>
                <a:cs typeface="Calibri"/>
              </a:rPr>
              <a:t>Producer:</a:t>
            </a:r>
            <a:r>
              <a:rPr lang="en-US" b="1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application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that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sends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topics.</a:t>
            </a:r>
            <a:endParaRPr lang="en-US">
              <a:latin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>
                <a:latin typeface="Calibri"/>
                <a:cs typeface="Calibri"/>
              </a:rPr>
              <a:t>Consumer: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application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that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reads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from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topics.</a:t>
            </a:r>
            <a:endParaRPr lang="en-US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>
                <a:latin typeface="Calibri"/>
                <a:cs typeface="Calibri"/>
              </a:rPr>
              <a:t>Broker: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server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that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stores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consumers.</a:t>
            </a:r>
            <a:endParaRPr lang="en-US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</a:pP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consist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multiple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brokers.</a:t>
            </a:r>
            <a:endParaRPr lang="en-US">
              <a:latin typeface="Calibri"/>
              <a:cs typeface="Calibri"/>
            </a:endParaRPr>
          </a:p>
          <a:p>
            <a:pPr marL="698500" marR="48895" lvl="1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20">
                <a:latin typeface="Calibri"/>
                <a:cs typeface="Calibri"/>
              </a:rPr>
              <a:t>Topic:</a:t>
            </a:r>
            <a:r>
              <a:rPr lang="en-US" b="1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category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or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feed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name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which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records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are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published. </a:t>
            </a:r>
            <a:r>
              <a:rPr lang="en-US">
                <a:latin typeface="Calibri"/>
                <a:cs typeface="Calibri"/>
              </a:rPr>
              <a:t>Each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topic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have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multiple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partitions,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helping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parallelize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across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cluster.</a:t>
            </a:r>
            <a:endParaRPr lang="en-US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15038" y="2620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64051" y="1603355"/>
            <a:ext cx="1789494" cy="901375"/>
          </a:xfrm>
          <a:prstGeom prst="rect">
            <a:avLst/>
          </a:prstGeom>
        </p:spPr>
      </p:pic>
      <p:pic>
        <p:nvPicPr>
          <p:cNvPr id="2050" name="Picture 2" descr="Profile for LinkedIn">
            <a:extLst>
              <a:ext uri="{FF2B5EF4-FFF2-40B4-BE49-F238E27FC236}">
                <a16:creationId xmlns:a16="http://schemas.microsoft.com/office/drawing/2014/main" id="{232D760D-CBEA-0B66-CBCC-A5D70A94C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2512" y="2293073"/>
            <a:ext cx="421019" cy="42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0C9F-C77E-4AB9-8B37-B395A98C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Scenario: E-Commerce Order Processing System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6437A-A221-4888-A133-89AFA711B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Objective: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Efficiently process customer orders, manage inventory, and trigger shipments in real-time.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Data Sources (Producers):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Online Storefront (Website / Mobile App)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Customers place orders for products.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Warehouse Inventory System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Sends updates on product availability, stock levels, and any inventory changes.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Payment Gateway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Publishes transaction status (payment confirmed or failed) after a customer places an order.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Shipping Providers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Sends tracking updates for orders as they are dispatched and moved through the supply chain.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2980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8800D-C43B-4FD7-A318-67AEB8003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Kafka Data Structure (Sample Message):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Order Message (from storefront):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{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order_id</a:t>
            </a: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"ord12345",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"timestamp": "2025-03-25T10:10:30Z",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customer_id</a:t>
            </a: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"cust456",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"items": [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</a:t>
            </a:r>
            <a:r>
              <a:rPr lang="en-US" sz="180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product_id</a:t>
            </a: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"prod678", "quantity": 2},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</a:t>
            </a:r>
            <a:r>
              <a:rPr lang="en-US" sz="180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product_id</a:t>
            </a: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"prod789", "quantity": 1}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],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total_amount</a:t>
            </a: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129.99,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payment_status</a:t>
            </a: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"paid",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</a:t>
            </a:r>
            <a:r>
              <a:rPr lang="en-US" sz="180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shipping_address</a:t>
            </a: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": "123 Main St, Anytown, USA"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800" dirty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7277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8800D-C43B-4FD7-A318-67AEB8003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Kafka Topics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orders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Stores messages related to customer orders.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inventory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Updates on product stock levels from the warehouse.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payments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Transaction status updates from the payment gateway.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shipping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Information about the status and tracking of the shipments.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265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8800D-C43B-4FD7-A318-67AEB8003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Kafka Producers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Online Storefront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When a customer places an order, the website or mobile app sends the order details to the </a:t>
            </a:r>
            <a:r>
              <a:rPr lang="en-US" sz="18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orders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topic.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Warehouse System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The warehouse system continuously updates stock levels and product availability, sending this information to the </a:t>
            </a:r>
            <a:r>
              <a:rPr lang="en-US" sz="18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inventory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topic.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Payment Gateway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After a payment is processed, the payment gateway sends the payment status (approved or failed) to the </a:t>
            </a:r>
            <a:r>
              <a:rPr lang="en-US" sz="18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payments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topic.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Shipping Providers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As items are shipped and moved, the shipping providers send updates (tracking info, shipment status) to the </a:t>
            </a:r>
            <a:r>
              <a:rPr lang="en-US" sz="18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shipping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topic.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77453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8800D-C43B-4FD7-A318-67AEB8003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Kafka Streams / Consumers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Consumer 1: Order Processing Service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Orders from the </a:t>
            </a:r>
            <a:r>
              <a:rPr lang="en-US" sz="18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orders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topic.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Processes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Validates the order (checks if the payment is confirmed, verifies product availability).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Output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Updates the order status (pending, confirmed, canceled) and sends the result to the next step (inventory or shipping system).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Consumer 2: Inventory Management Service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Inventory updates from the </a:t>
            </a:r>
            <a:r>
              <a:rPr lang="en-US" sz="18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inventory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topic.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Processes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Compares inventory data with incoming orders. If an item is out of stock or the quantity exceeds available stock, the order is either placed on hold or canceled.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Output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Sends updated inventory status (e.g., stock depletion or restocking) to the inventory management system and updates the order status.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1447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8800D-C43B-4FD7-A318-67AEB8003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Kafka Streams / Consumers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Consumer 4: Shipping Service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Order data (if the order is confirmed) and shipping updates from the </a:t>
            </a:r>
            <a:r>
              <a:rPr lang="en-US" sz="18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shipping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topic.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Processes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When an order is confirmed, the service generates a shipment and tracks the order's shipping status. It also manages the shipping progress.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Output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Sends tracking information to customers and updates the order status (shipped, delivered).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Consumer 5: Customer Notification Service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Consumes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Order status updates, shipping updates, and payment updates.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Processes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Notifies customers about their order's progress (payment successful, order shipped, order delivered).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Output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Sends push notifications, emails, or SMS to customers about the order’s status.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511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AB016-A5A0-4664-87E4-CD43227E5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Key </a:t>
            </a:r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Advantages</a:t>
            </a:r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 of Kafka in This Scenario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7ED4C-AFE0-4A6F-9D86-C36C1AF0CC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Real-Time Processing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Kafka ensures that all systems (order processing, inventory management, payment verification, and shipping) communicate and update in real time.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Fault Tolerance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Kafka’s distributed system ensures that data is not lost if a consumer or producer fails, and the system can continue functioning.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Scalability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As the e-commerce platform grows, Kafka can scale to accommodate more products, orders, payments, and shipping updates.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Loose Coupling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Kafka decouples producers (storefront, warehouse, payment gateway, etc.) and consumers (order processing, inventory, shipping) so that they can evolve independently.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73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6923799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3799" cy="4991039"/>
          </a:xfrm>
        </p:spPr>
        <p:txBody>
          <a:bodyPr>
            <a:normAutofit fontScale="92500"/>
          </a:bodyPr>
          <a:lstStyle/>
          <a:p>
            <a:pPr marL="241300" marR="5080" indent="-228600">
              <a:lnSpc>
                <a:spcPct val="90100"/>
              </a:lnSpc>
              <a:spcBef>
                <a:spcPts val="28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Oozie</a:t>
            </a:r>
            <a:r>
              <a:rPr lang="en-US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scheduler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manage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and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coordinate</a:t>
            </a:r>
            <a:r>
              <a:rPr lang="en-US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sequence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or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directed</a:t>
            </a:r>
            <a:r>
              <a:rPr lang="en-US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acyclic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graph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(DAG)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end-to-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end</a:t>
            </a:r>
            <a:r>
              <a:rPr lang="en-US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management.</a:t>
            </a:r>
            <a:endParaRPr lang="en-US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27329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>
                <a:latin typeface="Calibri"/>
                <a:cs typeface="Calibri"/>
              </a:rPr>
              <a:t>	Oozie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particularly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useful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automating</a:t>
            </a:r>
            <a:r>
              <a:rPr lang="en-US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complex</a:t>
            </a:r>
            <a:r>
              <a:rPr lang="en-US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workflows</a:t>
            </a:r>
            <a:r>
              <a:rPr lang="en-US" spc="-10">
                <a:latin typeface="Calibri"/>
                <a:cs typeface="Calibri"/>
              </a:rPr>
              <a:t>,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managing</a:t>
            </a:r>
            <a:r>
              <a:rPr lang="en-US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dependencies</a:t>
            </a:r>
            <a:r>
              <a:rPr lang="en-US" spc="-10">
                <a:latin typeface="Calibri"/>
                <a:cs typeface="Calibri"/>
              </a:rPr>
              <a:t>,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orchestrating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lang="en-US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across</a:t>
            </a:r>
            <a:r>
              <a:rPr lang="en-US" spc="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the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ecosystem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(such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MapReduce,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Hive,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Pig,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Sqoop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jobs).</a:t>
            </a:r>
            <a:endParaRPr lang="en-US">
              <a:latin typeface="Calibri"/>
              <a:cs typeface="Calibri"/>
            </a:endParaRPr>
          </a:p>
          <a:p>
            <a:pPr marL="242570" indent="-229870" algn="just">
              <a:lnSpc>
                <a:spcPts val="1825"/>
              </a:lnSpc>
              <a:spcBef>
                <a:spcPts val="79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>
                <a:latin typeface="Calibri"/>
                <a:cs typeface="Calibri"/>
              </a:rPr>
              <a:t>It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both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time-</a:t>
            </a:r>
            <a:r>
              <a:rPr lang="en-US">
                <a:latin typeface="Calibri"/>
                <a:cs typeface="Calibri"/>
              </a:rPr>
              <a:t>based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(frequency)</a:t>
            </a:r>
            <a:r>
              <a:rPr lang="en-US" spc="-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data-</a:t>
            </a:r>
            <a:r>
              <a:rPr lang="en-US">
                <a:latin typeface="Calibri"/>
                <a:cs typeface="Calibri"/>
              </a:rPr>
              <a:t>based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triggers,</a:t>
            </a:r>
            <a:endParaRPr lang="en-US">
              <a:latin typeface="Calibri"/>
              <a:cs typeface="Calibri"/>
            </a:endParaRPr>
          </a:p>
          <a:p>
            <a:pPr marL="241300" algn="just">
              <a:lnSpc>
                <a:spcPts val="1825"/>
              </a:lnSpc>
            </a:pPr>
            <a:r>
              <a:rPr lang="en-US">
                <a:latin typeface="Calibri"/>
                <a:cs typeface="Calibri"/>
              </a:rPr>
              <a:t>making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versatile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10">
                <a:latin typeface="Calibri"/>
                <a:cs typeface="Calibri"/>
              </a:rPr>
              <a:t> </a:t>
            </a:r>
            <a:r>
              <a:rPr lang="en-US" sz="2400" spc="-10">
                <a:latin typeface="Calibri"/>
                <a:cs typeface="Calibri"/>
              </a:rPr>
              <a:t>different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types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big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applications.</a:t>
            </a:r>
            <a:endParaRPr lang="en-US">
              <a:latin typeface="Calibri"/>
              <a:cs typeface="Calibri"/>
            </a:endParaRPr>
          </a:p>
          <a:p>
            <a:pPr marL="242570" indent="-229870" algn="just">
              <a:lnSpc>
                <a:spcPct val="100000"/>
              </a:lnSpc>
              <a:spcBef>
                <a:spcPts val="80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b="1">
                <a:latin typeface="Calibri"/>
                <a:cs typeface="Calibri"/>
              </a:rPr>
              <a:t>Main</a:t>
            </a:r>
            <a:r>
              <a:rPr lang="en-US" b="1" spc="-3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Functions:</a:t>
            </a:r>
            <a:endParaRPr lang="en-US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spc="-10">
                <a:latin typeface="Calibri"/>
                <a:cs typeface="Calibri"/>
              </a:rPr>
              <a:t>Workflow</a:t>
            </a:r>
            <a:r>
              <a:rPr lang="en-US" sz="2000" b="1" spc="-35">
                <a:latin typeface="Calibri"/>
                <a:cs typeface="Calibri"/>
              </a:rPr>
              <a:t> </a:t>
            </a:r>
            <a:r>
              <a:rPr lang="en-US" sz="2000" b="1" spc="-10">
                <a:latin typeface="Calibri"/>
                <a:cs typeface="Calibri"/>
              </a:rPr>
              <a:t>Management</a:t>
            </a:r>
            <a:r>
              <a:rPr lang="en-US" sz="2000" spc="-10">
                <a:latin typeface="Calibri"/>
                <a:cs typeface="Calibri"/>
              </a:rPr>
              <a:t>: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Defines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manages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job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sequences.</a:t>
            </a:r>
            <a:endParaRPr lang="en-US" sz="2000">
              <a:latin typeface="Calibri"/>
              <a:cs typeface="Calibri"/>
            </a:endParaRPr>
          </a:p>
          <a:p>
            <a:pPr marL="756285" marR="88900" lvl="1" indent="-287020">
              <a:lnSpc>
                <a:spcPts val="1730"/>
              </a:lnSpc>
              <a:spcBef>
                <a:spcPts val="5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>
                <a:latin typeface="Calibri"/>
                <a:cs typeface="Calibri"/>
              </a:rPr>
              <a:t>Coordination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job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dependencies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schedules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based </a:t>
            </a:r>
            <a:r>
              <a:rPr lang="en-US" sz="2000">
                <a:latin typeface="Calibri"/>
                <a:cs typeface="Calibri"/>
              </a:rPr>
              <a:t>on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time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availability.</a:t>
            </a:r>
            <a:endParaRPr lang="en-US" sz="200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>
                <a:latin typeface="Calibri"/>
                <a:cs typeface="Calibri"/>
              </a:rPr>
              <a:t>Retry</a:t>
            </a:r>
            <a:r>
              <a:rPr lang="en-US" sz="2000" b="1" spc="-45">
                <a:latin typeface="Calibri"/>
                <a:cs typeface="Calibri"/>
              </a:rPr>
              <a:t> </a:t>
            </a:r>
            <a:r>
              <a:rPr lang="en-US" sz="2000" b="1">
                <a:latin typeface="Calibri"/>
                <a:cs typeface="Calibri"/>
              </a:rPr>
              <a:t>Mechanism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Automatically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retries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failed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jobs.</a:t>
            </a:r>
            <a:endParaRPr lang="en-US" sz="2000">
              <a:latin typeface="Calibri"/>
              <a:cs typeface="Calibri"/>
            </a:endParaRPr>
          </a:p>
          <a:p>
            <a:pPr marL="241300" marR="215900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>
                <a:latin typeface="Calibri"/>
                <a:cs typeface="Calibri"/>
              </a:rPr>
              <a:t>	</a:t>
            </a:r>
            <a:r>
              <a:rPr lang="en-US" b="1">
                <a:latin typeface="Calibri"/>
                <a:cs typeface="Calibri"/>
              </a:rPr>
              <a:t>Use</a:t>
            </a:r>
            <a:r>
              <a:rPr lang="en-US" b="1" spc="-3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Cases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ETL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workflows,</a:t>
            </a:r>
            <a:r>
              <a:rPr lang="en-US" spc="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batch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processing,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managing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complex </a:t>
            </a:r>
            <a:r>
              <a:rPr lang="en-US">
                <a:latin typeface="Calibri"/>
                <a:cs typeface="Calibri"/>
              </a:rPr>
              <a:t>job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dependencies.</a:t>
            </a:r>
            <a:endParaRPr lang="en-US">
              <a:latin typeface="Calibri"/>
              <a:cs typeface="Calibri"/>
            </a:endParaRPr>
          </a:p>
          <a:p>
            <a:endParaRPr lang="en-US"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17949" y="1840371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61978" y="875151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451245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8007507" cy="4991039"/>
          </a:xfrm>
        </p:spPr>
        <p:txBody>
          <a:bodyPr>
            <a:normAutofit fontScale="92500"/>
          </a:bodyPr>
          <a:lstStyle/>
          <a:p>
            <a:pPr marL="241300" indent="-228600">
              <a:lnSpc>
                <a:spcPts val="2055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err="1">
                <a:solidFill>
                  <a:srgbClr val="FF0000"/>
                </a:solidFill>
                <a:latin typeface="Calibri"/>
                <a:cs typeface="Calibri"/>
              </a:rPr>
              <a:t>ZooKeeper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coordinating distributed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applications.</a:t>
            </a:r>
            <a:endParaRPr lang="en-US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88290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plays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critical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role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ecosystem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other distributed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20">
                <a:latin typeface="Calibri"/>
                <a:cs typeface="Calibri"/>
              </a:rPr>
              <a:t>systems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by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helping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maintain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state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and </a:t>
            </a:r>
            <a:r>
              <a:rPr lang="en-US">
                <a:latin typeface="Calibri"/>
                <a:cs typeface="Calibri"/>
              </a:rPr>
              <a:t>providing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reliable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way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8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work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together.</a:t>
            </a:r>
            <a:endParaRPr lang="en-US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lang="en-US" b="1">
                <a:latin typeface="Calibri"/>
                <a:cs typeface="Calibri"/>
              </a:rPr>
              <a:t>Key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Features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of</a:t>
            </a:r>
            <a:r>
              <a:rPr lang="en-US" b="1" spc="-6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Apache</a:t>
            </a:r>
            <a:r>
              <a:rPr lang="en-US" b="1" spc="-25">
                <a:latin typeface="Calibri"/>
                <a:cs typeface="Calibri"/>
              </a:rPr>
              <a:t> </a:t>
            </a:r>
            <a:r>
              <a:rPr lang="en-US" b="1" spc="-10" err="1">
                <a:latin typeface="Calibri"/>
                <a:cs typeface="Calibri"/>
              </a:rPr>
              <a:t>ZooKeeper</a:t>
            </a:r>
            <a:endParaRPr lang="en-US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b="1" spc="-10">
                <a:latin typeface="Calibri"/>
                <a:cs typeface="Calibri"/>
              </a:rPr>
              <a:t>Centralized</a:t>
            </a:r>
            <a:r>
              <a:rPr lang="en-US" b="1" spc="-7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Configuration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stores configuration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centralized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manner,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 applications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access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modify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settings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easily.</a:t>
            </a:r>
            <a:endParaRPr lang="en-US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b="1">
                <a:latin typeface="Calibri"/>
                <a:cs typeface="Calibri"/>
              </a:rPr>
              <a:t>Naming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Service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provides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naming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registry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 </a:t>
            </a:r>
            <a:r>
              <a:rPr lang="en-US">
                <a:latin typeface="Calibri"/>
                <a:cs typeface="Calibri"/>
              </a:rPr>
              <a:t>services,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them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find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each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other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manage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resources dynamically.</a:t>
            </a:r>
            <a:endParaRPr lang="en-US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b="1" spc="-10">
                <a:latin typeface="Calibri"/>
                <a:cs typeface="Calibri"/>
              </a:rPr>
              <a:t>Synchronization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helps</a:t>
            </a:r>
            <a:r>
              <a:rPr lang="en-US" spc="-8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synchronize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 processes,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ensuring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they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work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coordination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without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conflicts.</a:t>
            </a:r>
            <a:endParaRPr lang="en-US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b="1">
                <a:latin typeface="Calibri"/>
                <a:cs typeface="Calibri"/>
              </a:rPr>
              <a:t>Group</a:t>
            </a:r>
            <a:r>
              <a:rPr lang="en-US" b="1" spc="-4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creation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management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of </a:t>
            </a:r>
            <a:r>
              <a:rPr lang="en-US">
                <a:latin typeface="Calibri"/>
                <a:cs typeface="Calibri"/>
              </a:rPr>
              <a:t>groups,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enabling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join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leave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groups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dynamically.</a:t>
            </a:r>
            <a:endParaRPr lang="en-US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b="1" spc="-20">
                <a:latin typeface="Calibri"/>
                <a:cs typeface="Calibri"/>
              </a:rPr>
              <a:t>Watchers</a:t>
            </a:r>
            <a:r>
              <a:rPr lang="en-US" spc="-20">
                <a:latin typeface="Calibri"/>
                <a:cs typeface="Calibri"/>
              </a:rPr>
              <a:t>: </a:t>
            </a: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set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watchers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on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nodes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get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notified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of </a:t>
            </a:r>
            <a:r>
              <a:rPr lang="en-US">
                <a:latin typeface="Calibri"/>
                <a:cs typeface="Calibri"/>
              </a:rPr>
              <a:t>changes,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applications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react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changes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state.</a:t>
            </a:r>
            <a:endParaRPr lang="en-US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70491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4113" y="2269363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6" y="897513"/>
            <a:ext cx="690624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06248" cy="4991039"/>
          </a:xfrm>
        </p:spPr>
        <p:txBody>
          <a:bodyPr>
            <a:normAutofit fontScale="70000" lnSpcReduction="20000"/>
          </a:bodyPr>
          <a:lstStyle/>
          <a:p>
            <a:pPr marL="240665" indent="-227965">
              <a:lnSpc>
                <a:spcPts val="1595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>
                <a:latin typeface="Calibri"/>
                <a:cs typeface="Calibri"/>
              </a:rPr>
              <a:t>Apache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Ambari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web-</a:t>
            </a:r>
            <a:r>
              <a:rPr lang="en-US" sz="2000">
                <a:latin typeface="Calibri"/>
                <a:cs typeface="Calibri"/>
              </a:rPr>
              <a:t>based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tool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designed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provisioning,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managing,</a:t>
            </a:r>
            <a:r>
              <a:rPr lang="en-US" sz="2000" spc="-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monitoring </a:t>
            </a:r>
            <a:r>
              <a:rPr lang="en-US" sz="2000">
                <a:latin typeface="Calibri"/>
                <a:cs typeface="Calibri"/>
              </a:rPr>
              <a:t>Apache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clusters.</a:t>
            </a:r>
            <a:endParaRPr lang="en-US" sz="2000">
              <a:latin typeface="Calibri"/>
              <a:cs typeface="Calibri"/>
            </a:endParaRPr>
          </a:p>
          <a:p>
            <a:pPr marL="240665" marR="369570" indent="-228600">
              <a:lnSpc>
                <a:spcPts val="1510"/>
              </a:lnSpc>
              <a:spcBef>
                <a:spcPts val="103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>
                <a:latin typeface="Calibri"/>
                <a:cs typeface="Calibri"/>
              </a:rPr>
              <a:t>It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provides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user-</a:t>
            </a:r>
            <a:r>
              <a:rPr lang="en-US" sz="2000">
                <a:latin typeface="Calibri"/>
                <a:cs typeface="Calibri"/>
              </a:rPr>
              <a:t>friendly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interface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simplifies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management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complex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Hadoop environments,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making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it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easier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administrators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operators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deploy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 various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the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ecosystem.</a:t>
            </a:r>
            <a:endParaRPr lang="en-US"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lang="en-US" sz="2000" b="1">
                <a:latin typeface="Calibri"/>
                <a:cs typeface="Calibri"/>
              </a:rPr>
              <a:t>Key</a:t>
            </a:r>
            <a:r>
              <a:rPr lang="en-US" sz="2000" b="1" spc="-35">
                <a:latin typeface="Calibri"/>
                <a:cs typeface="Calibri"/>
              </a:rPr>
              <a:t> </a:t>
            </a:r>
            <a:r>
              <a:rPr lang="en-US" sz="2000" b="1" spc="-10">
                <a:latin typeface="Calibri"/>
                <a:cs typeface="Calibri"/>
              </a:rPr>
              <a:t>Features</a:t>
            </a:r>
            <a:r>
              <a:rPr lang="en-US" sz="2000" b="1" spc="-50">
                <a:latin typeface="Calibri"/>
                <a:cs typeface="Calibri"/>
              </a:rPr>
              <a:t> </a:t>
            </a:r>
            <a:r>
              <a:rPr lang="en-US" sz="2000" b="1">
                <a:latin typeface="Calibri"/>
                <a:cs typeface="Calibri"/>
              </a:rPr>
              <a:t>of</a:t>
            </a:r>
            <a:r>
              <a:rPr lang="en-US" sz="2000" b="1" spc="-30">
                <a:latin typeface="Calibri"/>
                <a:cs typeface="Calibri"/>
              </a:rPr>
              <a:t> </a:t>
            </a:r>
            <a:r>
              <a:rPr lang="en-US" sz="2000" b="1">
                <a:latin typeface="Calibri"/>
                <a:cs typeface="Calibri"/>
              </a:rPr>
              <a:t>Apache</a:t>
            </a:r>
            <a:r>
              <a:rPr lang="en-US" sz="2000" b="1" spc="-45">
                <a:latin typeface="Calibri"/>
                <a:cs typeface="Calibri"/>
              </a:rPr>
              <a:t> </a:t>
            </a:r>
            <a:r>
              <a:rPr lang="en-US" sz="2000" b="1" spc="-10">
                <a:latin typeface="Calibri"/>
                <a:cs typeface="Calibri"/>
              </a:rPr>
              <a:t>Ambari</a:t>
            </a:r>
            <a:endParaRPr lang="en-US" sz="2000">
              <a:latin typeface="Calibri"/>
              <a:cs typeface="Calibri"/>
            </a:endParaRPr>
          </a:p>
          <a:p>
            <a:pPr marL="508000" marR="16510" lvl="1" indent="-227013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Cluster</a:t>
            </a:r>
            <a:r>
              <a:rPr lang="en-US" b="1" spc="-5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Provisioning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Ambari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simplifies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10">
                <a:latin typeface="Calibri"/>
                <a:cs typeface="Calibri"/>
              </a:rPr>
              <a:t> installation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clusters,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users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easily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add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or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remove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nodes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through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guided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installation wizard.</a:t>
            </a:r>
            <a:endParaRPr lang="en-US">
              <a:latin typeface="Calibri"/>
              <a:cs typeface="Calibri"/>
            </a:endParaRPr>
          </a:p>
          <a:p>
            <a:pPr marL="508000" marR="292100" lvl="1" indent="-227013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Service</a:t>
            </a:r>
            <a:r>
              <a:rPr lang="en-US" b="1" spc="-4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Users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start,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stop,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restart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various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(such</a:t>
            </a:r>
            <a:r>
              <a:rPr lang="en-US" spc="-25">
                <a:latin typeface="Calibri"/>
                <a:cs typeface="Calibri"/>
              </a:rPr>
              <a:t> as </a:t>
            </a:r>
            <a:r>
              <a:rPr lang="en-US">
                <a:latin typeface="Calibri"/>
                <a:cs typeface="Calibri"/>
              </a:rPr>
              <a:t>HDFS,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20">
                <a:latin typeface="Calibri"/>
                <a:cs typeface="Calibri"/>
              </a:rPr>
              <a:t>YARN,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Hive,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HBase,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etc.)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through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Ambari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interface.</a:t>
            </a:r>
            <a:endParaRPr lang="en-US">
              <a:latin typeface="Calibri"/>
              <a:cs typeface="Calibri"/>
            </a:endParaRPr>
          </a:p>
          <a:p>
            <a:pPr marL="508000" marR="3638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Monitoring</a:t>
            </a:r>
            <a:r>
              <a:rPr lang="en-US" b="1" spc="-5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and</a:t>
            </a:r>
            <a:r>
              <a:rPr lang="en-US" b="1" spc="-4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Alerts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Ambari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provides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dashboards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real-</a:t>
            </a:r>
            <a:r>
              <a:rPr lang="en-US">
                <a:latin typeface="Calibri"/>
                <a:cs typeface="Calibri"/>
              </a:rPr>
              <a:t>time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monitoring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 	</a:t>
            </a:r>
            <a:r>
              <a:rPr lang="en-US">
                <a:latin typeface="Calibri"/>
                <a:cs typeface="Calibri"/>
              </a:rPr>
              <a:t>health,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metrics,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resource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usage.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also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setting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up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alerts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various 	cluster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events</a:t>
            </a:r>
            <a:r>
              <a:rPr lang="en-US">
                <a:latin typeface="Calibri"/>
                <a:cs typeface="Calibri"/>
              </a:rPr>
              <a:t> or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metrics.</a:t>
            </a:r>
            <a:endParaRPr lang="en-US">
              <a:latin typeface="Calibri"/>
              <a:cs typeface="Calibri"/>
            </a:endParaRPr>
          </a:p>
          <a:p>
            <a:pPr marL="508000" marR="3257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>
                <a:latin typeface="Calibri"/>
                <a:cs typeface="Calibri"/>
              </a:rPr>
              <a:t>Configuration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1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allows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easy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management</a:t>
            </a:r>
            <a:r>
              <a:rPr lang="en-US" spc="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 settings</a:t>
            </a:r>
            <a:r>
              <a:rPr lang="en-US" spc="5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for 	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services,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including</a:t>
            </a:r>
            <a:r>
              <a:rPr lang="en-US" spc="-1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ability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apply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configurations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centralized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manner.</a:t>
            </a:r>
            <a:endParaRPr lang="en-US">
              <a:latin typeface="Calibri"/>
              <a:cs typeface="Calibri"/>
            </a:endParaRPr>
          </a:p>
          <a:p>
            <a:pPr marL="508000" marR="5080" lvl="1" indent="-227013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User</a:t>
            </a:r>
            <a:r>
              <a:rPr lang="en-US" b="1" spc="-4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Administrators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manage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users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their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permissions,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ensuring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secure </a:t>
            </a:r>
            <a:r>
              <a:rPr lang="en-US">
                <a:latin typeface="Calibri"/>
                <a:cs typeface="Calibri"/>
              </a:rPr>
              <a:t>access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cluster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resources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configurations.</a:t>
            </a:r>
            <a:endParaRPr lang="en-US">
              <a:latin typeface="Calibri"/>
              <a:cs typeface="Calibri"/>
            </a:endParaRPr>
          </a:p>
          <a:p>
            <a:pPr marL="508000" marR="313690" lvl="1" indent="-227013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>
                <a:latin typeface="Calibri"/>
                <a:cs typeface="Calibri"/>
              </a:rPr>
              <a:t>Integration</a:t>
            </a:r>
            <a:r>
              <a:rPr lang="en-US" b="1" spc="-4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with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Ambari</a:t>
            </a:r>
            <a:r>
              <a:rPr lang="en-US" b="1" spc="-3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Metrics</a:t>
            </a:r>
            <a:r>
              <a:rPr lang="en-US" b="1" spc="-4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and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Alerts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collection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visualization </a:t>
            </a:r>
            <a:r>
              <a:rPr lang="en-US" spc="-25">
                <a:latin typeface="Calibri"/>
                <a:cs typeface="Calibri"/>
              </a:rPr>
              <a:t>of 	</a:t>
            </a:r>
            <a:r>
              <a:rPr lang="en-US">
                <a:latin typeface="Calibri"/>
                <a:cs typeface="Calibri"/>
              </a:rPr>
              <a:t>metrics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from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different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components,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comprehensive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monitoring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and 	</a:t>
            </a:r>
            <a:r>
              <a:rPr lang="en-US" spc="-10">
                <a:latin typeface="Calibri"/>
                <a:cs typeface="Calibri"/>
              </a:rPr>
              <a:t>alerting.</a:t>
            </a:r>
            <a:endParaRPr lang="en-US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33570" y="1009268"/>
            <a:ext cx="1234318" cy="50724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79131" y="1705991"/>
            <a:ext cx="4743196" cy="298653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95942" y="4455887"/>
            <a:ext cx="2871943" cy="212046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076E-5F79-27B6-B774-38C83230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Hadoop Components Summary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6206C-8193-A125-EB18-48C260C84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655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98DF-D91B-3039-6A35-B1D5FAB6D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ea typeface="Calibri Light"/>
                <a:cs typeface="Calibri Light"/>
              </a:rPr>
              <a:t>MainHadoop</a:t>
            </a:r>
            <a:r>
              <a:rPr lang="en-US" dirty="0">
                <a:ea typeface="Calibri Light"/>
                <a:cs typeface="Calibri Light"/>
              </a:rPr>
              <a:t>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135E2F87-A441-0139-1576-BC186FCA12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2959723"/>
              </p:ext>
            </p:extLst>
          </p:nvPr>
        </p:nvGraphicFramePr>
        <p:xfrm>
          <a:off x="284163" y="1706563"/>
          <a:ext cx="11069634" cy="43891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71588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9804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Storage Components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04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file system for scalable and fault-tolerant data storage.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4989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NoSQL database for real-time read/write access to large datasets.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90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Phoenix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 layer on top of HBase for low-latency OLTP and analytics.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9876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Batch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919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MapReduce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Traditional batch processing model for parallel computation on large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440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Tez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DAG-based execution engine; faster alternative to MapReduce.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SQL-like interface for querying large datasets, often runs on Tez or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0039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Pig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Dataflow scripting platform using Pig Latin for batch data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4287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Impala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0" i="0" u="none" strike="noStrike" kern="1200" noProof="0" dirty="0">
                          <a:solidFill>
                            <a:schemeClr val="tx1"/>
                          </a:solidFill>
                        </a:rPr>
                        <a:t>MPP (Massively Parallel Processing) SQL query engine for real-time, interactive querying on Hadoop data.</a:t>
                      </a:r>
                      <a:endParaRPr lang="en-US" b="0" i="0" u="none" strike="noStrik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7317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Real-Time / Stream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467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Spark Streaming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Micro-batch stream processing engine within Apache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922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True stream processing engine with high throughput and low latency.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8312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real-time computation system for event-driven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45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Data Ingestion &amp; Integration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0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Sqoop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Imports/exports structured data between Hadoop and relational databases.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185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Collects and transports large volumes of log or event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661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EC68E-1A8B-E467-8D3D-CE578129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BFAD-F7FC-EB4E-DB73-D0B4611BA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E61DA268-6635-1C98-1674-A7AD4D89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4943444"/>
              </p:ext>
            </p:extLst>
          </p:nvPr>
        </p:nvGraphicFramePr>
        <p:xfrm>
          <a:off x="284163" y="1706563"/>
          <a:ext cx="11069635" cy="48768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86529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8310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Security &amp; Governance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Ranger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Centralized security for authorization, policies, and auditing.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414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Knox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Gateway that provides perimeter security and REST API access to Hadoop.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044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Atlas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Metadata management and data governance framework.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600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Machine Learning &amp; Search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545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Mahout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Scalable machine learning library for classification, clustering,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469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 err="1"/>
                        <a:t>Solr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search platform; supports full-text search on Hadoop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621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Cluster Coordination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539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YARN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Resource management layer for job scheduling and cluster resource utilization.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876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Zookeeper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Coordination service for configuration, synchronization, and leader election.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8205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Serialization &amp; File Formats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57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Avro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Row-based data serialization framework with schema support.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350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Parquet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performance and compression.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076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Hive; enables efficient querying.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344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UI, Workflow &amp; Dev Tools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5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Oozie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Workflow scheduler to orchestrate complex Hadoop jobs.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9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Ambari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 UI for provisioning, monitoring, and managing Hadoop clusters.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297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Web-based user interface for querying and interacting with Hadoop tools.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415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Zeppelin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Interactive data analytics notebook that supports Spark, SQL, and more.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36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2975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CE25-35C5-F8C2-93F3-75E6F478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Final Notes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C69CE-4637-39A9-33A6-B5CFBD5A5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9661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35121-B141-7218-B42D-1A517809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Distributed Processing vs. Massive Parallel Processing (MPP)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3D824-DE25-C32C-01F2-97287FB3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Distributed Processing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General Concept</a:t>
            </a:r>
            <a:r>
              <a:rPr lang="en-US" dirty="0">
                <a:ea typeface="+mn-lt"/>
                <a:cs typeface="+mn-lt"/>
              </a:rPr>
              <a:t>: Any system where multiple computers (or nodes) work together to process data.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Hadoop (MapReduce), Spark, Flink, Storm,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The workload is split into chunks and processed in parallel across multiple machines, each with its own memory and CPU.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Flexible</a:t>
            </a:r>
            <a:r>
              <a:rPr lang="en-US" dirty="0">
                <a:ea typeface="+mn-lt"/>
                <a:cs typeface="+mn-lt"/>
              </a:rPr>
              <a:t>: Can handle a wide range of tasks, not just databases—can be for file processing, stream processing, ML, etc.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MPP (Massively Parallel Processing)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Specific Type of Distributed Processing</a:t>
            </a:r>
            <a:r>
              <a:rPr lang="en-US" dirty="0">
                <a:ea typeface="+mn-lt"/>
                <a:cs typeface="+mn-lt"/>
              </a:rPr>
              <a:t>: Tailored for </a:t>
            </a:r>
            <a:r>
              <a:rPr lang="en-US" b="1" dirty="0">
                <a:ea typeface="+mn-lt"/>
                <a:cs typeface="+mn-lt"/>
              </a:rPr>
              <a:t>databases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>
                <a:ea typeface="+mn-lt"/>
                <a:cs typeface="+mn-lt"/>
              </a:rPr>
              <a:t>query execution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Impala, Amazon Redshift, Google </a:t>
            </a:r>
            <a:r>
              <a:rPr lang="en-US" dirty="0" err="1">
                <a:ea typeface="+mn-lt"/>
                <a:cs typeface="+mn-lt"/>
              </a:rPr>
              <a:t>BigQuery</a:t>
            </a:r>
            <a:r>
              <a:rPr lang="en-US" dirty="0">
                <a:ea typeface="+mn-lt"/>
                <a:cs typeface="+mn-lt"/>
              </a:rPr>
              <a:t>, Greenplum,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Tables are split into partitions and distributed across nodes. Each node processes its chunk </a:t>
            </a:r>
            <a:r>
              <a:rPr lang="en-US" b="1" dirty="0">
                <a:ea typeface="+mn-lt"/>
                <a:cs typeface="+mn-lt"/>
              </a:rPr>
              <a:t>independently and simultaneously</a:t>
            </a:r>
            <a:r>
              <a:rPr lang="en-US" dirty="0">
                <a:ea typeface="+mn-lt"/>
                <a:cs typeface="+mn-lt"/>
              </a:rPr>
              <a:t>, then results are combined.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Optimized for</a:t>
            </a:r>
            <a:r>
              <a:rPr lang="en-US" dirty="0">
                <a:ea typeface="+mn-lt"/>
                <a:cs typeface="+mn-lt"/>
              </a:rPr>
              <a:t>: High-speed SQL queries on big data. Think of it like a turbocharged SQL engine.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84285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7BF8-9EB6-EB2A-6FCA-BB3FE543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Key Differences (Distributed Processing vs. MPP)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49131E5-D272-CD58-3F5C-9B41C4487A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580622"/>
              </p:ext>
            </p:extLst>
          </p:nvPr>
        </p:nvGraphicFramePr>
        <p:xfrm>
          <a:off x="284163" y="1706563"/>
          <a:ext cx="11069637" cy="237744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3689879">
                  <a:extLst>
                    <a:ext uri="{9D8B030D-6E8A-4147-A177-3AD203B41FA5}">
                      <a16:colId xmlns:a16="http://schemas.microsoft.com/office/drawing/2014/main" val="2650493554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707909215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5552604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MPP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Distributed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689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Primary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 query engines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data processing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7816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Analytical queries (OLAP)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Broader workloads (ETL, ML, streaming)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4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Impala, Redshift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Spark, MapReduce, Flink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840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Independence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Nodes work mostly independently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Often requires coordination or intermediate shuffling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5372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A67F442-A4EE-C664-5810-41DD02FE24D6}"/>
              </a:ext>
            </a:extLst>
          </p:cNvPr>
          <p:cNvSpPr txBox="1"/>
          <p:nvPr/>
        </p:nvSpPr>
        <p:spPr>
          <a:xfrm>
            <a:off x="287268" y="4387232"/>
            <a:ext cx="1107799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TL;DR</a:t>
            </a:r>
            <a:r>
              <a:rPr lang="en-US" dirty="0"/>
              <a:t>:</a:t>
            </a:r>
          </a:p>
          <a:p>
            <a:r>
              <a:rPr lang="en-US" b="1" dirty="0"/>
              <a:t>All MPP systems are distributed</a:t>
            </a:r>
            <a:r>
              <a:rPr lang="en-US" dirty="0"/>
              <a:t>, but not all distributed systems are MPP.</a:t>
            </a:r>
            <a:br>
              <a:rPr lang="en-US" dirty="0"/>
            </a:br>
            <a:r>
              <a:rPr lang="en-US" dirty="0"/>
              <a:t>MPP is a specialized, high-performance </a:t>
            </a:r>
            <a:r>
              <a:rPr lang="en-US" b="1" dirty="0"/>
              <a:t>subset</a:t>
            </a:r>
            <a:r>
              <a:rPr lang="en-US" dirty="0"/>
              <a:t> of distributed processing focused on SQL analytics.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39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4797</Words>
  <Application>Microsoft Office PowerPoint</Application>
  <PresentationFormat>Widescreen</PresentationFormat>
  <Paragraphs>484</Paragraphs>
  <Slides>38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39" baseType="lpstr">
      <vt:lpstr>Office Theme</vt:lpstr>
      <vt:lpstr>307401 Big Data and Data Warehouses</vt:lpstr>
      <vt:lpstr>Types of Processing in Computing</vt:lpstr>
      <vt:lpstr>Speedup Concept</vt:lpstr>
      <vt:lpstr>Introduction to Hadoop</vt:lpstr>
      <vt:lpstr>History of Hadoop</vt:lpstr>
      <vt:lpstr>Hadoop Echo System</vt:lpstr>
      <vt:lpstr>HDFS – Hadoop Distributed File System</vt:lpstr>
      <vt:lpstr>YARN, Yet Another Resource Negotiator</vt:lpstr>
      <vt:lpstr>MapReduce</vt:lpstr>
      <vt:lpstr>Real-World Use Case: Log Analysis for Ad Click Fraud Detection</vt:lpstr>
      <vt:lpstr>Apache Hive</vt:lpstr>
      <vt:lpstr>Real-World Use Case: Marketing Campaign Analysis</vt:lpstr>
      <vt:lpstr>Apache PIG – High Level SQL Like Language on top of Hadoop</vt:lpstr>
      <vt:lpstr>Real-World Use Case: Web Log Processing for User Behavior Analysis</vt:lpstr>
      <vt:lpstr>Apache HBase - Distributed Database on top of Hadoop</vt:lpstr>
      <vt:lpstr>Insert Data in HBase</vt:lpstr>
      <vt:lpstr>PowerPoint Presentation</vt:lpstr>
      <vt:lpstr>Real-World Use Case: Messaging Platform – Real-Time Message Storage &amp; Retrieval</vt:lpstr>
      <vt:lpstr>HBase vs Relational DB</vt:lpstr>
      <vt:lpstr>Apache Spark</vt:lpstr>
      <vt:lpstr>MapReduce vs. Spark</vt:lpstr>
      <vt:lpstr>Apache Kafka – Messaging System</vt:lpstr>
      <vt:lpstr>Scenario: E-Commerce Order Processing System</vt:lpstr>
      <vt:lpstr>Kafka Data Structure (Sample Message):</vt:lpstr>
      <vt:lpstr>Kafka Topics</vt:lpstr>
      <vt:lpstr>Kafka Producers</vt:lpstr>
      <vt:lpstr>Kafka Streams / Consumers</vt:lpstr>
      <vt:lpstr>Kafka Streams / Consumers</vt:lpstr>
      <vt:lpstr>Key Advantages of Kafka in This Scenario</vt:lpstr>
      <vt:lpstr>Apache Oozie</vt:lpstr>
      <vt:lpstr>Apache Zookeeper</vt:lpstr>
      <vt:lpstr>Apache Ambari</vt:lpstr>
      <vt:lpstr>Hadoop Components Summary</vt:lpstr>
      <vt:lpstr>MainHadoop Components</vt:lpstr>
      <vt:lpstr>Main Hadoop Components</vt:lpstr>
      <vt:lpstr>Final Notes</vt:lpstr>
      <vt:lpstr>Distributed Processing vs. Massive Parallel Processing (MPP)</vt:lpstr>
      <vt:lpstr>Key Differences (Distributed Processing vs. MPP)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Mohammad Fasha</cp:lastModifiedBy>
  <cp:revision>248</cp:revision>
  <dcterms:created xsi:type="dcterms:W3CDTF">2023-03-26T11:17:23Z</dcterms:created>
  <dcterms:modified xsi:type="dcterms:W3CDTF">2025-03-26T07:36:06Z</dcterms:modified>
</cp:coreProperties>
</file>