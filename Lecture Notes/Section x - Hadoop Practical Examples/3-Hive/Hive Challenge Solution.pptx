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F686B2E6-6923-446B-B7A7-9FDB24E4B40B}"/>
    <pc:docChg chg="addSld modSld">
      <pc:chgData name="Mohammed Fasha" userId="cc64f42d-a1a6-4f08-b97b-0c37f877119f" providerId="ADAL" clId="{F686B2E6-6923-446B-B7A7-9FDB24E4B40B}" dt="2024-07-29T16:48:49.178" v="2" actId="22"/>
      <pc:docMkLst>
        <pc:docMk/>
      </pc:docMkLst>
      <pc:sldChg chg="new">
        <pc:chgData name="Mohammed Fasha" userId="cc64f42d-a1a6-4f08-b97b-0c37f877119f" providerId="ADAL" clId="{F686B2E6-6923-446B-B7A7-9FDB24E4B40B}" dt="2024-07-29T16:48:44.276" v="0" actId="680"/>
        <pc:sldMkLst>
          <pc:docMk/>
          <pc:sldMk cId="3661096015" sldId="256"/>
        </pc:sldMkLst>
      </pc:sldChg>
      <pc:sldChg chg="addSp delSp modSp new mod">
        <pc:chgData name="Mohammed Fasha" userId="cc64f42d-a1a6-4f08-b97b-0c37f877119f" providerId="ADAL" clId="{F686B2E6-6923-446B-B7A7-9FDB24E4B40B}" dt="2024-07-29T16:48:49.178" v="2" actId="22"/>
        <pc:sldMkLst>
          <pc:docMk/>
          <pc:sldMk cId="2627847054" sldId="257"/>
        </pc:sldMkLst>
        <pc:spChg chg="del">
          <ac:chgData name="Mohammed Fasha" userId="cc64f42d-a1a6-4f08-b97b-0c37f877119f" providerId="ADAL" clId="{F686B2E6-6923-446B-B7A7-9FDB24E4B40B}" dt="2024-07-29T16:48:49.178" v="2" actId="22"/>
          <ac:spMkLst>
            <pc:docMk/>
            <pc:sldMk cId="2627847054" sldId="257"/>
            <ac:spMk id="3" creationId="{1E459ADD-55B0-A001-DC27-948727C91201}"/>
          </ac:spMkLst>
        </pc:spChg>
        <pc:picChg chg="add mod ord">
          <ac:chgData name="Mohammed Fasha" userId="cc64f42d-a1a6-4f08-b97b-0c37f877119f" providerId="ADAL" clId="{F686B2E6-6923-446B-B7A7-9FDB24E4B40B}" dt="2024-07-29T16:48:49.178" v="2" actId="22"/>
          <ac:picMkLst>
            <pc:docMk/>
            <pc:sldMk cId="2627847054" sldId="257"/>
            <ac:picMk id="5" creationId="{FCB64A52-8CC1-EF72-3AC3-E9CC1426A4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DCC1-16D2-9318-484E-01B2CC916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4ECDD-FF1D-2AF4-B519-DB78EC3F4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8DDF3-DDE6-9495-B0D0-41DAE778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6B9C2-6F53-60C6-F2D7-D591DC1D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4192-29E8-9A7F-A6D7-BB226A0E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0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A01A-FC0A-9935-6FFF-A68660BB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3CCA-54AA-80C2-8A0B-0B6DFFD71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BBD2-1357-4FB3-BE0E-ECB79224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DDA8B-B797-0F2E-B3E2-BA33749C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1AEF3-5D18-48B5-11A3-3BD21D67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9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BDA9-511C-05D2-25DD-365E6616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C0678-B325-6C35-A3F2-444B550AD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1B65-8196-4A86-8FE3-FEAFFDD0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BF11-8AD2-4C58-ED84-B53892FE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8376E-6DE4-DB8E-89C3-0B7E5794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039C-E590-48AB-C460-F86A3469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9D6DF-F5E4-5068-884E-83E19CD6C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B4097-0487-4656-248F-B8DB7CBEA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0D0B3-9FFC-006E-26CB-9052C185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29771-175E-4BE5-4414-A2B10408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9730B-B044-042F-F5D0-6D47FDF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7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1574-5BE1-65F2-6F85-2E4F6F10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D202A-D87E-F131-224A-F598D4432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9B6A-EA92-1447-5FB1-517249696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67AD6-217E-40E9-5A67-8DE9C19A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CFC7E-D3A7-B6F3-D5EC-664800BF3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1052E-6348-6DC3-EAF4-810F6D3A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E9579-BC05-264A-B850-FA231ED7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E4816-F6F5-E745-80C4-B764201C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2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D2C2-5AE5-9B7A-35A3-496B38C2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0F61A-BA89-9559-C04D-283A850B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FB4EA-E161-D575-2F29-7C04F88E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CAB24-883E-C456-CBC8-638D40BD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92EBB-0A2D-4EE2-B1B4-B42C0A97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23A79-2EEC-FAC0-8593-F7A7BBF6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90EC-DA48-F878-062E-A3A26BBD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6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63E8-306F-C0DC-3CC3-8EBD0A4D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E7D9-5AF2-054A-EF18-46D28FA3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77E6C-B26B-36A1-6663-BB6CCDDBA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C41F6-5F9A-5A5E-902A-8EABAA7C7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94FEC-9D3D-F3EB-E255-D83837BA5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0595-9D05-667E-B99D-76686443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0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3EA2-40D9-3ED1-03F2-A32D2A85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B9EFE6-D8BB-C1C8-3440-7FAC24B50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5EB4B-D0A5-CA36-0F83-7EBF5250E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18A21-B555-C82C-47B1-FBF3BCF3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5D4AA-9EC5-1422-B0A9-FCC46DF1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20D7-63D4-1945-BA70-40033172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6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9806-BC22-B1BF-ED9E-7628DACD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CCC4-93B1-0F20-95A2-F71A37299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CC246-7AB0-1222-A3C8-DD35BEC0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A3D56-36B1-518D-8871-A85EEDDA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6A68-E665-1E44-484E-79F31807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8FF2B-A6B4-D8B7-78DE-1D0E61D81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1A6AC-DAA9-1AFB-DE77-0C8019678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75350-3C3C-1C99-3FF1-D6E5ECE8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F7231-BE30-EDA7-F3BA-8EFC812A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57E8D-6F15-EB8A-5C5D-A08A8621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0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D6D48-C1D1-92BA-8189-1D559F20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8F54-2590-F1AB-36E8-2189B643B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BA3DE-AA14-ECC8-0DDF-63B063855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6B2C2-6A07-49FA-AAF9-B675FBECFA19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A2250-4FD0-75FF-8DD0-4F81FAA60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2ED23-7809-8EA0-30EA-12015C2B7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96201-6ACB-4D76-B9A1-E9C0B3DCD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1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214A-2ABF-06DE-8B5E-3ADC047B26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1E2D9-1996-E957-C4C2-68C4E567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6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C1F9-5388-EAE5-3F68-2DEB0BD7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B64A52-8CC1-EF72-3AC3-E9CC1426A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545" y="1825625"/>
            <a:ext cx="7930910" cy="4351338"/>
          </a:xfrm>
        </p:spPr>
      </p:pic>
    </p:spTree>
    <p:extLst>
      <p:ext uri="{BB962C8B-B14F-4D97-AF65-F5344CB8AC3E}">
        <p14:creationId xmlns:p14="http://schemas.microsoft.com/office/powerpoint/2010/main" val="262784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Fasha</dc:creator>
  <cp:lastModifiedBy>Mohammed Fasha</cp:lastModifiedBy>
  <cp:revision>1</cp:revision>
  <dcterms:created xsi:type="dcterms:W3CDTF">2024-07-29T16:48:42Z</dcterms:created>
  <dcterms:modified xsi:type="dcterms:W3CDTF">2024-07-29T16:48:49Z</dcterms:modified>
</cp:coreProperties>
</file>