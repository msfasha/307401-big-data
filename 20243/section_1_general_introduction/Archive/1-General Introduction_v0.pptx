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455" r:id="rId2"/>
    <p:sldId id="470" r:id="rId3"/>
    <p:sldId id="471" r:id="rId4"/>
    <p:sldId id="492" r:id="rId5"/>
    <p:sldId id="493" r:id="rId6"/>
    <p:sldId id="495" r:id="rId7"/>
    <p:sldId id="461" r:id="rId8"/>
    <p:sldId id="262" r:id="rId9"/>
    <p:sldId id="280" r:id="rId10"/>
    <p:sldId id="462" r:id="rId11"/>
    <p:sldId id="463" r:id="rId12"/>
    <p:sldId id="464" r:id="rId13"/>
    <p:sldId id="465" r:id="rId14"/>
    <p:sldId id="466" r:id="rId15"/>
    <p:sldId id="467" r:id="rId16"/>
    <p:sldId id="468" r:id="rId17"/>
    <p:sldId id="469" r:id="rId18"/>
    <p:sldId id="472" r:id="rId19"/>
    <p:sldId id="476" r:id="rId20"/>
    <p:sldId id="473" r:id="rId21"/>
    <p:sldId id="474" r:id="rId22"/>
    <p:sldId id="475" r:id="rId23"/>
    <p:sldId id="477" r:id="rId24"/>
    <p:sldId id="478" r:id="rId25"/>
    <p:sldId id="479" r:id="rId26"/>
    <p:sldId id="483" r:id="rId27"/>
    <p:sldId id="484" r:id="rId28"/>
    <p:sldId id="257" r:id="rId29"/>
    <p:sldId id="258" r:id="rId30"/>
    <p:sldId id="259" r:id="rId31"/>
    <p:sldId id="260" r:id="rId32"/>
    <p:sldId id="261" r:id="rId33"/>
    <p:sldId id="486" r:id="rId34"/>
    <p:sldId id="26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E0856B-42F7-40B6-BE6F-9BC89E48B27A}" v="348" dt="2024-07-20T20:15:34.9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118" d="100"/>
          <a:sy n="118" d="100"/>
        </p:scale>
        <p:origin x="614"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FDE0856B-42F7-40B6-BE6F-9BC89E48B27A}"/>
    <pc:docChg chg="undo redo custSel addSld delSld modSld sldOrd modMainMaster">
      <pc:chgData name="Mohammed Fasha" userId="cc64f42d-a1a6-4f08-b97b-0c37f877119f" providerId="ADAL" clId="{FDE0856B-42F7-40B6-BE6F-9BC89E48B27A}" dt="2024-07-20T20:18:11.559" v="4851" actId="2696"/>
      <pc:docMkLst>
        <pc:docMk/>
      </pc:docMkLst>
      <pc:sldChg chg="modSp add mod">
        <pc:chgData name="Mohammed Fasha" userId="cc64f42d-a1a6-4f08-b97b-0c37f877119f" providerId="ADAL" clId="{FDE0856B-42F7-40B6-BE6F-9BC89E48B27A}" dt="2024-07-20T09:13:06.147" v="825" actId="207"/>
        <pc:sldMkLst>
          <pc:docMk/>
          <pc:sldMk cId="0" sldId="257"/>
        </pc:sldMkLst>
        <pc:spChg chg="mod">
          <ac:chgData name="Mohammed Fasha" userId="cc64f42d-a1a6-4f08-b97b-0c37f877119f" providerId="ADAL" clId="{FDE0856B-42F7-40B6-BE6F-9BC89E48B27A}" dt="2024-07-20T09:13:06.147" v="825" actId="207"/>
          <ac:spMkLst>
            <pc:docMk/>
            <pc:sldMk cId="0" sldId="257"/>
            <ac:spMk id="3" creationId="{00000000-0000-0000-0000-000000000000}"/>
          </ac:spMkLst>
        </pc:spChg>
      </pc:sldChg>
      <pc:sldChg chg="modSp add mod">
        <pc:chgData name="Mohammed Fasha" userId="cc64f42d-a1a6-4f08-b97b-0c37f877119f" providerId="ADAL" clId="{FDE0856B-42F7-40B6-BE6F-9BC89E48B27A}" dt="2024-07-20T09:38:11.107" v="1093" actId="404"/>
        <pc:sldMkLst>
          <pc:docMk/>
          <pc:sldMk cId="0" sldId="258"/>
        </pc:sldMkLst>
        <pc:spChg chg="mod">
          <ac:chgData name="Mohammed Fasha" userId="cc64f42d-a1a6-4f08-b97b-0c37f877119f" providerId="ADAL" clId="{FDE0856B-42F7-40B6-BE6F-9BC89E48B27A}" dt="2024-07-20T09:38:11.107" v="1093" actId="404"/>
          <ac:spMkLst>
            <pc:docMk/>
            <pc:sldMk cId="0" sldId="258"/>
            <ac:spMk id="3" creationId="{00000000-0000-0000-0000-000000000000}"/>
          </ac:spMkLst>
        </pc:spChg>
      </pc:sldChg>
      <pc:sldChg chg="modSp add mod">
        <pc:chgData name="Mohammed Fasha" userId="cc64f42d-a1a6-4f08-b97b-0c37f877119f" providerId="ADAL" clId="{FDE0856B-42F7-40B6-BE6F-9BC89E48B27A}" dt="2024-07-20T13:09:59.925" v="2579" actId="27636"/>
        <pc:sldMkLst>
          <pc:docMk/>
          <pc:sldMk cId="0" sldId="259"/>
        </pc:sldMkLst>
        <pc:spChg chg="mod">
          <ac:chgData name="Mohammed Fasha" userId="cc64f42d-a1a6-4f08-b97b-0c37f877119f" providerId="ADAL" clId="{FDE0856B-42F7-40B6-BE6F-9BC89E48B27A}" dt="2024-07-20T13:09:59.925" v="2579" actId="27636"/>
          <ac:spMkLst>
            <pc:docMk/>
            <pc:sldMk cId="0" sldId="259"/>
            <ac:spMk id="3" creationId="{00000000-0000-0000-0000-000000000000}"/>
          </ac:spMkLst>
        </pc:spChg>
      </pc:sldChg>
      <pc:sldChg chg="modSp add mod">
        <pc:chgData name="Mohammed Fasha" userId="cc64f42d-a1a6-4f08-b97b-0c37f877119f" providerId="ADAL" clId="{FDE0856B-42F7-40B6-BE6F-9BC89E48B27A}" dt="2024-07-20T13:09:59.929" v="2580" actId="27636"/>
        <pc:sldMkLst>
          <pc:docMk/>
          <pc:sldMk cId="0" sldId="260"/>
        </pc:sldMkLst>
        <pc:spChg chg="mod">
          <ac:chgData name="Mohammed Fasha" userId="cc64f42d-a1a6-4f08-b97b-0c37f877119f" providerId="ADAL" clId="{FDE0856B-42F7-40B6-BE6F-9BC89E48B27A}" dt="2024-07-20T13:09:59.929" v="2580" actId="27636"/>
          <ac:spMkLst>
            <pc:docMk/>
            <pc:sldMk cId="0" sldId="260"/>
            <ac:spMk id="3" creationId="{00000000-0000-0000-0000-000000000000}"/>
          </ac:spMkLst>
        </pc:spChg>
      </pc:sldChg>
      <pc:sldChg chg="modSp add mod">
        <pc:chgData name="Mohammed Fasha" userId="cc64f42d-a1a6-4f08-b97b-0c37f877119f" providerId="ADAL" clId="{FDE0856B-42F7-40B6-BE6F-9BC89E48B27A}" dt="2024-07-20T09:37:24.917" v="1076" actId="404"/>
        <pc:sldMkLst>
          <pc:docMk/>
          <pc:sldMk cId="0" sldId="261"/>
        </pc:sldMkLst>
        <pc:spChg chg="mod">
          <ac:chgData name="Mohammed Fasha" userId="cc64f42d-a1a6-4f08-b97b-0c37f877119f" providerId="ADAL" clId="{FDE0856B-42F7-40B6-BE6F-9BC89E48B27A}" dt="2024-07-20T09:37:24.917" v="1076" actId="404"/>
          <ac:spMkLst>
            <pc:docMk/>
            <pc:sldMk cId="0" sldId="261"/>
            <ac:spMk id="3" creationId="{00000000-0000-0000-0000-000000000000}"/>
          </ac:spMkLst>
        </pc:spChg>
      </pc:sldChg>
      <pc:sldChg chg="add modAnim">
        <pc:chgData name="Mohammed Fasha" userId="cc64f42d-a1a6-4f08-b97b-0c37f877119f" providerId="ADAL" clId="{FDE0856B-42F7-40B6-BE6F-9BC89E48B27A}" dt="2024-07-20T12:21:38.336" v="1778"/>
        <pc:sldMkLst>
          <pc:docMk/>
          <pc:sldMk cId="1985314172" sldId="262"/>
        </pc:sldMkLst>
      </pc:sldChg>
      <pc:sldChg chg="addSp delSp modSp add del mod modClrScheme chgLayout">
        <pc:chgData name="Mohammed Fasha" userId="cc64f42d-a1a6-4f08-b97b-0c37f877119f" providerId="ADAL" clId="{FDE0856B-42F7-40B6-BE6F-9BC89E48B27A}" dt="2024-07-20T11:31:18.997" v="1116" actId="2696"/>
        <pc:sldMkLst>
          <pc:docMk/>
          <pc:sldMk cId="2397760901" sldId="262"/>
        </pc:sldMkLst>
        <pc:spChg chg="del mod">
          <ac:chgData name="Mohammed Fasha" userId="cc64f42d-a1a6-4f08-b97b-0c37f877119f" providerId="ADAL" clId="{FDE0856B-42F7-40B6-BE6F-9BC89E48B27A}" dt="2024-07-20T06:52:53.138" v="166" actId="478"/>
          <ac:spMkLst>
            <pc:docMk/>
            <pc:sldMk cId="2397760901" sldId="262"/>
            <ac:spMk id="2" creationId="{00000000-0000-0000-0000-000000000000}"/>
          </ac:spMkLst>
        </pc:spChg>
        <pc:spChg chg="mod ord">
          <ac:chgData name="Mohammed Fasha" userId="cc64f42d-a1a6-4f08-b97b-0c37f877119f" providerId="ADAL" clId="{FDE0856B-42F7-40B6-BE6F-9BC89E48B27A}" dt="2024-07-20T06:55:07.072" v="231" actId="700"/>
          <ac:spMkLst>
            <pc:docMk/>
            <pc:sldMk cId="2397760901" sldId="262"/>
            <ac:spMk id="3" creationId="{00000000-0000-0000-0000-000000000000}"/>
          </ac:spMkLst>
        </pc:spChg>
        <pc:spChg chg="mod ord">
          <ac:chgData name="Mohammed Fasha" userId="cc64f42d-a1a6-4f08-b97b-0c37f877119f" providerId="ADAL" clId="{FDE0856B-42F7-40B6-BE6F-9BC89E48B27A}" dt="2024-07-20T06:55:07.072" v="231" actId="700"/>
          <ac:spMkLst>
            <pc:docMk/>
            <pc:sldMk cId="2397760901" sldId="262"/>
            <ac:spMk id="4" creationId="{00000000-0000-0000-0000-000000000000}"/>
          </ac:spMkLst>
        </pc:spChg>
        <pc:spChg chg="del mod">
          <ac:chgData name="Mohammed Fasha" userId="cc64f42d-a1a6-4f08-b97b-0c37f877119f" providerId="ADAL" clId="{FDE0856B-42F7-40B6-BE6F-9BC89E48B27A}" dt="2024-07-20T06:52:56.883" v="167" actId="478"/>
          <ac:spMkLst>
            <pc:docMk/>
            <pc:sldMk cId="2397760901" sldId="262"/>
            <ac:spMk id="5" creationId="{00000000-0000-0000-0000-000000000000}"/>
          </ac:spMkLst>
        </pc:spChg>
        <pc:spChg chg="add mod ord">
          <ac:chgData name="Mohammed Fasha" userId="cc64f42d-a1a6-4f08-b97b-0c37f877119f" providerId="ADAL" clId="{FDE0856B-42F7-40B6-BE6F-9BC89E48B27A}" dt="2024-07-20T06:55:07.072" v="231" actId="700"/>
          <ac:spMkLst>
            <pc:docMk/>
            <pc:sldMk cId="2397760901" sldId="262"/>
            <ac:spMk id="6" creationId="{9EF4B23E-763A-7B5E-0DD5-6CE8A62BA065}"/>
          </ac:spMkLst>
        </pc:spChg>
        <pc:spChg chg="mod ord">
          <ac:chgData name="Mohammed Fasha" userId="cc64f42d-a1a6-4f08-b97b-0c37f877119f" providerId="ADAL" clId="{FDE0856B-42F7-40B6-BE6F-9BC89E48B27A}" dt="2024-07-20T06:55:07.072" v="231" actId="700"/>
          <ac:spMkLst>
            <pc:docMk/>
            <pc:sldMk cId="2397760901" sldId="262"/>
            <ac:spMk id="9" creationId="{00000000-0000-0000-0000-000000000000}"/>
          </ac:spMkLst>
        </pc:spChg>
      </pc:sldChg>
      <pc:sldChg chg="modSp add mod">
        <pc:chgData name="Mohammed Fasha" userId="cc64f42d-a1a6-4f08-b97b-0c37f877119f" providerId="ADAL" clId="{FDE0856B-42F7-40B6-BE6F-9BC89E48B27A}" dt="2024-07-20T12:16:12.503" v="1650" actId="179"/>
        <pc:sldMkLst>
          <pc:docMk/>
          <pc:sldMk cId="0" sldId="263"/>
        </pc:sldMkLst>
        <pc:spChg chg="mod">
          <ac:chgData name="Mohammed Fasha" userId="cc64f42d-a1a6-4f08-b97b-0c37f877119f" providerId="ADAL" clId="{FDE0856B-42F7-40B6-BE6F-9BC89E48B27A}" dt="2024-07-20T12:16:12.503" v="1650" actId="179"/>
          <ac:spMkLst>
            <pc:docMk/>
            <pc:sldMk cId="0" sldId="263"/>
            <ac:spMk id="3" creationId="{00000000-0000-0000-0000-000000000000}"/>
          </ac:spMkLst>
        </pc:spChg>
      </pc:sldChg>
      <pc:sldChg chg="add del">
        <pc:chgData name="Mohammed Fasha" userId="cc64f42d-a1a6-4f08-b97b-0c37f877119f" providerId="ADAL" clId="{FDE0856B-42F7-40B6-BE6F-9BC89E48B27A}" dt="2024-07-20T11:43:20.329" v="1183" actId="47"/>
        <pc:sldMkLst>
          <pc:docMk/>
          <pc:sldMk cId="0" sldId="264"/>
        </pc:sldMkLst>
      </pc:sldChg>
      <pc:sldChg chg="add del">
        <pc:chgData name="Mohammed Fasha" userId="cc64f42d-a1a6-4f08-b97b-0c37f877119f" providerId="ADAL" clId="{FDE0856B-42F7-40B6-BE6F-9BC89E48B27A}" dt="2024-07-20T11:43:25.581" v="1184" actId="47"/>
        <pc:sldMkLst>
          <pc:docMk/>
          <pc:sldMk cId="0" sldId="265"/>
        </pc:sldMkLst>
      </pc:sldChg>
      <pc:sldChg chg="del">
        <pc:chgData name="Mohammed Fasha" userId="cc64f42d-a1a6-4f08-b97b-0c37f877119f" providerId="ADAL" clId="{FDE0856B-42F7-40B6-BE6F-9BC89E48B27A}" dt="2024-07-20T06:26:10.787" v="55" actId="2696"/>
        <pc:sldMkLst>
          <pc:docMk/>
          <pc:sldMk cId="89912501" sldId="274"/>
        </pc:sldMkLst>
      </pc:sldChg>
      <pc:sldChg chg="addSp delSp modSp add del mod modClrScheme chgLayout">
        <pc:chgData name="Mohammed Fasha" userId="cc64f42d-a1a6-4f08-b97b-0c37f877119f" providerId="ADAL" clId="{FDE0856B-42F7-40B6-BE6F-9BC89E48B27A}" dt="2024-07-20T11:31:18.997" v="1116" actId="2696"/>
        <pc:sldMkLst>
          <pc:docMk/>
          <pc:sldMk cId="902915692" sldId="280"/>
        </pc:sldMkLst>
        <pc:spChg chg="add del">
          <ac:chgData name="Mohammed Fasha" userId="cc64f42d-a1a6-4f08-b97b-0c37f877119f" providerId="ADAL" clId="{FDE0856B-42F7-40B6-BE6F-9BC89E48B27A}" dt="2024-07-20T06:54:58.160" v="229" actId="478"/>
          <ac:spMkLst>
            <pc:docMk/>
            <pc:sldMk cId="902915692" sldId="280"/>
            <ac:spMk id="2" creationId="{00000000-0000-0000-0000-000000000000}"/>
          </ac:spMkLst>
        </pc:spChg>
        <pc:spChg chg="mod ord">
          <ac:chgData name="Mohammed Fasha" userId="cc64f42d-a1a6-4f08-b97b-0c37f877119f" providerId="ADAL" clId="{FDE0856B-42F7-40B6-BE6F-9BC89E48B27A}" dt="2024-07-20T06:54:50.971" v="226" actId="700"/>
          <ac:spMkLst>
            <pc:docMk/>
            <pc:sldMk cId="902915692" sldId="280"/>
            <ac:spMk id="3" creationId="{00000000-0000-0000-0000-000000000000}"/>
          </ac:spMkLst>
        </pc:spChg>
        <pc:spChg chg="mod ord">
          <ac:chgData name="Mohammed Fasha" userId="cc64f42d-a1a6-4f08-b97b-0c37f877119f" providerId="ADAL" clId="{FDE0856B-42F7-40B6-BE6F-9BC89E48B27A}" dt="2024-07-20T06:54:50.971" v="226" actId="700"/>
          <ac:spMkLst>
            <pc:docMk/>
            <pc:sldMk cId="902915692" sldId="280"/>
            <ac:spMk id="4" creationId="{00000000-0000-0000-0000-000000000000}"/>
          </ac:spMkLst>
        </pc:spChg>
        <pc:spChg chg="mod ord">
          <ac:chgData name="Mohammed Fasha" userId="cc64f42d-a1a6-4f08-b97b-0c37f877119f" providerId="ADAL" clId="{FDE0856B-42F7-40B6-BE6F-9BC89E48B27A}" dt="2024-07-20T06:54:50.971" v="226" actId="700"/>
          <ac:spMkLst>
            <pc:docMk/>
            <pc:sldMk cId="902915692" sldId="280"/>
            <ac:spMk id="5" creationId="{00000000-0000-0000-0000-000000000000}"/>
          </ac:spMkLst>
        </pc:spChg>
        <pc:graphicFrameChg chg="modGraphic">
          <ac:chgData name="Mohammed Fasha" userId="cc64f42d-a1a6-4f08-b97b-0c37f877119f" providerId="ADAL" clId="{FDE0856B-42F7-40B6-BE6F-9BC89E48B27A}" dt="2024-07-20T06:54:50.964" v="225" actId="404"/>
          <ac:graphicFrameMkLst>
            <pc:docMk/>
            <pc:sldMk cId="902915692" sldId="280"/>
            <ac:graphicFrameMk id="6" creationId="{00000000-0000-0000-0000-000000000000}"/>
          </ac:graphicFrameMkLst>
        </pc:graphicFrameChg>
      </pc:sldChg>
      <pc:sldChg chg="addSp delSp modSp add mod chgLayout">
        <pc:chgData name="Mohammed Fasha" userId="cc64f42d-a1a6-4f08-b97b-0c37f877119f" providerId="ADAL" clId="{FDE0856B-42F7-40B6-BE6F-9BC89E48B27A}" dt="2024-07-20T13:06:48.028" v="2557" actId="14100"/>
        <pc:sldMkLst>
          <pc:docMk/>
          <pc:sldMk cId="3982709017" sldId="280"/>
        </pc:sldMkLst>
        <pc:spChg chg="mod ord">
          <ac:chgData name="Mohammed Fasha" userId="cc64f42d-a1a6-4f08-b97b-0c37f877119f" providerId="ADAL" clId="{FDE0856B-42F7-40B6-BE6F-9BC89E48B27A}" dt="2024-07-20T13:06:08.345" v="2505" actId="700"/>
          <ac:spMkLst>
            <pc:docMk/>
            <pc:sldMk cId="3982709017" sldId="280"/>
            <ac:spMk id="3" creationId="{00000000-0000-0000-0000-000000000000}"/>
          </ac:spMkLst>
        </pc:spChg>
        <pc:spChg chg="mod ord">
          <ac:chgData name="Mohammed Fasha" userId="cc64f42d-a1a6-4f08-b97b-0c37f877119f" providerId="ADAL" clId="{FDE0856B-42F7-40B6-BE6F-9BC89E48B27A}" dt="2024-07-20T13:06:08.345" v="2505" actId="700"/>
          <ac:spMkLst>
            <pc:docMk/>
            <pc:sldMk cId="3982709017" sldId="280"/>
            <ac:spMk id="4" creationId="{00000000-0000-0000-0000-000000000000}"/>
          </ac:spMkLst>
        </pc:spChg>
        <pc:spChg chg="add mod ord">
          <ac:chgData name="Mohammed Fasha" userId="cc64f42d-a1a6-4f08-b97b-0c37f877119f" providerId="ADAL" clId="{FDE0856B-42F7-40B6-BE6F-9BC89E48B27A}" dt="2024-07-20T13:06:45.259" v="2556" actId="20577"/>
          <ac:spMkLst>
            <pc:docMk/>
            <pc:sldMk cId="3982709017" sldId="280"/>
            <ac:spMk id="7" creationId="{9A728815-96F1-EDB0-B7BA-24153F3807DF}"/>
          </ac:spMkLst>
        </pc:spChg>
        <pc:spChg chg="add del mod ord">
          <ac:chgData name="Mohammed Fasha" userId="cc64f42d-a1a6-4f08-b97b-0c37f877119f" providerId="ADAL" clId="{FDE0856B-42F7-40B6-BE6F-9BC89E48B27A}" dt="2024-07-20T13:06:34.958" v="2521"/>
          <ac:spMkLst>
            <pc:docMk/>
            <pc:sldMk cId="3982709017" sldId="280"/>
            <ac:spMk id="8" creationId="{B6E67910-ECB2-AB9D-10C7-E557E9C07C74}"/>
          </ac:spMkLst>
        </pc:spChg>
        <pc:graphicFrameChg chg="del mod modGraphic">
          <ac:chgData name="Mohammed Fasha" userId="cc64f42d-a1a6-4f08-b97b-0c37f877119f" providerId="ADAL" clId="{FDE0856B-42F7-40B6-BE6F-9BC89E48B27A}" dt="2024-07-20T12:26:59.956" v="1799" actId="478"/>
          <ac:graphicFrameMkLst>
            <pc:docMk/>
            <pc:sldMk cId="3982709017" sldId="280"/>
            <ac:graphicFrameMk id="2" creationId="{ECA55FFA-E160-68B1-DA76-B8EB040F8270}"/>
          </ac:graphicFrameMkLst>
        </pc:graphicFrameChg>
        <pc:picChg chg="add del mod">
          <ac:chgData name="Mohammed Fasha" userId="cc64f42d-a1a6-4f08-b97b-0c37f877119f" providerId="ADAL" clId="{FDE0856B-42F7-40B6-BE6F-9BC89E48B27A}" dt="2024-07-20T13:06:32.702" v="2520" actId="21"/>
          <ac:picMkLst>
            <pc:docMk/>
            <pc:sldMk cId="3982709017" sldId="280"/>
            <ac:picMk id="6" creationId="{0B3246DF-0025-AC73-955C-1807080961CE}"/>
          </ac:picMkLst>
        </pc:picChg>
        <pc:picChg chg="add mod">
          <ac:chgData name="Mohammed Fasha" userId="cc64f42d-a1a6-4f08-b97b-0c37f877119f" providerId="ADAL" clId="{FDE0856B-42F7-40B6-BE6F-9BC89E48B27A}" dt="2024-07-20T13:06:48.028" v="2557" actId="14100"/>
          <ac:picMkLst>
            <pc:docMk/>
            <pc:sldMk cId="3982709017" sldId="280"/>
            <ac:picMk id="9" creationId="{0B3246DF-0025-AC73-955C-1807080961CE}"/>
          </ac:picMkLst>
        </pc:picChg>
      </pc:sldChg>
      <pc:sldChg chg="addSp delSp modSp add del mod">
        <pc:chgData name="Mohammed Fasha" userId="cc64f42d-a1a6-4f08-b97b-0c37f877119f" providerId="ADAL" clId="{FDE0856B-42F7-40B6-BE6F-9BC89E48B27A}" dt="2024-07-20T12:22:00.145" v="1780" actId="2696"/>
        <pc:sldMkLst>
          <pc:docMk/>
          <pc:sldMk cId="4077070545" sldId="280"/>
        </pc:sldMkLst>
        <pc:spChg chg="del">
          <ac:chgData name="Mohammed Fasha" userId="cc64f42d-a1a6-4f08-b97b-0c37f877119f" providerId="ADAL" clId="{FDE0856B-42F7-40B6-BE6F-9BC89E48B27A}" dt="2024-07-20T11:38:03.219" v="1121" actId="478"/>
          <ac:spMkLst>
            <pc:docMk/>
            <pc:sldMk cId="4077070545" sldId="280"/>
            <ac:spMk id="5" creationId="{00000000-0000-0000-0000-000000000000}"/>
          </ac:spMkLst>
        </pc:spChg>
        <pc:graphicFrameChg chg="add mod modGraphic">
          <ac:chgData name="Mohammed Fasha" userId="cc64f42d-a1a6-4f08-b97b-0c37f877119f" providerId="ADAL" clId="{FDE0856B-42F7-40B6-BE6F-9BC89E48B27A}" dt="2024-07-20T11:39:12.110" v="1137" actId="1076"/>
          <ac:graphicFrameMkLst>
            <pc:docMk/>
            <pc:sldMk cId="4077070545" sldId="280"/>
            <ac:graphicFrameMk id="2" creationId="{ECA55FFA-E160-68B1-DA76-B8EB040F8270}"/>
          </ac:graphicFrameMkLst>
        </pc:graphicFrameChg>
        <pc:graphicFrameChg chg="del modGraphic">
          <ac:chgData name="Mohammed Fasha" userId="cc64f42d-a1a6-4f08-b97b-0c37f877119f" providerId="ADAL" clId="{FDE0856B-42F7-40B6-BE6F-9BC89E48B27A}" dt="2024-07-20T11:38:00.436" v="1120" actId="478"/>
          <ac:graphicFrameMkLst>
            <pc:docMk/>
            <pc:sldMk cId="4077070545" sldId="280"/>
            <ac:graphicFrameMk id="6" creationId="{00000000-0000-0000-0000-000000000000}"/>
          </ac:graphicFrameMkLst>
        </pc:graphicFrameChg>
      </pc:sldChg>
      <pc:sldChg chg="del">
        <pc:chgData name="Mohammed Fasha" userId="cc64f42d-a1a6-4f08-b97b-0c37f877119f" providerId="ADAL" clId="{FDE0856B-42F7-40B6-BE6F-9BC89E48B27A}" dt="2024-07-20T06:26:10.787" v="55" actId="2696"/>
        <pc:sldMkLst>
          <pc:docMk/>
          <pc:sldMk cId="1847087325" sldId="283"/>
        </pc:sldMkLst>
      </pc:sldChg>
      <pc:sldChg chg="del">
        <pc:chgData name="Mohammed Fasha" userId="cc64f42d-a1a6-4f08-b97b-0c37f877119f" providerId="ADAL" clId="{FDE0856B-42F7-40B6-BE6F-9BC89E48B27A}" dt="2024-07-20T06:26:10.787" v="55" actId="2696"/>
        <pc:sldMkLst>
          <pc:docMk/>
          <pc:sldMk cId="771290671" sldId="284"/>
        </pc:sldMkLst>
      </pc:sldChg>
      <pc:sldChg chg="del">
        <pc:chgData name="Mohammed Fasha" userId="cc64f42d-a1a6-4f08-b97b-0c37f877119f" providerId="ADAL" clId="{FDE0856B-42F7-40B6-BE6F-9BC89E48B27A}" dt="2024-07-20T06:26:10.787" v="55" actId="2696"/>
        <pc:sldMkLst>
          <pc:docMk/>
          <pc:sldMk cId="1234327519" sldId="287"/>
        </pc:sldMkLst>
      </pc:sldChg>
      <pc:sldChg chg="del">
        <pc:chgData name="Mohammed Fasha" userId="cc64f42d-a1a6-4f08-b97b-0c37f877119f" providerId="ADAL" clId="{FDE0856B-42F7-40B6-BE6F-9BC89E48B27A}" dt="2024-07-20T06:26:10.787" v="55" actId="2696"/>
        <pc:sldMkLst>
          <pc:docMk/>
          <pc:sldMk cId="3304405524" sldId="292"/>
        </pc:sldMkLst>
      </pc:sldChg>
      <pc:sldChg chg="del">
        <pc:chgData name="Mohammed Fasha" userId="cc64f42d-a1a6-4f08-b97b-0c37f877119f" providerId="ADAL" clId="{FDE0856B-42F7-40B6-BE6F-9BC89E48B27A}" dt="2024-07-20T06:26:10.787" v="55" actId="2696"/>
        <pc:sldMkLst>
          <pc:docMk/>
          <pc:sldMk cId="1217643332" sldId="294"/>
        </pc:sldMkLst>
      </pc:sldChg>
      <pc:sldChg chg="del">
        <pc:chgData name="Mohammed Fasha" userId="cc64f42d-a1a6-4f08-b97b-0c37f877119f" providerId="ADAL" clId="{FDE0856B-42F7-40B6-BE6F-9BC89E48B27A}" dt="2024-07-20T06:26:10.787" v="55" actId="2696"/>
        <pc:sldMkLst>
          <pc:docMk/>
          <pc:sldMk cId="3526654973" sldId="295"/>
        </pc:sldMkLst>
      </pc:sldChg>
      <pc:sldChg chg="del">
        <pc:chgData name="Mohammed Fasha" userId="cc64f42d-a1a6-4f08-b97b-0c37f877119f" providerId="ADAL" clId="{FDE0856B-42F7-40B6-BE6F-9BC89E48B27A}" dt="2024-07-20T06:26:10.787" v="55" actId="2696"/>
        <pc:sldMkLst>
          <pc:docMk/>
          <pc:sldMk cId="0" sldId="300"/>
        </pc:sldMkLst>
      </pc:sldChg>
      <pc:sldChg chg="del">
        <pc:chgData name="Mohammed Fasha" userId="cc64f42d-a1a6-4f08-b97b-0c37f877119f" providerId="ADAL" clId="{FDE0856B-42F7-40B6-BE6F-9BC89E48B27A}" dt="2024-07-20T06:26:10.787" v="55" actId="2696"/>
        <pc:sldMkLst>
          <pc:docMk/>
          <pc:sldMk cId="0" sldId="301"/>
        </pc:sldMkLst>
      </pc:sldChg>
      <pc:sldChg chg="del">
        <pc:chgData name="Mohammed Fasha" userId="cc64f42d-a1a6-4f08-b97b-0c37f877119f" providerId="ADAL" clId="{FDE0856B-42F7-40B6-BE6F-9BC89E48B27A}" dt="2024-07-20T06:26:10.787" v="55" actId="2696"/>
        <pc:sldMkLst>
          <pc:docMk/>
          <pc:sldMk cId="0" sldId="304"/>
        </pc:sldMkLst>
      </pc:sldChg>
      <pc:sldChg chg="del">
        <pc:chgData name="Mohammed Fasha" userId="cc64f42d-a1a6-4f08-b97b-0c37f877119f" providerId="ADAL" clId="{FDE0856B-42F7-40B6-BE6F-9BC89E48B27A}" dt="2024-07-20T06:26:10.787" v="55" actId="2696"/>
        <pc:sldMkLst>
          <pc:docMk/>
          <pc:sldMk cId="0" sldId="314"/>
        </pc:sldMkLst>
      </pc:sldChg>
      <pc:sldChg chg="del">
        <pc:chgData name="Mohammed Fasha" userId="cc64f42d-a1a6-4f08-b97b-0c37f877119f" providerId="ADAL" clId="{FDE0856B-42F7-40B6-BE6F-9BC89E48B27A}" dt="2024-07-20T06:26:10.787" v="55" actId="2696"/>
        <pc:sldMkLst>
          <pc:docMk/>
          <pc:sldMk cId="2362708721" sldId="321"/>
        </pc:sldMkLst>
      </pc:sldChg>
      <pc:sldChg chg="del">
        <pc:chgData name="Mohammed Fasha" userId="cc64f42d-a1a6-4f08-b97b-0c37f877119f" providerId="ADAL" clId="{FDE0856B-42F7-40B6-BE6F-9BC89E48B27A}" dt="2024-07-20T06:26:10.787" v="55" actId="2696"/>
        <pc:sldMkLst>
          <pc:docMk/>
          <pc:sldMk cId="1477953107" sldId="324"/>
        </pc:sldMkLst>
      </pc:sldChg>
      <pc:sldChg chg="del">
        <pc:chgData name="Mohammed Fasha" userId="cc64f42d-a1a6-4f08-b97b-0c37f877119f" providerId="ADAL" clId="{FDE0856B-42F7-40B6-BE6F-9BC89E48B27A}" dt="2024-07-20T06:26:10.787" v="55" actId="2696"/>
        <pc:sldMkLst>
          <pc:docMk/>
          <pc:sldMk cId="1624740157" sldId="346"/>
        </pc:sldMkLst>
      </pc:sldChg>
      <pc:sldChg chg="del">
        <pc:chgData name="Mohammed Fasha" userId="cc64f42d-a1a6-4f08-b97b-0c37f877119f" providerId="ADAL" clId="{FDE0856B-42F7-40B6-BE6F-9BC89E48B27A}" dt="2024-07-20T06:26:10.787" v="55" actId="2696"/>
        <pc:sldMkLst>
          <pc:docMk/>
          <pc:sldMk cId="1093295885" sldId="365"/>
        </pc:sldMkLst>
      </pc:sldChg>
      <pc:sldChg chg="del">
        <pc:chgData name="Mohammed Fasha" userId="cc64f42d-a1a6-4f08-b97b-0c37f877119f" providerId="ADAL" clId="{FDE0856B-42F7-40B6-BE6F-9BC89E48B27A}" dt="2024-07-20T06:26:10.787" v="55" actId="2696"/>
        <pc:sldMkLst>
          <pc:docMk/>
          <pc:sldMk cId="3638528156" sldId="366"/>
        </pc:sldMkLst>
      </pc:sldChg>
      <pc:sldChg chg="del">
        <pc:chgData name="Mohammed Fasha" userId="cc64f42d-a1a6-4f08-b97b-0c37f877119f" providerId="ADAL" clId="{FDE0856B-42F7-40B6-BE6F-9BC89E48B27A}" dt="2024-07-20T06:26:10.787" v="55" actId="2696"/>
        <pc:sldMkLst>
          <pc:docMk/>
          <pc:sldMk cId="2714000580" sldId="367"/>
        </pc:sldMkLst>
      </pc:sldChg>
      <pc:sldChg chg="del">
        <pc:chgData name="Mohammed Fasha" userId="cc64f42d-a1a6-4f08-b97b-0c37f877119f" providerId="ADAL" clId="{FDE0856B-42F7-40B6-BE6F-9BC89E48B27A}" dt="2024-07-20T06:26:10.787" v="55" actId="2696"/>
        <pc:sldMkLst>
          <pc:docMk/>
          <pc:sldMk cId="4103125789" sldId="368"/>
        </pc:sldMkLst>
      </pc:sldChg>
      <pc:sldChg chg="del">
        <pc:chgData name="Mohammed Fasha" userId="cc64f42d-a1a6-4f08-b97b-0c37f877119f" providerId="ADAL" clId="{FDE0856B-42F7-40B6-BE6F-9BC89E48B27A}" dt="2024-07-20T06:26:10.787" v="55" actId="2696"/>
        <pc:sldMkLst>
          <pc:docMk/>
          <pc:sldMk cId="3243173744" sldId="369"/>
        </pc:sldMkLst>
      </pc:sldChg>
      <pc:sldChg chg="del">
        <pc:chgData name="Mohammed Fasha" userId="cc64f42d-a1a6-4f08-b97b-0c37f877119f" providerId="ADAL" clId="{FDE0856B-42F7-40B6-BE6F-9BC89E48B27A}" dt="2024-07-20T06:26:10.787" v="55" actId="2696"/>
        <pc:sldMkLst>
          <pc:docMk/>
          <pc:sldMk cId="533099717" sldId="370"/>
        </pc:sldMkLst>
      </pc:sldChg>
      <pc:sldChg chg="del">
        <pc:chgData name="Mohammed Fasha" userId="cc64f42d-a1a6-4f08-b97b-0c37f877119f" providerId="ADAL" clId="{FDE0856B-42F7-40B6-BE6F-9BC89E48B27A}" dt="2024-07-20T06:26:10.787" v="55" actId="2696"/>
        <pc:sldMkLst>
          <pc:docMk/>
          <pc:sldMk cId="403304745" sldId="371"/>
        </pc:sldMkLst>
      </pc:sldChg>
      <pc:sldChg chg="del">
        <pc:chgData name="Mohammed Fasha" userId="cc64f42d-a1a6-4f08-b97b-0c37f877119f" providerId="ADAL" clId="{FDE0856B-42F7-40B6-BE6F-9BC89E48B27A}" dt="2024-07-20T06:26:10.787" v="55" actId="2696"/>
        <pc:sldMkLst>
          <pc:docMk/>
          <pc:sldMk cId="1274929313" sldId="372"/>
        </pc:sldMkLst>
      </pc:sldChg>
      <pc:sldChg chg="del">
        <pc:chgData name="Mohammed Fasha" userId="cc64f42d-a1a6-4f08-b97b-0c37f877119f" providerId="ADAL" clId="{FDE0856B-42F7-40B6-BE6F-9BC89E48B27A}" dt="2024-07-20T06:26:10.787" v="55" actId="2696"/>
        <pc:sldMkLst>
          <pc:docMk/>
          <pc:sldMk cId="3412111298" sldId="376"/>
        </pc:sldMkLst>
      </pc:sldChg>
      <pc:sldChg chg="del">
        <pc:chgData name="Mohammed Fasha" userId="cc64f42d-a1a6-4f08-b97b-0c37f877119f" providerId="ADAL" clId="{FDE0856B-42F7-40B6-BE6F-9BC89E48B27A}" dt="2024-07-20T06:26:10.787" v="55" actId="2696"/>
        <pc:sldMkLst>
          <pc:docMk/>
          <pc:sldMk cId="3601872685" sldId="382"/>
        </pc:sldMkLst>
      </pc:sldChg>
      <pc:sldChg chg="del">
        <pc:chgData name="Mohammed Fasha" userId="cc64f42d-a1a6-4f08-b97b-0c37f877119f" providerId="ADAL" clId="{FDE0856B-42F7-40B6-BE6F-9BC89E48B27A}" dt="2024-07-20T06:26:10.787" v="55" actId="2696"/>
        <pc:sldMkLst>
          <pc:docMk/>
          <pc:sldMk cId="215899539" sldId="384"/>
        </pc:sldMkLst>
      </pc:sldChg>
      <pc:sldChg chg="del">
        <pc:chgData name="Mohammed Fasha" userId="cc64f42d-a1a6-4f08-b97b-0c37f877119f" providerId="ADAL" clId="{FDE0856B-42F7-40B6-BE6F-9BC89E48B27A}" dt="2024-07-20T06:26:10.787" v="55" actId="2696"/>
        <pc:sldMkLst>
          <pc:docMk/>
          <pc:sldMk cId="2001631854" sldId="390"/>
        </pc:sldMkLst>
      </pc:sldChg>
      <pc:sldChg chg="addSp delSp modSp del mod">
        <pc:chgData name="Mohammed Fasha" userId="cc64f42d-a1a6-4f08-b97b-0c37f877119f" providerId="ADAL" clId="{FDE0856B-42F7-40B6-BE6F-9BC89E48B27A}" dt="2024-07-20T06:26:18.778" v="59" actId="2696"/>
        <pc:sldMkLst>
          <pc:docMk/>
          <pc:sldMk cId="3645272911" sldId="392"/>
        </pc:sldMkLst>
        <pc:spChg chg="mod">
          <ac:chgData name="Mohammed Fasha" userId="cc64f42d-a1a6-4f08-b97b-0c37f877119f" providerId="ADAL" clId="{FDE0856B-42F7-40B6-BE6F-9BC89E48B27A}" dt="2024-07-20T06:26:13.731" v="56" actId="21"/>
          <ac:spMkLst>
            <pc:docMk/>
            <pc:sldMk cId="3645272911" sldId="392"/>
            <ac:spMk id="3" creationId="{76156C21-AC52-833C-E3BE-ADFDC02E22E3}"/>
          </ac:spMkLst>
        </pc:spChg>
        <pc:picChg chg="del">
          <ac:chgData name="Mohammed Fasha" userId="cc64f42d-a1a6-4f08-b97b-0c37f877119f" providerId="ADAL" clId="{FDE0856B-42F7-40B6-BE6F-9BC89E48B27A}" dt="2024-07-20T06:23:52.572" v="41" actId="21"/>
          <ac:picMkLst>
            <pc:docMk/>
            <pc:sldMk cId="3645272911" sldId="392"/>
            <ac:picMk id="5" creationId="{66567EE9-62A1-E562-E899-9A87FFAD7515}"/>
          </ac:picMkLst>
        </pc:picChg>
        <pc:picChg chg="add del mod">
          <ac:chgData name="Mohammed Fasha" userId="cc64f42d-a1a6-4f08-b97b-0c37f877119f" providerId="ADAL" clId="{FDE0856B-42F7-40B6-BE6F-9BC89E48B27A}" dt="2024-07-20T06:25:15.154" v="47" actId="478"/>
          <ac:picMkLst>
            <pc:docMk/>
            <pc:sldMk cId="3645272911" sldId="392"/>
            <ac:picMk id="1026" creationId="{0F441A60-7ABF-AF6A-0BD2-A65117533138}"/>
          </ac:picMkLst>
        </pc:picChg>
        <pc:picChg chg="add del mod">
          <ac:chgData name="Mohammed Fasha" userId="cc64f42d-a1a6-4f08-b97b-0c37f877119f" providerId="ADAL" clId="{FDE0856B-42F7-40B6-BE6F-9BC89E48B27A}" dt="2024-07-20T06:26:15.102" v="57" actId="21"/>
          <ac:picMkLst>
            <pc:docMk/>
            <pc:sldMk cId="3645272911" sldId="392"/>
            <ac:picMk id="1028" creationId="{7DCE7456-C24C-D5AC-DE97-4B8CFA885E5F}"/>
          </ac:picMkLst>
        </pc:picChg>
      </pc:sldChg>
      <pc:sldChg chg="del">
        <pc:chgData name="Mohammed Fasha" userId="cc64f42d-a1a6-4f08-b97b-0c37f877119f" providerId="ADAL" clId="{FDE0856B-42F7-40B6-BE6F-9BC89E48B27A}" dt="2024-07-20T06:26:10.787" v="55" actId="2696"/>
        <pc:sldMkLst>
          <pc:docMk/>
          <pc:sldMk cId="2976191511" sldId="393"/>
        </pc:sldMkLst>
      </pc:sldChg>
      <pc:sldChg chg="del">
        <pc:chgData name="Mohammed Fasha" userId="cc64f42d-a1a6-4f08-b97b-0c37f877119f" providerId="ADAL" clId="{FDE0856B-42F7-40B6-BE6F-9BC89E48B27A}" dt="2024-07-20T06:26:10.787" v="55" actId="2696"/>
        <pc:sldMkLst>
          <pc:docMk/>
          <pc:sldMk cId="3942416368" sldId="394"/>
        </pc:sldMkLst>
      </pc:sldChg>
      <pc:sldChg chg="del">
        <pc:chgData name="Mohammed Fasha" userId="cc64f42d-a1a6-4f08-b97b-0c37f877119f" providerId="ADAL" clId="{FDE0856B-42F7-40B6-BE6F-9BC89E48B27A}" dt="2024-07-20T06:26:10.787" v="55" actId="2696"/>
        <pc:sldMkLst>
          <pc:docMk/>
          <pc:sldMk cId="2455239288" sldId="398"/>
        </pc:sldMkLst>
      </pc:sldChg>
      <pc:sldChg chg="del">
        <pc:chgData name="Mohammed Fasha" userId="cc64f42d-a1a6-4f08-b97b-0c37f877119f" providerId="ADAL" clId="{FDE0856B-42F7-40B6-BE6F-9BC89E48B27A}" dt="2024-07-20T06:26:10.787" v="55" actId="2696"/>
        <pc:sldMkLst>
          <pc:docMk/>
          <pc:sldMk cId="322630100" sldId="401"/>
        </pc:sldMkLst>
      </pc:sldChg>
      <pc:sldChg chg="del">
        <pc:chgData name="Mohammed Fasha" userId="cc64f42d-a1a6-4f08-b97b-0c37f877119f" providerId="ADAL" clId="{FDE0856B-42F7-40B6-BE6F-9BC89E48B27A}" dt="2024-07-20T06:26:10.787" v="55" actId="2696"/>
        <pc:sldMkLst>
          <pc:docMk/>
          <pc:sldMk cId="2446723419" sldId="402"/>
        </pc:sldMkLst>
      </pc:sldChg>
      <pc:sldChg chg="del">
        <pc:chgData name="Mohammed Fasha" userId="cc64f42d-a1a6-4f08-b97b-0c37f877119f" providerId="ADAL" clId="{FDE0856B-42F7-40B6-BE6F-9BC89E48B27A}" dt="2024-07-20T06:26:10.787" v="55" actId="2696"/>
        <pc:sldMkLst>
          <pc:docMk/>
          <pc:sldMk cId="2708838154" sldId="405"/>
        </pc:sldMkLst>
      </pc:sldChg>
      <pc:sldChg chg="del">
        <pc:chgData name="Mohammed Fasha" userId="cc64f42d-a1a6-4f08-b97b-0c37f877119f" providerId="ADAL" clId="{FDE0856B-42F7-40B6-BE6F-9BC89E48B27A}" dt="2024-07-20T06:26:10.787" v="55" actId="2696"/>
        <pc:sldMkLst>
          <pc:docMk/>
          <pc:sldMk cId="711859222" sldId="406"/>
        </pc:sldMkLst>
      </pc:sldChg>
      <pc:sldChg chg="del">
        <pc:chgData name="Mohammed Fasha" userId="cc64f42d-a1a6-4f08-b97b-0c37f877119f" providerId="ADAL" clId="{FDE0856B-42F7-40B6-BE6F-9BC89E48B27A}" dt="2024-07-20T06:26:10.787" v="55" actId="2696"/>
        <pc:sldMkLst>
          <pc:docMk/>
          <pc:sldMk cId="430192280" sldId="409"/>
        </pc:sldMkLst>
      </pc:sldChg>
      <pc:sldChg chg="del">
        <pc:chgData name="Mohammed Fasha" userId="cc64f42d-a1a6-4f08-b97b-0c37f877119f" providerId="ADAL" clId="{FDE0856B-42F7-40B6-BE6F-9BC89E48B27A}" dt="2024-07-20T06:26:10.787" v="55" actId="2696"/>
        <pc:sldMkLst>
          <pc:docMk/>
          <pc:sldMk cId="866578367" sldId="410"/>
        </pc:sldMkLst>
      </pc:sldChg>
      <pc:sldChg chg="del">
        <pc:chgData name="Mohammed Fasha" userId="cc64f42d-a1a6-4f08-b97b-0c37f877119f" providerId="ADAL" clId="{FDE0856B-42F7-40B6-BE6F-9BC89E48B27A}" dt="2024-07-20T06:26:10.787" v="55" actId="2696"/>
        <pc:sldMkLst>
          <pc:docMk/>
          <pc:sldMk cId="465427976" sldId="414"/>
        </pc:sldMkLst>
      </pc:sldChg>
      <pc:sldChg chg="del">
        <pc:chgData name="Mohammed Fasha" userId="cc64f42d-a1a6-4f08-b97b-0c37f877119f" providerId="ADAL" clId="{FDE0856B-42F7-40B6-BE6F-9BC89E48B27A}" dt="2024-07-20T06:26:10.787" v="55" actId="2696"/>
        <pc:sldMkLst>
          <pc:docMk/>
          <pc:sldMk cId="4222832899" sldId="419"/>
        </pc:sldMkLst>
      </pc:sldChg>
      <pc:sldChg chg="del">
        <pc:chgData name="Mohammed Fasha" userId="cc64f42d-a1a6-4f08-b97b-0c37f877119f" providerId="ADAL" clId="{FDE0856B-42F7-40B6-BE6F-9BC89E48B27A}" dt="2024-07-20T06:26:10.787" v="55" actId="2696"/>
        <pc:sldMkLst>
          <pc:docMk/>
          <pc:sldMk cId="3168225218" sldId="422"/>
        </pc:sldMkLst>
      </pc:sldChg>
      <pc:sldChg chg="del">
        <pc:chgData name="Mohammed Fasha" userId="cc64f42d-a1a6-4f08-b97b-0c37f877119f" providerId="ADAL" clId="{FDE0856B-42F7-40B6-BE6F-9BC89E48B27A}" dt="2024-07-20T06:26:10.787" v="55" actId="2696"/>
        <pc:sldMkLst>
          <pc:docMk/>
          <pc:sldMk cId="2310344807" sldId="423"/>
        </pc:sldMkLst>
      </pc:sldChg>
      <pc:sldChg chg="del">
        <pc:chgData name="Mohammed Fasha" userId="cc64f42d-a1a6-4f08-b97b-0c37f877119f" providerId="ADAL" clId="{FDE0856B-42F7-40B6-BE6F-9BC89E48B27A}" dt="2024-07-20T06:26:10.787" v="55" actId="2696"/>
        <pc:sldMkLst>
          <pc:docMk/>
          <pc:sldMk cId="707737036" sldId="425"/>
        </pc:sldMkLst>
      </pc:sldChg>
      <pc:sldChg chg="del">
        <pc:chgData name="Mohammed Fasha" userId="cc64f42d-a1a6-4f08-b97b-0c37f877119f" providerId="ADAL" clId="{FDE0856B-42F7-40B6-BE6F-9BC89E48B27A}" dt="2024-07-20T06:26:10.787" v="55" actId="2696"/>
        <pc:sldMkLst>
          <pc:docMk/>
          <pc:sldMk cId="232656594" sldId="429"/>
        </pc:sldMkLst>
      </pc:sldChg>
      <pc:sldChg chg="del">
        <pc:chgData name="Mohammed Fasha" userId="cc64f42d-a1a6-4f08-b97b-0c37f877119f" providerId="ADAL" clId="{FDE0856B-42F7-40B6-BE6F-9BC89E48B27A}" dt="2024-07-20T06:26:10.787" v="55" actId="2696"/>
        <pc:sldMkLst>
          <pc:docMk/>
          <pc:sldMk cId="404333880" sldId="433"/>
        </pc:sldMkLst>
      </pc:sldChg>
      <pc:sldChg chg="del">
        <pc:chgData name="Mohammed Fasha" userId="cc64f42d-a1a6-4f08-b97b-0c37f877119f" providerId="ADAL" clId="{FDE0856B-42F7-40B6-BE6F-9BC89E48B27A}" dt="2024-07-20T06:26:10.787" v="55" actId="2696"/>
        <pc:sldMkLst>
          <pc:docMk/>
          <pc:sldMk cId="2523349106" sldId="442"/>
        </pc:sldMkLst>
      </pc:sldChg>
      <pc:sldChg chg="del">
        <pc:chgData name="Mohammed Fasha" userId="cc64f42d-a1a6-4f08-b97b-0c37f877119f" providerId="ADAL" clId="{FDE0856B-42F7-40B6-BE6F-9BC89E48B27A}" dt="2024-07-20T06:26:10.787" v="55" actId="2696"/>
        <pc:sldMkLst>
          <pc:docMk/>
          <pc:sldMk cId="2515022167" sldId="443"/>
        </pc:sldMkLst>
      </pc:sldChg>
      <pc:sldChg chg="del">
        <pc:chgData name="Mohammed Fasha" userId="cc64f42d-a1a6-4f08-b97b-0c37f877119f" providerId="ADAL" clId="{FDE0856B-42F7-40B6-BE6F-9BC89E48B27A}" dt="2024-07-20T06:26:10.787" v="55" actId="2696"/>
        <pc:sldMkLst>
          <pc:docMk/>
          <pc:sldMk cId="1977389857" sldId="445"/>
        </pc:sldMkLst>
      </pc:sldChg>
      <pc:sldChg chg="del">
        <pc:chgData name="Mohammed Fasha" userId="cc64f42d-a1a6-4f08-b97b-0c37f877119f" providerId="ADAL" clId="{FDE0856B-42F7-40B6-BE6F-9BC89E48B27A}" dt="2024-07-20T06:26:10.787" v="55" actId="2696"/>
        <pc:sldMkLst>
          <pc:docMk/>
          <pc:sldMk cId="2140515002" sldId="446"/>
        </pc:sldMkLst>
      </pc:sldChg>
      <pc:sldChg chg="del">
        <pc:chgData name="Mohammed Fasha" userId="cc64f42d-a1a6-4f08-b97b-0c37f877119f" providerId="ADAL" clId="{FDE0856B-42F7-40B6-BE6F-9BC89E48B27A}" dt="2024-07-20T06:26:10.787" v="55" actId="2696"/>
        <pc:sldMkLst>
          <pc:docMk/>
          <pc:sldMk cId="1932795151" sldId="448"/>
        </pc:sldMkLst>
      </pc:sldChg>
      <pc:sldChg chg="del">
        <pc:chgData name="Mohammed Fasha" userId="cc64f42d-a1a6-4f08-b97b-0c37f877119f" providerId="ADAL" clId="{FDE0856B-42F7-40B6-BE6F-9BC89E48B27A}" dt="2024-07-20T06:26:10.787" v="55" actId="2696"/>
        <pc:sldMkLst>
          <pc:docMk/>
          <pc:sldMk cId="1837964685" sldId="451"/>
        </pc:sldMkLst>
      </pc:sldChg>
      <pc:sldChg chg="del">
        <pc:chgData name="Mohammed Fasha" userId="cc64f42d-a1a6-4f08-b97b-0c37f877119f" providerId="ADAL" clId="{FDE0856B-42F7-40B6-BE6F-9BC89E48B27A}" dt="2024-07-20T06:26:10.787" v="55" actId="2696"/>
        <pc:sldMkLst>
          <pc:docMk/>
          <pc:sldMk cId="1229244997" sldId="452"/>
        </pc:sldMkLst>
      </pc:sldChg>
      <pc:sldChg chg="del">
        <pc:chgData name="Mohammed Fasha" userId="cc64f42d-a1a6-4f08-b97b-0c37f877119f" providerId="ADAL" clId="{FDE0856B-42F7-40B6-BE6F-9BC89E48B27A}" dt="2024-07-20T06:26:10.787" v="55" actId="2696"/>
        <pc:sldMkLst>
          <pc:docMk/>
          <pc:sldMk cId="1789205401" sldId="453"/>
        </pc:sldMkLst>
      </pc:sldChg>
      <pc:sldChg chg="delSp modSp mod">
        <pc:chgData name="Mohammed Fasha" userId="cc64f42d-a1a6-4f08-b97b-0c37f877119f" providerId="ADAL" clId="{FDE0856B-42F7-40B6-BE6F-9BC89E48B27A}" dt="2024-07-20T08:41:57.185" v="685"/>
        <pc:sldMkLst>
          <pc:docMk/>
          <pc:sldMk cId="1489447582" sldId="455"/>
        </pc:sldMkLst>
        <pc:spChg chg="del">
          <ac:chgData name="Mohammed Fasha" userId="cc64f42d-a1a6-4f08-b97b-0c37f877119f" providerId="ADAL" clId="{FDE0856B-42F7-40B6-BE6F-9BC89E48B27A}" dt="2024-07-20T06:23:07.737" v="40" actId="478"/>
          <ac:spMkLst>
            <pc:docMk/>
            <pc:sldMk cId="1489447582" sldId="455"/>
            <ac:spMk id="7" creationId="{FD190324-E495-4100-4909-F24AF7004A83}"/>
          </ac:spMkLst>
        </pc:spChg>
        <pc:spChg chg="mod">
          <ac:chgData name="Mohammed Fasha" userId="cc64f42d-a1a6-4f08-b97b-0c37f877119f" providerId="ADAL" clId="{FDE0856B-42F7-40B6-BE6F-9BC89E48B27A}" dt="2024-07-20T06:23:03.568" v="39" actId="20577"/>
          <ac:spMkLst>
            <pc:docMk/>
            <pc:sldMk cId="1489447582" sldId="455"/>
            <ac:spMk id="8" creationId="{107CF054-390C-DCFC-C9A6-9E95C859A175}"/>
          </ac:spMkLst>
        </pc:spChg>
        <pc:spChg chg="mod">
          <ac:chgData name="Mohammed Fasha" userId="cc64f42d-a1a6-4f08-b97b-0c37f877119f" providerId="ADAL" clId="{FDE0856B-42F7-40B6-BE6F-9BC89E48B27A}" dt="2024-07-20T08:41:57.185" v="685"/>
          <ac:spMkLst>
            <pc:docMk/>
            <pc:sldMk cId="1489447582" sldId="455"/>
            <ac:spMk id="9" creationId="{F599965F-D781-62F6-30A4-33D89AC89080}"/>
          </ac:spMkLst>
        </pc:spChg>
      </pc:sldChg>
      <pc:sldChg chg="addSp delSp modSp new del mod">
        <pc:chgData name="Mohammed Fasha" userId="cc64f42d-a1a6-4f08-b97b-0c37f877119f" providerId="ADAL" clId="{FDE0856B-42F7-40B6-BE6F-9BC89E48B27A}" dt="2024-07-20T08:10:40.259" v="280" actId="2696"/>
        <pc:sldMkLst>
          <pc:docMk/>
          <pc:sldMk cId="1661754764" sldId="456"/>
        </pc:sldMkLst>
        <pc:spChg chg="mod">
          <ac:chgData name="Mohammed Fasha" userId="cc64f42d-a1a6-4f08-b97b-0c37f877119f" providerId="ADAL" clId="{FDE0856B-42F7-40B6-BE6F-9BC89E48B27A}" dt="2024-07-20T06:31:17.889" v="67" actId="27636"/>
          <ac:spMkLst>
            <pc:docMk/>
            <pc:sldMk cId="1661754764" sldId="456"/>
            <ac:spMk id="2" creationId="{C033D873-B71B-738F-1744-B688ECFFF367}"/>
          </ac:spMkLst>
        </pc:spChg>
        <pc:spChg chg="mod">
          <ac:chgData name="Mohammed Fasha" userId="cc64f42d-a1a6-4f08-b97b-0c37f877119f" providerId="ADAL" clId="{FDE0856B-42F7-40B6-BE6F-9BC89E48B27A}" dt="2024-07-20T08:10:10.469" v="271" actId="21"/>
          <ac:spMkLst>
            <pc:docMk/>
            <pc:sldMk cId="1661754764" sldId="456"/>
            <ac:spMk id="3" creationId="{784E670A-2F54-250E-B4A5-761582666DDF}"/>
          </ac:spMkLst>
        </pc:spChg>
        <pc:picChg chg="add del mod">
          <ac:chgData name="Mohammed Fasha" userId="cc64f42d-a1a6-4f08-b97b-0c37f877119f" providerId="ADAL" clId="{FDE0856B-42F7-40B6-BE6F-9BC89E48B27A}" dt="2024-07-20T08:10:29.153" v="277" actId="21"/>
          <ac:picMkLst>
            <pc:docMk/>
            <pc:sldMk cId="1661754764" sldId="456"/>
            <ac:picMk id="2050" creationId="{36C7B308-8CF9-7620-635B-7F93A5204C01}"/>
          </ac:picMkLst>
        </pc:picChg>
      </pc:sldChg>
      <pc:sldChg chg="add del">
        <pc:chgData name="Mohammed Fasha" userId="cc64f42d-a1a6-4f08-b97b-0c37f877119f" providerId="ADAL" clId="{FDE0856B-42F7-40B6-BE6F-9BC89E48B27A}" dt="2024-07-20T18:39:04.395" v="3783" actId="2696"/>
        <pc:sldMkLst>
          <pc:docMk/>
          <pc:sldMk cId="146956301" sldId="457"/>
        </pc:sldMkLst>
      </pc:sldChg>
      <pc:sldChg chg="del">
        <pc:chgData name="Mohammed Fasha" userId="cc64f42d-a1a6-4f08-b97b-0c37f877119f" providerId="ADAL" clId="{FDE0856B-42F7-40B6-BE6F-9BC89E48B27A}" dt="2024-07-20T06:26:10.787" v="55" actId="2696"/>
        <pc:sldMkLst>
          <pc:docMk/>
          <pc:sldMk cId="2921402285" sldId="457"/>
        </pc:sldMkLst>
      </pc:sldChg>
      <pc:sldChg chg="addSp delSp modSp new del mod">
        <pc:chgData name="Mohammed Fasha" userId="cc64f42d-a1a6-4f08-b97b-0c37f877119f" providerId="ADAL" clId="{FDE0856B-42F7-40B6-BE6F-9BC89E48B27A}" dt="2024-07-20T11:59:53.806" v="1443" actId="2696"/>
        <pc:sldMkLst>
          <pc:docMk/>
          <pc:sldMk cId="3161911590" sldId="457"/>
        </pc:sldMkLst>
        <pc:spChg chg="mod">
          <ac:chgData name="Mohammed Fasha" userId="cc64f42d-a1a6-4f08-b97b-0c37f877119f" providerId="ADAL" clId="{FDE0856B-42F7-40B6-BE6F-9BC89E48B27A}" dt="2024-07-20T11:59:50.797" v="1442" actId="20577"/>
          <ac:spMkLst>
            <pc:docMk/>
            <pc:sldMk cId="3161911590" sldId="457"/>
            <ac:spMk id="2" creationId="{95C58564-2872-FCB1-6A59-891833B02255}"/>
          </ac:spMkLst>
        </pc:spChg>
        <pc:spChg chg="del">
          <ac:chgData name="Mohammed Fasha" userId="cc64f42d-a1a6-4f08-b97b-0c37f877119f" providerId="ADAL" clId="{FDE0856B-42F7-40B6-BE6F-9BC89E48B27A}" dt="2024-07-20T06:29:19.067" v="61" actId="22"/>
          <ac:spMkLst>
            <pc:docMk/>
            <pc:sldMk cId="3161911590" sldId="457"/>
            <ac:spMk id="3" creationId="{9B11D9E3-68E2-32A8-8351-E98064509626}"/>
          </ac:spMkLst>
        </pc:spChg>
        <pc:picChg chg="add mod ord">
          <ac:chgData name="Mohammed Fasha" userId="cc64f42d-a1a6-4f08-b97b-0c37f877119f" providerId="ADAL" clId="{FDE0856B-42F7-40B6-BE6F-9BC89E48B27A}" dt="2024-07-20T06:29:19.067" v="61" actId="22"/>
          <ac:picMkLst>
            <pc:docMk/>
            <pc:sldMk cId="3161911590" sldId="457"/>
            <ac:picMk id="5" creationId="{E7A26877-E74C-F27F-FC5D-0D219C7EA66B}"/>
          </ac:picMkLst>
        </pc:picChg>
      </pc:sldChg>
      <pc:sldChg chg="modSp new del mod ord">
        <pc:chgData name="Mohammed Fasha" userId="cc64f42d-a1a6-4f08-b97b-0c37f877119f" providerId="ADAL" clId="{FDE0856B-42F7-40B6-BE6F-9BC89E48B27A}" dt="2024-07-20T12:14:30.003" v="1592" actId="47"/>
        <pc:sldMkLst>
          <pc:docMk/>
          <pc:sldMk cId="242810291" sldId="458"/>
        </pc:sldMkLst>
        <pc:spChg chg="mod">
          <ac:chgData name="Mohammed Fasha" userId="cc64f42d-a1a6-4f08-b97b-0c37f877119f" providerId="ADAL" clId="{FDE0856B-42F7-40B6-BE6F-9BC89E48B27A}" dt="2024-07-20T06:31:55.730" v="80" actId="27636"/>
          <ac:spMkLst>
            <pc:docMk/>
            <pc:sldMk cId="242810291" sldId="458"/>
            <ac:spMk id="2" creationId="{68BD847F-CA6F-9492-2597-B7FB8B461A00}"/>
          </ac:spMkLst>
        </pc:spChg>
        <pc:spChg chg="mod">
          <ac:chgData name="Mohammed Fasha" userId="cc64f42d-a1a6-4f08-b97b-0c37f877119f" providerId="ADAL" clId="{FDE0856B-42F7-40B6-BE6F-9BC89E48B27A}" dt="2024-07-20T06:56:19.527" v="235" actId="207"/>
          <ac:spMkLst>
            <pc:docMk/>
            <pc:sldMk cId="242810291" sldId="458"/>
            <ac:spMk id="3" creationId="{43441FB5-68D0-8515-D201-993B5939B1A8}"/>
          </ac:spMkLst>
        </pc:spChg>
      </pc:sldChg>
      <pc:sldChg chg="del">
        <pc:chgData name="Mohammed Fasha" userId="cc64f42d-a1a6-4f08-b97b-0c37f877119f" providerId="ADAL" clId="{FDE0856B-42F7-40B6-BE6F-9BC89E48B27A}" dt="2024-07-20T06:26:10.787" v="55" actId="2696"/>
        <pc:sldMkLst>
          <pc:docMk/>
          <pc:sldMk cId="1912979039" sldId="458"/>
        </pc:sldMkLst>
      </pc:sldChg>
      <pc:sldChg chg="del">
        <pc:chgData name="Mohammed Fasha" userId="cc64f42d-a1a6-4f08-b97b-0c37f877119f" providerId="ADAL" clId="{FDE0856B-42F7-40B6-BE6F-9BC89E48B27A}" dt="2024-07-20T06:26:10.787" v="55" actId="2696"/>
        <pc:sldMkLst>
          <pc:docMk/>
          <pc:sldMk cId="484589733" sldId="459"/>
        </pc:sldMkLst>
      </pc:sldChg>
      <pc:sldChg chg="addSp delSp modSp new del mod">
        <pc:chgData name="Mohammed Fasha" userId="cc64f42d-a1a6-4f08-b97b-0c37f877119f" providerId="ADAL" clId="{FDE0856B-42F7-40B6-BE6F-9BC89E48B27A}" dt="2024-07-20T11:31:18.997" v="1116" actId="2696"/>
        <pc:sldMkLst>
          <pc:docMk/>
          <pc:sldMk cId="653481570" sldId="459"/>
        </pc:sldMkLst>
        <pc:spChg chg="mod">
          <ac:chgData name="Mohammed Fasha" userId="cc64f42d-a1a6-4f08-b97b-0c37f877119f" providerId="ADAL" clId="{FDE0856B-42F7-40B6-BE6F-9BC89E48B27A}" dt="2024-07-20T06:50:50.909" v="158" actId="20577"/>
          <ac:spMkLst>
            <pc:docMk/>
            <pc:sldMk cId="653481570" sldId="459"/>
            <ac:spMk id="2" creationId="{3CADD65D-9981-EF1D-14F6-5FC669CF8B65}"/>
          </ac:spMkLst>
        </pc:spChg>
        <pc:spChg chg="del">
          <ac:chgData name="Mohammed Fasha" userId="cc64f42d-a1a6-4f08-b97b-0c37f877119f" providerId="ADAL" clId="{FDE0856B-42F7-40B6-BE6F-9BC89E48B27A}" dt="2024-07-20T06:50:44.568" v="133" actId="22"/>
          <ac:spMkLst>
            <pc:docMk/>
            <pc:sldMk cId="653481570" sldId="459"/>
            <ac:spMk id="3" creationId="{8D362AC7-2E9D-9788-E77C-12DCCA7C8E08}"/>
          </ac:spMkLst>
        </pc:spChg>
        <pc:picChg chg="add mod ord">
          <ac:chgData name="Mohammed Fasha" userId="cc64f42d-a1a6-4f08-b97b-0c37f877119f" providerId="ADAL" clId="{FDE0856B-42F7-40B6-BE6F-9BC89E48B27A}" dt="2024-07-20T06:50:44.568" v="133" actId="22"/>
          <ac:picMkLst>
            <pc:docMk/>
            <pc:sldMk cId="653481570" sldId="459"/>
            <ac:picMk id="5" creationId="{EA1D18FE-6C05-BE35-1BE5-DA1AB8BD4A2E}"/>
          </ac:picMkLst>
        </pc:picChg>
      </pc:sldChg>
      <pc:sldChg chg="add del">
        <pc:chgData name="Mohammed Fasha" userId="cc64f42d-a1a6-4f08-b97b-0c37f877119f" providerId="ADAL" clId="{FDE0856B-42F7-40B6-BE6F-9BC89E48B27A}" dt="2024-07-20T12:21:57.444" v="1779" actId="2696"/>
        <pc:sldMkLst>
          <pc:docMk/>
          <pc:sldMk cId="2303108436" sldId="459"/>
        </pc:sldMkLst>
      </pc:sldChg>
      <pc:sldChg chg="modSp new del mod">
        <pc:chgData name="Mohammed Fasha" userId="cc64f42d-a1a6-4f08-b97b-0c37f877119f" providerId="ADAL" clId="{FDE0856B-42F7-40B6-BE6F-9BC89E48B27A}" dt="2024-07-20T12:14:30.353" v="1593" actId="47"/>
        <pc:sldMkLst>
          <pc:docMk/>
          <pc:sldMk cId="1226900019" sldId="460"/>
        </pc:sldMkLst>
        <pc:spChg chg="mod">
          <ac:chgData name="Mohammed Fasha" userId="cc64f42d-a1a6-4f08-b97b-0c37f877119f" providerId="ADAL" clId="{FDE0856B-42F7-40B6-BE6F-9BC89E48B27A}" dt="2024-07-20T06:53:22.564" v="211" actId="20577"/>
          <ac:spMkLst>
            <pc:docMk/>
            <pc:sldMk cId="1226900019" sldId="460"/>
            <ac:spMk id="2" creationId="{4EFF2A51-0CC0-F9B3-A950-FCB9C91E4C06}"/>
          </ac:spMkLst>
        </pc:spChg>
        <pc:spChg chg="mod">
          <ac:chgData name="Mohammed Fasha" userId="cc64f42d-a1a6-4f08-b97b-0c37f877119f" providerId="ADAL" clId="{FDE0856B-42F7-40B6-BE6F-9BC89E48B27A}" dt="2024-07-20T06:53:49.714" v="215" actId="20577"/>
          <ac:spMkLst>
            <pc:docMk/>
            <pc:sldMk cId="1226900019" sldId="460"/>
            <ac:spMk id="3" creationId="{A24753F5-6E07-6025-031F-774046D9E1FD}"/>
          </ac:spMkLst>
        </pc:spChg>
      </pc:sldChg>
      <pc:sldChg chg="del">
        <pc:chgData name="Mohammed Fasha" userId="cc64f42d-a1a6-4f08-b97b-0c37f877119f" providerId="ADAL" clId="{FDE0856B-42F7-40B6-BE6F-9BC89E48B27A}" dt="2024-07-20T06:26:10.787" v="55" actId="2696"/>
        <pc:sldMkLst>
          <pc:docMk/>
          <pc:sldMk cId="1770736122" sldId="460"/>
        </pc:sldMkLst>
      </pc:sldChg>
      <pc:sldChg chg="addSp delSp modSp new mod ord">
        <pc:chgData name="Mohammed Fasha" userId="cc64f42d-a1a6-4f08-b97b-0c37f877119f" providerId="ADAL" clId="{FDE0856B-42F7-40B6-BE6F-9BC89E48B27A}" dt="2024-07-20T12:36:43.332" v="1914"/>
        <pc:sldMkLst>
          <pc:docMk/>
          <pc:sldMk cId="1520811175" sldId="461"/>
        </pc:sldMkLst>
        <pc:spChg chg="mod">
          <ac:chgData name="Mohammed Fasha" userId="cc64f42d-a1a6-4f08-b97b-0c37f877119f" providerId="ADAL" clId="{FDE0856B-42F7-40B6-BE6F-9BC89E48B27A}" dt="2024-07-20T08:33:54.815" v="644" actId="14100"/>
          <ac:spMkLst>
            <pc:docMk/>
            <pc:sldMk cId="1520811175" sldId="461"/>
            <ac:spMk id="2" creationId="{CF386F50-339D-9440-A1E4-E08AC86F81F2}"/>
          </ac:spMkLst>
        </pc:spChg>
        <pc:spChg chg="mod">
          <ac:chgData name="Mohammed Fasha" userId="cc64f42d-a1a6-4f08-b97b-0c37f877119f" providerId="ADAL" clId="{FDE0856B-42F7-40B6-BE6F-9BC89E48B27A}" dt="2024-07-20T12:34:23.478" v="1806" actId="14100"/>
          <ac:spMkLst>
            <pc:docMk/>
            <pc:sldMk cId="1520811175" sldId="461"/>
            <ac:spMk id="3" creationId="{B92CD2E7-BAEA-CFA3-E570-63FF39B44CD1}"/>
          </ac:spMkLst>
        </pc:spChg>
        <pc:picChg chg="add del">
          <ac:chgData name="Mohammed Fasha" userId="cc64f42d-a1a6-4f08-b97b-0c37f877119f" providerId="ADAL" clId="{FDE0856B-42F7-40B6-BE6F-9BC89E48B27A}" dt="2024-07-20T12:32:15.368" v="1805" actId="22"/>
          <ac:picMkLst>
            <pc:docMk/>
            <pc:sldMk cId="1520811175" sldId="461"/>
            <ac:picMk id="5" creationId="{8CD44998-D566-FC26-3143-014812DDF47D}"/>
          </ac:picMkLst>
        </pc:picChg>
        <pc:picChg chg="add mod">
          <ac:chgData name="Mohammed Fasha" userId="cc64f42d-a1a6-4f08-b97b-0c37f877119f" providerId="ADAL" clId="{FDE0856B-42F7-40B6-BE6F-9BC89E48B27A}" dt="2024-07-20T08:33:56.160" v="645" actId="1076"/>
          <ac:picMkLst>
            <pc:docMk/>
            <pc:sldMk cId="1520811175" sldId="461"/>
            <ac:picMk id="2050" creationId="{36C7B308-8CF9-7620-635B-7F93A5204C01}"/>
          </ac:picMkLst>
        </pc:picChg>
      </pc:sldChg>
      <pc:sldChg chg="addSp modSp new mod">
        <pc:chgData name="Mohammed Fasha" userId="cc64f42d-a1a6-4f08-b97b-0c37f877119f" providerId="ADAL" clId="{FDE0856B-42F7-40B6-BE6F-9BC89E48B27A}" dt="2024-07-20T13:07:20.069" v="2562" actId="1076"/>
        <pc:sldMkLst>
          <pc:docMk/>
          <pc:sldMk cId="2492344261" sldId="462"/>
        </pc:sldMkLst>
        <pc:spChg chg="mod">
          <ac:chgData name="Mohammed Fasha" userId="cc64f42d-a1a6-4f08-b97b-0c37f877119f" providerId="ADAL" clId="{FDE0856B-42F7-40B6-BE6F-9BC89E48B27A}" dt="2024-07-20T13:07:04.066" v="2560" actId="404"/>
          <ac:spMkLst>
            <pc:docMk/>
            <pc:sldMk cId="2492344261" sldId="462"/>
            <ac:spMk id="2" creationId="{A1D648CB-D79F-799C-843E-44F044CB73B7}"/>
          </ac:spMkLst>
        </pc:spChg>
        <pc:spChg chg="mod">
          <ac:chgData name="Mohammed Fasha" userId="cc64f42d-a1a6-4f08-b97b-0c37f877119f" providerId="ADAL" clId="{FDE0856B-42F7-40B6-BE6F-9BC89E48B27A}" dt="2024-07-20T13:07:04.066" v="2560" actId="404"/>
          <ac:spMkLst>
            <pc:docMk/>
            <pc:sldMk cId="2492344261" sldId="462"/>
            <ac:spMk id="3" creationId="{207DF167-1A00-D01F-AB0D-C872A5F6FD63}"/>
          </ac:spMkLst>
        </pc:spChg>
        <pc:picChg chg="add mod">
          <ac:chgData name="Mohammed Fasha" userId="cc64f42d-a1a6-4f08-b97b-0c37f877119f" providerId="ADAL" clId="{FDE0856B-42F7-40B6-BE6F-9BC89E48B27A}" dt="2024-07-20T13:07:20.069" v="2562" actId="1076"/>
          <ac:picMkLst>
            <pc:docMk/>
            <pc:sldMk cId="2492344261" sldId="462"/>
            <ac:picMk id="3074" creationId="{FE9D37B7-ED4D-FA4F-19A3-F1D708A7ED55}"/>
          </ac:picMkLst>
        </pc:picChg>
      </pc:sldChg>
      <pc:sldChg chg="del">
        <pc:chgData name="Mohammed Fasha" userId="cc64f42d-a1a6-4f08-b97b-0c37f877119f" providerId="ADAL" clId="{FDE0856B-42F7-40B6-BE6F-9BC89E48B27A}" dt="2024-07-20T06:26:10.787" v="55" actId="2696"/>
        <pc:sldMkLst>
          <pc:docMk/>
          <pc:sldMk cId="2965647848" sldId="463"/>
        </pc:sldMkLst>
      </pc:sldChg>
      <pc:sldChg chg="modSp new mod">
        <pc:chgData name="Mohammed Fasha" userId="cc64f42d-a1a6-4f08-b97b-0c37f877119f" providerId="ADAL" clId="{FDE0856B-42F7-40B6-BE6F-9BC89E48B27A}" dt="2024-07-20T09:30:50.785" v="936" actId="207"/>
        <pc:sldMkLst>
          <pc:docMk/>
          <pc:sldMk cId="3169967024" sldId="463"/>
        </pc:sldMkLst>
        <pc:spChg chg="mod">
          <ac:chgData name="Mohammed Fasha" userId="cc64f42d-a1a6-4f08-b97b-0c37f877119f" providerId="ADAL" clId="{FDE0856B-42F7-40B6-BE6F-9BC89E48B27A}" dt="2024-07-20T08:31:57.584" v="577" actId="20577"/>
          <ac:spMkLst>
            <pc:docMk/>
            <pc:sldMk cId="3169967024" sldId="463"/>
            <ac:spMk id="2" creationId="{81CCE5A2-BA7C-0494-8A12-A098EC76D386}"/>
          </ac:spMkLst>
        </pc:spChg>
        <pc:spChg chg="mod">
          <ac:chgData name="Mohammed Fasha" userId="cc64f42d-a1a6-4f08-b97b-0c37f877119f" providerId="ADAL" clId="{FDE0856B-42F7-40B6-BE6F-9BC89E48B27A}" dt="2024-07-20T09:30:50.785" v="936" actId="207"/>
          <ac:spMkLst>
            <pc:docMk/>
            <pc:sldMk cId="3169967024" sldId="463"/>
            <ac:spMk id="3" creationId="{79DC08C5-F59D-35D2-93FD-CD301F7F69E1}"/>
          </ac:spMkLst>
        </pc:spChg>
      </pc:sldChg>
      <pc:sldChg chg="del">
        <pc:chgData name="Mohammed Fasha" userId="cc64f42d-a1a6-4f08-b97b-0c37f877119f" providerId="ADAL" clId="{FDE0856B-42F7-40B6-BE6F-9BC89E48B27A}" dt="2024-07-20T06:26:10.787" v="55" actId="2696"/>
        <pc:sldMkLst>
          <pc:docMk/>
          <pc:sldMk cId="109379533" sldId="464"/>
        </pc:sldMkLst>
      </pc:sldChg>
      <pc:sldChg chg="addSp modSp new mod">
        <pc:chgData name="Mohammed Fasha" userId="cc64f42d-a1a6-4f08-b97b-0c37f877119f" providerId="ADAL" clId="{FDE0856B-42F7-40B6-BE6F-9BC89E48B27A}" dt="2024-07-20T09:30:59.522" v="937" actId="207"/>
        <pc:sldMkLst>
          <pc:docMk/>
          <pc:sldMk cId="2336960120" sldId="464"/>
        </pc:sldMkLst>
        <pc:spChg chg="mod">
          <ac:chgData name="Mohammed Fasha" userId="cc64f42d-a1a6-4f08-b97b-0c37f877119f" providerId="ADAL" clId="{FDE0856B-42F7-40B6-BE6F-9BC89E48B27A}" dt="2024-07-20T08:23:23.783" v="457" actId="20577"/>
          <ac:spMkLst>
            <pc:docMk/>
            <pc:sldMk cId="2336960120" sldId="464"/>
            <ac:spMk id="2" creationId="{D952A635-C510-9D78-58E3-D96211B3097C}"/>
          </ac:spMkLst>
        </pc:spChg>
        <pc:spChg chg="mod">
          <ac:chgData name="Mohammed Fasha" userId="cc64f42d-a1a6-4f08-b97b-0c37f877119f" providerId="ADAL" clId="{FDE0856B-42F7-40B6-BE6F-9BC89E48B27A}" dt="2024-07-20T09:30:59.522" v="937" actId="207"/>
          <ac:spMkLst>
            <pc:docMk/>
            <pc:sldMk cId="2336960120" sldId="464"/>
            <ac:spMk id="3" creationId="{EC9AF41B-9341-75B4-C8C6-D9894BDD8B2A}"/>
          </ac:spMkLst>
        </pc:spChg>
        <pc:spChg chg="add">
          <ac:chgData name="Mohammed Fasha" userId="cc64f42d-a1a6-4f08-b97b-0c37f877119f" providerId="ADAL" clId="{FDE0856B-42F7-40B6-BE6F-9BC89E48B27A}" dt="2024-07-20T08:22:16.144" v="401"/>
          <ac:spMkLst>
            <pc:docMk/>
            <pc:sldMk cId="2336960120" sldId="464"/>
            <ac:spMk id="4" creationId="{97D119E9-B0C3-D2CB-1BF8-1AFE3F7D6C03}"/>
          </ac:spMkLst>
        </pc:spChg>
      </pc:sldChg>
      <pc:sldChg chg="modSp new mod">
        <pc:chgData name="Mohammed Fasha" userId="cc64f42d-a1a6-4f08-b97b-0c37f877119f" providerId="ADAL" clId="{FDE0856B-42F7-40B6-BE6F-9BC89E48B27A}" dt="2024-07-20T09:31:04.467" v="938" actId="207"/>
        <pc:sldMkLst>
          <pc:docMk/>
          <pc:sldMk cId="700185716" sldId="465"/>
        </pc:sldMkLst>
        <pc:spChg chg="mod">
          <ac:chgData name="Mohammed Fasha" userId="cc64f42d-a1a6-4f08-b97b-0c37f877119f" providerId="ADAL" clId="{FDE0856B-42F7-40B6-BE6F-9BC89E48B27A}" dt="2024-07-20T08:23:56.655" v="469" actId="20577"/>
          <ac:spMkLst>
            <pc:docMk/>
            <pc:sldMk cId="700185716" sldId="465"/>
            <ac:spMk id="2" creationId="{EDE58EE7-7AD9-637E-9AFF-D5B022866F0C}"/>
          </ac:spMkLst>
        </pc:spChg>
        <pc:spChg chg="mod">
          <ac:chgData name="Mohammed Fasha" userId="cc64f42d-a1a6-4f08-b97b-0c37f877119f" providerId="ADAL" clId="{FDE0856B-42F7-40B6-BE6F-9BC89E48B27A}" dt="2024-07-20T09:31:04.467" v="938" actId="207"/>
          <ac:spMkLst>
            <pc:docMk/>
            <pc:sldMk cId="700185716" sldId="465"/>
            <ac:spMk id="3" creationId="{64C230D2-1D22-7EE2-A1B6-E3B6A48AD9E2}"/>
          </ac:spMkLst>
        </pc:spChg>
      </pc:sldChg>
      <pc:sldChg chg="modSp add mod">
        <pc:chgData name="Mohammed Fasha" userId="cc64f42d-a1a6-4f08-b97b-0c37f877119f" providerId="ADAL" clId="{FDE0856B-42F7-40B6-BE6F-9BC89E48B27A}" dt="2024-07-20T09:31:08.348" v="939" actId="207"/>
        <pc:sldMkLst>
          <pc:docMk/>
          <pc:sldMk cId="2849205594" sldId="466"/>
        </pc:sldMkLst>
        <pc:spChg chg="mod">
          <ac:chgData name="Mohammed Fasha" userId="cc64f42d-a1a6-4f08-b97b-0c37f877119f" providerId="ADAL" clId="{FDE0856B-42F7-40B6-BE6F-9BC89E48B27A}" dt="2024-07-20T08:31:45.270" v="554" actId="20577"/>
          <ac:spMkLst>
            <pc:docMk/>
            <pc:sldMk cId="2849205594" sldId="466"/>
            <ac:spMk id="2" creationId="{EDE58EE7-7AD9-637E-9AFF-D5B022866F0C}"/>
          </ac:spMkLst>
        </pc:spChg>
        <pc:spChg chg="mod">
          <ac:chgData name="Mohammed Fasha" userId="cc64f42d-a1a6-4f08-b97b-0c37f877119f" providerId="ADAL" clId="{FDE0856B-42F7-40B6-BE6F-9BC89E48B27A}" dt="2024-07-20T09:31:08.348" v="939" actId="207"/>
          <ac:spMkLst>
            <pc:docMk/>
            <pc:sldMk cId="2849205594" sldId="466"/>
            <ac:spMk id="3" creationId="{64C230D2-1D22-7EE2-A1B6-E3B6A48AD9E2}"/>
          </ac:spMkLst>
        </pc:spChg>
      </pc:sldChg>
      <pc:sldChg chg="del">
        <pc:chgData name="Mohammed Fasha" userId="cc64f42d-a1a6-4f08-b97b-0c37f877119f" providerId="ADAL" clId="{FDE0856B-42F7-40B6-BE6F-9BC89E48B27A}" dt="2024-07-20T06:26:10.787" v="55" actId="2696"/>
        <pc:sldMkLst>
          <pc:docMk/>
          <pc:sldMk cId="719424402" sldId="467"/>
        </pc:sldMkLst>
      </pc:sldChg>
      <pc:sldChg chg="modSp add mod">
        <pc:chgData name="Mohammed Fasha" userId="cc64f42d-a1a6-4f08-b97b-0c37f877119f" providerId="ADAL" clId="{FDE0856B-42F7-40B6-BE6F-9BC89E48B27A}" dt="2024-07-20T09:31:11.557" v="940" actId="207"/>
        <pc:sldMkLst>
          <pc:docMk/>
          <pc:sldMk cId="1202047402" sldId="467"/>
        </pc:sldMkLst>
        <pc:spChg chg="mod">
          <ac:chgData name="Mohammed Fasha" userId="cc64f42d-a1a6-4f08-b97b-0c37f877119f" providerId="ADAL" clId="{FDE0856B-42F7-40B6-BE6F-9BC89E48B27A}" dt="2024-07-20T08:34:29.575" v="652" actId="20577"/>
          <ac:spMkLst>
            <pc:docMk/>
            <pc:sldMk cId="1202047402" sldId="467"/>
            <ac:spMk id="2" creationId="{EDE58EE7-7AD9-637E-9AFF-D5B022866F0C}"/>
          </ac:spMkLst>
        </pc:spChg>
        <pc:spChg chg="mod">
          <ac:chgData name="Mohammed Fasha" userId="cc64f42d-a1a6-4f08-b97b-0c37f877119f" providerId="ADAL" clId="{FDE0856B-42F7-40B6-BE6F-9BC89E48B27A}" dt="2024-07-20T09:31:11.557" v="940" actId="207"/>
          <ac:spMkLst>
            <pc:docMk/>
            <pc:sldMk cId="1202047402" sldId="467"/>
            <ac:spMk id="3" creationId="{64C230D2-1D22-7EE2-A1B6-E3B6A48AD9E2}"/>
          </ac:spMkLst>
        </pc:spChg>
      </pc:sldChg>
      <pc:sldChg chg="delSp modSp add mod modClrScheme chgLayout">
        <pc:chgData name="Mohammed Fasha" userId="cc64f42d-a1a6-4f08-b97b-0c37f877119f" providerId="ADAL" clId="{FDE0856B-42F7-40B6-BE6F-9BC89E48B27A}" dt="2024-07-20T20:16:53.366" v="4850" actId="14100"/>
        <pc:sldMkLst>
          <pc:docMk/>
          <pc:sldMk cId="515248179" sldId="468"/>
        </pc:sldMkLst>
        <pc:spChg chg="del mod">
          <ac:chgData name="Mohammed Fasha" userId="cc64f42d-a1a6-4f08-b97b-0c37f877119f" providerId="ADAL" clId="{FDE0856B-42F7-40B6-BE6F-9BC89E48B27A}" dt="2024-07-20T20:16:48.095" v="4848" actId="700"/>
          <ac:spMkLst>
            <pc:docMk/>
            <pc:sldMk cId="515248179" sldId="468"/>
            <ac:spMk id="2" creationId="{EDE58EE7-7AD9-637E-9AFF-D5B022866F0C}"/>
          </ac:spMkLst>
        </pc:spChg>
        <pc:spChg chg="mod ord">
          <ac:chgData name="Mohammed Fasha" userId="cc64f42d-a1a6-4f08-b97b-0c37f877119f" providerId="ADAL" clId="{FDE0856B-42F7-40B6-BE6F-9BC89E48B27A}" dt="2024-07-20T20:16:53.366" v="4850" actId="14100"/>
          <ac:spMkLst>
            <pc:docMk/>
            <pc:sldMk cId="515248179" sldId="468"/>
            <ac:spMk id="3" creationId="{64C230D2-1D22-7EE2-A1B6-E3B6A48AD9E2}"/>
          </ac:spMkLst>
        </pc:spChg>
      </pc:sldChg>
      <pc:sldChg chg="addSp delSp modSp new mod modClrScheme chgLayout">
        <pc:chgData name="Mohammed Fasha" userId="cc64f42d-a1a6-4f08-b97b-0c37f877119f" providerId="ADAL" clId="{FDE0856B-42F7-40B6-BE6F-9BC89E48B27A}" dt="2024-07-20T08:40:44.559" v="669" actId="20577"/>
        <pc:sldMkLst>
          <pc:docMk/>
          <pc:sldMk cId="588486761" sldId="469"/>
        </pc:sldMkLst>
        <pc:spChg chg="del mod ord">
          <ac:chgData name="Mohammed Fasha" userId="cc64f42d-a1a6-4f08-b97b-0c37f877119f" providerId="ADAL" clId="{FDE0856B-42F7-40B6-BE6F-9BC89E48B27A}" dt="2024-07-20T08:40:23.133" v="657" actId="700"/>
          <ac:spMkLst>
            <pc:docMk/>
            <pc:sldMk cId="588486761" sldId="469"/>
            <ac:spMk id="2" creationId="{8DA4C9E6-0B1B-6DE5-9675-22C865B171A9}"/>
          </ac:spMkLst>
        </pc:spChg>
        <pc:spChg chg="del mod ord">
          <ac:chgData name="Mohammed Fasha" userId="cc64f42d-a1a6-4f08-b97b-0c37f877119f" providerId="ADAL" clId="{FDE0856B-42F7-40B6-BE6F-9BC89E48B27A}" dt="2024-07-20T08:40:23.133" v="657" actId="700"/>
          <ac:spMkLst>
            <pc:docMk/>
            <pc:sldMk cId="588486761" sldId="469"/>
            <ac:spMk id="3" creationId="{ED95E29A-F0FF-2A85-1C92-C15B8E6F508B}"/>
          </ac:spMkLst>
        </pc:spChg>
        <pc:spChg chg="add mod ord">
          <ac:chgData name="Mohammed Fasha" userId="cc64f42d-a1a6-4f08-b97b-0c37f877119f" providerId="ADAL" clId="{FDE0856B-42F7-40B6-BE6F-9BC89E48B27A}" dt="2024-07-20T08:40:44.559" v="669" actId="20577"/>
          <ac:spMkLst>
            <pc:docMk/>
            <pc:sldMk cId="588486761" sldId="469"/>
            <ac:spMk id="4" creationId="{4EA7B14A-510A-C9FE-B820-F0D1AF04329F}"/>
          </ac:spMkLst>
        </pc:spChg>
        <pc:spChg chg="add del mod ord">
          <ac:chgData name="Mohammed Fasha" userId="cc64f42d-a1a6-4f08-b97b-0c37f877119f" providerId="ADAL" clId="{FDE0856B-42F7-40B6-BE6F-9BC89E48B27A}" dt="2024-07-20T08:40:40.608" v="667" actId="700"/>
          <ac:spMkLst>
            <pc:docMk/>
            <pc:sldMk cId="588486761" sldId="469"/>
            <ac:spMk id="5" creationId="{7C0554FC-A55A-4383-8BBB-C11223D3A0A2}"/>
          </ac:spMkLst>
        </pc:spChg>
        <pc:spChg chg="add del mod ord">
          <ac:chgData name="Mohammed Fasha" userId="cc64f42d-a1a6-4f08-b97b-0c37f877119f" providerId="ADAL" clId="{FDE0856B-42F7-40B6-BE6F-9BC89E48B27A}" dt="2024-07-20T08:40:40.608" v="667" actId="700"/>
          <ac:spMkLst>
            <pc:docMk/>
            <pc:sldMk cId="588486761" sldId="469"/>
            <ac:spMk id="6" creationId="{B3CF6A8D-16CB-D4C4-8DAB-79C0FF36E735}"/>
          </ac:spMkLst>
        </pc:spChg>
      </pc:sldChg>
      <pc:sldChg chg="addSp delSp modSp new mod modClrScheme chgLayout">
        <pc:chgData name="Mohammed Fasha" userId="cc64f42d-a1a6-4f08-b97b-0c37f877119f" providerId="ADAL" clId="{FDE0856B-42F7-40B6-BE6F-9BC89E48B27A}" dt="2024-07-20T08:41:17.822" v="672"/>
        <pc:sldMkLst>
          <pc:docMk/>
          <pc:sldMk cId="1878274554" sldId="470"/>
        </pc:sldMkLst>
        <pc:spChg chg="del mod ord">
          <ac:chgData name="Mohammed Fasha" userId="cc64f42d-a1a6-4f08-b97b-0c37f877119f" providerId="ADAL" clId="{FDE0856B-42F7-40B6-BE6F-9BC89E48B27A}" dt="2024-07-20T08:40:53.313" v="671" actId="700"/>
          <ac:spMkLst>
            <pc:docMk/>
            <pc:sldMk cId="1878274554" sldId="470"/>
            <ac:spMk id="2" creationId="{FD3D458A-60D7-857D-8A44-49A8CADE48DA}"/>
          </ac:spMkLst>
        </pc:spChg>
        <pc:spChg chg="del mod ord">
          <ac:chgData name="Mohammed Fasha" userId="cc64f42d-a1a6-4f08-b97b-0c37f877119f" providerId="ADAL" clId="{FDE0856B-42F7-40B6-BE6F-9BC89E48B27A}" dt="2024-07-20T08:40:53.313" v="671" actId="700"/>
          <ac:spMkLst>
            <pc:docMk/>
            <pc:sldMk cId="1878274554" sldId="470"/>
            <ac:spMk id="3" creationId="{C50ECAED-8978-B0BF-7369-F3A05832B71B}"/>
          </ac:spMkLst>
        </pc:spChg>
        <pc:spChg chg="add mod ord">
          <ac:chgData name="Mohammed Fasha" userId="cc64f42d-a1a6-4f08-b97b-0c37f877119f" providerId="ADAL" clId="{FDE0856B-42F7-40B6-BE6F-9BC89E48B27A}" dt="2024-07-20T08:41:17.822" v="672"/>
          <ac:spMkLst>
            <pc:docMk/>
            <pc:sldMk cId="1878274554" sldId="470"/>
            <ac:spMk id="4" creationId="{91F665F4-885B-DF29-2837-E3C3EF0D235A}"/>
          </ac:spMkLst>
        </pc:spChg>
        <pc:spChg chg="add mod ord">
          <ac:chgData name="Mohammed Fasha" userId="cc64f42d-a1a6-4f08-b97b-0c37f877119f" providerId="ADAL" clId="{FDE0856B-42F7-40B6-BE6F-9BC89E48B27A}" dt="2024-07-20T08:40:53.313" v="671" actId="700"/>
          <ac:spMkLst>
            <pc:docMk/>
            <pc:sldMk cId="1878274554" sldId="470"/>
            <ac:spMk id="5" creationId="{225E6E6D-FF80-449E-7B07-4595F72EDDF7}"/>
          </ac:spMkLst>
        </pc:spChg>
      </pc:sldChg>
      <pc:sldChg chg="del">
        <pc:chgData name="Mohammed Fasha" userId="cc64f42d-a1a6-4f08-b97b-0c37f877119f" providerId="ADAL" clId="{FDE0856B-42F7-40B6-BE6F-9BC89E48B27A}" dt="2024-07-20T06:26:10.787" v="55" actId="2696"/>
        <pc:sldMkLst>
          <pc:docMk/>
          <pc:sldMk cId="3168600941" sldId="471"/>
        </pc:sldMkLst>
      </pc:sldChg>
      <pc:sldChg chg="addSp delSp modSp new mod modClrScheme chgLayout">
        <pc:chgData name="Mohammed Fasha" userId="cc64f42d-a1a6-4f08-b97b-0c37f877119f" providerId="ADAL" clId="{FDE0856B-42F7-40B6-BE6F-9BC89E48B27A}" dt="2024-07-20T11:30:06.595" v="1095" actId="33524"/>
        <pc:sldMkLst>
          <pc:docMk/>
          <pc:sldMk cId="3805543129" sldId="471"/>
        </pc:sldMkLst>
        <pc:spChg chg="del mod ord">
          <ac:chgData name="Mohammed Fasha" userId="cc64f42d-a1a6-4f08-b97b-0c37f877119f" providerId="ADAL" clId="{FDE0856B-42F7-40B6-BE6F-9BC89E48B27A}" dt="2024-07-20T08:41:29.137" v="674" actId="700"/>
          <ac:spMkLst>
            <pc:docMk/>
            <pc:sldMk cId="3805543129" sldId="471"/>
            <ac:spMk id="2" creationId="{794F9801-369F-39D4-904C-A6ABDF71F903}"/>
          </ac:spMkLst>
        </pc:spChg>
        <pc:spChg chg="del mod ord">
          <ac:chgData name="Mohammed Fasha" userId="cc64f42d-a1a6-4f08-b97b-0c37f877119f" providerId="ADAL" clId="{FDE0856B-42F7-40B6-BE6F-9BC89E48B27A}" dt="2024-07-20T08:41:29.137" v="674" actId="700"/>
          <ac:spMkLst>
            <pc:docMk/>
            <pc:sldMk cId="3805543129" sldId="471"/>
            <ac:spMk id="3" creationId="{C13F5A33-215D-9014-F234-55124A712673}"/>
          </ac:spMkLst>
        </pc:spChg>
        <pc:spChg chg="add mod ord">
          <ac:chgData name="Mohammed Fasha" userId="cc64f42d-a1a6-4f08-b97b-0c37f877119f" providerId="ADAL" clId="{FDE0856B-42F7-40B6-BE6F-9BC89E48B27A}" dt="2024-07-20T08:41:34.015" v="682" actId="20577"/>
          <ac:spMkLst>
            <pc:docMk/>
            <pc:sldMk cId="3805543129" sldId="471"/>
            <ac:spMk id="4" creationId="{9ABA07E4-9F6A-1681-69A6-46CA8FBF0C7A}"/>
          </ac:spMkLst>
        </pc:spChg>
        <pc:spChg chg="add mod ord">
          <ac:chgData name="Mohammed Fasha" userId="cc64f42d-a1a6-4f08-b97b-0c37f877119f" providerId="ADAL" clId="{FDE0856B-42F7-40B6-BE6F-9BC89E48B27A}" dt="2024-07-20T11:30:06.595" v="1095" actId="33524"/>
          <ac:spMkLst>
            <pc:docMk/>
            <pc:sldMk cId="3805543129" sldId="471"/>
            <ac:spMk id="5" creationId="{89D08A49-A783-43FA-4459-82F5F89FEC69}"/>
          </ac:spMkLst>
        </pc:spChg>
      </pc:sldChg>
      <pc:sldChg chg="del">
        <pc:chgData name="Mohammed Fasha" userId="cc64f42d-a1a6-4f08-b97b-0c37f877119f" providerId="ADAL" clId="{FDE0856B-42F7-40B6-BE6F-9BC89E48B27A}" dt="2024-07-20T06:26:10.787" v="55" actId="2696"/>
        <pc:sldMkLst>
          <pc:docMk/>
          <pc:sldMk cId="2302099845" sldId="472"/>
        </pc:sldMkLst>
      </pc:sldChg>
      <pc:sldChg chg="addSp delSp modSp new mod modClrScheme chgLayout">
        <pc:chgData name="Mohammed Fasha" userId="cc64f42d-a1a6-4f08-b97b-0c37f877119f" providerId="ADAL" clId="{FDE0856B-42F7-40B6-BE6F-9BC89E48B27A}" dt="2024-07-20T08:42:52.776" v="697" actId="20577"/>
        <pc:sldMkLst>
          <pc:docMk/>
          <pc:sldMk cId="3644881119" sldId="472"/>
        </pc:sldMkLst>
        <pc:spChg chg="del mod ord">
          <ac:chgData name="Mohammed Fasha" userId="cc64f42d-a1a6-4f08-b97b-0c37f877119f" providerId="ADAL" clId="{FDE0856B-42F7-40B6-BE6F-9BC89E48B27A}" dt="2024-07-20T08:42:43.122" v="687" actId="700"/>
          <ac:spMkLst>
            <pc:docMk/>
            <pc:sldMk cId="3644881119" sldId="472"/>
            <ac:spMk id="2" creationId="{E87ADDC4-DF22-35F2-EF52-5D3F7A4E07AD}"/>
          </ac:spMkLst>
        </pc:spChg>
        <pc:spChg chg="del mod ord">
          <ac:chgData name="Mohammed Fasha" userId="cc64f42d-a1a6-4f08-b97b-0c37f877119f" providerId="ADAL" clId="{FDE0856B-42F7-40B6-BE6F-9BC89E48B27A}" dt="2024-07-20T08:42:43.122" v="687" actId="700"/>
          <ac:spMkLst>
            <pc:docMk/>
            <pc:sldMk cId="3644881119" sldId="472"/>
            <ac:spMk id="3" creationId="{6FE66FAE-53BF-AE44-B36B-0D8AB8F3D598}"/>
          </ac:spMkLst>
        </pc:spChg>
        <pc:spChg chg="add mod ord">
          <ac:chgData name="Mohammed Fasha" userId="cc64f42d-a1a6-4f08-b97b-0c37f877119f" providerId="ADAL" clId="{FDE0856B-42F7-40B6-BE6F-9BC89E48B27A}" dt="2024-07-20T08:42:47.822" v="695" actId="20577"/>
          <ac:spMkLst>
            <pc:docMk/>
            <pc:sldMk cId="3644881119" sldId="472"/>
            <ac:spMk id="4" creationId="{E890A4E6-1D5D-2E9D-0DB1-79F7A523F526}"/>
          </ac:spMkLst>
        </pc:spChg>
        <pc:spChg chg="add mod ord">
          <ac:chgData name="Mohammed Fasha" userId="cc64f42d-a1a6-4f08-b97b-0c37f877119f" providerId="ADAL" clId="{FDE0856B-42F7-40B6-BE6F-9BC89E48B27A}" dt="2024-07-20T08:42:52.776" v="697" actId="20577"/>
          <ac:spMkLst>
            <pc:docMk/>
            <pc:sldMk cId="3644881119" sldId="472"/>
            <ac:spMk id="5" creationId="{83037D39-5015-FB3A-2B61-442696B6B77A}"/>
          </ac:spMkLst>
        </pc:spChg>
      </pc:sldChg>
      <pc:sldChg chg="del">
        <pc:chgData name="Mohammed Fasha" userId="cc64f42d-a1a6-4f08-b97b-0c37f877119f" providerId="ADAL" clId="{FDE0856B-42F7-40B6-BE6F-9BC89E48B27A}" dt="2024-07-20T06:26:10.787" v="55" actId="2696"/>
        <pc:sldMkLst>
          <pc:docMk/>
          <pc:sldMk cId="118211851" sldId="473"/>
        </pc:sldMkLst>
      </pc:sldChg>
      <pc:sldChg chg="addSp modSp new mod">
        <pc:chgData name="Mohammed Fasha" userId="cc64f42d-a1a6-4f08-b97b-0c37f877119f" providerId="ADAL" clId="{FDE0856B-42F7-40B6-BE6F-9BC89E48B27A}" dt="2024-07-20T13:08:28.579" v="2567" actId="207"/>
        <pc:sldMkLst>
          <pc:docMk/>
          <pc:sldMk cId="1397039846" sldId="473"/>
        </pc:sldMkLst>
        <pc:spChg chg="mod">
          <ac:chgData name="Mohammed Fasha" userId="cc64f42d-a1a6-4f08-b97b-0c37f877119f" providerId="ADAL" clId="{FDE0856B-42F7-40B6-BE6F-9BC89E48B27A}" dt="2024-07-20T08:55:34.458" v="716"/>
          <ac:spMkLst>
            <pc:docMk/>
            <pc:sldMk cId="1397039846" sldId="473"/>
            <ac:spMk id="2" creationId="{6499CF66-AF95-82B0-1411-D1DF07D97DBA}"/>
          </ac:spMkLst>
        </pc:spChg>
        <pc:spChg chg="mod">
          <ac:chgData name="Mohammed Fasha" userId="cc64f42d-a1a6-4f08-b97b-0c37f877119f" providerId="ADAL" clId="{FDE0856B-42F7-40B6-BE6F-9BC89E48B27A}" dt="2024-07-20T13:08:28.579" v="2567" actId="207"/>
          <ac:spMkLst>
            <pc:docMk/>
            <pc:sldMk cId="1397039846" sldId="473"/>
            <ac:spMk id="3" creationId="{2CD0C133-C59C-0EAA-3867-009E9BE7BD31}"/>
          </ac:spMkLst>
        </pc:spChg>
        <pc:picChg chg="add mod">
          <ac:chgData name="Mohammed Fasha" userId="cc64f42d-a1a6-4f08-b97b-0c37f877119f" providerId="ADAL" clId="{FDE0856B-42F7-40B6-BE6F-9BC89E48B27A}" dt="2024-07-20T09:20:34.090" v="890" actId="1076"/>
          <ac:picMkLst>
            <pc:docMk/>
            <pc:sldMk cId="1397039846" sldId="473"/>
            <ac:picMk id="2050" creationId="{390510BD-9978-D843-E904-93EE4EB2F12C}"/>
          </ac:picMkLst>
        </pc:picChg>
      </pc:sldChg>
      <pc:sldChg chg="del">
        <pc:chgData name="Mohammed Fasha" userId="cc64f42d-a1a6-4f08-b97b-0c37f877119f" providerId="ADAL" clId="{FDE0856B-42F7-40B6-BE6F-9BC89E48B27A}" dt="2024-07-20T06:26:10.787" v="55" actId="2696"/>
        <pc:sldMkLst>
          <pc:docMk/>
          <pc:sldMk cId="1150689950" sldId="474"/>
        </pc:sldMkLst>
      </pc:sldChg>
      <pc:sldChg chg="modSp new mod">
        <pc:chgData name="Mohammed Fasha" userId="cc64f42d-a1a6-4f08-b97b-0c37f877119f" providerId="ADAL" clId="{FDE0856B-42F7-40B6-BE6F-9BC89E48B27A}" dt="2024-07-20T13:08:58.478" v="2570" actId="207"/>
        <pc:sldMkLst>
          <pc:docMk/>
          <pc:sldMk cId="3034205703" sldId="474"/>
        </pc:sldMkLst>
        <pc:spChg chg="mod">
          <ac:chgData name="Mohammed Fasha" userId="cc64f42d-a1a6-4f08-b97b-0c37f877119f" providerId="ADAL" clId="{FDE0856B-42F7-40B6-BE6F-9BC89E48B27A}" dt="2024-07-20T08:56:50.748" v="736"/>
          <ac:spMkLst>
            <pc:docMk/>
            <pc:sldMk cId="3034205703" sldId="474"/>
            <ac:spMk id="2" creationId="{12051A00-4761-C037-4EA3-31C425174172}"/>
          </ac:spMkLst>
        </pc:spChg>
        <pc:spChg chg="mod">
          <ac:chgData name="Mohammed Fasha" userId="cc64f42d-a1a6-4f08-b97b-0c37f877119f" providerId="ADAL" clId="{FDE0856B-42F7-40B6-BE6F-9BC89E48B27A}" dt="2024-07-20T13:08:58.478" v="2570" actId="207"/>
          <ac:spMkLst>
            <pc:docMk/>
            <pc:sldMk cId="3034205703" sldId="474"/>
            <ac:spMk id="3" creationId="{ED13A40D-D30B-7169-16EA-3A21FB4A15F1}"/>
          </ac:spMkLst>
        </pc:spChg>
      </pc:sldChg>
      <pc:sldChg chg="del">
        <pc:chgData name="Mohammed Fasha" userId="cc64f42d-a1a6-4f08-b97b-0c37f877119f" providerId="ADAL" clId="{FDE0856B-42F7-40B6-BE6F-9BC89E48B27A}" dt="2024-07-20T06:26:10.787" v="55" actId="2696"/>
        <pc:sldMkLst>
          <pc:docMk/>
          <pc:sldMk cId="942593251" sldId="475"/>
        </pc:sldMkLst>
      </pc:sldChg>
      <pc:sldChg chg="modSp new mod">
        <pc:chgData name="Mohammed Fasha" userId="cc64f42d-a1a6-4f08-b97b-0c37f877119f" providerId="ADAL" clId="{FDE0856B-42F7-40B6-BE6F-9BC89E48B27A}" dt="2024-07-20T13:10:14.300" v="2585" actId="6549"/>
        <pc:sldMkLst>
          <pc:docMk/>
          <pc:sldMk cId="2141774450" sldId="475"/>
        </pc:sldMkLst>
        <pc:spChg chg="mod">
          <ac:chgData name="Mohammed Fasha" userId="cc64f42d-a1a6-4f08-b97b-0c37f877119f" providerId="ADAL" clId="{FDE0856B-42F7-40B6-BE6F-9BC89E48B27A}" dt="2024-07-20T08:57:46.939" v="746"/>
          <ac:spMkLst>
            <pc:docMk/>
            <pc:sldMk cId="2141774450" sldId="475"/>
            <ac:spMk id="2" creationId="{1DDCDED1-C321-D29D-FF02-CCDD575E4B5F}"/>
          </ac:spMkLst>
        </pc:spChg>
        <pc:spChg chg="mod">
          <ac:chgData name="Mohammed Fasha" userId="cc64f42d-a1a6-4f08-b97b-0c37f877119f" providerId="ADAL" clId="{FDE0856B-42F7-40B6-BE6F-9BC89E48B27A}" dt="2024-07-20T13:10:14.300" v="2585" actId="6549"/>
          <ac:spMkLst>
            <pc:docMk/>
            <pc:sldMk cId="2141774450" sldId="475"/>
            <ac:spMk id="3" creationId="{839C3AC5-1209-9ABF-363F-45587EDD74C0}"/>
          </ac:spMkLst>
        </pc:spChg>
      </pc:sldChg>
      <pc:sldChg chg="del">
        <pc:chgData name="Mohammed Fasha" userId="cc64f42d-a1a6-4f08-b97b-0c37f877119f" providerId="ADAL" clId="{FDE0856B-42F7-40B6-BE6F-9BC89E48B27A}" dt="2024-07-20T06:26:10.787" v="55" actId="2696"/>
        <pc:sldMkLst>
          <pc:docMk/>
          <pc:sldMk cId="94366255" sldId="476"/>
        </pc:sldMkLst>
      </pc:sldChg>
      <pc:sldChg chg="addSp delSp modSp new mod ord">
        <pc:chgData name="Mohammed Fasha" userId="cc64f42d-a1a6-4f08-b97b-0c37f877119f" providerId="ADAL" clId="{FDE0856B-42F7-40B6-BE6F-9BC89E48B27A}" dt="2024-07-20T13:08:38.436" v="2568" actId="207"/>
        <pc:sldMkLst>
          <pc:docMk/>
          <pc:sldMk cId="4148839060" sldId="476"/>
        </pc:sldMkLst>
        <pc:spChg chg="mod">
          <ac:chgData name="Mohammed Fasha" userId="cc64f42d-a1a6-4f08-b97b-0c37f877119f" providerId="ADAL" clId="{FDE0856B-42F7-40B6-BE6F-9BC89E48B27A}" dt="2024-07-20T08:55:21.752" v="715" actId="20577"/>
          <ac:spMkLst>
            <pc:docMk/>
            <pc:sldMk cId="4148839060" sldId="476"/>
            <ac:spMk id="2" creationId="{563A58FA-4774-E2D6-2C88-7031699D560A}"/>
          </ac:spMkLst>
        </pc:spChg>
        <pc:spChg chg="mod">
          <ac:chgData name="Mohammed Fasha" userId="cc64f42d-a1a6-4f08-b97b-0c37f877119f" providerId="ADAL" clId="{FDE0856B-42F7-40B6-BE6F-9BC89E48B27A}" dt="2024-07-20T13:08:38.436" v="2568" actId="207"/>
          <ac:spMkLst>
            <pc:docMk/>
            <pc:sldMk cId="4148839060" sldId="476"/>
            <ac:spMk id="3" creationId="{1AD83E67-CCED-B779-3C8F-E6A5BB1F4A3E}"/>
          </ac:spMkLst>
        </pc:spChg>
        <pc:spChg chg="add">
          <ac:chgData name="Mohammed Fasha" userId="cc64f42d-a1a6-4f08-b97b-0c37f877119f" providerId="ADAL" clId="{FDE0856B-42F7-40B6-BE6F-9BC89E48B27A}" dt="2024-07-20T09:23:33.089" v="913"/>
          <ac:spMkLst>
            <pc:docMk/>
            <pc:sldMk cId="4148839060" sldId="476"/>
            <ac:spMk id="4" creationId="{F4F183D3-50B1-1FFA-3387-278CF29B8358}"/>
          </ac:spMkLst>
        </pc:spChg>
        <pc:picChg chg="add del mod">
          <ac:chgData name="Mohammed Fasha" userId="cc64f42d-a1a6-4f08-b97b-0c37f877119f" providerId="ADAL" clId="{FDE0856B-42F7-40B6-BE6F-9BC89E48B27A}" dt="2024-07-20T09:24:26.874" v="929" actId="21"/>
          <ac:picMkLst>
            <pc:docMk/>
            <pc:sldMk cId="4148839060" sldId="476"/>
            <ac:picMk id="1026" creationId="{3AC61BE5-4590-65D2-9D49-B417A1F87080}"/>
          </ac:picMkLst>
        </pc:picChg>
        <pc:picChg chg="add del mod">
          <ac:chgData name="Mohammed Fasha" userId="cc64f42d-a1a6-4f08-b97b-0c37f877119f" providerId="ADAL" clId="{FDE0856B-42F7-40B6-BE6F-9BC89E48B27A}" dt="2024-07-20T13:08:05.492" v="2563" actId="1076"/>
          <ac:picMkLst>
            <pc:docMk/>
            <pc:sldMk cId="4148839060" sldId="476"/>
            <ac:picMk id="1028" creationId="{98B34A08-8C06-11B2-BF13-776B2981D5FA}"/>
          </ac:picMkLst>
        </pc:picChg>
        <pc:picChg chg="add mod">
          <ac:chgData name="Mohammed Fasha" userId="cc64f42d-a1a6-4f08-b97b-0c37f877119f" providerId="ADAL" clId="{FDE0856B-42F7-40B6-BE6F-9BC89E48B27A}" dt="2024-07-20T09:24:17.991" v="926" actId="14100"/>
          <ac:picMkLst>
            <pc:docMk/>
            <pc:sldMk cId="4148839060" sldId="476"/>
            <ac:picMk id="1030" creationId="{00DE4B70-4170-0CC4-06D0-4F72DBD5B07D}"/>
          </ac:picMkLst>
        </pc:picChg>
        <pc:picChg chg="add mod">
          <ac:chgData name="Mohammed Fasha" userId="cc64f42d-a1a6-4f08-b97b-0c37f877119f" providerId="ADAL" clId="{FDE0856B-42F7-40B6-BE6F-9BC89E48B27A}" dt="2024-07-20T09:24:15.157" v="920" actId="14100"/>
          <ac:picMkLst>
            <pc:docMk/>
            <pc:sldMk cId="4148839060" sldId="476"/>
            <ac:picMk id="1034" creationId="{E4651C43-5EC2-100D-99C4-802C8B765B11}"/>
          </ac:picMkLst>
        </pc:picChg>
        <pc:picChg chg="add mod">
          <ac:chgData name="Mohammed Fasha" userId="cc64f42d-a1a6-4f08-b97b-0c37f877119f" providerId="ADAL" clId="{FDE0856B-42F7-40B6-BE6F-9BC89E48B27A}" dt="2024-07-20T09:25:03.013" v="935" actId="14100"/>
          <ac:picMkLst>
            <pc:docMk/>
            <pc:sldMk cId="4148839060" sldId="476"/>
            <ac:picMk id="1036" creationId="{32108A9A-9D6F-B245-124D-DC5647258501}"/>
          </ac:picMkLst>
        </pc:picChg>
      </pc:sldChg>
      <pc:sldChg chg="modSp new mod">
        <pc:chgData name="Mohammed Fasha" userId="cc64f42d-a1a6-4f08-b97b-0c37f877119f" providerId="ADAL" clId="{FDE0856B-42F7-40B6-BE6F-9BC89E48B27A}" dt="2024-07-20T13:10:43.463" v="2597" actId="207"/>
        <pc:sldMkLst>
          <pc:docMk/>
          <pc:sldMk cId="2171453157" sldId="477"/>
        </pc:sldMkLst>
        <pc:spChg chg="mod">
          <ac:chgData name="Mohammed Fasha" userId="cc64f42d-a1a6-4f08-b97b-0c37f877119f" providerId="ADAL" clId="{FDE0856B-42F7-40B6-BE6F-9BC89E48B27A}" dt="2024-07-20T08:58:43.899" v="761"/>
          <ac:spMkLst>
            <pc:docMk/>
            <pc:sldMk cId="2171453157" sldId="477"/>
            <ac:spMk id="2" creationId="{E104880D-9EA5-A07E-F604-6C62D4C515D5}"/>
          </ac:spMkLst>
        </pc:spChg>
        <pc:spChg chg="mod">
          <ac:chgData name="Mohammed Fasha" userId="cc64f42d-a1a6-4f08-b97b-0c37f877119f" providerId="ADAL" clId="{FDE0856B-42F7-40B6-BE6F-9BC89E48B27A}" dt="2024-07-20T13:10:43.463" v="2597" actId="207"/>
          <ac:spMkLst>
            <pc:docMk/>
            <pc:sldMk cId="2171453157" sldId="477"/>
            <ac:spMk id="3" creationId="{4632884D-993F-9B2C-6F4C-507DC8B1359E}"/>
          </ac:spMkLst>
        </pc:spChg>
      </pc:sldChg>
      <pc:sldChg chg="del">
        <pc:chgData name="Mohammed Fasha" userId="cc64f42d-a1a6-4f08-b97b-0c37f877119f" providerId="ADAL" clId="{FDE0856B-42F7-40B6-BE6F-9BC89E48B27A}" dt="2024-07-20T06:26:10.787" v="55" actId="2696"/>
        <pc:sldMkLst>
          <pc:docMk/>
          <pc:sldMk cId="3109107256" sldId="477"/>
        </pc:sldMkLst>
      </pc:sldChg>
      <pc:sldChg chg="modSp new mod">
        <pc:chgData name="Mohammed Fasha" userId="cc64f42d-a1a6-4f08-b97b-0c37f877119f" providerId="ADAL" clId="{FDE0856B-42F7-40B6-BE6F-9BC89E48B27A}" dt="2024-07-20T13:11:15.504" v="2600" actId="207"/>
        <pc:sldMkLst>
          <pc:docMk/>
          <pc:sldMk cId="760837331" sldId="478"/>
        </pc:sldMkLst>
        <pc:spChg chg="mod">
          <ac:chgData name="Mohammed Fasha" userId="cc64f42d-a1a6-4f08-b97b-0c37f877119f" providerId="ADAL" clId="{FDE0856B-42F7-40B6-BE6F-9BC89E48B27A}" dt="2024-07-20T08:59:47.192" v="772"/>
          <ac:spMkLst>
            <pc:docMk/>
            <pc:sldMk cId="760837331" sldId="478"/>
            <ac:spMk id="2" creationId="{FAFD9EC5-952C-EAA2-8174-D6E53F58FB37}"/>
          </ac:spMkLst>
        </pc:spChg>
        <pc:spChg chg="mod">
          <ac:chgData name="Mohammed Fasha" userId="cc64f42d-a1a6-4f08-b97b-0c37f877119f" providerId="ADAL" clId="{FDE0856B-42F7-40B6-BE6F-9BC89E48B27A}" dt="2024-07-20T13:11:15.504" v="2600" actId="207"/>
          <ac:spMkLst>
            <pc:docMk/>
            <pc:sldMk cId="760837331" sldId="478"/>
            <ac:spMk id="3" creationId="{5AEE4760-77DB-6EC8-EF4C-303236A3E5BA}"/>
          </ac:spMkLst>
        </pc:spChg>
      </pc:sldChg>
      <pc:sldChg chg="modSp new mod">
        <pc:chgData name="Mohammed Fasha" userId="cc64f42d-a1a6-4f08-b97b-0c37f877119f" providerId="ADAL" clId="{FDE0856B-42F7-40B6-BE6F-9BC89E48B27A}" dt="2024-07-20T09:00:36.575" v="782" actId="20577"/>
        <pc:sldMkLst>
          <pc:docMk/>
          <pc:sldMk cId="3631306349" sldId="479"/>
        </pc:sldMkLst>
        <pc:spChg chg="mod">
          <ac:chgData name="Mohammed Fasha" userId="cc64f42d-a1a6-4f08-b97b-0c37f877119f" providerId="ADAL" clId="{FDE0856B-42F7-40B6-BE6F-9BC89E48B27A}" dt="2024-07-20T09:00:15.531" v="778" actId="27636"/>
          <ac:spMkLst>
            <pc:docMk/>
            <pc:sldMk cId="3631306349" sldId="479"/>
            <ac:spMk id="2" creationId="{AD65148A-F21F-2A41-D4A9-29B99B05FD13}"/>
          </ac:spMkLst>
        </pc:spChg>
        <pc:spChg chg="mod">
          <ac:chgData name="Mohammed Fasha" userId="cc64f42d-a1a6-4f08-b97b-0c37f877119f" providerId="ADAL" clId="{FDE0856B-42F7-40B6-BE6F-9BC89E48B27A}" dt="2024-07-20T09:00:36.575" v="782" actId="20577"/>
          <ac:spMkLst>
            <pc:docMk/>
            <pc:sldMk cId="3631306349" sldId="479"/>
            <ac:spMk id="3" creationId="{08F4DEFA-392F-9172-4E2C-58ECF8E14AEB}"/>
          </ac:spMkLst>
        </pc:spChg>
      </pc:sldChg>
      <pc:sldChg chg="modSp add del mod">
        <pc:chgData name="Mohammed Fasha" userId="cc64f42d-a1a6-4f08-b97b-0c37f877119f" providerId="ADAL" clId="{FDE0856B-42F7-40B6-BE6F-9BC89E48B27A}" dt="2024-07-20T20:18:11.559" v="4851" actId="2696"/>
        <pc:sldMkLst>
          <pc:docMk/>
          <pc:sldMk cId="2081084824" sldId="480"/>
        </pc:sldMkLst>
        <pc:spChg chg="mod">
          <ac:chgData name="Mohammed Fasha" userId="cc64f42d-a1a6-4f08-b97b-0c37f877119f" providerId="ADAL" clId="{FDE0856B-42F7-40B6-BE6F-9BC89E48B27A}" dt="2024-07-20T13:12:17.493" v="2605" actId="207"/>
          <ac:spMkLst>
            <pc:docMk/>
            <pc:sldMk cId="2081084824" sldId="480"/>
            <ac:spMk id="3" creationId="{056D5967-C462-AA98-A1CE-20394675FE71}"/>
          </ac:spMkLst>
        </pc:spChg>
      </pc:sldChg>
      <pc:sldChg chg="modSp new del mod">
        <pc:chgData name="Mohammed Fasha" userId="cc64f42d-a1a6-4f08-b97b-0c37f877119f" providerId="ADAL" clId="{FDE0856B-42F7-40B6-BE6F-9BC89E48B27A}" dt="2024-07-20T12:14:34.762" v="1594" actId="2696"/>
        <pc:sldMkLst>
          <pc:docMk/>
          <pc:sldMk cId="3534839426" sldId="480"/>
        </pc:sldMkLst>
        <pc:spChg chg="mod">
          <ac:chgData name="Mohammed Fasha" userId="cc64f42d-a1a6-4f08-b97b-0c37f877119f" providerId="ADAL" clId="{FDE0856B-42F7-40B6-BE6F-9BC89E48B27A}" dt="2024-07-20T11:59:38.671" v="1423" actId="20577"/>
          <ac:spMkLst>
            <pc:docMk/>
            <pc:sldMk cId="3534839426" sldId="480"/>
            <ac:spMk id="2" creationId="{62206593-4986-79A1-E0C4-AFBCB7AF4E01}"/>
          </ac:spMkLst>
        </pc:spChg>
        <pc:spChg chg="mod">
          <ac:chgData name="Mohammed Fasha" userId="cc64f42d-a1a6-4f08-b97b-0c37f877119f" providerId="ADAL" clId="{FDE0856B-42F7-40B6-BE6F-9BC89E48B27A}" dt="2024-07-20T11:44:50.030" v="1244" actId="33524"/>
          <ac:spMkLst>
            <pc:docMk/>
            <pc:sldMk cId="3534839426" sldId="480"/>
            <ac:spMk id="3" creationId="{056D5967-C462-AA98-A1CE-20394675FE71}"/>
          </ac:spMkLst>
        </pc:spChg>
      </pc:sldChg>
      <pc:sldChg chg="addSp modSp add del mod">
        <pc:chgData name="Mohammed Fasha" userId="cc64f42d-a1a6-4f08-b97b-0c37f877119f" providerId="ADAL" clId="{FDE0856B-42F7-40B6-BE6F-9BC89E48B27A}" dt="2024-07-20T20:18:11.559" v="4851" actId="2696"/>
        <pc:sldMkLst>
          <pc:docMk/>
          <pc:sldMk cId="1347099099" sldId="481"/>
        </pc:sldMkLst>
        <pc:spChg chg="mod">
          <ac:chgData name="Mohammed Fasha" userId="cc64f42d-a1a6-4f08-b97b-0c37f877119f" providerId="ADAL" clId="{FDE0856B-42F7-40B6-BE6F-9BC89E48B27A}" dt="2024-07-20T12:20:44.712" v="1777" actId="207"/>
          <ac:spMkLst>
            <pc:docMk/>
            <pc:sldMk cId="1347099099" sldId="481"/>
            <ac:spMk id="9" creationId="{506CA1CC-6091-56A6-B15E-CAE8F8D68ACA}"/>
          </ac:spMkLst>
        </pc:spChg>
        <pc:picChg chg="add">
          <ac:chgData name="Mohammed Fasha" userId="cc64f42d-a1a6-4f08-b97b-0c37f877119f" providerId="ADAL" clId="{FDE0856B-42F7-40B6-BE6F-9BC89E48B27A}" dt="2024-07-20T12:19:38.284" v="1765"/>
          <ac:picMkLst>
            <pc:docMk/>
            <pc:sldMk cId="1347099099" sldId="481"/>
            <ac:picMk id="4098" creationId="{8B58C2BD-0530-7C41-C24B-B15A677F405A}"/>
          </ac:picMkLst>
        </pc:picChg>
      </pc:sldChg>
      <pc:sldChg chg="addSp delSp modSp new del mod chgLayout">
        <pc:chgData name="Mohammed Fasha" userId="cc64f42d-a1a6-4f08-b97b-0c37f877119f" providerId="ADAL" clId="{FDE0856B-42F7-40B6-BE6F-9BC89E48B27A}" dt="2024-07-20T12:14:34.762" v="1594" actId="2696"/>
        <pc:sldMkLst>
          <pc:docMk/>
          <pc:sldMk cId="1758485031" sldId="481"/>
        </pc:sldMkLst>
        <pc:spChg chg="mod ord">
          <ac:chgData name="Mohammed Fasha" userId="cc64f42d-a1a6-4f08-b97b-0c37f877119f" providerId="ADAL" clId="{FDE0856B-42F7-40B6-BE6F-9BC89E48B27A}" dt="2024-07-20T11:53:55.134" v="1287" actId="700"/>
          <ac:spMkLst>
            <pc:docMk/>
            <pc:sldMk cId="1758485031" sldId="481"/>
            <ac:spMk id="2" creationId="{38DEDD3E-A7D7-91A4-3C1D-849207584F1A}"/>
          </ac:spMkLst>
        </pc:spChg>
        <pc:spChg chg="del">
          <ac:chgData name="Mohammed Fasha" userId="cc64f42d-a1a6-4f08-b97b-0c37f877119f" providerId="ADAL" clId="{FDE0856B-42F7-40B6-BE6F-9BC89E48B27A}" dt="2024-07-20T11:48:12.939" v="1245" actId="22"/>
          <ac:spMkLst>
            <pc:docMk/>
            <pc:sldMk cId="1758485031" sldId="481"/>
            <ac:spMk id="3" creationId="{53B1F67D-C486-7908-9967-1831724CEF60}"/>
          </ac:spMkLst>
        </pc:spChg>
        <pc:spChg chg="add">
          <ac:chgData name="Mohammed Fasha" userId="cc64f42d-a1a6-4f08-b97b-0c37f877119f" providerId="ADAL" clId="{FDE0856B-42F7-40B6-BE6F-9BC89E48B27A}" dt="2024-07-20T11:54:09.410" v="1291"/>
          <ac:spMkLst>
            <pc:docMk/>
            <pc:sldMk cId="1758485031" sldId="481"/>
            <ac:spMk id="8" creationId="{63DEC6C9-4024-F774-B4AA-7C4C7994B6B4}"/>
          </ac:spMkLst>
        </pc:spChg>
        <pc:spChg chg="add mod">
          <ac:chgData name="Mohammed Fasha" userId="cc64f42d-a1a6-4f08-b97b-0c37f877119f" providerId="ADAL" clId="{FDE0856B-42F7-40B6-BE6F-9BC89E48B27A}" dt="2024-07-20T12:12:34.043" v="1575" actId="1076"/>
          <ac:spMkLst>
            <pc:docMk/>
            <pc:sldMk cId="1758485031" sldId="481"/>
            <ac:spMk id="9" creationId="{506CA1CC-6091-56A6-B15E-CAE8F8D68ACA}"/>
          </ac:spMkLst>
        </pc:spChg>
        <pc:picChg chg="add mod ord">
          <ac:chgData name="Mohammed Fasha" userId="cc64f42d-a1a6-4f08-b97b-0c37f877119f" providerId="ADAL" clId="{FDE0856B-42F7-40B6-BE6F-9BC89E48B27A}" dt="2024-07-20T11:56:49.231" v="1338" actId="14100"/>
          <ac:picMkLst>
            <pc:docMk/>
            <pc:sldMk cId="1758485031" sldId="481"/>
            <ac:picMk id="5" creationId="{0D348643-304E-2A11-E8BA-7E9AC180E42B}"/>
          </ac:picMkLst>
        </pc:picChg>
        <pc:picChg chg="add mod">
          <ac:chgData name="Mohammed Fasha" userId="cc64f42d-a1a6-4f08-b97b-0c37f877119f" providerId="ADAL" clId="{FDE0856B-42F7-40B6-BE6F-9BC89E48B27A}" dt="2024-07-20T11:54:06.156" v="1289" actId="1076"/>
          <ac:picMkLst>
            <pc:docMk/>
            <pc:sldMk cId="1758485031" sldId="481"/>
            <ac:picMk id="7" creationId="{403944D9-6021-66E4-EB2B-3C8630955F3F}"/>
          </ac:picMkLst>
        </pc:picChg>
        <pc:picChg chg="add del mod">
          <ac:chgData name="Mohammed Fasha" userId="cc64f42d-a1a6-4f08-b97b-0c37f877119f" providerId="ADAL" clId="{FDE0856B-42F7-40B6-BE6F-9BC89E48B27A}" dt="2024-07-20T11:51:08.052" v="1276" actId="478"/>
          <ac:picMkLst>
            <pc:docMk/>
            <pc:sldMk cId="1758485031" sldId="481"/>
            <ac:picMk id="2050" creationId="{D532DF28-BE29-8D02-CC0C-77816E82DCCC}"/>
          </ac:picMkLst>
        </pc:picChg>
        <pc:picChg chg="add mod">
          <ac:chgData name="Mohammed Fasha" userId="cc64f42d-a1a6-4f08-b97b-0c37f877119f" providerId="ADAL" clId="{FDE0856B-42F7-40B6-BE6F-9BC89E48B27A}" dt="2024-07-20T11:54:08.128" v="1290" actId="1076"/>
          <ac:picMkLst>
            <pc:docMk/>
            <pc:sldMk cId="1758485031" sldId="481"/>
            <ac:picMk id="2052" creationId="{ACCA9D71-616E-79B5-1B92-EC510E86DEA1}"/>
          </ac:picMkLst>
        </pc:picChg>
      </pc:sldChg>
      <pc:sldChg chg="modSp new del mod">
        <pc:chgData name="Mohammed Fasha" userId="cc64f42d-a1a6-4f08-b97b-0c37f877119f" providerId="ADAL" clId="{FDE0856B-42F7-40B6-BE6F-9BC89E48B27A}" dt="2024-07-20T12:14:34.762" v="1594" actId="2696"/>
        <pc:sldMkLst>
          <pc:docMk/>
          <pc:sldMk cId="45489135" sldId="482"/>
        </pc:sldMkLst>
        <pc:spChg chg="mod">
          <ac:chgData name="Mohammed Fasha" userId="cc64f42d-a1a6-4f08-b97b-0c37f877119f" providerId="ADAL" clId="{FDE0856B-42F7-40B6-BE6F-9BC89E48B27A}" dt="2024-07-20T11:58:59.905" v="1383" actId="20577"/>
          <ac:spMkLst>
            <pc:docMk/>
            <pc:sldMk cId="45489135" sldId="482"/>
            <ac:spMk id="3" creationId="{22EC0073-6728-2331-0081-D2F365F7098F}"/>
          </ac:spMkLst>
        </pc:spChg>
      </pc:sldChg>
      <pc:sldChg chg="modSp add del mod">
        <pc:chgData name="Mohammed Fasha" userId="cc64f42d-a1a6-4f08-b97b-0c37f877119f" providerId="ADAL" clId="{FDE0856B-42F7-40B6-BE6F-9BC89E48B27A}" dt="2024-07-20T20:18:11.559" v="4851" actId="2696"/>
        <pc:sldMkLst>
          <pc:docMk/>
          <pc:sldMk cId="3137701533" sldId="482"/>
        </pc:sldMkLst>
        <pc:spChg chg="mod">
          <ac:chgData name="Mohammed Fasha" userId="cc64f42d-a1a6-4f08-b97b-0c37f877119f" providerId="ADAL" clId="{FDE0856B-42F7-40B6-BE6F-9BC89E48B27A}" dt="2024-07-20T13:09:59.947" v="2583" actId="27636"/>
          <ac:spMkLst>
            <pc:docMk/>
            <pc:sldMk cId="3137701533" sldId="482"/>
            <ac:spMk id="3" creationId="{22EC0073-6728-2331-0081-D2F365F7098F}"/>
          </ac:spMkLst>
        </pc:spChg>
      </pc:sldChg>
      <pc:sldChg chg="del">
        <pc:chgData name="Mohammed Fasha" userId="cc64f42d-a1a6-4f08-b97b-0c37f877119f" providerId="ADAL" clId="{FDE0856B-42F7-40B6-BE6F-9BC89E48B27A}" dt="2024-07-20T06:26:10.787" v="55" actId="2696"/>
        <pc:sldMkLst>
          <pc:docMk/>
          <pc:sldMk cId="408884363" sldId="483"/>
        </pc:sldMkLst>
      </pc:sldChg>
      <pc:sldChg chg="addSp delSp modSp new mod modClrScheme chgLayout">
        <pc:chgData name="Mohammed Fasha" userId="cc64f42d-a1a6-4f08-b97b-0c37f877119f" providerId="ADAL" clId="{FDE0856B-42F7-40B6-BE6F-9BC89E48B27A}" dt="2024-07-20T09:08:45.255" v="790" actId="404"/>
        <pc:sldMkLst>
          <pc:docMk/>
          <pc:sldMk cId="3908672191" sldId="483"/>
        </pc:sldMkLst>
        <pc:spChg chg="del mod ord">
          <ac:chgData name="Mohammed Fasha" userId="cc64f42d-a1a6-4f08-b97b-0c37f877119f" providerId="ADAL" clId="{FDE0856B-42F7-40B6-BE6F-9BC89E48B27A}" dt="2024-07-20T09:08:36.672" v="784" actId="700"/>
          <ac:spMkLst>
            <pc:docMk/>
            <pc:sldMk cId="3908672191" sldId="483"/>
            <ac:spMk id="2" creationId="{E3DA0CD5-3F5C-AA7A-E83F-160D0638BBEB}"/>
          </ac:spMkLst>
        </pc:spChg>
        <pc:spChg chg="del mod ord">
          <ac:chgData name="Mohammed Fasha" userId="cc64f42d-a1a6-4f08-b97b-0c37f877119f" providerId="ADAL" clId="{FDE0856B-42F7-40B6-BE6F-9BC89E48B27A}" dt="2024-07-20T09:08:36.672" v="784" actId="700"/>
          <ac:spMkLst>
            <pc:docMk/>
            <pc:sldMk cId="3908672191" sldId="483"/>
            <ac:spMk id="3" creationId="{A9DA9B8F-7D94-DC72-2064-020449C80AC4}"/>
          </ac:spMkLst>
        </pc:spChg>
        <pc:spChg chg="add mod ord">
          <ac:chgData name="Mohammed Fasha" userId="cc64f42d-a1a6-4f08-b97b-0c37f877119f" providerId="ADAL" clId="{FDE0856B-42F7-40B6-BE6F-9BC89E48B27A}" dt="2024-07-20T09:08:45.255" v="790" actId="404"/>
          <ac:spMkLst>
            <pc:docMk/>
            <pc:sldMk cId="3908672191" sldId="483"/>
            <ac:spMk id="4" creationId="{EC8E519F-B015-4348-49CC-2C573A868725}"/>
          </ac:spMkLst>
        </pc:spChg>
        <pc:spChg chg="add mod ord">
          <ac:chgData name="Mohammed Fasha" userId="cc64f42d-a1a6-4f08-b97b-0c37f877119f" providerId="ADAL" clId="{FDE0856B-42F7-40B6-BE6F-9BC89E48B27A}" dt="2024-07-20T09:08:36.672" v="784" actId="700"/>
          <ac:spMkLst>
            <pc:docMk/>
            <pc:sldMk cId="3908672191" sldId="483"/>
            <ac:spMk id="5" creationId="{177BD156-FC69-8996-0925-D4A4A6E5E9BE}"/>
          </ac:spMkLst>
        </pc:spChg>
      </pc:sldChg>
      <pc:sldChg chg="del">
        <pc:chgData name="Mohammed Fasha" userId="cc64f42d-a1a6-4f08-b97b-0c37f877119f" providerId="ADAL" clId="{FDE0856B-42F7-40B6-BE6F-9BC89E48B27A}" dt="2024-07-20T06:26:10.787" v="55" actId="2696"/>
        <pc:sldMkLst>
          <pc:docMk/>
          <pc:sldMk cId="994101439" sldId="484"/>
        </pc:sldMkLst>
      </pc:sldChg>
      <pc:sldChg chg="addSp delSp modSp new mod modClrScheme chgLayout">
        <pc:chgData name="Mohammed Fasha" userId="cc64f42d-a1a6-4f08-b97b-0c37f877119f" providerId="ADAL" clId="{FDE0856B-42F7-40B6-BE6F-9BC89E48B27A}" dt="2024-07-20T09:09:09.859" v="802" actId="20577"/>
        <pc:sldMkLst>
          <pc:docMk/>
          <pc:sldMk cId="1026581973" sldId="484"/>
        </pc:sldMkLst>
        <pc:spChg chg="del mod ord">
          <ac:chgData name="Mohammed Fasha" userId="cc64f42d-a1a6-4f08-b97b-0c37f877119f" providerId="ADAL" clId="{FDE0856B-42F7-40B6-BE6F-9BC89E48B27A}" dt="2024-07-20T09:08:53.831" v="792" actId="700"/>
          <ac:spMkLst>
            <pc:docMk/>
            <pc:sldMk cId="1026581973" sldId="484"/>
            <ac:spMk id="2" creationId="{85E55A84-EA50-B97A-48A2-B7A000CEA052}"/>
          </ac:spMkLst>
        </pc:spChg>
        <pc:spChg chg="del mod ord">
          <ac:chgData name="Mohammed Fasha" userId="cc64f42d-a1a6-4f08-b97b-0c37f877119f" providerId="ADAL" clId="{FDE0856B-42F7-40B6-BE6F-9BC89E48B27A}" dt="2024-07-20T09:08:53.831" v="792" actId="700"/>
          <ac:spMkLst>
            <pc:docMk/>
            <pc:sldMk cId="1026581973" sldId="484"/>
            <ac:spMk id="3" creationId="{1E455A34-3D10-6CAD-147F-D7BF03C39694}"/>
          </ac:spMkLst>
        </pc:spChg>
        <pc:spChg chg="add mod ord">
          <ac:chgData name="Mohammed Fasha" userId="cc64f42d-a1a6-4f08-b97b-0c37f877119f" providerId="ADAL" clId="{FDE0856B-42F7-40B6-BE6F-9BC89E48B27A}" dt="2024-07-20T09:09:05.261" v="800" actId="20577"/>
          <ac:spMkLst>
            <pc:docMk/>
            <pc:sldMk cId="1026581973" sldId="484"/>
            <ac:spMk id="4" creationId="{85C5FF8D-6B85-8BD1-6303-54071F0CFCDD}"/>
          </ac:spMkLst>
        </pc:spChg>
        <pc:spChg chg="add mod ord">
          <ac:chgData name="Mohammed Fasha" userId="cc64f42d-a1a6-4f08-b97b-0c37f877119f" providerId="ADAL" clId="{FDE0856B-42F7-40B6-BE6F-9BC89E48B27A}" dt="2024-07-20T09:09:09.859" v="802" actId="20577"/>
          <ac:spMkLst>
            <pc:docMk/>
            <pc:sldMk cId="1026581973" sldId="484"/>
            <ac:spMk id="5" creationId="{9E5FFAA8-616D-6325-6FC6-5998A886C0E5}"/>
          </ac:spMkLst>
        </pc:spChg>
      </pc:sldChg>
      <pc:sldChg chg="add del">
        <pc:chgData name="Mohammed Fasha" userId="cc64f42d-a1a6-4f08-b97b-0c37f877119f" providerId="ADAL" clId="{FDE0856B-42F7-40B6-BE6F-9BC89E48B27A}" dt="2024-07-20T09:13:16.080" v="826" actId="47"/>
        <pc:sldMkLst>
          <pc:docMk/>
          <pc:sldMk cId="0" sldId="485"/>
        </pc:sldMkLst>
      </pc:sldChg>
      <pc:sldChg chg="del">
        <pc:chgData name="Mohammed Fasha" userId="cc64f42d-a1a6-4f08-b97b-0c37f877119f" providerId="ADAL" clId="{FDE0856B-42F7-40B6-BE6F-9BC89E48B27A}" dt="2024-07-20T06:26:10.787" v="55" actId="2696"/>
        <pc:sldMkLst>
          <pc:docMk/>
          <pc:sldMk cId="1440183149" sldId="485"/>
        </pc:sldMkLst>
      </pc:sldChg>
      <pc:sldChg chg="modSp add mod">
        <pc:chgData name="Mohammed Fasha" userId="cc64f42d-a1a6-4f08-b97b-0c37f877119f" providerId="ADAL" clId="{FDE0856B-42F7-40B6-BE6F-9BC89E48B27A}" dt="2024-07-20T13:09:59.934" v="2581" actId="27636"/>
        <pc:sldMkLst>
          <pc:docMk/>
          <pc:sldMk cId="0" sldId="486"/>
        </pc:sldMkLst>
        <pc:spChg chg="mod">
          <ac:chgData name="Mohammed Fasha" userId="cc64f42d-a1a6-4f08-b97b-0c37f877119f" providerId="ADAL" clId="{FDE0856B-42F7-40B6-BE6F-9BC89E48B27A}" dt="2024-07-20T13:09:59.934" v="2581" actId="27636"/>
          <ac:spMkLst>
            <pc:docMk/>
            <pc:sldMk cId="0" sldId="486"/>
            <ac:spMk id="3" creationId="{00000000-0000-0000-0000-000000000000}"/>
          </ac:spMkLst>
        </pc:spChg>
      </pc:sldChg>
      <pc:sldChg chg="del">
        <pc:chgData name="Mohammed Fasha" userId="cc64f42d-a1a6-4f08-b97b-0c37f877119f" providerId="ADAL" clId="{FDE0856B-42F7-40B6-BE6F-9BC89E48B27A}" dt="2024-07-20T06:26:10.787" v="55" actId="2696"/>
        <pc:sldMkLst>
          <pc:docMk/>
          <pc:sldMk cId="3841714060" sldId="486"/>
        </pc:sldMkLst>
      </pc:sldChg>
      <pc:sldChg chg="addSp modSp add del">
        <pc:chgData name="Mohammed Fasha" userId="cc64f42d-a1a6-4f08-b97b-0c37f877119f" providerId="ADAL" clId="{FDE0856B-42F7-40B6-BE6F-9BC89E48B27A}" dt="2024-07-20T20:18:11.559" v="4851" actId="2696"/>
        <pc:sldMkLst>
          <pc:docMk/>
          <pc:sldMk cId="3701339086" sldId="487"/>
        </pc:sldMkLst>
        <pc:picChg chg="add mod">
          <ac:chgData name="Mohammed Fasha" userId="cc64f42d-a1a6-4f08-b97b-0c37f877119f" providerId="ADAL" clId="{FDE0856B-42F7-40B6-BE6F-9BC89E48B27A}" dt="2024-07-20T12:17:04.619" v="1656" actId="1076"/>
          <ac:picMkLst>
            <pc:docMk/>
            <pc:sldMk cId="3701339086" sldId="487"/>
            <ac:picMk id="3074" creationId="{D1346BAF-E2C1-5005-1F6E-EA9C6CCD21B7}"/>
          </ac:picMkLst>
        </pc:picChg>
      </pc:sldChg>
      <pc:sldChg chg="addSp delSp modSp new del mod modClrScheme chgLayout">
        <pc:chgData name="Mohammed Fasha" userId="cc64f42d-a1a6-4f08-b97b-0c37f877119f" providerId="ADAL" clId="{FDE0856B-42F7-40B6-BE6F-9BC89E48B27A}" dt="2024-07-20T12:14:34.762" v="1594" actId="2696"/>
        <pc:sldMkLst>
          <pc:docMk/>
          <pc:sldMk cId="3925800366" sldId="487"/>
        </pc:sldMkLst>
        <pc:spChg chg="del mod ord">
          <ac:chgData name="Mohammed Fasha" userId="cc64f42d-a1a6-4f08-b97b-0c37f877119f" providerId="ADAL" clId="{FDE0856B-42F7-40B6-BE6F-9BC89E48B27A}" dt="2024-07-20T11:43:37.011" v="1186" actId="700"/>
          <ac:spMkLst>
            <pc:docMk/>
            <pc:sldMk cId="3925800366" sldId="487"/>
            <ac:spMk id="2" creationId="{0A7B7BE9-091A-960F-0BE2-35E591157E41}"/>
          </ac:spMkLst>
        </pc:spChg>
        <pc:spChg chg="del mod ord">
          <ac:chgData name="Mohammed Fasha" userId="cc64f42d-a1a6-4f08-b97b-0c37f877119f" providerId="ADAL" clId="{FDE0856B-42F7-40B6-BE6F-9BC89E48B27A}" dt="2024-07-20T11:43:37.011" v="1186" actId="700"/>
          <ac:spMkLst>
            <pc:docMk/>
            <pc:sldMk cId="3925800366" sldId="487"/>
            <ac:spMk id="3" creationId="{B9497D59-6F1D-5B82-028C-4952AE45F74B}"/>
          </ac:spMkLst>
        </pc:spChg>
        <pc:spChg chg="add mod ord">
          <ac:chgData name="Mohammed Fasha" userId="cc64f42d-a1a6-4f08-b97b-0c37f877119f" providerId="ADAL" clId="{FDE0856B-42F7-40B6-BE6F-9BC89E48B27A}" dt="2024-07-20T11:43:44.108" v="1212" actId="20577"/>
          <ac:spMkLst>
            <pc:docMk/>
            <pc:sldMk cId="3925800366" sldId="487"/>
            <ac:spMk id="4" creationId="{2C7CEEA9-ADB8-FC14-8469-09A20FDA31B4}"/>
          </ac:spMkLst>
        </pc:spChg>
        <pc:spChg chg="add mod ord">
          <ac:chgData name="Mohammed Fasha" userId="cc64f42d-a1a6-4f08-b97b-0c37f877119f" providerId="ADAL" clId="{FDE0856B-42F7-40B6-BE6F-9BC89E48B27A}" dt="2024-07-20T11:43:37.011" v="1186" actId="700"/>
          <ac:spMkLst>
            <pc:docMk/>
            <pc:sldMk cId="3925800366" sldId="487"/>
            <ac:spMk id="5" creationId="{9464C41B-537F-FFA4-44D6-4AAE81E8B1A1}"/>
          </ac:spMkLst>
        </pc:spChg>
      </pc:sldChg>
      <pc:sldChg chg="del">
        <pc:chgData name="Mohammed Fasha" userId="cc64f42d-a1a6-4f08-b97b-0c37f877119f" providerId="ADAL" clId="{FDE0856B-42F7-40B6-BE6F-9BC89E48B27A}" dt="2024-07-20T06:26:10.787" v="55" actId="2696"/>
        <pc:sldMkLst>
          <pc:docMk/>
          <pc:sldMk cId="833725597" sldId="488"/>
        </pc:sldMkLst>
      </pc:sldChg>
      <pc:sldChg chg="addSp delSp modSp new del mod modClrScheme chgLayout">
        <pc:chgData name="Mohammed Fasha" userId="cc64f42d-a1a6-4f08-b97b-0c37f877119f" providerId="ADAL" clId="{FDE0856B-42F7-40B6-BE6F-9BC89E48B27A}" dt="2024-07-20T20:18:11.559" v="4851" actId="2696"/>
        <pc:sldMkLst>
          <pc:docMk/>
          <pc:sldMk cId="2018895221" sldId="488"/>
        </pc:sldMkLst>
        <pc:spChg chg="del mod ord">
          <ac:chgData name="Mohammed Fasha" userId="cc64f42d-a1a6-4f08-b97b-0c37f877119f" providerId="ADAL" clId="{FDE0856B-42F7-40B6-BE6F-9BC89E48B27A}" dt="2024-07-20T12:00:04.290" v="1446" actId="700"/>
          <ac:spMkLst>
            <pc:docMk/>
            <pc:sldMk cId="2018895221" sldId="488"/>
            <ac:spMk id="2" creationId="{709A4D96-13DA-B80A-B41A-DBA485AA50D9}"/>
          </ac:spMkLst>
        </pc:spChg>
        <pc:spChg chg="del mod ord">
          <ac:chgData name="Mohammed Fasha" userId="cc64f42d-a1a6-4f08-b97b-0c37f877119f" providerId="ADAL" clId="{FDE0856B-42F7-40B6-BE6F-9BC89E48B27A}" dt="2024-07-20T12:00:04.290" v="1446" actId="700"/>
          <ac:spMkLst>
            <pc:docMk/>
            <pc:sldMk cId="2018895221" sldId="488"/>
            <ac:spMk id="3" creationId="{D860DE46-C079-1FDE-CD99-82F9BD156310}"/>
          </ac:spMkLst>
        </pc:spChg>
        <pc:spChg chg="add mod ord">
          <ac:chgData name="Mohammed Fasha" userId="cc64f42d-a1a6-4f08-b97b-0c37f877119f" providerId="ADAL" clId="{FDE0856B-42F7-40B6-BE6F-9BC89E48B27A}" dt="2024-07-20T12:13:54.097" v="1586" actId="20577"/>
          <ac:spMkLst>
            <pc:docMk/>
            <pc:sldMk cId="2018895221" sldId="488"/>
            <ac:spMk id="4" creationId="{3518D25F-2BBE-8689-355A-9938605AA24F}"/>
          </ac:spMkLst>
        </pc:spChg>
        <pc:spChg chg="add mod ord">
          <ac:chgData name="Mohammed Fasha" userId="cc64f42d-a1a6-4f08-b97b-0c37f877119f" providerId="ADAL" clId="{FDE0856B-42F7-40B6-BE6F-9BC89E48B27A}" dt="2024-07-20T12:00:04.290" v="1446" actId="700"/>
          <ac:spMkLst>
            <pc:docMk/>
            <pc:sldMk cId="2018895221" sldId="488"/>
            <ac:spMk id="5" creationId="{4F3979A5-9E6D-CBD6-1E54-B94C165E0B0F}"/>
          </ac:spMkLst>
        </pc:spChg>
      </pc:sldChg>
      <pc:sldChg chg="del">
        <pc:chgData name="Mohammed Fasha" userId="cc64f42d-a1a6-4f08-b97b-0c37f877119f" providerId="ADAL" clId="{FDE0856B-42F7-40B6-BE6F-9BC89E48B27A}" dt="2024-07-20T06:26:10.787" v="55" actId="2696"/>
        <pc:sldMkLst>
          <pc:docMk/>
          <pc:sldMk cId="4123470834" sldId="489"/>
        </pc:sldMkLst>
      </pc:sldChg>
      <pc:sldChg chg="addSp delSp modSp new del mod ord modClrScheme chgLayout">
        <pc:chgData name="Mohammed Fasha" userId="cc64f42d-a1a6-4f08-b97b-0c37f877119f" providerId="ADAL" clId="{FDE0856B-42F7-40B6-BE6F-9BC89E48B27A}" dt="2024-07-20T20:18:11.559" v="4851" actId="2696"/>
        <pc:sldMkLst>
          <pc:docMk/>
          <pc:sldMk cId="4225001686" sldId="489"/>
        </pc:sldMkLst>
        <pc:spChg chg="del mod ord">
          <ac:chgData name="Mohammed Fasha" userId="cc64f42d-a1a6-4f08-b97b-0c37f877119f" providerId="ADAL" clId="{FDE0856B-42F7-40B6-BE6F-9BC89E48B27A}" dt="2024-07-20T12:05:15.748" v="1470" actId="700"/>
          <ac:spMkLst>
            <pc:docMk/>
            <pc:sldMk cId="4225001686" sldId="489"/>
            <ac:spMk id="2" creationId="{5B8C83E0-104A-EC10-BE19-DC0106E94822}"/>
          </ac:spMkLst>
        </pc:spChg>
        <pc:spChg chg="del mod ord">
          <ac:chgData name="Mohammed Fasha" userId="cc64f42d-a1a6-4f08-b97b-0c37f877119f" providerId="ADAL" clId="{FDE0856B-42F7-40B6-BE6F-9BC89E48B27A}" dt="2024-07-20T12:05:15.748" v="1470" actId="700"/>
          <ac:spMkLst>
            <pc:docMk/>
            <pc:sldMk cId="4225001686" sldId="489"/>
            <ac:spMk id="3" creationId="{514594F0-EB6E-BE94-A35F-7F63686422D8}"/>
          </ac:spMkLst>
        </pc:spChg>
        <pc:spChg chg="add mod ord">
          <ac:chgData name="Mohammed Fasha" userId="cc64f42d-a1a6-4f08-b97b-0c37f877119f" providerId="ADAL" clId="{FDE0856B-42F7-40B6-BE6F-9BC89E48B27A}" dt="2024-07-20T13:19:08.583" v="2627" actId="21"/>
          <ac:spMkLst>
            <pc:docMk/>
            <pc:sldMk cId="4225001686" sldId="489"/>
            <ac:spMk id="4" creationId="{79D15EA5-DADE-E7BA-4901-A298D25A4E94}"/>
          </ac:spMkLst>
        </pc:spChg>
        <pc:spChg chg="add mod ord">
          <ac:chgData name="Mohammed Fasha" userId="cc64f42d-a1a6-4f08-b97b-0c37f877119f" providerId="ADAL" clId="{FDE0856B-42F7-40B6-BE6F-9BC89E48B27A}" dt="2024-07-20T18:24:31.726" v="3465" actId="207"/>
          <ac:spMkLst>
            <pc:docMk/>
            <pc:sldMk cId="4225001686" sldId="489"/>
            <ac:spMk id="5" creationId="{B95EDE17-CFDE-CF1F-832C-0C88F05F3FDB}"/>
          </ac:spMkLst>
        </pc:spChg>
        <pc:picChg chg="add mod">
          <ac:chgData name="Mohammed Fasha" userId="cc64f42d-a1a6-4f08-b97b-0c37f877119f" providerId="ADAL" clId="{FDE0856B-42F7-40B6-BE6F-9BC89E48B27A}" dt="2024-07-20T15:43:59.671" v="3001" actId="1076"/>
          <ac:picMkLst>
            <pc:docMk/>
            <pc:sldMk cId="4225001686" sldId="489"/>
            <ac:picMk id="8" creationId="{453F7135-2259-9C12-64C1-4BB2BB9AB8CD}"/>
          </ac:picMkLst>
        </pc:picChg>
      </pc:sldChg>
      <pc:sldChg chg="modSp new del mod ord">
        <pc:chgData name="Mohammed Fasha" userId="cc64f42d-a1a6-4f08-b97b-0c37f877119f" providerId="ADAL" clId="{FDE0856B-42F7-40B6-BE6F-9BC89E48B27A}" dt="2024-07-20T20:18:11.559" v="4851" actId="2696"/>
        <pc:sldMkLst>
          <pc:docMk/>
          <pc:sldMk cId="1644352761" sldId="490"/>
        </pc:sldMkLst>
        <pc:spChg chg="mod">
          <ac:chgData name="Mohammed Fasha" userId="cc64f42d-a1a6-4f08-b97b-0c37f877119f" providerId="ADAL" clId="{FDE0856B-42F7-40B6-BE6F-9BC89E48B27A}" dt="2024-07-20T18:38:53.199" v="3780" actId="27636"/>
          <ac:spMkLst>
            <pc:docMk/>
            <pc:sldMk cId="1644352761" sldId="490"/>
            <ac:spMk id="2" creationId="{426CA5E8-81F5-CBE9-70B8-F18221F256D0}"/>
          </ac:spMkLst>
        </pc:spChg>
        <pc:spChg chg="mod">
          <ac:chgData name="Mohammed Fasha" userId="cc64f42d-a1a6-4f08-b97b-0c37f877119f" providerId="ADAL" clId="{FDE0856B-42F7-40B6-BE6F-9BC89E48B27A}" dt="2024-07-20T18:39:00.923" v="3782" actId="179"/>
          <ac:spMkLst>
            <pc:docMk/>
            <pc:sldMk cId="1644352761" sldId="490"/>
            <ac:spMk id="3" creationId="{472AE4A2-7850-5D5D-640D-F49964770222}"/>
          </ac:spMkLst>
        </pc:spChg>
      </pc:sldChg>
      <pc:sldChg chg="del">
        <pc:chgData name="Mohammed Fasha" userId="cc64f42d-a1a6-4f08-b97b-0c37f877119f" providerId="ADAL" clId="{FDE0856B-42F7-40B6-BE6F-9BC89E48B27A}" dt="2024-07-20T06:26:10.787" v="55" actId="2696"/>
        <pc:sldMkLst>
          <pc:docMk/>
          <pc:sldMk cId="4022017735" sldId="490"/>
        </pc:sldMkLst>
      </pc:sldChg>
      <pc:sldChg chg="del">
        <pc:chgData name="Mohammed Fasha" userId="cc64f42d-a1a6-4f08-b97b-0c37f877119f" providerId="ADAL" clId="{FDE0856B-42F7-40B6-BE6F-9BC89E48B27A}" dt="2024-07-20T06:26:10.787" v="55" actId="2696"/>
        <pc:sldMkLst>
          <pc:docMk/>
          <pc:sldMk cId="2225061527" sldId="491"/>
        </pc:sldMkLst>
      </pc:sldChg>
      <pc:sldChg chg="addSp delSp modSp new del mod modClrScheme chgLayout">
        <pc:chgData name="Mohammed Fasha" userId="cc64f42d-a1a6-4f08-b97b-0c37f877119f" providerId="ADAL" clId="{FDE0856B-42F7-40B6-BE6F-9BC89E48B27A}" dt="2024-07-20T20:18:11.559" v="4851" actId="2696"/>
        <pc:sldMkLst>
          <pc:docMk/>
          <pc:sldMk cId="3377810766" sldId="491"/>
        </pc:sldMkLst>
        <pc:spChg chg="del mod ord">
          <ac:chgData name="Mohammed Fasha" userId="cc64f42d-a1a6-4f08-b97b-0c37f877119f" providerId="ADAL" clId="{FDE0856B-42F7-40B6-BE6F-9BC89E48B27A}" dt="2024-07-20T12:11:49.965" v="1566" actId="700"/>
          <ac:spMkLst>
            <pc:docMk/>
            <pc:sldMk cId="3377810766" sldId="491"/>
            <ac:spMk id="2" creationId="{0860DFAA-BA49-6EDE-AF7A-B2F923FF744E}"/>
          </ac:spMkLst>
        </pc:spChg>
        <pc:spChg chg="del mod ord">
          <ac:chgData name="Mohammed Fasha" userId="cc64f42d-a1a6-4f08-b97b-0c37f877119f" providerId="ADAL" clId="{FDE0856B-42F7-40B6-BE6F-9BC89E48B27A}" dt="2024-07-20T12:11:49.965" v="1566" actId="700"/>
          <ac:spMkLst>
            <pc:docMk/>
            <pc:sldMk cId="3377810766" sldId="491"/>
            <ac:spMk id="3" creationId="{9A24BD07-7171-899B-10E6-035746C77F20}"/>
          </ac:spMkLst>
        </pc:spChg>
        <pc:spChg chg="add del mod">
          <ac:chgData name="Mohammed Fasha" userId="cc64f42d-a1a6-4f08-b97b-0c37f877119f" providerId="ADAL" clId="{FDE0856B-42F7-40B6-BE6F-9BC89E48B27A}" dt="2024-07-20T18:27:14.834" v="3472" actId="21"/>
          <ac:spMkLst>
            <pc:docMk/>
            <pc:sldMk cId="3377810766" sldId="491"/>
            <ac:spMk id="5" creationId="{E559B2D6-1008-5824-4054-B71813BDB11B}"/>
          </ac:spMkLst>
        </pc:spChg>
        <pc:spChg chg="add mod ord">
          <ac:chgData name="Mohammed Fasha" userId="cc64f42d-a1a6-4f08-b97b-0c37f877119f" providerId="ADAL" clId="{FDE0856B-42F7-40B6-BE6F-9BC89E48B27A}" dt="2024-07-20T18:30:22.826" v="3562" actId="20577"/>
          <ac:spMkLst>
            <pc:docMk/>
            <pc:sldMk cId="3377810766" sldId="491"/>
            <ac:spMk id="6" creationId="{1C08BDEC-664C-7AFE-A1E5-75A02AA27647}"/>
          </ac:spMkLst>
        </pc:spChg>
        <pc:spChg chg="add mod ord">
          <ac:chgData name="Mohammed Fasha" userId="cc64f42d-a1a6-4f08-b97b-0c37f877119f" providerId="ADAL" clId="{FDE0856B-42F7-40B6-BE6F-9BC89E48B27A}" dt="2024-07-20T18:30:01.646" v="3514" actId="27636"/>
          <ac:spMkLst>
            <pc:docMk/>
            <pc:sldMk cId="3377810766" sldId="491"/>
            <ac:spMk id="7" creationId="{E3C1E8F4-0C99-2E6E-6E27-876492DB1DED}"/>
          </ac:spMkLst>
        </pc:spChg>
        <pc:spChg chg="add del mod">
          <ac:chgData name="Mohammed Fasha" userId="cc64f42d-a1a6-4f08-b97b-0c37f877119f" providerId="ADAL" clId="{FDE0856B-42F7-40B6-BE6F-9BC89E48B27A}" dt="2024-07-20T18:27:10.548" v="3471" actId="21"/>
          <ac:spMkLst>
            <pc:docMk/>
            <pc:sldMk cId="3377810766" sldId="491"/>
            <ac:spMk id="9" creationId="{CB5B3EB7-2044-1C30-1D9A-65C2E7BE3B45}"/>
          </ac:spMkLst>
        </pc:spChg>
        <pc:picChg chg="add mod">
          <ac:chgData name="Mohammed Fasha" userId="cc64f42d-a1a6-4f08-b97b-0c37f877119f" providerId="ADAL" clId="{FDE0856B-42F7-40B6-BE6F-9BC89E48B27A}" dt="2024-07-20T13:45:11.533" v="2797" actId="1076"/>
          <ac:picMkLst>
            <pc:docMk/>
            <pc:sldMk cId="3377810766" sldId="491"/>
            <ac:picMk id="11" creationId="{620492A8-8430-2543-1DFC-718DC6323D37}"/>
          </ac:picMkLst>
        </pc:picChg>
        <pc:picChg chg="add mod">
          <ac:chgData name="Mohammed Fasha" userId="cc64f42d-a1a6-4f08-b97b-0c37f877119f" providerId="ADAL" clId="{FDE0856B-42F7-40B6-BE6F-9BC89E48B27A}" dt="2024-07-20T18:25:31.539" v="3467" actId="1076"/>
          <ac:picMkLst>
            <pc:docMk/>
            <pc:sldMk cId="3377810766" sldId="491"/>
            <ac:picMk id="7170" creationId="{1676E60D-425E-9E99-6F73-2056CC9977E5}"/>
          </ac:picMkLst>
        </pc:picChg>
      </pc:sldChg>
      <pc:sldChg chg="del">
        <pc:chgData name="Mohammed Fasha" userId="cc64f42d-a1a6-4f08-b97b-0c37f877119f" providerId="ADAL" clId="{FDE0856B-42F7-40B6-BE6F-9BC89E48B27A}" dt="2024-07-20T06:26:10.787" v="55" actId="2696"/>
        <pc:sldMkLst>
          <pc:docMk/>
          <pc:sldMk cId="673932695" sldId="492"/>
        </pc:sldMkLst>
      </pc:sldChg>
      <pc:sldChg chg="modSp new mod">
        <pc:chgData name="Mohammed Fasha" userId="cc64f42d-a1a6-4f08-b97b-0c37f877119f" providerId="ADAL" clId="{FDE0856B-42F7-40B6-BE6F-9BC89E48B27A}" dt="2024-07-20T13:09:59.834" v="2576" actId="27636"/>
        <pc:sldMkLst>
          <pc:docMk/>
          <pc:sldMk cId="3217007079" sldId="492"/>
        </pc:sldMkLst>
        <pc:spChg chg="mod">
          <ac:chgData name="Mohammed Fasha" userId="cc64f42d-a1a6-4f08-b97b-0c37f877119f" providerId="ADAL" clId="{FDE0856B-42F7-40B6-BE6F-9BC89E48B27A}" dt="2024-07-20T12:39:04.006" v="1989" actId="20577"/>
          <ac:spMkLst>
            <pc:docMk/>
            <pc:sldMk cId="3217007079" sldId="492"/>
            <ac:spMk id="2" creationId="{C82BC959-40DE-712A-71AB-2E58C4974467}"/>
          </ac:spMkLst>
        </pc:spChg>
        <pc:spChg chg="mod">
          <ac:chgData name="Mohammed Fasha" userId="cc64f42d-a1a6-4f08-b97b-0c37f877119f" providerId="ADAL" clId="{FDE0856B-42F7-40B6-BE6F-9BC89E48B27A}" dt="2024-07-20T13:09:59.834" v="2576" actId="27636"/>
          <ac:spMkLst>
            <pc:docMk/>
            <pc:sldMk cId="3217007079" sldId="492"/>
            <ac:spMk id="3" creationId="{82867AC9-3FEE-5376-286C-11A760E78422}"/>
          </ac:spMkLst>
        </pc:spChg>
      </pc:sldChg>
      <pc:sldChg chg="modSp new mod">
        <pc:chgData name="Mohammed Fasha" userId="cc64f42d-a1a6-4f08-b97b-0c37f877119f" providerId="ADAL" clId="{FDE0856B-42F7-40B6-BE6F-9BC89E48B27A}" dt="2024-07-20T13:09:59.882" v="2577" actId="27636"/>
        <pc:sldMkLst>
          <pc:docMk/>
          <pc:sldMk cId="623807491" sldId="493"/>
        </pc:sldMkLst>
        <pc:spChg chg="mod">
          <ac:chgData name="Mohammed Fasha" userId="cc64f42d-a1a6-4f08-b97b-0c37f877119f" providerId="ADAL" clId="{FDE0856B-42F7-40B6-BE6F-9BC89E48B27A}" dt="2024-07-20T12:43:36.725" v="1995" actId="20577"/>
          <ac:spMkLst>
            <pc:docMk/>
            <pc:sldMk cId="623807491" sldId="493"/>
            <ac:spMk id="2" creationId="{BCC359B5-99AB-F905-688B-EE3B8808AD49}"/>
          </ac:spMkLst>
        </pc:spChg>
        <pc:spChg chg="mod">
          <ac:chgData name="Mohammed Fasha" userId="cc64f42d-a1a6-4f08-b97b-0c37f877119f" providerId="ADAL" clId="{FDE0856B-42F7-40B6-BE6F-9BC89E48B27A}" dt="2024-07-20T13:09:59.882" v="2577" actId="27636"/>
          <ac:spMkLst>
            <pc:docMk/>
            <pc:sldMk cId="623807491" sldId="493"/>
            <ac:spMk id="3" creationId="{2C0EBE82-CF04-F4D2-401F-640B5E7494B4}"/>
          </ac:spMkLst>
        </pc:spChg>
      </pc:sldChg>
      <pc:sldChg chg="del">
        <pc:chgData name="Mohammed Fasha" userId="cc64f42d-a1a6-4f08-b97b-0c37f877119f" providerId="ADAL" clId="{FDE0856B-42F7-40B6-BE6F-9BC89E48B27A}" dt="2024-07-20T06:26:10.787" v="55" actId="2696"/>
        <pc:sldMkLst>
          <pc:docMk/>
          <pc:sldMk cId="2512069021" sldId="493"/>
        </pc:sldMkLst>
      </pc:sldChg>
      <pc:sldChg chg="modSp new del mod">
        <pc:chgData name="Mohammed Fasha" userId="cc64f42d-a1a6-4f08-b97b-0c37f877119f" providerId="ADAL" clId="{FDE0856B-42F7-40B6-BE6F-9BC89E48B27A}" dt="2024-07-20T13:05:22.362" v="2502" actId="47"/>
        <pc:sldMkLst>
          <pc:docMk/>
          <pc:sldMk cId="316678082" sldId="494"/>
        </pc:sldMkLst>
        <pc:spChg chg="mod">
          <ac:chgData name="Mohammed Fasha" userId="cc64f42d-a1a6-4f08-b97b-0c37f877119f" providerId="ADAL" clId="{FDE0856B-42F7-40B6-BE6F-9BC89E48B27A}" dt="2024-07-20T13:01:59.844" v="2407" actId="20577"/>
          <ac:spMkLst>
            <pc:docMk/>
            <pc:sldMk cId="316678082" sldId="494"/>
            <ac:spMk id="2" creationId="{F8517BF5-1B31-EA3F-80CC-B243C344632B}"/>
          </ac:spMkLst>
        </pc:spChg>
        <pc:spChg chg="mod">
          <ac:chgData name="Mohammed Fasha" userId="cc64f42d-a1a6-4f08-b97b-0c37f877119f" providerId="ADAL" clId="{FDE0856B-42F7-40B6-BE6F-9BC89E48B27A}" dt="2024-07-20T13:02:04.709" v="2409" actId="6549"/>
          <ac:spMkLst>
            <pc:docMk/>
            <pc:sldMk cId="316678082" sldId="494"/>
            <ac:spMk id="3" creationId="{C35170CE-6F4E-6A77-B2FD-381C484CA593}"/>
          </ac:spMkLst>
        </pc:spChg>
      </pc:sldChg>
      <pc:sldChg chg="del">
        <pc:chgData name="Mohammed Fasha" userId="cc64f42d-a1a6-4f08-b97b-0c37f877119f" providerId="ADAL" clId="{FDE0856B-42F7-40B6-BE6F-9BC89E48B27A}" dt="2024-07-20T06:26:10.787" v="55" actId="2696"/>
        <pc:sldMkLst>
          <pc:docMk/>
          <pc:sldMk cId="3290660304" sldId="494"/>
        </pc:sldMkLst>
      </pc:sldChg>
      <pc:sldChg chg="addSp delSp modSp add mod">
        <pc:chgData name="Mohammed Fasha" userId="cc64f42d-a1a6-4f08-b97b-0c37f877119f" providerId="ADAL" clId="{FDE0856B-42F7-40B6-BE6F-9BC89E48B27A}" dt="2024-07-20T13:09:59.903" v="2578" actId="27636"/>
        <pc:sldMkLst>
          <pc:docMk/>
          <pc:sldMk cId="756554025" sldId="495"/>
        </pc:sldMkLst>
        <pc:spChg chg="mod">
          <ac:chgData name="Mohammed Fasha" userId="cc64f42d-a1a6-4f08-b97b-0c37f877119f" providerId="ADAL" clId="{FDE0856B-42F7-40B6-BE6F-9BC89E48B27A}" dt="2024-07-20T13:04:11.887" v="2488" actId="14100"/>
          <ac:spMkLst>
            <pc:docMk/>
            <pc:sldMk cId="756554025" sldId="495"/>
            <ac:spMk id="2" creationId="{F8517BF5-1B31-EA3F-80CC-B243C344632B}"/>
          </ac:spMkLst>
        </pc:spChg>
        <pc:spChg chg="mod">
          <ac:chgData name="Mohammed Fasha" userId="cc64f42d-a1a6-4f08-b97b-0c37f877119f" providerId="ADAL" clId="{FDE0856B-42F7-40B6-BE6F-9BC89E48B27A}" dt="2024-07-20T13:09:59.903" v="2578" actId="27636"/>
          <ac:spMkLst>
            <pc:docMk/>
            <pc:sldMk cId="756554025" sldId="495"/>
            <ac:spMk id="3" creationId="{C35170CE-6F4E-6A77-B2FD-381C484CA593}"/>
          </ac:spMkLst>
        </pc:spChg>
        <pc:spChg chg="add mod">
          <ac:chgData name="Mohammed Fasha" userId="cc64f42d-a1a6-4f08-b97b-0c37f877119f" providerId="ADAL" clId="{FDE0856B-42F7-40B6-BE6F-9BC89E48B27A}" dt="2024-07-20T13:03:27.034" v="2479" actId="27636"/>
          <ac:spMkLst>
            <pc:docMk/>
            <pc:sldMk cId="756554025" sldId="495"/>
            <ac:spMk id="4" creationId="{D2D4A6D0-2A40-4C45-AAE9-B2CC3DB704AF}"/>
          </ac:spMkLst>
        </pc:spChg>
        <pc:picChg chg="add del mod">
          <ac:chgData name="Mohammed Fasha" userId="cc64f42d-a1a6-4f08-b97b-0c37f877119f" providerId="ADAL" clId="{FDE0856B-42F7-40B6-BE6F-9BC89E48B27A}" dt="2024-07-20T13:04:57.364" v="2497" actId="478"/>
          <ac:picMkLst>
            <pc:docMk/>
            <pc:sldMk cId="756554025" sldId="495"/>
            <ac:picMk id="5122" creationId="{D0E3DD00-505B-7E30-C3FC-000E5602FEDD}"/>
          </ac:picMkLst>
        </pc:picChg>
        <pc:picChg chg="add mod">
          <ac:chgData name="Mohammed Fasha" userId="cc64f42d-a1a6-4f08-b97b-0c37f877119f" providerId="ADAL" clId="{FDE0856B-42F7-40B6-BE6F-9BC89E48B27A}" dt="2024-07-20T13:05:04.319" v="2501" actId="1076"/>
          <ac:picMkLst>
            <pc:docMk/>
            <pc:sldMk cId="756554025" sldId="495"/>
            <ac:picMk id="5124" creationId="{643D0A5F-13DC-F7AB-64A8-78B306E6329A}"/>
          </ac:picMkLst>
        </pc:picChg>
      </pc:sldChg>
      <pc:sldChg chg="del">
        <pc:chgData name="Mohammed Fasha" userId="cc64f42d-a1a6-4f08-b97b-0c37f877119f" providerId="ADAL" clId="{FDE0856B-42F7-40B6-BE6F-9BC89E48B27A}" dt="2024-07-20T06:26:10.787" v="55" actId="2696"/>
        <pc:sldMkLst>
          <pc:docMk/>
          <pc:sldMk cId="4079654275" sldId="495"/>
        </pc:sldMkLst>
      </pc:sldChg>
      <pc:sldChg chg="addSp delSp modSp new del mod ord modClrScheme chgLayout">
        <pc:chgData name="Mohammed Fasha" userId="cc64f42d-a1a6-4f08-b97b-0c37f877119f" providerId="ADAL" clId="{FDE0856B-42F7-40B6-BE6F-9BC89E48B27A}" dt="2024-07-20T20:18:11.559" v="4851" actId="2696"/>
        <pc:sldMkLst>
          <pc:docMk/>
          <pc:sldMk cId="377313955" sldId="496"/>
        </pc:sldMkLst>
        <pc:spChg chg="add del mod ord">
          <ac:chgData name="Mohammed Fasha" userId="cc64f42d-a1a6-4f08-b97b-0c37f877119f" providerId="ADAL" clId="{FDE0856B-42F7-40B6-BE6F-9BC89E48B27A}" dt="2024-07-20T19:35:34.008" v="4496" actId="6549"/>
          <ac:spMkLst>
            <pc:docMk/>
            <pc:sldMk cId="377313955" sldId="496"/>
            <ac:spMk id="2" creationId="{6140F44F-9F35-B5C5-B936-BEE442598413}"/>
          </ac:spMkLst>
        </pc:spChg>
        <pc:spChg chg="add del">
          <ac:chgData name="Mohammed Fasha" userId="cc64f42d-a1a6-4f08-b97b-0c37f877119f" providerId="ADAL" clId="{FDE0856B-42F7-40B6-BE6F-9BC89E48B27A}" dt="2024-07-20T13:18:33.466" v="2619" actId="22"/>
          <ac:spMkLst>
            <pc:docMk/>
            <pc:sldMk cId="377313955" sldId="496"/>
            <ac:spMk id="3" creationId="{E34969B5-8A93-8DAE-AB57-3DB2B9404192}"/>
          </ac:spMkLst>
        </pc:spChg>
        <pc:spChg chg="add del mod ord">
          <ac:chgData name="Mohammed Fasha" userId="cc64f42d-a1a6-4f08-b97b-0c37f877119f" providerId="ADAL" clId="{FDE0856B-42F7-40B6-BE6F-9BC89E48B27A}" dt="2024-07-20T13:18:31.887" v="2618" actId="700"/>
          <ac:spMkLst>
            <pc:docMk/>
            <pc:sldMk cId="377313955" sldId="496"/>
            <ac:spMk id="4" creationId="{CECCFE37-532A-A56D-B64D-0F49466DFA68}"/>
          </ac:spMkLst>
        </pc:spChg>
        <pc:spChg chg="add mod">
          <ac:chgData name="Mohammed Fasha" userId="cc64f42d-a1a6-4f08-b97b-0c37f877119f" providerId="ADAL" clId="{FDE0856B-42F7-40B6-BE6F-9BC89E48B27A}" dt="2024-07-20T19:37:47.696" v="4536" actId="20577"/>
          <ac:spMkLst>
            <pc:docMk/>
            <pc:sldMk cId="377313955" sldId="496"/>
            <ac:spMk id="10" creationId="{CE742699-8B61-67E2-96CC-38CC36D3F8A6}"/>
          </ac:spMkLst>
        </pc:spChg>
        <pc:picChg chg="add del mod">
          <ac:chgData name="Mohammed Fasha" userId="cc64f42d-a1a6-4f08-b97b-0c37f877119f" providerId="ADAL" clId="{FDE0856B-42F7-40B6-BE6F-9BC89E48B27A}" dt="2024-07-20T13:18:30.548" v="2616" actId="22"/>
          <ac:picMkLst>
            <pc:docMk/>
            <pc:sldMk cId="377313955" sldId="496"/>
            <ac:picMk id="6" creationId="{197DE0FC-92D4-315D-3AB8-1BE5A4BC5746}"/>
          </ac:picMkLst>
        </pc:picChg>
        <pc:picChg chg="add del mod ord">
          <ac:chgData name="Mohammed Fasha" userId="cc64f42d-a1a6-4f08-b97b-0c37f877119f" providerId="ADAL" clId="{FDE0856B-42F7-40B6-BE6F-9BC89E48B27A}" dt="2024-07-20T13:18:46.325" v="2620" actId="21"/>
          <ac:picMkLst>
            <pc:docMk/>
            <pc:sldMk cId="377313955" sldId="496"/>
            <ac:picMk id="8" creationId="{453F7135-2259-9C12-64C1-4BB2BB9AB8CD}"/>
          </ac:picMkLst>
        </pc:picChg>
        <pc:picChg chg="add del mod">
          <ac:chgData name="Mohammed Fasha" userId="cc64f42d-a1a6-4f08-b97b-0c37f877119f" providerId="ADAL" clId="{FDE0856B-42F7-40B6-BE6F-9BC89E48B27A}" dt="2024-07-20T18:50:13.873" v="4004" actId="478"/>
          <ac:picMkLst>
            <pc:docMk/>
            <pc:sldMk cId="377313955" sldId="496"/>
            <ac:picMk id="1026" creationId="{62B3C489-C8AB-1750-E798-8029DD100B54}"/>
          </ac:picMkLst>
        </pc:picChg>
        <pc:picChg chg="add mod">
          <ac:chgData name="Mohammed Fasha" userId="cc64f42d-a1a6-4f08-b97b-0c37f877119f" providerId="ADAL" clId="{FDE0856B-42F7-40B6-BE6F-9BC89E48B27A}" dt="2024-07-20T18:50:21.022" v="4008" actId="1076"/>
          <ac:picMkLst>
            <pc:docMk/>
            <pc:sldMk cId="377313955" sldId="496"/>
            <ac:picMk id="1028" creationId="{119A1015-9ECE-D176-203F-1F3D3FB68D25}"/>
          </ac:picMkLst>
        </pc:picChg>
      </pc:sldChg>
      <pc:sldChg chg="del">
        <pc:chgData name="Mohammed Fasha" userId="cc64f42d-a1a6-4f08-b97b-0c37f877119f" providerId="ADAL" clId="{FDE0856B-42F7-40B6-BE6F-9BC89E48B27A}" dt="2024-07-20T06:26:10.787" v="55" actId="2696"/>
        <pc:sldMkLst>
          <pc:docMk/>
          <pc:sldMk cId="1501311303" sldId="496"/>
        </pc:sldMkLst>
      </pc:sldChg>
      <pc:sldChg chg="addSp delSp modSp new del mod ord">
        <pc:chgData name="Mohammed Fasha" userId="cc64f42d-a1a6-4f08-b97b-0c37f877119f" providerId="ADAL" clId="{FDE0856B-42F7-40B6-BE6F-9BC89E48B27A}" dt="2024-07-20T20:18:11.559" v="4851" actId="2696"/>
        <pc:sldMkLst>
          <pc:docMk/>
          <pc:sldMk cId="1913302130" sldId="497"/>
        </pc:sldMkLst>
        <pc:spChg chg="del mod">
          <ac:chgData name="Mohammed Fasha" userId="cc64f42d-a1a6-4f08-b97b-0c37f877119f" providerId="ADAL" clId="{FDE0856B-42F7-40B6-BE6F-9BC89E48B27A}" dt="2024-07-20T13:48:38.568" v="2818" actId="478"/>
          <ac:spMkLst>
            <pc:docMk/>
            <pc:sldMk cId="1913302130" sldId="497"/>
            <ac:spMk id="2" creationId="{A5679451-CAF5-C506-E93C-D5CA92122852}"/>
          </ac:spMkLst>
        </pc:spChg>
        <pc:spChg chg="mod">
          <ac:chgData name="Mohammed Fasha" userId="cc64f42d-a1a6-4f08-b97b-0c37f877119f" providerId="ADAL" clId="{FDE0856B-42F7-40B6-BE6F-9BC89E48B27A}" dt="2024-07-20T13:37:26.879" v="2775" actId="27636"/>
          <ac:spMkLst>
            <pc:docMk/>
            <pc:sldMk cId="1913302130" sldId="497"/>
            <ac:spMk id="3" creationId="{31B1E1CA-1D74-6A34-BCD7-107169B4C766}"/>
          </ac:spMkLst>
        </pc:spChg>
        <pc:spChg chg="add mod">
          <ac:chgData name="Mohammed Fasha" userId="cc64f42d-a1a6-4f08-b97b-0c37f877119f" providerId="ADAL" clId="{FDE0856B-42F7-40B6-BE6F-9BC89E48B27A}" dt="2024-07-20T13:41:08.878" v="2783" actId="6549"/>
          <ac:spMkLst>
            <pc:docMk/>
            <pc:sldMk cId="1913302130" sldId="497"/>
            <ac:spMk id="7" creationId="{AEEEBCE0-DBE2-AD78-F1E8-06A3C21A40E7}"/>
          </ac:spMkLst>
        </pc:spChg>
        <pc:spChg chg="add del mod">
          <ac:chgData name="Mohammed Fasha" userId="cc64f42d-a1a6-4f08-b97b-0c37f877119f" providerId="ADAL" clId="{FDE0856B-42F7-40B6-BE6F-9BC89E48B27A}" dt="2024-07-20T13:48:40.847" v="2819" actId="478"/>
          <ac:spMkLst>
            <pc:docMk/>
            <pc:sldMk cId="1913302130" sldId="497"/>
            <ac:spMk id="11" creationId="{9D89B85F-0067-E5DE-8042-E38D60F85185}"/>
          </ac:spMkLst>
        </pc:spChg>
        <pc:spChg chg="add mod">
          <ac:chgData name="Mohammed Fasha" userId="cc64f42d-a1a6-4f08-b97b-0c37f877119f" providerId="ADAL" clId="{FDE0856B-42F7-40B6-BE6F-9BC89E48B27A}" dt="2024-07-20T13:48:45.014" v="2824" actId="20577"/>
          <ac:spMkLst>
            <pc:docMk/>
            <pc:sldMk cId="1913302130" sldId="497"/>
            <ac:spMk id="12" creationId="{2D2D5D9E-2E24-63EB-9BC0-242D8C8A51AC}"/>
          </ac:spMkLst>
        </pc:spChg>
        <pc:picChg chg="add mod">
          <ac:chgData name="Mohammed Fasha" userId="cc64f42d-a1a6-4f08-b97b-0c37f877119f" providerId="ADAL" clId="{FDE0856B-42F7-40B6-BE6F-9BC89E48B27A}" dt="2024-07-20T13:45:36.941" v="2801" actId="1076"/>
          <ac:picMkLst>
            <pc:docMk/>
            <pc:sldMk cId="1913302130" sldId="497"/>
            <ac:picMk id="5" creationId="{8E1F5BF4-E119-683C-01FF-31E88171BD85}"/>
          </ac:picMkLst>
        </pc:picChg>
        <pc:picChg chg="add mod">
          <ac:chgData name="Mohammed Fasha" userId="cc64f42d-a1a6-4f08-b97b-0c37f877119f" providerId="ADAL" clId="{FDE0856B-42F7-40B6-BE6F-9BC89E48B27A}" dt="2024-07-20T13:48:48.749" v="2825" actId="1076"/>
          <ac:picMkLst>
            <pc:docMk/>
            <pc:sldMk cId="1913302130" sldId="497"/>
            <ac:picMk id="9" creationId="{7A14ABC1-B986-D6E9-55A9-AD1E1C78298B}"/>
          </ac:picMkLst>
        </pc:picChg>
      </pc:sldChg>
      <pc:sldChg chg="addSp delSp modSp new del mod ord">
        <pc:chgData name="Mohammed Fasha" userId="cc64f42d-a1a6-4f08-b97b-0c37f877119f" providerId="ADAL" clId="{FDE0856B-42F7-40B6-BE6F-9BC89E48B27A}" dt="2024-07-20T20:18:11.559" v="4851" actId="2696"/>
        <pc:sldMkLst>
          <pc:docMk/>
          <pc:sldMk cId="3269859339" sldId="498"/>
        </pc:sldMkLst>
        <pc:spChg chg="del mod">
          <ac:chgData name="Mohammed Fasha" userId="cc64f42d-a1a6-4f08-b97b-0c37f877119f" providerId="ADAL" clId="{FDE0856B-42F7-40B6-BE6F-9BC89E48B27A}" dt="2024-07-20T13:48:51.416" v="2826" actId="478"/>
          <ac:spMkLst>
            <pc:docMk/>
            <pc:sldMk cId="3269859339" sldId="498"/>
            <ac:spMk id="2" creationId="{D43EB4D0-AEDF-6C22-32D6-9213C2DBF05C}"/>
          </ac:spMkLst>
        </pc:spChg>
        <pc:spChg chg="mod">
          <ac:chgData name="Mohammed Fasha" userId="cc64f42d-a1a6-4f08-b97b-0c37f877119f" providerId="ADAL" clId="{FDE0856B-42F7-40B6-BE6F-9BC89E48B27A}" dt="2024-07-20T18:32:34.443" v="3599" actId="108"/>
          <ac:spMkLst>
            <pc:docMk/>
            <pc:sldMk cId="3269859339" sldId="498"/>
            <ac:spMk id="3" creationId="{B3BE109B-A663-799B-05C9-0DAC7E24BCDD}"/>
          </ac:spMkLst>
        </pc:spChg>
        <pc:spChg chg="add del mod">
          <ac:chgData name="Mohammed Fasha" userId="cc64f42d-a1a6-4f08-b97b-0c37f877119f" providerId="ADAL" clId="{FDE0856B-42F7-40B6-BE6F-9BC89E48B27A}" dt="2024-07-20T13:48:57.845" v="2829" actId="478"/>
          <ac:spMkLst>
            <pc:docMk/>
            <pc:sldMk cId="3269859339" sldId="498"/>
            <ac:spMk id="7" creationId="{E28C79DD-357C-F91C-59F5-4E01E9228B95}"/>
          </ac:spMkLst>
        </pc:spChg>
        <pc:spChg chg="add mod">
          <ac:chgData name="Mohammed Fasha" userId="cc64f42d-a1a6-4f08-b97b-0c37f877119f" providerId="ADAL" clId="{FDE0856B-42F7-40B6-BE6F-9BC89E48B27A}" dt="2024-07-20T13:49:08.462" v="2847" actId="20577"/>
          <ac:spMkLst>
            <pc:docMk/>
            <pc:sldMk cId="3269859339" sldId="498"/>
            <ac:spMk id="8" creationId="{E7A21B2A-59EE-35EE-1A52-D0558EAE4D5F}"/>
          </ac:spMkLst>
        </pc:spChg>
        <pc:picChg chg="add del mod">
          <ac:chgData name="Mohammed Fasha" userId="cc64f42d-a1a6-4f08-b97b-0c37f877119f" providerId="ADAL" clId="{FDE0856B-42F7-40B6-BE6F-9BC89E48B27A}" dt="2024-07-20T13:49:02.069" v="2832" actId="1076"/>
          <ac:picMkLst>
            <pc:docMk/>
            <pc:sldMk cId="3269859339" sldId="498"/>
            <ac:picMk id="5" creationId="{96318978-8263-4E1D-D93E-BAA25AC05A44}"/>
          </ac:picMkLst>
        </pc:picChg>
        <pc:picChg chg="add del mod">
          <ac:chgData name="Mohammed Fasha" userId="cc64f42d-a1a6-4f08-b97b-0c37f877119f" providerId="ADAL" clId="{FDE0856B-42F7-40B6-BE6F-9BC89E48B27A}" dt="2024-07-20T18:31:19.470" v="3567" actId="1076"/>
          <ac:picMkLst>
            <pc:docMk/>
            <pc:sldMk cId="3269859339" sldId="498"/>
            <ac:picMk id="10" creationId="{F90BCBE1-082B-22B7-C48D-FB90CFEC4C25}"/>
          </ac:picMkLst>
        </pc:picChg>
        <pc:picChg chg="add del mod">
          <ac:chgData name="Mohammed Fasha" userId="cc64f42d-a1a6-4f08-b97b-0c37f877119f" providerId="ADAL" clId="{FDE0856B-42F7-40B6-BE6F-9BC89E48B27A}" dt="2024-07-20T15:59:36.056" v="3157" actId="478"/>
          <ac:picMkLst>
            <pc:docMk/>
            <pc:sldMk cId="3269859339" sldId="498"/>
            <ac:picMk id="9218" creationId="{AF798F96-1EBA-6A6C-C8B1-82337F7855F7}"/>
          </ac:picMkLst>
        </pc:picChg>
        <pc:picChg chg="add mod">
          <ac:chgData name="Mohammed Fasha" userId="cc64f42d-a1a6-4f08-b97b-0c37f877119f" providerId="ADAL" clId="{FDE0856B-42F7-40B6-BE6F-9BC89E48B27A}" dt="2024-07-20T16:04:16.190" v="3203"/>
          <ac:picMkLst>
            <pc:docMk/>
            <pc:sldMk cId="3269859339" sldId="498"/>
            <ac:picMk id="9220" creationId="{96901244-46AE-C827-FB56-CC61065D70E3}"/>
          </ac:picMkLst>
        </pc:picChg>
        <pc:picChg chg="add mod">
          <ac:chgData name="Mohammed Fasha" userId="cc64f42d-a1a6-4f08-b97b-0c37f877119f" providerId="ADAL" clId="{FDE0856B-42F7-40B6-BE6F-9BC89E48B27A}" dt="2024-07-20T16:05:13.771" v="3215" actId="14100"/>
          <ac:picMkLst>
            <pc:docMk/>
            <pc:sldMk cId="3269859339" sldId="498"/>
            <ac:picMk id="9222" creationId="{0E28E2F6-2ABB-40ED-DE13-E2D991224921}"/>
          </ac:picMkLst>
        </pc:picChg>
      </pc:sldChg>
      <pc:sldChg chg="addSp delSp modSp new add del mod ord">
        <pc:chgData name="Mohammed Fasha" userId="cc64f42d-a1a6-4f08-b97b-0c37f877119f" providerId="ADAL" clId="{FDE0856B-42F7-40B6-BE6F-9BC89E48B27A}" dt="2024-07-20T16:32:04.340" v="3385" actId="2696"/>
        <pc:sldMkLst>
          <pc:docMk/>
          <pc:sldMk cId="207482489" sldId="499"/>
        </pc:sldMkLst>
        <pc:spChg chg="mod">
          <ac:chgData name="Mohammed Fasha" userId="cc64f42d-a1a6-4f08-b97b-0c37f877119f" providerId="ADAL" clId="{FDE0856B-42F7-40B6-BE6F-9BC89E48B27A}" dt="2024-07-20T15:18:58.136" v="2879"/>
          <ac:spMkLst>
            <pc:docMk/>
            <pc:sldMk cId="207482489" sldId="499"/>
            <ac:spMk id="2" creationId="{58BAA339-8FAB-6E71-6626-154CA199F2B3}"/>
          </ac:spMkLst>
        </pc:spChg>
        <pc:spChg chg="add del mod">
          <ac:chgData name="Mohammed Fasha" userId="cc64f42d-a1a6-4f08-b97b-0c37f877119f" providerId="ADAL" clId="{FDE0856B-42F7-40B6-BE6F-9BC89E48B27A}" dt="2024-07-20T15:18:29.257" v="2872" actId="14100"/>
          <ac:spMkLst>
            <pc:docMk/>
            <pc:sldMk cId="207482489" sldId="499"/>
            <ac:spMk id="3" creationId="{A6774967-19D4-9337-CC08-478B095A210F}"/>
          </ac:spMkLst>
        </pc:spChg>
        <pc:picChg chg="add del mod ord">
          <ac:chgData name="Mohammed Fasha" userId="cc64f42d-a1a6-4f08-b97b-0c37f877119f" providerId="ADAL" clId="{FDE0856B-42F7-40B6-BE6F-9BC89E48B27A}" dt="2024-07-20T15:17:34.652" v="2854" actId="22"/>
          <ac:picMkLst>
            <pc:docMk/>
            <pc:sldMk cId="207482489" sldId="499"/>
            <ac:picMk id="5" creationId="{C267DF78-8444-26E9-3A0E-50E8493E69EC}"/>
          </ac:picMkLst>
        </pc:picChg>
        <pc:picChg chg="add mod">
          <ac:chgData name="Mohammed Fasha" userId="cc64f42d-a1a6-4f08-b97b-0c37f877119f" providerId="ADAL" clId="{FDE0856B-42F7-40B6-BE6F-9BC89E48B27A}" dt="2024-07-20T15:18:26.920" v="2871" actId="14100"/>
          <ac:picMkLst>
            <pc:docMk/>
            <pc:sldMk cId="207482489" sldId="499"/>
            <ac:picMk id="7" creationId="{07732E05-7800-5CC9-4271-CBD6E2B12523}"/>
          </ac:picMkLst>
        </pc:picChg>
        <pc:picChg chg="add mod">
          <ac:chgData name="Mohammed Fasha" userId="cc64f42d-a1a6-4f08-b97b-0c37f877119f" providerId="ADAL" clId="{FDE0856B-42F7-40B6-BE6F-9BC89E48B27A}" dt="2024-07-20T15:18:52.395" v="2878" actId="14100"/>
          <ac:picMkLst>
            <pc:docMk/>
            <pc:sldMk cId="207482489" sldId="499"/>
            <ac:picMk id="9" creationId="{F5EECF4E-A3ED-E008-0241-94B26B7323AC}"/>
          </ac:picMkLst>
        </pc:picChg>
      </pc:sldChg>
      <pc:sldChg chg="addSp modSp new del mod">
        <pc:chgData name="Mohammed Fasha" userId="cc64f42d-a1a6-4f08-b97b-0c37f877119f" providerId="ADAL" clId="{FDE0856B-42F7-40B6-BE6F-9BC89E48B27A}" dt="2024-07-20T20:18:11.559" v="4851" actId="2696"/>
        <pc:sldMkLst>
          <pc:docMk/>
          <pc:sldMk cId="1237849119" sldId="500"/>
        </pc:sldMkLst>
        <pc:spChg chg="mod">
          <ac:chgData name="Mohammed Fasha" userId="cc64f42d-a1a6-4f08-b97b-0c37f877119f" providerId="ADAL" clId="{FDE0856B-42F7-40B6-BE6F-9BC89E48B27A}" dt="2024-07-20T19:35:42.035" v="4497"/>
          <ac:spMkLst>
            <pc:docMk/>
            <pc:sldMk cId="1237849119" sldId="500"/>
            <ac:spMk id="2" creationId="{15F4D97D-B531-A972-06B0-05EAA62CC22E}"/>
          </ac:spMkLst>
        </pc:spChg>
        <pc:spChg chg="mod">
          <ac:chgData name="Mohammed Fasha" userId="cc64f42d-a1a6-4f08-b97b-0c37f877119f" providerId="ADAL" clId="{FDE0856B-42F7-40B6-BE6F-9BC89E48B27A}" dt="2024-07-20T19:31:34.335" v="4406" actId="27636"/>
          <ac:spMkLst>
            <pc:docMk/>
            <pc:sldMk cId="1237849119" sldId="500"/>
            <ac:spMk id="3" creationId="{ED8A22FB-FAFD-1878-E389-0C6D35699D77}"/>
          </ac:spMkLst>
        </pc:spChg>
        <pc:spChg chg="add mod">
          <ac:chgData name="Mohammed Fasha" userId="cc64f42d-a1a6-4f08-b97b-0c37f877119f" providerId="ADAL" clId="{FDE0856B-42F7-40B6-BE6F-9BC89E48B27A}" dt="2024-07-20T19:33:49.129" v="4422" actId="14100"/>
          <ac:spMkLst>
            <pc:docMk/>
            <pc:sldMk cId="1237849119" sldId="500"/>
            <ac:spMk id="5" creationId="{8236CC18-2AB3-4AB8-1FA2-AD60F4244343}"/>
          </ac:spMkLst>
        </pc:spChg>
        <pc:picChg chg="add mod">
          <ac:chgData name="Mohammed Fasha" userId="cc64f42d-a1a6-4f08-b97b-0c37f877119f" providerId="ADAL" clId="{FDE0856B-42F7-40B6-BE6F-9BC89E48B27A}" dt="2024-07-20T18:52:30.649" v="4024" actId="14100"/>
          <ac:picMkLst>
            <pc:docMk/>
            <pc:sldMk cId="1237849119" sldId="500"/>
            <ac:picMk id="2050" creationId="{8735254D-DFF5-32CC-BA4F-CAA0248BB9B0}"/>
          </ac:picMkLst>
        </pc:picChg>
        <pc:picChg chg="add mod">
          <ac:chgData name="Mohammed Fasha" userId="cc64f42d-a1a6-4f08-b97b-0c37f877119f" providerId="ADAL" clId="{FDE0856B-42F7-40B6-BE6F-9BC89E48B27A}" dt="2024-07-20T18:52:27.784" v="4022" actId="14100"/>
          <ac:picMkLst>
            <pc:docMk/>
            <pc:sldMk cId="1237849119" sldId="500"/>
            <ac:picMk id="8194" creationId="{D9CBBD56-CF61-0B2A-017C-F2E1EFD17D87}"/>
          </ac:picMkLst>
        </pc:picChg>
      </pc:sldChg>
      <pc:sldChg chg="addSp delSp modSp new del mod">
        <pc:chgData name="Mohammed Fasha" userId="cc64f42d-a1a6-4f08-b97b-0c37f877119f" providerId="ADAL" clId="{FDE0856B-42F7-40B6-BE6F-9BC89E48B27A}" dt="2024-07-20T20:18:11.559" v="4851" actId="2696"/>
        <pc:sldMkLst>
          <pc:docMk/>
          <pc:sldMk cId="578695780" sldId="501"/>
        </pc:sldMkLst>
        <pc:spChg chg="mod">
          <ac:chgData name="Mohammed Fasha" userId="cc64f42d-a1a6-4f08-b97b-0c37f877119f" providerId="ADAL" clId="{FDE0856B-42F7-40B6-BE6F-9BC89E48B27A}" dt="2024-07-20T19:35:56.514" v="4499"/>
          <ac:spMkLst>
            <pc:docMk/>
            <pc:sldMk cId="578695780" sldId="501"/>
            <ac:spMk id="2" creationId="{8519CDFC-3B48-0CF4-377E-908246714449}"/>
          </ac:spMkLst>
        </pc:spChg>
        <pc:spChg chg="mod">
          <ac:chgData name="Mohammed Fasha" userId="cc64f42d-a1a6-4f08-b97b-0c37f877119f" providerId="ADAL" clId="{FDE0856B-42F7-40B6-BE6F-9BC89E48B27A}" dt="2024-07-20T18:59:42.936" v="4116" actId="14100"/>
          <ac:spMkLst>
            <pc:docMk/>
            <pc:sldMk cId="578695780" sldId="501"/>
            <ac:spMk id="3" creationId="{8B7644C6-E7C8-E193-B465-D639DA3142B6}"/>
          </ac:spMkLst>
        </pc:spChg>
        <pc:spChg chg="add mod">
          <ac:chgData name="Mohammed Fasha" userId="cc64f42d-a1a6-4f08-b97b-0c37f877119f" providerId="ADAL" clId="{FDE0856B-42F7-40B6-BE6F-9BC89E48B27A}" dt="2024-07-20T18:59:36.381" v="4115" actId="1076"/>
          <ac:spMkLst>
            <pc:docMk/>
            <pc:sldMk cId="578695780" sldId="501"/>
            <ac:spMk id="9" creationId="{5843B699-45B1-8AD5-EF65-8D3C440289AD}"/>
          </ac:spMkLst>
        </pc:spChg>
        <pc:picChg chg="add mod">
          <ac:chgData name="Mohammed Fasha" userId="cc64f42d-a1a6-4f08-b97b-0c37f877119f" providerId="ADAL" clId="{FDE0856B-42F7-40B6-BE6F-9BC89E48B27A}" dt="2024-07-20T18:54:34.044" v="4037" actId="1076"/>
          <ac:picMkLst>
            <pc:docMk/>
            <pc:sldMk cId="578695780" sldId="501"/>
            <ac:picMk id="5" creationId="{E7C726C4-A23E-E226-CCA1-C70A6BF01BB3}"/>
          </ac:picMkLst>
        </pc:picChg>
        <pc:picChg chg="add del">
          <ac:chgData name="Mohammed Fasha" userId="cc64f42d-a1a6-4f08-b97b-0c37f877119f" providerId="ADAL" clId="{FDE0856B-42F7-40B6-BE6F-9BC89E48B27A}" dt="2024-07-20T18:56:22.328" v="4039" actId="22"/>
          <ac:picMkLst>
            <pc:docMk/>
            <pc:sldMk cId="578695780" sldId="501"/>
            <ac:picMk id="7" creationId="{067D5D0E-3328-51CB-2C63-4EBFF4CB7F9A}"/>
          </ac:picMkLst>
        </pc:picChg>
        <pc:picChg chg="add mod">
          <ac:chgData name="Mohammed Fasha" userId="cc64f42d-a1a6-4f08-b97b-0c37f877119f" providerId="ADAL" clId="{FDE0856B-42F7-40B6-BE6F-9BC89E48B27A}" dt="2024-07-20T18:53:21.987" v="4030" actId="1076"/>
          <ac:picMkLst>
            <pc:docMk/>
            <pc:sldMk cId="578695780" sldId="501"/>
            <ac:picMk id="3074" creationId="{B6F2C2CA-A12A-B901-D217-2FD371300AB3}"/>
          </ac:picMkLst>
        </pc:picChg>
      </pc:sldChg>
      <pc:sldChg chg="addSp modSp new del mod">
        <pc:chgData name="Mohammed Fasha" userId="cc64f42d-a1a6-4f08-b97b-0c37f877119f" providerId="ADAL" clId="{FDE0856B-42F7-40B6-BE6F-9BC89E48B27A}" dt="2024-07-20T20:18:11.559" v="4851" actId="2696"/>
        <pc:sldMkLst>
          <pc:docMk/>
          <pc:sldMk cId="1401910263" sldId="502"/>
        </pc:sldMkLst>
        <pc:spChg chg="mod">
          <ac:chgData name="Mohammed Fasha" userId="cc64f42d-a1a6-4f08-b97b-0c37f877119f" providerId="ADAL" clId="{FDE0856B-42F7-40B6-BE6F-9BC89E48B27A}" dt="2024-07-20T16:31:05.620" v="3379" actId="20577"/>
          <ac:spMkLst>
            <pc:docMk/>
            <pc:sldMk cId="1401910263" sldId="502"/>
            <ac:spMk id="2" creationId="{1832C52D-7C82-2FB1-75AD-7B0D0E9719AA}"/>
          </ac:spMkLst>
        </pc:spChg>
        <pc:spChg chg="mod">
          <ac:chgData name="Mohammed Fasha" userId="cc64f42d-a1a6-4f08-b97b-0c37f877119f" providerId="ADAL" clId="{FDE0856B-42F7-40B6-BE6F-9BC89E48B27A}" dt="2024-07-20T16:31:42.730" v="3382" actId="27636"/>
          <ac:spMkLst>
            <pc:docMk/>
            <pc:sldMk cId="1401910263" sldId="502"/>
            <ac:spMk id="3" creationId="{3F93B7F1-6D84-920D-ABD7-B68182DBBBD2}"/>
          </ac:spMkLst>
        </pc:spChg>
        <pc:spChg chg="add mod">
          <ac:chgData name="Mohammed Fasha" userId="cc64f42d-a1a6-4f08-b97b-0c37f877119f" providerId="ADAL" clId="{FDE0856B-42F7-40B6-BE6F-9BC89E48B27A}" dt="2024-07-20T16:31:58.483" v="3384" actId="27636"/>
          <ac:spMkLst>
            <pc:docMk/>
            <pc:sldMk cId="1401910263" sldId="502"/>
            <ac:spMk id="4" creationId="{E97A3E23-357A-FE32-B118-6B87A182DE29}"/>
          </ac:spMkLst>
        </pc:spChg>
      </pc:sldChg>
      <pc:sldChg chg="add del">
        <pc:chgData name="Mohammed Fasha" userId="cc64f42d-a1a6-4f08-b97b-0c37f877119f" providerId="ADAL" clId="{FDE0856B-42F7-40B6-BE6F-9BC89E48B27A}" dt="2024-07-20T16:01:39.549" v="3171"/>
        <pc:sldMkLst>
          <pc:docMk/>
          <pc:sldMk cId="1685127705" sldId="502"/>
        </pc:sldMkLst>
      </pc:sldChg>
      <pc:sldChg chg="modSp add del mod">
        <pc:chgData name="Mohammed Fasha" userId="cc64f42d-a1a6-4f08-b97b-0c37f877119f" providerId="ADAL" clId="{FDE0856B-42F7-40B6-BE6F-9BC89E48B27A}" dt="2024-07-20T20:18:11.559" v="4851" actId="2696"/>
        <pc:sldMkLst>
          <pc:docMk/>
          <pc:sldMk cId="3036287539" sldId="503"/>
        </pc:sldMkLst>
        <pc:spChg chg="mod">
          <ac:chgData name="Mohammed Fasha" userId="cc64f42d-a1a6-4f08-b97b-0c37f877119f" providerId="ADAL" clId="{FDE0856B-42F7-40B6-BE6F-9BC89E48B27A}" dt="2024-07-20T16:30:26.371" v="3359" actId="27636"/>
          <ac:spMkLst>
            <pc:docMk/>
            <pc:sldMk cId="3036287539" sldId="503"/>
            <ac:spMk id="2" creationId="{1832C52D-7C82-2FB1-75AD-7B0D0E9719AA}"/>
          </ac:spMkLst>
        </pc:spChg>
        <pc:spChg chg="mod">
          <ac:chgData name="Mohammed Fasha" userId="cc64f42d-a1a6-4f08-b97b-0c37f877119f" providerId="ADAL" clId="{FDE0856B-42F7-40B6-BE6F-9BC89E48B27A}" dt="2024-07-20T16:30:52.530" v="3375" actId="179"/>
          <ac:spMkLst>
            <pc:docMk/>
            <pc:sldMk cId="3036287539" sldId="503"/>
            <ac:spMk id="3" creationId="{3F93B7F1-6D84-920D-ABD7-B68182DBBBD2}"/>
          </ac:spMkLst>
        </pc:spChg>
      </pc:sldChg>
      <pc:sldChg chg="addSp delSp modSp new del mod">
        <pc:chgData name="Mohammed Fasha" userId="cc64f42d-a1a6-4f08-b97b-0c37f877119f" providerId="ADAL" clId="{FDE0856B-42F7-40B6-BE6F-9BC89E48B27A}" dt="2024-07-20T20:18:11.559" v="4851" actId="2696"/>
        <pc:sldMkLst>
          <pc:docMk/>
          <pc:sldMk cId="2976798368" sldId="504"/>
        </pc:sldMkLst>
        <pc:spChg chg="mod">
          <ac:chgData name="Mohammed Fasha" userId="cc64f42d-a1a6-4f08-b97b-0c37f877119f" providerId="ADAL" clId="{FDE0856B-42F7-40B6-BE6F-9BC89E48B27A}" dt="2024-07-20T19:36:01.542" v="4501"/>
          <ac:spMkLst>
            <pc:docMk/>
            <pc:sldMk cId="2976798368" sldId="504"/>
            <ac:spMk id="2" creationId="{8E2CBED4-BEEC-4803-D0A8-FBE826FDFFE9}"/>
          </ac:spMkLst>
        </pc:spChg>
        <pc:spChg chg="mod">
          <ac:chgData name="Mohammed Fasha" userId="cc64f42d-a1a6-4f08-b97b-0c37f877119f" providerId="ADAL" clId="{FDE0856B-42F7-40B6-BE6F-9BC89E48B27A}" dt="2024-07-20T19:25:30.297" v="4272" actId="27636"/>
          <ac:spMkLst>
            <pc:docMk/>
            <pc:sldMk cId="2976798368" sldId="504"/>
            <ac:spMk id="3" creationId="{F6F6B7E0-3032-2475-C957-02165425811C}"/>
          </ac:spMkLst>
        </pc:spChg>
        <pc:spChg chg="add mod">
          <ac:chgData name="Mohammed Fasha" userId="cc64f42d-a1a6-4f08-b97b-0c37f877119f" providerId="ADAL" clId="{FDE0856B-42F7-40B6-BE6F-9BC89E48B27A}" dt="2024-07-20T19:21:18.862" v="4183" actId="1076"/>
          <ac:spMkLst>
            <pc:docMk/>
            <pc:sldMk cId="2976798368" sldId="504"/>
            <ac:spMk id="13" creationId="{14D0D6D3-45BA-C282-2F57-51C0B66111E8}"/>
          </ac:spMkLst>
        </pc:spChg>
        <pc:spChg chg="add mod">
          <ac:chgData name="Mohammed Fasha" userId="cc64f42d-a1a6-4f08-b97b-0c37f877119f" providerId="ADAL" clId="{FDE0856B-42F7-40B6-BE6F-9BC89E48B27A}" dt="2024-07-20T19:25:26.507" v="4270" actId="404"/>
          <ac:spMkLst>
            <pc:docMk/>
            <pc:sldMk cId="2976798368" sldId="504"/>
            <ac:spMk id="15" creationId="{3F6E0E54-9CE0-F190-B80B-8415AD984E7C}"/>
          </ac:spMkLst>
        </pc:spChg>
        <pc:picChg chg="add mod">
          <ac:chgData name="Mohammed Fasha" userId="cc64f42d-a1a6-4f08-b97b-0c37f877119f" providerId="ADAL" clId="{FDE0856B-42F7-40B6-BE6F-9BC89E48B27A}" dt="2024-07-20T19:25:13.950" v="4268" actId="1076"/>
          <ac:picMkLst>
            <pc:docMk/>
            <pc:sldMk cId="2976798368" sldId="504"/>
            <ac:picMk id="5" creationId="{EFC37FC3-9A0F-9CC7-DDB9-7D6C5D1367BB}"/>
          </ac:picMkLst>
        </pc:picChg>
        <pc:picChg chg="add del mod">
          <ac:chgData name="Mohammed Fasha" userId="cc64f42d-a1a6-4f08-b97b-0c37f877119f" providerId="ADAL" clId="{FDE0856B-42F7-40B6-BE6F-9BC89E48B27A}" dt="2024-07-20T19:19:16.527" v="4154" actId="478"/>
          <ac:picMkLst>
            <pc:docMk/>
            <pc:sldMk cId="2976798368" sldId="504"/>
            <ac:picMk id="7" creationId="{75856B8C-849B-80F2-FD92-47048F84F4DD}"/>
          </ac:picMkLst>
        </pc:picChg>
        <pc:picChg chg="add del mod ord">
          <ac:chgData name="Mohammed Fasha" userId="cc64f42d-a1a6-4f08-b97b-0c37f877119f" providerId="ADAL" clId="{FDE0856B-42F7-40B6-BE6F-9BC89E48B27A}" dt="2024-07-20T19:20:24.817" v="4164" actId="478"/>
          <ac:picMkLst>
            <pc:docMk/>
            <pc:sldMk cId="2976798368" sldId="504"/>
            <ac:picMk id="9" creationId="{3D84C952-5D52-52D3-9E96-890308E3414A}"/>
          </ac:picMkLst>
        </pc:picChg>
        <pc:picChg chg="add mod">
          <ac:chgData name="Mohammed Fasha" userId="cc64f42d-a1a6-4f08-b97b-0c37f877119f" providerId="ADAL" clId="{FDE0856B-42F7-40B6-BE6F-9BC89E48B27A}" dt="2024-07-20T19:25:38.781" v="4273" actId="1076"/>
          <ac:picMkLst>
            <pc:docMk/>
            <pc:sldMk cId="2976798368" sldId="504"/>
            <ac:picMk id="11" creationId="{79FABE01-37DB-B282-A333-AA32E09FD4AD}"/>
          </ac:picMkLst>
        </pc:picChg>
      </pc:sldChg>
      <pc:sldChg chg="modSp add del mod ord">
        <pc:chgData name="Mohammed Fasha" userId="cc64f42d-a1a6-4f08-b97b-0c37f877119f" providerId="ADAL" clId="{FDE0856B-42F7-40B6-BE6F-9BC89E48B27A}" dt="2024-07-20T20:18:11.559" v="4851" actId="2696"/>
        <pc:sldMkLst>
          <pc:docMk/>
          <pc:sldMk cId="3087756075" sldId="505"/>
        </pc:sldMkLst>
        <pc:spChg chg="mod">
          <ac:chgData name="Mohammed Fasha" userId="cc64f42d-a1a6-4f08-b97b-0c37f877119f" providerId="ADAL" clId="{FDE0856B-42F7-40B6-BE6F-9BC89E48B27A}" dt="2024-07-20T18:40:23.884" v="3826" actId="20577"/>
          <ac:spMkLst>
            <pc:docMk/>
            <pc:sldMk cId="3087756075" sldId="505"/>
            <ac:spMk id="2" creationId="{8E2CBED4-BEEC-4803-D0A8-FBE826FDFFE9}"/>
          </ac:spMkLst>
        </pc:spChg>
        <pc:spChg chg="mod">
          <ac:chgData name="Mohammed Fasha" userId="cc64f42d-a1a6-4f08-b97b-0c37f877119f" providerId="ADAL" clId="{FDE0856B-42F7-40B6-BE6F-9BC89E48B27A}" dt="2024-07-20T19:37:11.394" v="4528" actId="27636"/>
          <ac:spMkLst>
            <pc:docMk/>
            <pc:sldMk cId="3087756075" sldId="505"/>
            <ac:spMk id="3" creationId="{F6F6B7E0-3032-2475-C957-02165425811C}"/>
          </ac:spMkLst>
        </pc:spChg>
      </pc:sldChg>
      <pc:sldChg chg="addSp delSp modSp add del mod ord">
        <pc:chgData name="Mohammed Fasha" userId="cc64f42d-a1a6-4f08-b97b-0c37f877119f" providerId="ADAL" clId="{FDE0856B-42F7-40B6-BE6F-9BC89E48B27A}" dt="2024-07-20T20:18:11.559" v="4851" actId="2696"/>
        <pc:sldMkLst>
          <pc:docMk/>
          <pc:sldMk cId="3109690559" sldId="506"/>
        </pc:sldMkLst>
        <pc:spChg chg="mod">
          <ac:chgData name="Mohammed Fasha" userId="cc64f42d-a1a6-4f08-b97b-0c37f877119f" providerId="ADAL" clId="{FDE0856B-42F7-40B6-BE6F-9BC89E48B27A}" dt="2024-07-20T19:41:06.639" v="4542"/>
          <ac:spMkLst>
            <pc:docMk/>
            <pc:sldMk cId="3109690559" sldId="506"/>
            <ac:spMk id="2" creationId="{8E2CBED4-BEEC-4803-D0A8-FBE826FDFFE9}"/>
          </ac:spMkLst>
        </pc:spChg>
        <pc:spChg chg="mod">
          <ac:chgData name="Mohammed Fasha" userId="cc64f42d-a1a6-4f08-b97b-0c37f877119f" providerId="ADAL" clId="{FDE0856B-42F7-40B6-BE6F-9BC89E48B27A}" dt="2024-07-20T19:47:30.106" v="4586" actId="27636"/>
          <ac:spMkLst>
            <pc:docMk/>
            <pc:sldMk cId="3109690559" sldId="506"/>
            <ac:spMk id="3" creationId="{F6F6B7E0-3032-2475-C957-02165425811C}"/>
          </ac:spMkLst>
        </pc:spChg>
        <pc:picChg chg="add mod">
          <ac:chgData name="Mohammed Fasha" userId="cc64f42d-a1a6-4f08-b97b-0c37f877119f" providerId="ADAL" clId="{FDE0856B-42F7-40B6-BE6F-9BC89E48B27A}" dt="2024-07-20T19:49:37.488" v="4621" actId="1076"/>
          <ac:picMkLst>
            <pc:docMk/>
            <pc:sldMk cId="3109690559" sldId="506"/>
            <ac:picMk id="5" creationId="{0FFA0D5A-A1D3-2CD7-E6A2-28330F89EB4E}"/>
          </ac:picMkLst>
        </pc:picChg>
        <pc:picChg chg="add mod">
          <ac:chgData name="Mohammed Fasha" userId="cc64f42d-a1a6-4f08-b97b-0c37f877119f" providerId="ADAL" clId="{FDE0856B-42F7-40B6-BE6F-9BC89E48B27A}" dt="2024-07-20T19:49:38.554" v="4622" actId="1076"/>
          <ac:picMkLst>
            <pc:docMk/>
            <pc:sldMk cId="3109690559" sldId="506"/>
            <ac:picMk id="4098" creationId="{0ACD7CEE-C454-7CAF-67DA-237469446239}"/>
          </ac:picMkLst>
        </pc:picChg>
        <pc:picChg chg="add del mod">
          <ac:chgData name="Mohammed Fasha" userId="cc64f42d-a1a6-4f08-b97b-0c37f877119f" providerId="ADAL" clId="{FDE0856B-42F7-40B6-BE6F-9BC89E48B27A}" dt="2024-07-20T19:49:32.022" v="4617" actId="478"/>
          <ac:picMkLst>
            <pc:docMk/>
            <pc:sldMk cId="3109690559" sldId="506"/>
            <ac:picMk id="4100" creationId="{3296902D-7DB8-080A-58E8-EA32CF1CC926}"/>
          </ac:picMkLst>
        </pc:picChg>
      </pc:sldChg>
      <pc:sldChg chg="addSp delSp modSp add del mod ord">
        <pc:chgData name="Mohammed Fasha" userId="cc64f42d-a1a6-4f08-b97b-0c37f877119f" providerId="ADAL" clId="{FDE0856B-42F7-40B6-BE6F-9BC89E48B27A}" dt="2024-07-20T20:18:11.559" v="4851" actId="2696"/>
        <pc:sldMkLst>
          <pc:docMk/>
          <pc:sldMk cId="1044797019" sldId="507"/>
        </pc:sldMkLst>
        <pc:spChg chg="mod">
          <ac:chgData name="Mohammed Fasha" userId="cc64f42d-a1a6-4f08-b97b-0c37f877119f" providerId="ADAL" clId="{FDE0856B-42F7-40B6-BE6F-9BC89E48B27A}" dt="2024-07-20T18:41:08.565" v="3864" actId="20577"/>
          <ac:spMkLst>
            <pc:docMk/>
            <pc:sldMk cId="1044797019" sldId="507"/>
            <ac:spMk id="2" creationId="{8E2CBED4-BEEC-4803-D0A8-FBE826FDFFE9}"/>
          </ac:spMkLst>
        </pc:spChg>
        <pc:spChg chg="mod">
          <ac:chgData name="Mohammed Fasha" userId="cc64f42d-a1a6-4f08-b97b-0c37f877119f" providerId="ADAL" clId="{FDE0856B-42F7-40B6-BE6F-9BC89E48B27A}" dt="2024-07-20T19:51:52.192" v="4669" actId="21"/>
          <ac:spMkLst>
            <pc:docMk/>
            <pc:sldMk cId="1044797019" sldId="507"/>
            <ac:spMk id="3" creationId="{F6F6B7E0-3032-2475-C957-02165425811C}"/>
          </ac:spMkLst>
        </pc:spChg>
        <pc:spChg chg="add del mod">
          <ac:chgData name="Mohammed Fasha" userId="cc64f42d-a1a6-4f08-b97b-0c37f877119f" providerId="ADAL" clId="{FDE0856B-42F7-40B6-BE6F-9BC89E48B27A}" dt="2024-07-20T19:51:50.776" v="4666" actId="22"/>
          <ac:spMkLst>
            <pc:docMk/>
            <pc:sldMk cId="1044797019" sldId="507"/>
            <ac:spMk id="5" creationId="{D3404C6B-2C28-5006-250A-91BF16C01034}"/>
          </ac:spMkLst>
        </pc:spChg>
        <pc:picChg chg="add del mod">
          <ac:chgData name="Mohammed Fasha" userId="cc64f42d-a1a6-4f08-b97b-0c37f877119f" providerId="ADAL" clId="{FDE0856B-42F7-40B6-BE6F-9BC89E48B27A}" dt="2024-07-20T19:51:47" v="4655" actId="22"/>
          <ac:picMkLst>
            <pc:docMk/>
            <pc:sldMk cId="1044797019" sldId="507"/>
            <ac:picMk id="7" creationId="{73B1ED5B-C7F1-EF55-13E5-094539F5407B}"/>
          </ac:picMkLst>
        </pc:picChg>
        <pc:picChg chg="add mod">
          <ac:chgData name="Mohammed Fasha" userId="cc64f42d-a1a6-4f08-b97b-0c37f877119f" providerId="ADAL" clId="{FDE0856B-42F7-40B6-BE6F-9BC89E48B27A}" dt="2024-07-20T19:52:00.351" v="4673" actId="1076"/>
          <ac:picMkLst>
            <pc:docMk/>
            <pc:sldMk cId="1044797019" sldId="507"/>
            <ac:picMk id="9" creationId="{A120BD2E-B727-03F8-21DC-D8D884266D49}"/>
          </ac:picMkLst>
        </pc:picChg>
        <pc:picChg chg="add mod">
          <ac:chgData name="Mohammed Fasha" userId="cc64f42d-a1a6-4f08-b97b-0c37f877119f" providerId="ADAL" clId="{FDE0856B-42F7-40B6-BE6F-9BC89E48B27A}" dt="2024-07-20T19:52:37.626" v="4684" actId="1076"/>
          <ac:picMkLst>
            <pc:docMk/>
            <pc:sldMk cId="1044797019" sldId="507"/>
            <ac:picMk id="5122" creationId="{17B89C35-BDBE-80A2-2F39-E32CFA47758D}"/>
          </ac:picMkLst>
        </pc:picChg>
        <pc:picChg chg="add mod">
          <ac:chgData name="Mohammed Fasha" userId="cc64f42d-a1a6-4f08-b97b-0c37f877119f" providerId="ADAL" clId="{FDE0856B-42F7-40B6-BE6F-9BC89E48B27A}" dt="2024-07-20T19:52:44.230" v="4688" actId="1076"/>
          <ac:picMkLst>
            <pc:docMk/>
            <pc:sldMk cId="1044797019" sldId="507"/>
            <ac:picMk id="5124" creationId="{7F6DDF92-F2D6-04DE-AF79-3A29AD0ACAFA}"/>
          </ac:picMkLst>
        </pc:picChg>
      </pc:sldChg>
      <pc:sldChg chg="addSp modSp add del mod ord">
        <pc:chgData name="Mohammed Fasha" userId="cc64f42d-a1a6-4f08-b97b-0c37f877119f" providerId="ADAL" clId="{FDE0856B-42F7-40B6-BE6F-9BC89E48B27A}" dt="2024-07-20T20:18:11.559" v="4851" actId="2696"/>
        <pc:sldMkLst>
          <pc:docMk/>
          <pc:sldMk cId="1870570649" sldId="508"/>
        </pc:sldMkLst>
        <pc:spChg chg="mod">
          <ac:chgData name="Mohammed Fasha" userId="cc64f42d-a1a6-4f08-b97b-0c37f877119f" providerId="ADAL" clId="{FDE0856B-42F7-40B6-BE6F-9BC89E48B27A}" dt="2024-07-20T18:41:48.201" v="3877" actId="20577"/>
          <ac:spMkLst>
            <pc:docMk/>
            <pc:sldMk cId="1870570649" sldId="508"/>
            <ac:spMk id="2" creationId="{8E2CBED4-BEEC-4803-D0A8-FBE826FDFFE9}"/>
          </ac:spMkLst>
        </pc:spChg>
        <pc:spChg chg="mod">
          <ac:chgData name="Mohammed Fasha" userId="cc64f42d-a1a6-4f08-b97b-0c37f877119f" providerId="ADAL" clId="{FDE0856B-42F7-40B6-BE6F-9BC89E48B27A}" dt="2024-07-20T20:00:38.448" v="4719" actId="27636"/>
          <ac:spMkLst>
            <pc:docMk/>
            <pc:sldMk cId="1870570649" sldId="508"/>
            <ac:spMk id="3" creationId="{F6F6B7E0-3032-2475-C957-02165425811C}"/>
          </ac:spMkLst>
        </pc:spChg>
        <pc:picChg chg="add mod">
          <ac:chgData name="Mohammed Fasha" userId="cc64f42d-a1a6-4f08-b97b-0c37f877119f" providerId="ADAL" clId="{FDE0856B-42F7-40B6-BE6F-9BC89E48B27A}" dt="2024-07-20T20:00:44.527" v="4723" actId="1076"/>
          <ac:picMkLst>
            <pc:docMk/>
            <pc:sldMk cId="1870570649" sldId="508"/>
            <ac:picMk id="6146" creationId="{793B645C-CF39-54DB-71EE-8C16355CCF96}"/>
          </ac:picMkLst>
        </pc:picChg>
      </pc:sldChg>
      <pc:sldChg chg="addSp modSp add del mod">
        <pc:chgData name="Mohammed Fasha" userId="cc64f42d-a1a6-4f08-b97b-0c37f877119f" providerId="ADAL" clId="{FDE0856B-42F7-40B6-BE6F-9BC89E48B27A}" dt="2024-07-20T20:18:11.559" v="4851" actId="2696"/>
        <pc:sldMkLst>
          <pc:docMk/>
          <pc:sldMk cId="1247796290" sldId="509"/>
        </pc:sldMkLst>
        <pc:spChg chg="mod">
          <ac:chgData name="Mohammed Fasha" userId="cc64f42d-a1a6-4f08-b97b-0c37f877119f" providerId="ADAL" clId="{FDE0856B-42F7-40B6-BE6F-9BC89E48B27A}" dt="2024-07-20T20:05:24.779" v="4771" actId="14100"/>
          <ac:spMkLst>
            <pc:docMk/>
            <pc:sldMk cId="1247796290" sldId="509"/>
            <ac:spMk id="2" creationId="{8E2CBED4-BEEC-4803-D0A8-FBE826FDFFE9}"/>
          </ac:spMkLst>
        </pc:spChg>
        <pc:spChg chg="mod">
          <ac:chgData name="Mohammed Fasha" userId="cc64f42d-a1a6-4f08-b97b-0c37f877119f" providerId="ADAL" clId="{FDE0856B-42F7-40B6-BE6F-9BC89E48B27A}" dt="2024-07-20T20:04:59.926" v="4763" actId="27636"/>
          <ac:spMkLst>
            <pc:docMk/>
            <pc:sldMk cId="1247796290" sldId="509"/>
            <ac:spMk id="3" creationId="{F6F6B7E0-3032-2475-C957-02165425811C}"/>
          </ac:spMkLst>
        </pc:spChg>
        <pc:picChg chg="add mod">
          <ac:chgData name="Mohammed Fasha" userId="cc64f42d-a1a6-4f08-b97b-0c37f877119f" providerId="ADAL" clId="{FDE0856B-42F7-40B6-BE6F-9BC89E48B27A}" dt="2024-07-20T20:05:26.794" v="4772" actId="1076"/>
          <ac:picMkLst>
            <pc:docMk/>
            <pc:sldMk cId="1247796290" sldId="509"/>
            <ac:picMk id="5" creationId="{674709A4-1E05-681B-4133-280E70EF16F0}"/>
          </ac:picMkLst>
        </pc:picChg>
        <pc:picChg chg="add mod">
          <ac:chgData name="Mohammed Fasha" userId="cc64f42d-a1a6-4f08-b97b-0c37f877119f" providerId="ADAL" clId="{FDE0856B-42F7-40B6-BE6F-9BC89E48B27A}" dt="2024-07-20T20:05:04.850" v="4765" actId="1076"/>
          <ac:picMkLst>
            <pc:docMk/>
            <pc:sldMk cId="1247796290" sldId="509"/>
            <ac:picMk id="7170" creationId="{15C0A7B3-61BC-2236-4052-F37912385855}"/>
          </ac:picMkLst>
        </pc:picChg>
      </pc:sldChg>
      <pc:sldChg chg="addSp delSp modSp new del mod">
        <pc:chgData name="Mohammed Fasha" userId="cc64f42d-a1a6-4f08-b97b-0c37f877119f" providerId="ADAL" clId="{FDE0856B-42F7-40B6-BE6F-9BC89E48B27A}" dt="2024-07-20T20:18:11.559" v="4851" actId="2696"/>
        <pc:sldMkLst>
          <pc:docMk/>
          <pc:sldMk cId="3608674622" sldId="510"/>
        </pc:sldMkLst>
        <pc:spChg chg="mod">
          <ac:chgData name="Mohammed Fasha" userId="cc64f42d-a1a6-4f08-b97b-0c37f877119f" providerId="ADAL" clId="{FDE0856B-42F7-40B6-BE6F-9BC89E48B27A}" dt="2024-07-20T20:07:25.080" v="4801" actId="14100"/>
          <ac:spMkLst>
            <pc:docMk/>
            <pc:sldMk cId="3608674622" sldId="510"/>
            <ac:spMk id="2" creationId="{C055AE28-97AF-DBEC-E8E5-96AFB3A488CC}"/>
          </ac:spMkLst>
        </pc:spChg>
        <pc:spChg chg="mod">
          <ac:chgData name="Mohammed Fasha" userId="cc64f42d-a1a6-4f08-b97b-0c37f877119f" providerId="ADAL" clId="{FDE0856B-42F7-40B6-BE6F-9BC89E48B27A}" dt="2024-07-20T20:08:41.891" v="4815" actId="27636"/>
          <ac:spMkLst>
            <pc:docMk/>
            <pc:sldMk cId="3608674622" sldId="510"/>
            <ac:spMk id="3" creationId="{D12CB8A6-3DF2-BCE7-7BDF-16FF50B8775F}"/>
          </ac:spMkLst>
        </pc:spChg>
        <pc:spChg chg="add">
          <ac:chgData name="Mohammed Fasha" userId="cc64f42d-a1a6-4f08-b97b-0c37f877119f" providerId="ADAL" clId="{FDE0856B-42F7-40B6-BE6F-9BC89E48B27A}" dt="2024-07-20T20:06:40.085" v="4792"/>
          <ac:spMkLst>
            <pc:docMk/>
            <pc:sldMk cId="3608674622" sldId="510"/>
            <ac:spMk id="4" creationId="{5718C654-1D51-1E07-B0D4-63250037C910}"/>
          </ac:spMkLst>
        </pc:spChg>
        <pc:spChg chg="add">
          <ac:chgData name="Mohammed Fasha" userId="cc64f42d-a1a6-4f08-b97b-0c37f877119f" providerId="ADAL" clId="{FDE0856B-42F7-40B6-BE6F-9BC89E48B27A}" dt="2024-07-20T20:06:45.183" v="4793"/>
          <ac:spMkLst>
            <pc:docMk/>
            <pc:sldMk cId="3608674622" sldId="510"/>
            <ac:spMk id="5" creationId="{E9793955-2EB5-9038-B8DB-A3BB66DD566E}"/>
          </ac:spMkLst>
        </pc:spChg>
        <pc:picChg chg="add mod">
          <ac:chgData name="Mohammed Fasha" userId="cc64f42d-a1a6-4f08-b97b-0c37f877119f" providerId="ADAL" clId="{FDE0856B-42F7-40B6-BE6F-9BC89E48B27A}" dt="2024-07-20T20:07:30.994" v="4804" actId="1076"/>
          <ac:picMkLst>
            <pc:docMk/>
            <pc:sldMk cId="3608674622" sldId="510"/>
            <ac:picMk id="7" creationId="{6531B9A7-A0EA-3808-A1E1-790AD223A323}"/>
          </ac:picMkLst>
        </pc:picChg>
        <pc:picChg chg="add del mod">
          <ac:chgData name="Mohammed Fasha" userId="cc64f42d-a1a6-4f08-b97b-0c37f877119f" providerId="ADAL" clId="{FDE0856B-42F7-40B6-BE6F-9BC89E48B27A}" dt="2024-07-20T20:07:21.917" v="4800" actId="478"/>
          <ac:picMkLst>
            <pc:docMk/>
            <pc:sldMk cId="3608674622" sldId="510"/>
            <ac:picMk id="8198" creationId="{1C5928F6-A8BB-2CE6-6536-9EF4EC6BFE64}"/>
          </ac:picMkLst>
        </pc:picChg>
      </pc:sldChg>
      <pc:sldChg chg="modSp new del mod">
        <pc:chgData name="Mohammed Fasha" userId="cc64f42d-a1a6-4f08-b97b-0c37f877119f" providerId="ADAL" clId="{FDE0856B-42F7-40B6-BE6F-9BC89E48B27A}" dt="2024-07-20T20:18:11.559" v="4851" actId="2696"/>
        <pc:sldMkLst>
          <pc:docMk/>
          <pc:sldMk cId="314111597" sldId="511"/>
        </pc:sldMkLst>
        <pc:spChg chg="mod">
          <ac:chgData name="Mohammed Fasha" userId="cc64f42d-a1a6-4f08-b97b-0c37f877119f" providerId="ADAL" clId="{FDE0856B-42F7-40B6-BE6F-9BC89E48B27A}" dt="2024-07-20T18:43:19.518" v="3917"/>
          <ac:spMkLst>
            <pc:docMk/>
            <pc:sldMk cId="314111597" sldId="511"/>
            <ac:spMk id="2" creationId="{33E4A482-61D8-94F7-FD7A-3C57F3E8A77A}"/>
          </ac:spMkLst>
        </pc:spChg>
        <pc:spChg chg="mod">
          <ac:chgData name="Mohammed Fasha" userId="cc64f42d-a1a6-4f08-b97b-0c37f877119f" providerId="ADAL" clId="{FDE0856B-42F7-40B6-BE6F-9BC89E48B27A}" dt="2024-07-20T18:44:24.937" v="3934" actId="20577"/>
          <ac:spMkLst>
            <pc:docMk/>
            <pc:sldMk cId="314111597" sldId="511"/>
            <ac:spMk id="3" creationId="{929FD092-C7DF-BE60-02E4-82403C379989}"/>
          </ac:spMkLst>
        </pc:spChg>
      </pc:sldChg>
      <pc:sldChg chg="modSp add del mod">
        <pc:chgData name="Mohammed Fasha" userId="cc64f42d-a1a6-4f08-b97b-0c37f877119f" providerId="ADAL" clId="{FDE0856B-42F7-40B6-BE6F-9BC89E48B27A}" dt="2024-07-20T20:18:11.559" v="4851" actId="2696"/>
        <pc:sldMkLst>
          <pc:docMk/>
          <pc:sldMk cId="3376168615" sldId="512"/>
        </pc:sldMkLst>
        <pc:spChg chg="mod">
          <ac:chgData name="Mohammed Fasha" userId="cc64f42d-a1a6-4f08-b97b-0c37f877119f" providerId="ADAL" clId="{FDE0856B-42F7-40B6-BE6F-9BC89E48B27A}" dt="2024-07-20T18:46:00.566" v="3975" actId="6549"/>
          <ac:spMkLst>
            <pc:docMk/>
            <pc:sldMk cId="3376168615" sldId="512"/>
            <ac:spMk id="2" creationId="{33E4A482-61D8-94F7-FD7A-3C57F3E8A77A}"/>
          </ac:spMkLst>
        </pc:spChg>
        <pc:spChg chg="mod">
          <ac:chgData name="Mohammed Fasha" userId="cc64f42d-a1a6-4f08-b97b-0c37f877119f" providerId="ADAL" clId="{FDE0856B-42F7-40B6-BE6F-9BC89E48B27A}" dt="2024-07-20T18:45:36.065" v="3949" actId="27636"/>
          <ac:spMkLst>
            <pc:docMk/>
            <pc:sldMk cId="3376168615" sldId="512"/>
            <ac:spMk id="3" creationId="{929FD092-C7DF-BE60-02E4-82403C379989}"/>
          </ac:spMkLst>
        </pc:spChg>
      </pc:sldChg>
      <pc:sldChg chg="modSp new del mod">
        <pc:chgData name="Mohammed Fasha" userId="cc64f42d-a1a6-4f08-b97b-0c37f877119f" providerId="ADAL" clId="{FDE0856B-42F7-40B6-BE6F-9BC89E48B27A}" dt="2024-07-20T20:18:11.559" v="4851" actId="2696"/>
        <pc:sldMkLst>
          <pc:docMk/>
          <pc:sldMk cId="1658774114" sldId="513"/>
        </pc:sldMkLst>
        <pc:spChg chg="mod">
          <ac:chgData name="Mohammed Fasha" userId="cc64f42d-a1a6-4f08-b97b-0c37f877119f" providerId="ADAL" clId="{FDE0856B-42F7-40B6-BE6F-9BC89E48B27A}" dt="2024-07-20T19:58:15.004" v="4691"/>
          <ac:spMkLst>
            <pc:docMk/>
            <pc:sldMk cId="1658774114" sldId="513"/>
            <ac:spMk id="2" creationId="{09D49AF0-D019-31CC-3087-C5595EE43009}"/>
          </ac:spMkLst>
        </pc:spChg>
        <pc:spChg chg="mod">
          <ac:chgData name="Mohammed Fasha" userId="cc64f42d-a1a6-4f08-b97b-0c37f877119f" providerId="ADAL" clId="{FDE0856B-42F7-40B6-BE6F-9BC89E48B27A}" dt="2024-07-20T19:58:40.972" v="4698" actId="27636"/>
          <ac:spMkLst>
            <pc:docMk/>
            <pc:sldMk cId="1658774114" sldId="513"/>
            <ac:spMk id="3" creationId="{2824734C-6D2E-6BEE-6B36-9017FF9AA832}"/>
          </ac:spMkLst>
        </pc:spChg>
      </pc:sldChg>
      <pc:sldChg chg="add del">
        <pc:chgData name="Mohammed Fasha" userId="cc64f42d-a1a6-4f08-b97b-0c37f877119f" providerId="ADAL" clId="{FDE0856B-42F7-40B6-BE6F-9BC89E48B27A}" dt="2024-07-20T18:46:04.179" v="3976" actId="47"/>
        <pc:sldMkLst>
          <pc:docMk/>
          <pc:sldMk cId="3256729099" sldId="513"/>
        </pc:sldMkLst>
      </pc:sldChg>
      <pc:sldChg chg="addSp modSp new del mod">
        <pc:chgData name="Mohammed Fasha" userId="cc64f42d-a1a6-4f08-b97b-0c37f877119f" providerId="ADAL" clId="{FDE0856B-42F7-40B6-BE6F-9BC89E48B27A}" dt="2024-07-20T20:18:11.559" v="4851" actId="2696"/>
        <pc:sldMkLst>
          <pc:docMk/>
          <pc:sldMk cId="3447864759" sldId="514"/>
        </pc:sldMkLst>
        <pc:spChg chg="mod">
          <ac:chgData name="Mohammed Fasha" userId="cc64f42d-a1a6-4f08-b97b-0c37f877119f" providerId="ADAL" clId="{FDE0856B-42F7-40B6-BE6F-9BC89E48B27A}" dt="2024-07-20T20:14:48.796" v="4835" actId="14100"/>
          <ac:spMkLst>
            <pc:docMk/>
            <pc:sldMk cId="3447864759" sldId="514"/>
            <ac:spMk id="2" creationId="{4FF82D11-9127-CDA6-9735-656B1619BBC8}"/>
          </ac:spMkLst>
        </pc:spChg>
        <pc:spChg chg="mod">
          <ac:chgData name="Mohammed Fasha" userId="cc64f42d-a1a6-4f08-b97b-0c37f877119f" providerId="ADAL" clId="{FDE0856B-42F7-40B6-BE6F-9BC89E48B27A}" dt="2024-07-20T20:15:29.116" v="4839" actId="14100"/>
          <ac:spMkLst>
            <pc:docMk/>
            <pc:sldMk cId="3447864759" sldId="514"/>
            <ac:spMk id="3" creationId="{DE65CE6B-F9CB-3230-7E2B-C8BFBC3C17DD}"/>
          </ac:spMkLst>
        </pc:spChg>
        <pc:picChg chg="add mod">
          <ac:chgData name="Mohammed Fasha" userId="cc64f42d-a1a6-4f08-b97b-0c37f877119f" providerId="ADAL" clId="{FDE0856B-42F7-40B6-BE6F-9BC89E48B27A}" dt="2024-07-20T20:16:14.474" v="4847" actId="1076"/>
          <ac:picMkLst>
            <pc:docMk/>
            <pc:sldMk cId="3447864759" sldId="514"/>
            <ac:picMk id="5" creationId="{6B2261DF-8AC3-0CEB-0DC1-8ECB26BD0AF5}"/>
          </ac:picMkLst>
        </pc:picChg>
        <pc:picChg chg="add mod">
          <ac:chgData name="Mohammed Fasha" userId="cc64f42d-a1a6-4f08-b97b-0c37f877119f" providerId="ADAL" clId="{FDE0856B-42F7-40B6-BE6F-9BC89E48B27A}" dt="2024-07-20T20:14:53.776" v="4838" actId="1076"/>
          <ac:picMkLst>
            <pc:docMk/>
            <pc:sldMk cId="3447864759" sldId="514"/>
            <ac:picMk id="9218" creationId="{EB112657-C309-89F4-DB2B-80A3977FAEA9}"/>
          </ac:picMkLst>
        </pc:picChg>
        <pc:picChg chg="add mod">
          <ac:chgData name="Mohammed Fasha" userId="cc64f42d-a1a6-4f08-b97b-0c37f877119f" providerId="ADAL" clId="{FDE0856B-42F7-40B6-BE6F-9BC89E48B27A}" dt="2024-07-20T20:15:34.952" v="4842" actId="1076"/>
          <ac:picMkLst>
            <pc:docMk/>
            <pc:sldMk cId="3447864759" sldId="514"/>
            <ac:picMk id="9220" creationId="{5E35F974-02D5-29E0-4833-B55F349B597B}"/>
          </ac:picMkLst>
        </pc:picChg>
      </pc:sldChg>
      <pc:sldChg chg="add del">
        <pc:chgData name="Mohammed Fasha" userId="cc64f42d-a1a6-4f08-b97b-0c37f877119f" providerId="ADAL" clId="{FDE0856B-42F7-40B6-BE6F-9BC89E48B27A}" dt="2024-07-20T18:46:05.382" v="3977" actId="47"/>
        <pc:sldMkLst>
          <pc:docMk/>
          <pc:sldMk cId="3628785826" sldId="514"/>
        </pc:sldMkLst>
      </pc:sldChg>
      <pc:sldChg chg="add del">
        <pc:chgData name="Mohammed Fasha" userId="cc64f42d-a1a6-4f08-b97b-0c37f877119f" providerId="ADAL" clId="{FDE0856B-42F7-40B6-BE6F-9BC89E48B27A}" dt="2024-07-20T18:46:06.617" v="3978" actId="47"/>
        <pc:sldMkLst>
          <pc:docMk/>
          <pc:sldMk cId="4169674626" sldId="515"/>
        </pc:sldMkLst>
      </pc:sldChg>
      <pc:sldChg chg="add del">
        <pc:chgData name="Mohammed Fasha" userId="cc64f42d-a1a6-4f08-b97b-0c37f877119f" providerId="ADAL" clId="{FDE0856B-42F7-40B6-BE6F-9BC89E48B27A}" dt="2024-07-20T18:46:07.368" v="3979" actId="47"/>
        <pc:sldMkLst>
          <pc:docMk/>
          <pc:sldMk cId="3792044906" sldId="516"/>
        </pc:sldMkLst>
      </pc:sldChg>
      <pc:sldMasterChg chg="modSldLayout">
        <pc:chgData name="Mohammed Fasha" userId="cc64f42d-a1a6-4f08-b97b-0c37f877119f" providerId="ADAL" clId="{FDE0856B-42F7-40B6-BE6F-9BC89E48B27A}" dt="2024-07-20T13:09:59.809" v="2575" actId="404"/>
        <pc:sldMasterMkLst>
          <pc:docMk/>
          <pc:sldMasterMk cId="742811419" sldId="2147483648"/>
        </pc:sldMasterMkLst>
        <pc:sldLayoutChg chg="modSp">
          <pc:chgData name="Mohammed Fasha" userId="cc64f42d-a1a6-4f08-b97b-0c37f877119f" providerId="ADAL" clId="{FDE0856B-42F7-40B6-BE6F-9BC89E48B27A}" dt="2024-07-20T13:09:59.809" v="2575" actId="404"/>
          <pc:sldLayoutMkLst>
            <pc:docMk/>
            <pc:sldMasterMk cId="742811419" sldId="2147483648"/>
            <pc:sldLayoutMk cId="3573533501" sldId="2147483650"/>
          </pc:sldLayoutMkLst>
          <pc:spChg chg="mod">
            <ac:chgData name="Mohammed Fasha" userId="cc64f42d-a1a6-4f08-b97b-0c37f877119f" providerId="ADAL" clId="{FDE0856B-42F7-40B6-BE6F-9BC89E48B27A}" dt="2024-07-20T13:09:59.809" v="2575" actId="404"/>
            <ac:spMkLst>
              <pc:docMk/>
              <pc:sldMasterMk cId="742811419" sldId="2147483648"/>
              <pc:sldLayoutMk cId="3573533501" sldId="2147483650"/>
              <ac:spMk id="3" creationId="{93FDCCF6-2612-A73C-C264-680D14569853}"/>
            </ac:spMkLst>
          </pc:spChg>
        </pc:sldLayoutChg>
        <pc:sldLayoutChg chg="modSp">
          <pc:chgData name="Mohammed Fasha" userId="cc64f42d-a1a6-4f08-b97b-0c37f877119f" providerId="ADAL" clId="{FDE0856B-42F7-40B6-BE6F-9BC89E48B27A}" dt="2024-07-20T09:16:34.874" v="873" actId="255"/>
          <pc:sldLayoutMkLst>
            <pc:docMk/>
            <pc:sldMasterMk cId="742811419" sldId="2147483648"/>
            <pc:sldLayoutMk cId="3394545316" sldId="2147483651"/>
          </pc:sldLayoutMkLst>
          <pc:spChg chg="mod">
            <ac:chgData name="Mohammed Fasha" userId="cc64f42d-a1a6-4f08-b97b-0c37f877119f" providerId="ADAL" clId="{FDE0856B-42F7-40B6-BE6F-9BC89E48B27A}" dt="2024-07-20T09:16:34.874" v="873" actId="255"/>
            <ac:spMkLst>
              <pc:docMk/>
              <pc:sldMasterMk cId="742811419" sldId="2147483648"/>
              <pc:sldLayoutMk cId="3394545316" sldId="2147483651"/>
              <ac:spMk id="2" creationId="{A5C3632C-6DEE-7253-7D28-277A733B9623}"/>
            </ac:spMkLst>
          </pc:spChg>
        </pc:sldLayoutChg>
      </pc:sldMasterChg>
    </pc:docChg>
  </pc:docChgLst>
  <pc:docChgLst>
    <pc:chgData name="Mohammed Fasha" userId="cc64f42d-a1a6-4f08-b97b-0c37f877119f" providerId="ADAL" clId="{BDE98590-4A1E-4E73-B11E-EFF0D9E423BA}"/>
    <pc:docChg chg="custSel addSld modSld">
      <pc:chgData name="Mohammed Fasha" userId="cc64f42d-a1a6-4f08-b97b-0c37f877119f" providerId="ADAL" clId="{BDE98590-4A1E-4E73-B11E-EFF0D9E423BA}" dt="2024-06-06T11:26:37.549" v="341" actId="20577"/>
      <pc:docMkLst>
        <pc:docMk/>
      </pc:docMkLst>
      <pc:sldChg chg="addSp modSp mod">
        <pc:chgData name="Mohammed Fasha" userId="cc64f42d-a1a6-4f08-b97b-0c37f877119f" providerId="ADAL" clId="{BDE98590-4A1E-4E73-B11E-EFF0D9E423BA}" dt="2024-06-06T11:23:36.175" v="182" actId="1076"/>
        <pc:sldMkLst>
          <pc:docMk/>
          <pc:sldMk cId="3645272911" sldId="392"/>
        </pc:sldMkLst>
        <pc:spChg chg="mod">
          <ac:chgData name="Mohammed Fasha" userId="cc64f42d-a1a6-4f08-b97b-0c37f877119f" providerId="ADAL" clId="{BDE98590-4A1E-4E73-B11E-EFF0D9E423BA}" dt="2024-06-06T11:23:33.745" v="181" actId="14100"/>
          <ac:spMkLst>
            <pc:docMk/>
            <pc:sldMk cId="3645272911" sldId="392"/>
            <ac:spMk id="3" creationId="{76156C21-AC52-833C-E3BE-ADFDC02E22E3}"/>
          </ac:spMkLst>
        </pc:spChg>
        <pc:picChg chg="add mod">
          <ac:chgData name="Mohammed Fasha" userId="cc64f42d-a1a6-4f08-b97b-0c37f877119f" providerId="ADAL" clId="{BDE98590-4A1E-4E73-B11E-EFF0D9E423BA}" dt="2024-06-06T11:23:36.175" v="182" actId="1076"/>
          <ac:picMkLst>
            <pc:docMk/>
            <pc:sldMk cId="3645272911" sldId="392"/>
            <ac:picMk id="5" creationId="{66567EE9-62A1-E562-E899-9A87FFAD7515}"/>
          </ac:picMkLst>
        </pc:picChg>
      </pc:sldChg>
      <pc:sldChg chg="modSp mod">
        <pc:chgData name="Mohammed Fasha" userId="cc64f42d-a1a6-4f08-b97b-0c37f877119f" providerId="ADAL" clId="{BDE98590-4A1E-4E73-B11E-EFF0D9E423BA}" dt="2024-06-06T11:26:37.549" v="341" actId="20577"/>
        <pc:sldMkLst>
          <pc:docMk/>
          <pc:sldMk cId="2976191511" sldId="393"/>
        </pc:sldMkLst>
        <pc:spChg chg="mod">
          <ac:chgData name="Mohammed Fasha" userId="cc64f42d-a1a6-4f08-b97b-0c37f877119f" providerId="ADAL" clId="{BDE98590-4A1E-4E73-B11E-EFF0D9E423BA}" dt="2024-06-06T11:26:37.549" v="341" actId="20577"/>
          <ac:spMkLst>
            <pc:docMk/>
            <pc:sldMk cId="2976191511" sldId="393"/>
            <ac:spMk id="3" creationId="{87D01EFB-ECF0-B722-C694-8F0CF19AD94D}"/>
          </ac:spMkLst>
        </pc:spChg>
      </pc:sldChg>
      <pc:sldChg chg="addSp delSp modSp new mod modClrScheme chgLayout">
        <pc:chgData name="Mohammed Fasha" userId="cc64f42d-a1a6-4f08-b97b-0c37f877119f" providerId="ADAL" clId="{BDE98590-4A1E-4E73-B11E-EFF0D9E423BA}" dt="2024-05-18T14:50:18.046" v="6" actId="1076"/>
        <pc:sldMkLst>
          <pc:docMk/>
          <pc:sldMk cId="1501311303" sldId="496"/>
        </pc:sldMkLst>
        <pc:spChg chg="del">
          <ac:chgData name="Mohammed Fasha" userId="cc64f42d-a1a6-4f08-b97b-0c37f877119f" providerId="ADAL" clId="{BDE98590-4A1E-4E73-B11E-EFF0D9E423BA}" dt="2024-05-18T14:50:10.938" v="2" actId="700"/>
          <ac:spMkLst>
            <pc:docMk/>
            <pc:sldMk cId="1501311303" sldId="496"/>
            <ac:spMk id="2" creationId="{D2CEE17A-DDA4-0B5C-B50D-889970C3AE9A}"/>
          </ac:spMkLst>
        </pc:spChg>
        <pc:spChg chg="del">
          <ac:chgData name="Mohammed Fasha" userId="cc64f42d-a1a6-4f08-b97b-0c37f877119f" providerId="ADAL" clId="{BDE98590-4A1E-4E73-B11E-EFF0D9E423BA}" dt="2024-05-18T14:50:05.577" v="1"/>
          <ac:spMkLst>
            <pc:docMk/>
            <pc:sldMk cId="1501311303" sldId="496"/>
            <ac:spMk id="3" creationId="{E4FD7E05-4330-DB34-2C71-CB36AF65F804}"/>
          </ac:spMkLst>
        </pc:spChg>
        <pc:picChg chg="add mod ord">
          <ac:chgData name="Mohammed Fasha" userId="cc64f42d-a1a6-4f08-b97b-0c37f877119f" providerId="ADAL" clId="{BDE98590-4A1E-4E73-B11E-EFF0D9E423BA}" dt="2024-05-18T14:50:18.046" v="6" actId="1076"/>
          <ac:picMkLst>
            <pc:docMk/>
            <pc:sldMk cId="1501311303" sldId="496"/>
            <ac:picMk id="4" creationId="{F876EE48-736B-0B05-3579-CE389267CB3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7/20/2024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7/20/2024</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normAutofit/>
          </a:bodyPr>
          <a:lstStyle>
            <a:lvl1pPr>
              <a:defRPr sz="5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7/20/2024</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7/20/2024</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7/20/2024</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7/20/2024</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7/20/2024</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7/20/2024</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7/20/2024</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7/20/2024</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7/20/2024</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7/20/2024</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C509A92F-6EF2-B7BB-1C63-C6812B835CF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279230"/>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p:txBody>
          <a:bodyPr>
            <a:noAutofit/>
          </a:bodyPr>
          <a:lstStyle/>
          <a:p>
            <a:r>
              <a:rPr lang="en-US" sz="3600" dirty="0"/>
              <a:t>307401</a:t>
            </a:r>
            <a:br>
              <a:rPr lang="en-US" sz="3600" dirty="0"/>
            </a:br>
            <a:r>
              <a:rPr lang="en-US" sz="3600" dirty="0"/>
              <a:t>Big Data and Data Warehouses</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p:txBody>
          <a:bodyPr/>
          <a:lstStyle/>
          <a:p>
            <a:r>
              <a:rPr lang="en-US" dirty="0"/>
              <a:t>Introduction to Big Data</a:t>
            </a:r>
          </a:p>
        </p:txBody>
      </p:sp>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F665F4-885B-DF29-2837-E3C3EF0D235A}"/>
              </a:ext>
            </a:extLst>
          </p:cNvPr>
          <p:cNvSpPr>
            <a:spLocks noGrp="1"/>
          </p:cNvSpPr>
          <p:nvPr>
            <p:ph type="title"/>
          </p:nvPr>
        </p:nvSpPr>
        <p:spPr/>
        <p:txBody>
          <a:bodyPr/>
          <a:lstStyle/>
          <a:p>
            <a:r>
              <a:rPr lang="en-US" dirty="0"/>
              <a:t>Introduction to Big Data</a:t>
            </a:r>
          </a:p>
        </p:txBody>
      </p:sp>
      <p:sp>
        <p:nvSpPr>
          <p:cNvPr id="5" name="Text Placeholder 4">
            <a:extLst>
              <a:ext uri="{FF2B5EF4-FFF2-40B4-BE49-F238E27FC236}">
                <a16:creationId xmlns:a16="http://schemas.microsoft.com/office/drawing/2014/main" id="{225E6E6D-FF80-449E-7B07-4595F72EDDF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78274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BA07E4-9F6A-1681-69A6-46CA8FBF0C7A}"/>
              </a:ext>
            </a:extLst>
          </p:cNvPr>
          <p:cNvSpPr>
            <a:spLocks noGrp="1"/>
          </p:cNvSpPr>
          <p:nvPr>
            <p:ph type="title"/>
          </p:nvPr>
        </p:nvSpPr>
        <p:spPr/>
        <p:txBody>
          <a:bodyPr/>
          <a:lstStyle/>
          <a:p>
            <a:r>
              <a:rPr lang="en-US" dirty="0"/>
              <a:t>Content</a:t>
            </a:r>
          </a:p>
        </p:txBody>
      </p:sp>
      <p:sp>
        <p:nvSpPr>
          <p:cNvPr id="5" name="Content Placeholder 4">
            <a:extLst>
              <a:ext uri="{FF2B5EF4-FFF2-40B4-BE49-F238E27FC236}">
                <a16:creationId xmlns:a16="http://schemas.microsoft.com/office/drawing/2014/main" id="{89D08A49-A783-43FA-4459-82F5F89FEC69}"/>
              </a:ext>
            </a:extLst>
          </p:cNvPr>
          <p:cNvSpPr>
            <a:spLocks noGrp="1"/>
          </p:cNvSpPr>
          <p:nvPr>
            <p:ph idx="1"/>
          </p:nvPr>
        </p:nvSpPr>
        <p:spPr/>
        <p:txBody>
          <a:bodyPr/>
          <a:lstStyle/>
          <a:p>
            <a:r>
              <a:rPr lang="en-US" dirty="0"/>
              <a:t>Welcome to the world of Big Data!</a:t>
            </a:r>
          </a:p>
          <a:p>
            <a:r>
              <a:rPr lang="en-US" dirty="0"/>
              <a:t>Understanding Big Data: Definition and significance.</a:t>
            </a:r>
          </a:p>
          <a:p>
            <a:r>
              <a:rPr lang="en-US" dirty="0"/>
              <a:t>Exploring the 5 V’s of Big Data: Volume, Velocity, Variety, Veracity, and Value.</a:t>
            </a:r>
          </a:p>
        </p:txBody>
      </p:sp>
    </p:spTree>
    <p:extLst>
      <p:ext uri="{BB962C8B-B14F-4D97-AF65-F5344CB8AC3E}">
        <p14:creationId xmlns:p14="http://schemas.microsoft.com/office/powerpoint/2010/main" val="3805543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BC959-40DE-712A-71AB-2E58C4974467}"/>
              </a:ext>
            </a:extLst>
          </p:cNvPr>
          <p:cNvSpPr>
            <a:spLocks noGrp="1"/>
          </p:cNvSpPr>
          <p:nvPr>
            <p:ph type="title"/>
          </p:nvPr>
        </p:nvSpPr>
        <p:spPr/>
        <p:txBody>
          <a:bodyPr/>
          <a:lstStyle/>
          <a:p>
            <a:r>
              <a:rPr lang="en-US" dirty="0"/>
              <a:t>Big Data in a Nutshell</a:t>
            </a:r>
          </a:p>
        </p:txBody>
      </p:sp>
      <p:sp>
        <p:nvSpPr>
          <p:cNvPr id="3" name="Content Placeholder 2">
            <a:extLst>
              <a:ext uri="{FF2B5EF4-FFF2-40B4-BE49-F238E27FC236}">
                <a16:creationId xmlns:a16="http://schemas.microsoft.com/office/drawing/2014/main" id="{82867AC9-3FEE-5376-286C-11A760E78422}"/>
              </a:ext>
            </a:extLst>
          </p:cNvPr>
          <p:cNvSpPr>
            <a:spLocks noGrp="1"/>
          </p:cNvSpPr>
          <p:nvPr>
            <p:ph idx="1"/>
          </p:nvPr>
        </p:nvSpPr>
        <p:spPr>
          <a:xfrm>
            <a:off x="838200" y="1706007"/>
            <a:ext cx="10515600" cy="5201331"/>
          </a:xfrm>
        </p:spPr>
        <p:txBody>
          <a:bodyPr>
            <a:normAutofit fontScale="85000" lnSpcReduction="10000"/>
          </a:bodyPr>
          <a:lstStyle/>
          <a:p>
            <a:r>
              <a:rPr lang="en-US" dirty="0"/>
              <a:t>The evolution of technology over the past few decades has dramatically transformed the way we generate, store, and process data. </a:t>
            </a:r>
          </a:p>
          <a:p>
            <a:r>
              <a:rPr lang="en-US" dirty="0"/>
              <a:t>In the early days of computing, data was limited to what could be managed by traditional relational databases. However, </a:t>
            </a:r>
            <a:r>
              <a:rPr lang="en-US" dirty="0">
                <a:solidFill>
                  <a:srgbClr val="FF0000"/>
                </a:solidFill>
              </a:rPr>
              <a:t>the advent of the internet in the 1990s </a:t>
            </a:r>
            <a:r>
              <a:rPr lang="en-US" dirty="0"/>
              <a:t>led to an exponential increase in data production, fueled by the rise of e-commerce, social media, and the digitization of countless industries. </a:t>
            </a:r>
          </a:p>
          <a:p>
            <a:r>
              <a:rPr lang="en-US" dirty="0"/>
              <a:t>As </a:t>
            </a:r>
            <a:r>
              <a:rPr lang="en-US" dirty="0">
                <a:solidFill>
                  <a:srgbClr val="FF0000"/>
                </a:solidFill>
              </a:rPr>
              <a:t>more devices connected to the internet</a:t>
            </a:r>
            <a:r>
              <a:rPr lang="en-US" dirty="0"/>
              <a:t>, including smartphones, sensors, and IoT devices, the volume of data surged to unprecedented levels. </a:t>
            </a:r>
          </a:p>
          <a:p>
            <a:r>
              <a:rPr lang="en-US" dirty="0"/>
              <a:t>This </a:t>
            </a:r>
            <a:r>
              <a:rPr lang="en-US" dirty="0">
                <a:solidFill>
                  <a:srgbClr val="FF0000"/>
                </a:solidFill>
              </a:rPr>
              <a:t>data explosion </a:t>
            </a:r>
            <a:r>
              <a:rPr lang="en-US" dirty="0"/>
              <a:t>highlighted the limitations of traditional data management and processing tools, necessitating the development of new technologies capable of handling the scale and complexity of modern data.</a:t>
            </a:r>
          </a:p>
          <a:p>
            <a:r>
              <a:rPr lang="en-US" dirty="0"/>
              <a:t>To address these challenges, the early 2000s saw the introduction of groundbreaking technologies like Google File System (GFS) and MapReduce, which laid the foundation for scalable data storage and parallel processing. </a:t>
            </a:r>
          </a:p>
          <a:p>
            <a:r>
              <a:rPr lang="en-US" dirty="0"/>
              <a:t>These innovations led to the creation of Apache Hadoop, an open-source framework that brought the power of GFS and MapReduce to the wider community. </a:t>
            </a:r>
          </a:p>
          <a:p>
            <a:r>
              <a:rPr lang="en-US" dirty="0"/>
              <a:t>Alongside Hadoop, a variety of new tools and frameworks emerged, such as Apache Spark for in-memory processing, Apache Kafka for real-time data streaming, and NoSQL databases like MongoDB and Cassandra for flexible, schema-less data storage. </a:t>
            </a:r>
          </a:p>
          <a:p>
            <a:r>
              <a:rPr lang="en-US" dirty="0"/>
              <a:t>These technologies have collectively formed the backbone of the Big Data ecosystem, enabling organizations to efficiently process and analyze vast datasets, uncover insights, and drive data-driven decision-making in ways that were previously unimaginable.</a:t>
            </a:r>
          </a:p>
          <a:p>
            <a:endParaRPr lang="en-US" dirty="0"/>
          </a:p>
        </p:txBody>
      </p:sp>
    </p:spTree>
    <p:extLst>
      <p:ext uri="{BB962C8B-B14F-4D97-AF65-F5344CB8AC3E}">
        <p14:creationId xmlns:p14="http://schemas.microsoft.com/office/powerpoint/2010/main" val="3217007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359B5-99AB-F905-688B-EE3B8808AD49}"/>
              </a:ext>
            </a:extLst>
          </p:cNvPr>
          <p:cNvSpPr>
            <a:spLocks noGrp="1"/>
          </p:cNvSpPr>
          <p:nvPr>
            <p:ph type="title"/>
          </p:nvPr>
        </p:nvSpPr>
        <p:spPr/>
        <p:txBody>
          <a:bodyPr/>
          <a:lstStyle/>
          <a:p>
            <a:pPr algn="r" rtl="1"/>
            <a:r>
              <a:rPr lang="ar-JO" dirty="0"/>
              <a:t>البيانات الضخمة، باختصار</a:t>
            </a:r>
            <a:endParaRPr lang="en-US" dirty="0"/>
          </a:p>
        </p:txBody>
      </p:sp>
      <p:sp>
        <p:nvSpPr>
          <p:cNvPr id="3" name="Content Placeholder 2">
            <a:extLst>
              <a:ext uri="{FF2B5EF4-FFF2-40B4-BE49-F238E27FC236}">
                <a16:creationId xmlns:a16="http://schemas.microsoft.com/office/drawing/2014/main" id="{2C0EBE82-CF04-F4D2-401F-640B5E7494B4}"/>
              </a:ext>
            </a:extLst>
          </p:cNvPr>
          <p:cNvSpPr>
            <a:spLocks noGrp="1"/>
          </p:cNvSpPr>
          <p:nvPr>
            <p:ph idx="1"/>
          </p:nvPr>
        </p:nvSpPr>
        <p:spPr/>
        <p:txBody>
          <a:bodyPr>
            <a:normAutofit fontScale="92500" lnSpcReduction="20000"/>
          </a:bodyPr>
          <a:lstStyle/>
          <a:p>
            <a:pPr algn="r" rtl="1"/>
            <a:r>
              <a:rPr lang="ar-SA" dirty="0"/>
              <a:t>أدى تطور التكنولوجيا على مدى العقود القليلة الماضية إلى تغيير جذري في الطريقة التي ننتج بها البيانات، ونخزنها، ونعالجها.</a:t>
            </a:r>
            <a:endParaRPr lang="en-US" dirty="0"/>
          </a:p>
          <a:p>
            <a:pPr algn="r" rtl="1"/>
            <a:r>
              <a:rPr lang="ar-SA" dirty="0"/>
              <a:t>في الأيام الأولى للحوسبة، كانت البيانات مقتصرة على ما يمكن إدارته بواسطة </a:t>
            </a:r>
            <a:r>
              <a:rPr lang="ar-SA" dirty="0">
                <a:solidFill>
                  <a:srgbClr val="FF0000"/>
                </a:solidFill>
              </a:rPr>
              <a:t>قواعد البيانات العلائقية </a:t>
            </a:r>
            <a:r>
              <a:rPr lang="ar-SA" dirty="0"/>
              <a:t>التقليدية.</a:t>
            </a:r>
            <a:endParaRPr lang="en-US" dirty="0"/>
          </a:p>
          <a:p>
            <a:pPr algn="r" rtl="1"/>
            <a:r>
              <a:rPr lang="ar-JO" dirty="0"/>
              <a:t>الا ان </a:t>
            </a:r>
            <a:r>
              <a:rPr lang="ar-SA" dirty="0">
                <a:solidFill>
                  <a:srgbClr val="FF0000"/>
                </a:solidFill>
              </a:rPr>
              <a:t>ظهور الإنترنت في التسعينيات</a:t>
            </a:r>
            <a:r>
              <a:rPr lang="ar-JO" dirty="0"/>
              <a:t> أدى</a:t>
            </a:r>
            <a:r>
              <a:rPr lang="ar-SA" dirty="0"/>
              <a:t> إلى زيادة هائلة في إنتاج البيانات، </a:t>
            </a:r>
            <a:r>
              <a:rPr lang="ar-JO" dirty="0"/>
              <a:t>وغذا ذلك</a:t>
            </a:r>
            <a:r>
              <a:rPr lang="ar-SA" dirty="0"/>
              <a:t> </a:t>
            </a:r>
            <a:r>
              <a:rPr lang="ar-JO" dirty="0"/>
              <a:t>ازدياد استخدام</a:t>
            </a:r>
            <a:r>
              <a:rPr lang="ar-SA" dirty="0"/>
              <a:t> التجارة الإلكترونية، ووسائل التواصل الاجتماعي، </a:t>
            </a:r>
            <a:r>
              <a:rPr lang="ar-SA" dirty="0" err="1"/>
              <a:t>ورقمنة</a:t>
            </a:r>
            <a:r>
              <a:rPr lang="ar-SA" dirty="0"/>
              <a:t> عدد لا يحصى من </a:t>
            </a:r>
            <a:r>
              <a:rPr lang="ar-JO" dirty="0"/>
              <a:t>الخدمات و</a:t>
            </a:r>
            <a:r>
              <a:rPr lang="ar-SA" dirty="0"/>
              <a:t>الصناعات. </a:t>
            </a:r>
            <a:endParaRPr lang="ar-JO" dirty="0"/>
          </a:p>
          <a:p>
            <a:pPr algn="r" rtl="1"/>
            <a:r>
              <a:rPr lang="ar-SA" dirty="0"/>
              <a:t>ومع تزايد عدد الأجهزة المتصلة بالإنترنت، بما في ذلك الهواتف الذكية وأجهزة الاستشعار وأجهزة إنترنت الأشياء، ارتفع حجم البيانات إلى مستويات غير مسبوقة. </a:t>
            </a:r>
            <a:endParaRPr lang="ar-JO" dirty="0"/>
          </a:p>
          <a:p>
            <a:pPr algn="r" rtl="1"/>
            <a:r>
              <a:rPr lang="ar-SA" dirty="0"/>
              <a:t>سلط</a:t>
            </a:r>
            <a:r>
              <a:rPr lang="ar-JO" dirty="0"/>
              <a:t> هذا الازدياد الكبير في حجم</a:t>
            </a:r>
            <a:r>
              <a:rPr lang="ar-SA" dirty="0"/>
              <a:t> البيانات الضوء على</a:t>
            </a:r>
            <a:r>
              <a:rPr lang="ar-JO" dirty="0"/>
              <a:t> الأدوات التقليدية المستخدمة في </a:t>
            </a:r>
            <a:r>
              <a:rPr lang="ar-SA" dirty="0"/>
              <a:t>إدارة البيانات ومعالجتها، مما استلزم تطوير تقنيات جديدة قادرة على التعامل مع حجم البيانات الحديثة وتعقيدها.</a:t>
            </a:r>
            <a:endParaRPr lang="ar-JO" dirty="0"/>
          </a:p>
          <a:p>
            <a:pPr algn="r" rtl="1"/>
            <a:r>
              <a:rPr lang="ar-SA" dirty="0"/>
              <a:t>ولمواجهة هذه التحديات، شهد أوائل العقد الأول من القرن الحادي والعشرين إدخال تقنيات رائدة مثل نظام ملفات</a:t>
            </a:r>
            <a:r>
              <a:rPr lang="ar-JO" dirty="0"/>
              <a:t> </a:t>
            </a:r>
            <a:r>
              <a:rPr lang="en-US" dirty="0">
                <a:solidFill>
                  <a:srgbClr val="FF0000"/>
                </a:solidFill>
              </a:rPr>
              <a:t>Google</a:t>
            </a:r>
            <a:r>
              <a:rPr lang="en-US" dirty="0"/>
              <a:t> </a:t>
            </a:r>
            <a:r>
              <a:rPr lang="en-US" dirty="0">
                <a:solidFill>
                  <a:srgbClr val="FF0000"/>
                </a:solidFill>
              </a:rPr>
              <a:t>(GFS)</a:t>
            </a:r>
            <a:r>
              <a:rPr lang="ar-JO" dirty="0">
                <a:solidFill>
                  <a:srgbClr val="FF0000"/>
                </a:solidFill>
              </a:rPr>
              <a:t> </a:t>
            </a:r>
            <a:r>
              <a:rPr lang="ar-SA" dirty="0"/>
              <a:t>و</a:t>
            </a:r>
            <a:r>
              <a:rPr lang="en-US" dirty="0">
                <a:solidFill>
                  <a:srgbClr val="FF0000"/>
                </a:solidFill>
              </a:rPr>
              <a:t>MapReduce</a:t>
            </a:r>
            <a:r>
              <a:rPr lang="en-US" dirty="0"/>
              <a:t>، </a:t>
            </a:r>
            <a:r>
              <a:rPr lang="ar-SA" dirty="0"/>
              <a:t>والتي أرست الأساس لتخزين البيانات القابلة </a:t>
            </a:r>
            <a:r>
              <a:rPr lang="ar-JO" dirty="0"/>
              <a:t>للتوسع</a:t>
            </a:r>
            <a:r>
              <a:rPr lang="ar-SA" dirty="0"/>
              <a:t> و</a:t>
            </a:r>
            <a:r>
              <a:rPr lang="ar-JO" dirty="0" err="1"/>
              <a:t>لل</a:t>
            </a:r>
            <a:r>
              <a:rPr lang="ar-SA" dirty="0"/>
              <a:t>معالجة المتوازية.</a:t>
            </a:r>
            <a:endParaRPr lang="ar-JO" dirty="0"/>
          </a:p>
          <a:p>
            <a:pPr algn="r" rtl="1"/>
            <a:r>
              <a:rPr lang="ar-SA" dirty="0"/>
              <a:t>أدت هذه الابتكارات إلى إنشاء</a:t>
            </a:r>
            <a:r>
              <a:rPr lang="ar-JO" dirty="0"/>
              <a:t> منظومة</a:t>
            </a:r>
            <a:r>
              <a:rPr lang="ar-SA" dirty="0"/>
              <a:t> </a:t>
            </a:r>
            <a:r>
              <a:rPr lang="en-US" dirty="0">
                <a:solidFill>
                  <a:srgbClr val="FF0000"/>
                </a:solidFill>
              </a:rPr>
              <a:t>Apache Hadoop</a:t>
            </a:r>
            <a:r>
              <a:rPr lang="en-US" dirty="0"/>
              <a:t>، </a:t>
            </a:r>
            <a:r>
              <a:rPr lang="ar-JO" dirty="0"/>
              <a:t>وهي عبارة عن</a:t>
            </a:r>
            <a:r>
              <a:rPr lang="ar-SA" dirty="0"/>
              <a:t> إطار عمل مفتوح المصدر جلب قوة</a:t>
            </a:r>
            <a:r>
              <a:rPr lang="ar-JO" dirty="0"/>
              <a:t> الـ</a:t>
            </a:r>
            <a:r>
              <a:rPr lang="ar-SA" dirty="0"/>
              <a:t> </a:t>
            </a:r>
            <a:r>
              <a:rPr lang="en-US" dirty="0"/>
              <a:t>GFS </a:t>
            </a:r>
            <a:r>
              <a:rPr lang="ar-SA" dirty="0"/>
              <a:t>و</a:t>
            </a:r>
            <a:r>
              <a:rPr lang="en-US" dirty="0"/>
              <a:t>MapReduce </a:t>
            </a:r>
            <a:r>
              <a:rPr lang="ar-JO" dirty="0"/>
              <a:t> </a:t>
            </a:r>
            <a:r>
              <a:rPr lang="ar-SA" dirty="0"/>
              <a:t>إلى المجتمع الأوسع. </a:t>
            </a:r>
            <a:endParaRPr lang="ar-JO" dirty="0"/>
          </a:p>
          <a:p>
            <a:pPr algn="r" rtl="1"/>
            <a:r>
              <a:rPr lang="ar-SA" dirty="0"/>
              <a:t>إلى جانب </a:t>
            </a:r>
            <a:r>
              <a:rPr lang="en-US" dirty="0"/>
              <a:t>Hadoop، </a:t>
            </a:r>
            <a:r>
              <a:rPr lang="ar-SA" dirty="0"/>
              <a:t>ظهرت مجموعة متنوعة من الأدوات والأطر الجديدة، مثل </a:t>
            </a:r>
            <a:r>
              <a:rPr lang="en-US" dirty="0"/>
              <a:t>Apache Spark </a:t>
            </a:r>
            <a:r>
              <a:rPr lang="ar-JO" dirty="0"/>
              <a:t> لمعالجة البيانات بشكل سريع داخل الذاكرة الرئيسية للأجهزة</a:t>
            </a:r>
            <a:r>
              <a:rPr lang="ar-SA" dirty="0"/>
              <a:t>، و</a:t>
            </a:r>
            <a:r>
              <a:rPr lang="en-US" dirty="0"/>
              <a:t>Apache Kafka </a:t>
            </a:r>
            <a:r>
              <a:rPr lang="ar-JO" dirty="0"/>
              <a:t> لإدارة تدفق </a:t>
            </a:r>
            <a:r>
              <a:rPr lang="ar-SA" dirty="0"/>
              <a:t>البيانات في الوقت الفعلي، وقواعد بيانات </a:t>
            </a:r>
            <a:r>
              <a:rPr lang="en-US" dirty="0"/>
              <a:t>NoSQL </a:t>
            </a:r>
            <a:r>
              <a:rPr lang="ar-JO" dirty="0"/>
              <a:t> مثل</a:t>
            </a:r>
            <a:r>
              <a:rPr lang="ar-SA" dirty="0"/>
              <a:t> </a:t>
            </a:r>
            <a:r>
              <a:rPr lang="en-US" dirty="0"/>
              <a:t>MongoDB </a:t>
            </a:r>
            <a:r>
              <a:rPr lang="ar-JO" dirty="0"/>
              <a:t> و</a:t>
            </a:r>
            <a:r>
              <a:rPr lang="en-US" dirty="0"/>
              <a:t>Cassandra </a:t>
            </a:r>
            <a:r>
              <a:rPr lang="ar-JO" dirty="0"/>
              <a:t> والتي تستخدم</a:t>
            </a:r>
            <a:r>
              <a:rPr lang="ar-SA" dirty="0"/>
              <a:t> البيانات المرنة بدون </a:t>
            </a:r>
            <a:r>
              <a:rPr lang="ar-JO" dirty="0"/>
              <a:t>الهياكل المحددة</a:t>
            </a:r>
            <a:r>
              <a:rPr lang="ar-SA" dirty="0"/>
              <a:t>.</a:t>
            </a:r>
            <a:endParaRPr lang="ar-JO" dirty="0"/>
          </a:p>
          <a:p>
            <a:pPr algn="r" rtl="1"/>
            <a:r>
              <a:rPr lang="ar-SA" dirty="0"/>
              <a:t> لقد شكلت هذه التقنيات مجتمعة العمود الفقري للنظام البيئي للبيانات الضخمة، مما مكن المؤسسات من معالجة مجموعات البيانات الضخمة وتحليلها بكفاءة، والكشف عن </a:t>
            </a:r>
            <a:r>
              <a:rPr lang="ar-JO" dirty="0"/>
              <a:t>المعلومات الخفية داخل البيانات</a:t>
            </a:r>
            <a:r>
              <a:rPr lang="ar-SA" dirty="0"/>
              <a:t>، ودفع عملية صنع القرار المستندة إلى البيانات بطرق لم يكن من الممكن تصورها في السابق.</a:t>
            </a:r>
            <a:endParaRPr lang="en-US" dirty="0"/>
          </a:p>
        </p:txBody>
      </p:sp>
    </p:spTree>
    <p:extLst>
      <p:ext uri="{BB962C8B-B14F-4D97-AF65-F5344CB8AC3E}">
        <p14:creationId xmlns:p14="http://schemas.microsoft.com/office/powerpoint/2010/main" val="623807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17BF5-1B31-EA3F-80CC-B243C344632B}"/>
              </a:ext>
            </a:extLst>
          </p:cNvPr>
          <p:cNvSpPr>
            <a:spLocks noGrp="1"/>
          </p:cNvSpPr>
          <p:nvPr>
            <p:ph type="title"/>
          </p:nvPr>
        </p:nvSpPr>
        <p:spPr>
          <a:xfrm>
            <a:off x="838200" y="797523"/>
            <a:ext cx="3103418" cy="748208"/>
          </a:xfrm>
        </p:spPr>
        <p:txBody>
          <a:bodyPr/>
          <a:lstStyle/>
          <a:p>
            <a:r>
              <a:rPr lang="en-US" dirty="0"/>
              <a:t>Apache Foundation</a:t>
            </a:r>
          </a:p>
        </p:txBody>
      </p:sp>
      <p:sp>
        <p:nvSpPr>
          <p:cNvPr id="3" name="Content Placeholder 2">
            <a:extLst>
              <a:ext uri="{FF2B5EF4-FFF2-40B4-BE49-F238E27FC236}">
                <a16:creationId xmlns:a16="http://schemas.microsoft.com/office/drawing/2014/main" id="{C35170CE-6F4E-6A77-B2FD-381C484CA593}"/>
              </a:ext>
            </a:extLst>
          </p:cNvPr>
          <p:cNvSpPr>
            <a:spLocks noGrp="1"/>
          </p:cNvSpPr>
          <p:nvPr>
            <p:ph idx="1"/>
          </p:nvPr>
        </p:nvSpPr>
        <p:spPr>
          <a:xfrm>
            <a:off x="838200" y="4203607"/>
            <a:ext cx="10515600" cy="2654393"/>
          </a:xfrm>
        </p:spPr>
        <p:txBody>
          <a:bodyPr>
            <a:normAutofit fontScale="92500" lnSpcReduction="20000"/>
          </a:bodyPr>
          <a:lstStyle/>
          <a:p>
            <a:pPr algn="r" rtl="1"/>
            <a:r>
              <a:rPr lang="en-US" dirty="0"/>
              <a:t> Apache Software Foundation (ASF) </a:t>
            </a:r>
            <a:r>
              <a:rPr lang="ar-SA" dirty="0"/>
              <a:t>هي منظمة غير ربحية تأسست في عام 1999 لدعم مجموعة متنوعة من مشاريع البرمجيات مفتوحة المصدر. تشتهر المؤسسة بالإشراف على مشاريع بارزة مثل خادم </a:t>
            </a:r>
            <a:r>
              <a:rPr lang="en-US" dirty="0"/>
              <a:t> Apache HTTP </a:t>
            </a:r>
            <a:r>
              <a:rPr lang="ar-SA" dirty="0"/>
              <a:t>و </a:t>
            </a:r>
            <a:r>
              <a:rPr lang="en-US" dirty="0"/>
              <a:t>Apache Hadoop، </a:t>
            </a:r>
            <a:r>
              <a:rPr lang="ar-SA" dirty="0"/>
              <a:t>وتوفر الموارد والبنية التحتية وإطار العمل التعاوني لتطوير البرمجيات مفتوحة المصدر، مما يعزز الابتكار والتقدم القائم على المجتمع.</a:t>
            </a:r>
          </a:p>
          <a:p>
            <a:pPr algn="r" rtl="1"/>
            <a:r>
              <a:rPr lang="ar-JO" dirty="0"/>
              <a:t>تمثل رخصة برمجيات </a:t>
            </a:r>
            <a:r>
              <a:rPr lang="en-US" dirty="0"/>
              <a:t>Apache 2.0 </a:t>
            </a:r>
            <a:r>
              <a:rPr lang="ar-JO" dirty="0"/>
              <a:t> </a:t>
            </a:r>
            <a:r>
              <a:rPr lang="ar-SA" dirty="0"/>
              <a:t>رخصة مفتوحة المصدر مرنة تسمح بإعادة التوزيع والتعديل والاستخدام الحر للبرمجيات، سواء لأغراض تجارية أو</a:t>
            </a:r>
            <a:r>
              <a:rPr lang="ar-JO" dirty="0"/>
              <a:t> للأغراض ال</a:t>
            </a:r>
            <a:r>
              <a:rPr lang="ar-SA" dirty="0"/>
              <a:t>خاصة.</a:t>
            </a:r>
            <a:endParaRPr lang="ar-JO" dirty="0"/>
          </a:p>
          <a:p>
            <a:pPr algn="r" rtl="1"/>
            <a:r>
              <a:rPr lang="ar-SA" dirty="0"/>
              <a:t> تتضمن الرخصة أحكامًا لمنح براءات الاختراع، مما يضمن عدم مقاضاة المساهمين للمستخدمين بتهمة انتهاك براءات الاختراع، وتتطلب توثيق التعديلات وإدراج الرخصة الأصلية في التوزيعات. </a:t>
            </a:r>
            <a:endParaRPr lang="ar-JO" dirty="0"/>
          </a:p>
          <a:p>
            <a:pPr algn="r" rtl="1"/>
            <a:r>
              <a:rPr lang="ar-SA" dirty="0"/>
              <a:t>تحظى هذه الرخصة بشعبية كبيرة بفضل مرونتها وقيودها القليلة، مما يجعلها خيارًا مفضلاً للعديد من مشاريع البرمجيات مفتوحة المصدر.</a:t>
            </a:r>
            <a:endParaRPr lang="en-US" dirty="0"/>
          </a:p>
        </p:txBody>
      </p:sp>
      <p:sp>
        <p:nvSpPr>
          <p:cNvPr id="4" name="Content Placeholder 2">
            <a:extLst>
              <a:ext uri="{FF2B5EF4-FFF2-40B4-BE49-F238E27FC236}">
                <a16:creationId xmlns:a16="http://schemas.microsoft.com/office/drawing/2014/main" id="{D2D4A6D0-2A40-4C45-AAE9-B2CC3DB704AF}"/>
              </a:ext>
            </a:extLst>
          </p:cNvPr>
          <p:cNvSpPr txBox="1">
            <a:spLocks/>
          </p:cNvSpPr>
          <p:nvPr/>
        </p:nvSpPr>
        <p:spPr>
          <a:xfrm>
            <a:off x="838200" y="1706007"/>
            <a:ext cx="10515600" cy="2313405"/>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Apache Software Foundation (ASF) is a non-profit organization established in 1999 to support a variety of open-source software projects. Known for overseeing well-known projects such as the Apache HTTP Server and Apache Hadoop, the ASF provides resources, infrastructure, and a collaborative framework for open-source development, fostering innovation and community-driven progress.</a:t>
            </a:r>
          </a:p>
          <a:p>
            <a:r>
              <a:rPr lang="en-US" dirty="0"/>
              <a:t>The Apache License 2.0 is a permissive open-source license that allows for free redistribution, modification, and use of software, both commercially and privately. It includes provisions for a patent grant, ensuring contributors cannot sue users for patent infringement, and requires that modifications be documented and the original license included in distributions. This license is favored for its flexibility and minimal restrictions, making it a popular choice for many open-source projects.</a:t>
            </a:r>
          </a:p>
        </p:txBody>
      </p:sp>
      <p:pic>
        <p:nvPicPr>
          <p:cNvPr id="5124" name="Picture 4" descr="Apache Software Foundation announces two more top-level open source  projects - SiliconANGLE">
            <a:extLst>
              <a:ext uri="{FF2B5EF4-FFF2-40B4-BE49-F238E27FC236}">
                <a16:creationId xmlns:a16="http://schemas.microsoft.com/office/drawing/2014/main" id="{643D0A5F-13DC-F7AB-64A8-78B306E632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2059" y="623337"/>
            <a:ext cx="1607559" cy="1069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6554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86F50-339D-9440-A1E4-E08AC86F81F2}"/>
              </a:ext>
            </a:extLst>
          </p:cNvPr>
          <p:cNvSpPr>
            <a:spLocks noGrp="1"/>
          </p:cNvSpPr>
          <p:nvPr>
            <p:ph type="title"/>
          </p:nvPr>
        </p:nvSpPr>
        <p:spPr>
          <a:xfrm>
            <a:off x="838200" y="797523"/>
            <a:ext cx="11094396" cy="748208"/>
          </a:xfrm>
        </p:spPr>
        <p:txBody>
          <a:bodyPr/>
          <a:lstStyle/>
          <a:p>
            <a:r>
              <a:rPr lang="en-US" dirty="0"/>
              <a:t>What is Big Data?</a:t>
            </a:r>
          </a:p>
        </p:txBody>
      </p:sp>
      <p:sp>
        <p:nvSpPr>
          <p:cNvPr id="3" name="Content Placeholder 2">
            <a:extLst>
              <a:ext uri="{FF2B5EF4-FFF2-40B4-BE49-F238E27FC236}">
                <a16:creationId xmlns:a16="http://schemas.microsoft.com/office/drawing/2014/main" id="{B92CD2E7-BAEA-CFA3-E570-63FF39B44CD1}"/>
              </a:ext>
            </a:extLst>
          </p:cNvPr>
          <p:cNvSpPr>
            <a:spLocks noGrp="1"/>
          </p:cNvSpPr>
          <p:nvPr>
            <p:ph idx="1"/>
          </p:nvPr>
        </p:nvSpPr>
        <p:spPr>
          <a:xfrm>
            <a:off x="838200" y="1706007"/>
            <a:ext cx="7065818" cy="4991039"/>
          </a:xfrm>
        </p:spPr>
        <p:txBody>
          <a:bodyPr/>
          <a:lstStyle/>
          <a:p>
            <a:r>
              <a:rPr lang="en-US" dirty="0"/>
              <a:t>Big Data refers to datasets that are so large or complex that traditional data processing applications are inadequate.</a:t>
            </a:r>
          </a:p>
          <a:p>
            <a:r>
              <a:rPr lang="en-US" dirty="0"/>
              <a:t>It is not a single technique or a tool, rather it has become a complete subject, which involves various tools, techniques and frameworks.</a:t>
            </a:r>
          </a:p>
          <a:p>
            <a:r>
              <a:rPr lang="en-US" dirty="0"/>
              <a:t>Big Data requires advanced technologies to efficiently process and analyze.</a:t>
            </a:r>
          </a:p>
          <a:p>
            <a:r>
              <a:rPr lang="en-US" dirty="0"/>
              <a:t>Big Data enables organizations to gain insights and make data-driven decisions.</a:t>
            </a:r>
          </a:p>
        </p:txBody>
      </p:sp>
      <p:pic>
        <p:nvPicPr>
          <p:cNvPr id="2050" name="Picture 2" descr="Title: Demystifying Big Data: Unveiling the Power of Data Analytics">
            <a:extLst>
              <a:ext uri="{FF2B5EF4-FFF2-40B4-BE49-F238E27FC236}">
                <a16:creationId xmlns:a16="http://schemas.microsoft.com/office/drawing/2014/main" id="{36C7B308-8CF9-7620-635B-7F93A5204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2591" y="1706007"/>
            <a:ext cx="4420005" cy="2950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811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F4B23E-763A-7B5E-0DD5-6CE8A62BA065}"/>
              </a:ext>
            </a:extLst>
          </p:cNvPr>
          <p:cNvSpPr>
            <a:spLocks noGrp="1"/>
          </p:cNvSpPr>
          <p:nvPr>
            <p:ph type="title"/>
          </p:nvPr>
        </p:nvSpPr>
        <p:spPr/>
        <p:txBody>
          <a:bodyPr/>
          <a:lstStyle/>
          <a:p>
            <a:r>
              <a:rPr lang="en-US" dirty="0"/>
              <a:t>Evolution of Big Data</a:t>
            </a:r>
          </a:p>
        </p:txBody>
      </p:sp>
      <p:sp>
        <p:nvSpPr>
          <p:cNvPr id="9" name="Content Placeholder 2"/>
          <p:cNvSpPr>
            <a:spLocks noGrp="1"/>
          </p:cNvSpPr>
          <p:nvPr>
            <p:ph idx="1"/>
          </p:nvPr>
        </p:nvSpPr>
        <p:spPr/>
        <p:txBody>
          <a:bodyPr>
            <a:normAutofit/>
          </a:bodyPr>
          <a:lstStyle/>
          <a:p>
            <a:r>
              <a:rPr lang="en-US" b="1" dirty="0">
                <a:solidFill>
                  <a:srgbClr val="800000"/>
                </a:solidFill>
              </a:rPr>
              <a:t>The Model of Generating/Consuming Data has Changed</a:t>
            </a:r>
          </a:p>
        </p:txBody>
      </p:sp>
      <p:sp>
        <p:nvSpPr>
          <p:cNvPr id="3" name="Date Placeholder 2"/>
          <p:cNvSpPr>
            <a:spLocks noGrp="1"/>
          </p:cNvSpPr>
          <p:nvPr>
            <p:ph type="dt" sz="half" idx="4294967295"/>
          </p:nvPr>
        </p:nvSpPr>
        <p:spPr>
          <a:xfrm>
            <a:off x="9147175" y="6405563"/>
            <a:ext cx="3044825" cy="365125"/>
          </a:xfrm>
          <a:prstGeom prst="rect">
            <a:avLst/>
          </a:prstGeom>
        </p:spPr>
        <p:txBody>
          <a:bodyPr vert="horz"/>
          <a:lstStyle>
            <a:defPPr>
              <a:defRPr lang="en-US"/>
            </a:defPPr>
            <a:lvl1pPr marL="0" algn="r" defTabSz="914400" rtl="0" eaLnBrk="1" latinLnBrk="0" hangingPunct="1">
              <a:defRPr kumimoji="0" sz="14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latinLnBrk="0" hangingPunct="1"/>
            <a:fld id="{53662EBF-F10E-4FC3-968B-8F16207D6450}" type="datetime1">
              <a:rPr lang="en-US" smtClean="0"/>
              <a:pPr/>
              <a:t>7/20/2024</a:t>
            </a:fld>
            <a:endParaRPr lang="en-US"/>
          </a:p>
        </p:txBody>
      </p:sp>
      <p:sp>
        <p:nvSpPr>
          <p:cNvPr id="4" name="Footer Placeholder 3"/>
          <p:cNvSpPr>
            <a:spLocks noGrp="1"/>
          </p:cNvSpPr>
          <p:nvPr>
            <p:ph type="ftr" sz="quarter" idx="4294967295"/>
          </p:nvPr>
        </p:nvSpPr>
        <p:spPr>
          <a:xfrm>
            <a:off x="0" y="6410325"/>
            <a:ext cx="3581400" cy="366713"/>
          </a:xfrm>
          <a:prstGeom prst="rect">
            <a:avLst/>
          </a:prstGeom>
        </p:spPr>
        <p:txBody>
          <a:bodyPr vert="horz"/>
          <a:lstStyle>
            <a:defPPr>
              <a:defRPr lang="en-US"/>
            </a:defPPr>
            <a:lvl1pPr marL="0" algn="l" defTabSz="914400" rtl="0" eaLnBrk="1" latinLnBrk="0" hangingPunct="1">
              <a:defRPr kumimoji="0"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Dr vasu pinnti                                                 ICT</a:t>
            </a:r>
            <a:endParaRPr kumimoji="0" lang="en-US"/>
          </a:p>
        </p:txBody>
      </p:sp>
      <p:pic>
        <p:nvPicPr>
          <p:cNvPr id="10" name="Picture 9" descr="Screen shot 2013-01-13 at 5.46.48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1063" y="2857108"/>
            <a:ext cx="1197529" cy="1116538"/>
          </a:xfrm>
          <a:prstGeom prst="rect">
            <a:avLst/>
          </a:prstGeom>
        </p:spPr>
      </p:pic>
      <p:pic>
        <p:nvPicPr>
          <p:cNvPr id="11" name="Picture 10"/>
          <p:cNvPicPr>
            <a:picLocks noChangeAspect="1"/>
          </p:cNvPicPr>
          <p:nvPr/>
        </p:nvPicPr>
        <p:blipFill>
          <a:blip r:embed="rId3"/>
          <a:stretch>
            <a:fillRect/>
          </a:stretch>
        </p:blipFill>
        <p:spPr>
          <a:xfrm>
            <a:off x="3402331" y="3044851"/>
            <a:ext cx="889834" cy="889149"/>
          </a:xfrm>
          <a:prstGeom prst="rect">
            <a:avLst/>
          </a:prstGeom>
        </p:spPr>
      </p:pic>
      <p:sp>
        <p:nvSpPr>
          <p:cNvPr id="12" name="TextBox 11"/>
          <p:cNvSpPr txBox="1"/>
          <p:nvPr/>
        </p:nvSpPr>
        <p:spPr>
          <a:xfrm>
            <a:off x="2015984" y="2348880"/>
            <a:ext cx="7814960" cy="369332"/>
          </a:xfrm>
          <a:prstGeom prst="rect">
            <a:avLst/>
          </a:prstGeom>
          <a:noFill/>
        </p:spPr>
        <p:txBody>
          <a:bodyPr wrap="none" rtlCol="0">
            <a:spAutoFit/>
          </a:bodyPr>
          <a:lstStyle/>
          <a:p>
            <a:r>
              <a:rPr lang="en-US" b="1" dirty="0">
                <a:solidFill>
                  <a:srgbClr val="0000FF"/>
                </a:solidFill>
              </a:rPr>
              <a:t>Old Model: </a:t>
            </a:r>
            <a:r>
              <a:rPr lang="en-US" dirty="0"/>
              <a:t>Few companies are generating data, all others are consuming data </a:t>
            </a:r>
          </a:p>
        </p:txBody>
      </p:sp>
      <p:pic>
        <p:nvPicPr>
          <p:cNvPr id="13" name="Picture 12"/>
          <p:cNvPicPr>
            <a:picLocks noChangeAspect="1"/>
          </p:cNvPicPr>
          <p:nvPr/>
        </p:nvPicPr>
        <p:blipFill>
          <a:blip r:embed="rId4"/>
          <a:stretch>
            <a:fillRect/>
          </a:stretch>
        </p:blipFill>
        <p:spPr>
          <a:xfrm>
            <a:off x="6816081" y="2885371"/>
            <a:ext cx="1680369" cy="1247753"/>
          </a:xfrm>
          <a:prstGeom prst="rect">
            <a:avLst/>
          </a:prstGeom>
        </p:spPr>
      </p:pic>
      <p:sp>
        <p:nvSpPr>
          <p:cNvPr id="14" name="Right Arrow 13"/>
          <p:cNvSpPr/>
          <p:nvPr/>
        </p:nvSpPr>
        <p:spPr>
          <a:xfrm>
            <a:off x="4457670" y="3237693"/>
            <a:ext cx="1768562" cy="48667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5" name="Group 14"/>
          <p:cNvGrpSpPr/>
          <p:nvPr/>
        </p:nvGrpSpPr>
        <p:grpSpPr>
          <a:xfrm>
            <a:off x="1888633" y="4133124"/>
            <a:ext cx="8526419" cy="1572121"/>
            <a:chOff x="187021" y="4374843"/>
            <a:chExt cx="7717177" cy="1572121"/>
          </a:xfrm>
        </p:grpSpPr>
        <p:pic>
          <p:nvPicPr>
            <p:cNvPr id="16" name="Picture 15" descr="Screen shot 2013-01-13 at 5.50.25 PM.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7765" y="4900555"/>
              <a:ext cx="1508048" cy="1046409"/>
            </a:xfrm>
            <a:prstGeom prst="rect">
              <a:avLst/>
            </a:prstGeom>
          </p:spPr>
        </p:pic>
        <p:sp>
          <p:nvSpPr>
            <p:cNvPr id="17" name="Rectangle 16"/>
            <p:cNvSpPr/>
            <p:nvPr/>
          </p:nvSpPr>
          <p:spPr>
            <a:xfrm>
              <a:off x="187021" y="4374843"/>
              <a:ext cx="7717177" cy="369332"/>
            </a:xfrm>
            <a:prstGeom prst="rect">
              <a:avLst/>
            </a:prstGeom>
          </p:spPr>
          <p:txBody>
            <a:bodyPr wrap="square">
              <a:spAutoFit/>
            </a:bodyPr>
            <a:lstStyle/>
            <a:p>
              <a:r>
                <a:rPr lang="en-US" b="1" dirty="0">
                  <a:solidFill>
                    <a:srgbClr val="0000FF"/>
                  </a:solidFill>
                </a:rPr>
                <a:t>New Model: </a:t>
              </a:r>
              <a:r>
                <a:rPr lang="en-US" dirty="0"/>
                <a:t>all of us are generating data, and all of us are consuming data </a:t>
              </a:r>
            </a:p>
          </p:txBody>
        </p:sp>
        <p:sp>
          <p:nvSpPr>
            <p:cNvPr id="18" name="Right Arrow 17"/>
            <p:cNvSpPr/>
            <p:nvPr/>
          </p:nvSpPr>
          <p:spPr>
            <a:xfrm>
              <a:off x="2277048" y="5185359"/>
              <a:ext cx="1768562" cy="48667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9" name="Picture 18"/>
            <p:cNvPicPr>
              <a:picLocks noChangeAspect="1"/>
            </p:cNvPicPr>
            <p:nvPr/>
          </p:nvPicPr>
          <p:blipFill>
            <a:blip r:embed="rId4"/>
            <a:stretch>
              <a:fillRect/>
            </a:stretch>
          </p:blipFill>
          <p:spPr>
            <a:xfrm>
              <a:off x="4762874" y="4744175"/>
              <a:ext cx="1547784" cy="1149303"/>
            </a:xfrm>
            <a:prstGeom prst="rect">
              <a:avLst/>
            </a:prstGeom>
          </p:spPr>
        </p:pic>
      </p:grpSp>
    </p:spTree>
    <p:extLst>
      <p:ext uri="{BB962C8B-B14F-4D97-AF65-F5344CB8AC3E}">
        <p14:creationId xmlns:p14="http://schemas.microsoft.com/office/powerpoint/2010/main" val="1985314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A728815-96F1-EDB0-B7BA-24153F3807DF}"/>
              </a:ext>
            </a:extLst>
          </p:cNvPr>
          <p:cNvSpPr>
            <a:spLocks noGrp="1"/>
          </p:cNvSpPr>
          <p:nvPr>
            <p:ph type="title"/>
          </p:nvPr>
        </p:nvSpPr>
        <p:spPr/>
        <p:txBody>
          <a:bodyPr/>
          <a:lstStyle/>
          <a:p>
            <a:r>
              <a:rPr lang="en-US" dirty="0"/>
              <a:t>Data Sizes and Data Units</a:t>
            </a:r>
          </a:p>
        </p:txBody>
      </p:sp>
      <p:sp>
        <p:nvSpPr>
          <p:cNvPr id="3" name="Date Placeholder 2"/>
          <p:cNvSpPr>
            <a:spLocks noGrp="1"/>
          </p:cNvSpPr>
          <p:nvPr>
            <p:ph type="dt" sz="half" idx="4294967295"/>
          </p:nvPr>
        </p:nvSpPr>
        <p:spPr>
          <a:xfrm>
            <a:off x="9147175" y="6405563"/>
            <a:ext cx="3044825" cy="365125"/>
          </a:xfrm>
          <a:prstGeom prst="rect">
            <a:avLst/>
          </a:prstGeom>
        </p:spPr>
        <p:txBody>
          <a:bodyPr vert="horz"/>
          <a:lstStyle>
            <a:defPPr>
              <a:defRPr lang="en-US"/>
            </a:defPPr>
            <a:lvl1pPr marL="0" algn="r" defTabSz="914400" rtl="0" eaLnBrk="1" latinLnBrk="0" hangingPunct="1">
              <a:defRPr kumimoji="0" sz="14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latinLnBrk="0" hangingPunct="1"/>
            <a:fld id="{53662EBF-F10E-4FC3-968B-8F16207D6450}" type="datetime1">
              <a:rPr lang="en-US" smtClean="0"/>
              <a:pPr/>
              <a:t>7/20/2024</a:t>
            </a:fld>
            <a:endParaRPr lang="en-US"/>
          </a:p>
        </p:txBody>
      </p:sp>
      <p:sp>
        <p:nvSpPr>
          <p:cNvPr id="4" name="Footer Placeholder 3"/>
          <p:cNvSpPr>
            <a:spLocks noGrp="1"/>
          </p:cNvSpPr>
          <p:nvPr>
            <p:ph type="ftr" sz="quarter" idx="4294967295"/>
          </p:nvPr>
        </p:nvSpPr>
        <p:spPr>
          <a:xfrm>
            <a:off x="0" y="6410325"/>
            <a:ext cx="3581400" cy="366713"/>
          </a:xfrm>
          <a:prstGeom prst="rect">
            <a:avLst/>
          </a:prstGeom>
        </p:spPr>
        <p:txBody>
          <a:bodyPr vert="horz"/>
          <a:lstStyle>
            <a:defPPr>
              <a:defRPr lang="en-US"/>
            </a:defPPr>
            <a:lvl1pPr marL="0" algn="l" defTabSz="914400" rtl="0" eaLnBrk="1" latinLnBrk="0" hangingPunct="1">
              <a:defRPr kumimoji="0"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Dr vasu pinnti                                                 ICT</a:t>
            </a:r>
            <a:endParaRPr kumimoji="0" lang="en-US"/>
          </a:p>
        </p:txBody>
      </p:sp>
      <p:pic>
        <p:nvPicPr>
          <p:cNvPr id="9" name="Content Placeholder 8">
            <a:extLst>
              <a:ext uri="{FF2B5EF4-FFF2-40B4-BE49-F238E27FC236}">
                <a16:creationId xmlns:a16="http://schemas.microsoft.com/office/drawing/2014/main" id="{0B3246DF-0025-AC73-955C-1807080961CE}"/>
              </a:ext>
            </a:extLst>
          </p:cNvPr>
          <p:cNvPicPr>
            <a:picLocks noGrp="1" noChangeAspect="1"/>
          </p:cNvPicPr>
          <p:nvPr>
            <p:ph idx="1"/>
          </p:nvPr>
        </p:nvPicPr>
        <p:blipFill>
          <a:blip r:embed="rId2"/>
          <a:stretch>
            <a:fillRect/>
          </a:stretch>
        </p:blipFill>
        <p:spPr>
          <a:xfrm>
            <a:off x="2583976" y="1545731"/>
            <a:ext cx="6811411" cy="5151932"/>
          </a:xfrm>
          <a:prstGeom prst="rect">
            <a:avLst/>
          </a:prstGeom>
        </p:spPr>
      </p:pic>
    </p:spTree>
    <p:extLst>
      <p:ext uri="{BB962C8B-B14F-4D97-AF65-F5344CB8AC3E}">
        <p14:creationId xmlns:p14="http://schemas.microsoft.com/office/powerpoint/2010/main" val="3982709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648CB-D79F-799C-843E-44F044CB73B7}"/>
              </a:ext>
            </a:extLst>
          </p:cNvPr>
          <p:cNvSpPr>
            <a:spLocks noGrp="1"/>
          </p:cNvSpPr>
          <p:nvPr>
            <p:ph type="title"/>
          </p:nvPr>
        </p:nvSpPr>
        <p:spPr/>
        <p:txBody>
          <a:bodyPr/>
          <a:lstStyle/>
          <a:p>
            <a:r>
              <a:rPr lang="en-US" dirty="0"/>
              <a:t>Characteristics of Big Data</a:t>
            </a:r>
          </a:p>
        </p:txBody>
      </p:sp>
      <p:sp>
        <p:nvSpPr>
          <p:cNvPr id="3" name="Content Placeholder 2">
            <a:extLst>
              <a:ext uri="{FF2B5EF4-FFF2-40B4-BE49-F238E27FC236}">
                <a16:creationId xmlns:a16="http://schemas.microsoft.com/office/drawing/2014/main" id="{207DF167-1A00-D01F-AB0D-C872A5F6FD63}"/>
              </a:ext>
            </a:extLst>
          </p:cNvPr>
          <p:cNvSpPr>
            <a:spLocks noGrp="1"/>
          </p:cNvSpPr>
          <p:nvPr>
            <p:ph idx="1"/>
          </p:nvPr>
        </p:nvSpPr>
        <p:spPr>
          <a:xfrm>
            <a:off x="838200" y="1706007"/>
            <a:ext cx="7332194" cy="4991039"/>
          </a:xfrm>
        </p:spPr>
        <p:txBody>
          <a:bodyPr>
            <a:normAutofit/>
          </a:bodyPr>
          <a:lstStyle/>
          <a:p>
            <a:pPr marL="457200" indent="-457200">
              <a:buFont typeface="+mj-lt"/>
              <a:buAutoNum type="arabicPeriod"/>
            </a:pPr>
            <a:r>
              <a:rPr lang="en-US" dirty="0">
                <a:solidFill>
                  <a:srgbClr val="FF0000"/>
                </a:solidFill>
              </a:rPr>
              <a:t>Volume</a:t>
            </a:r>
            <a:r>
              <a:rPr lang="en-US" dirty="0"/>
              <a:t>: The sheer size of data generated every second.</a:t>
            </a:r>
          </a:p>
          <a:p>
            <a:pPr marL="457200" indent="-457200">
              <a:buFont typeface="+mj-lt"/>
              <a:buAutoNum type="arabicPeriod"/>
            </a:pPr>
            <a:r>
              <a:rPr lang="en-US" dirty="0">
                <a:solidFill>
                  <a:srgbClr val="FF0000"/>
                </a:solidFill>
              </a:rPr>
              <a:t>Velocity</a:t>
            </a:r>
            <a:r>
              <a:rPr lang="en-US" dirty="0"/>
              <a:t>: The speed at which new data is generated and processed.</a:t>
            </a:r>
          </a:p>
          <a:p>
            <a:pPr marL="457200" indent="-457200">
              <a:buFont typeface="+mj-lt"/>
              <a:buAutoNum type="arabicPeriod"/>
            </a:pPr>
            <a:r>
              <a:rPr lang="en-US" dirty="0">
                <a:solidFill>
                  <a:srgbClr val="FF0000"/>
                </a:solidFill>
              </a:rPr>
              <a:t>Variety</a:t>
            </a:r>
            <a:r>
              <a:rPr lang="en-US" dirty="0"/>
              <a:t>: The different types of data.</a:t>
            </a:r>
          </a:p>
          <a:p>
            <a:pPr marL="457200" indent="-457200">
              <a:buFont typeface="+mj-lt"/>
              <a:buAutoNum type="arabicPeriod"/>
            </a:pPr>
            <a:r>
              <a:rPr lang="en-US" dirty="0">
                <a:solidFill>
                  <a:srgbClr val="FF0000"/>
                </a:solidFill>
              </a:rPr>
              <a:t>Veracity</a:t>
            </a:r>
            <a:r>
              <a:rPr lang="en-US" dirty="0"/>
              <a:t>: The accuracy and trustworthiness of the data.</a:t>
            </a:r>
          </a:p>
          <a:p>
            <a:pPr marL="457200" indent="-457200">
              <a:buFont typeface="+mj-lt"/>
              <a:buAutoNum type="arabicPeriod"/>
            </a:pPr>
            <a:r>
              <a:rPr lang="en-US" dirty="0">
                <a:solidFill>
                  <a:srgbClr val="FF0000"/>
                </a:solidFill>
              </a:rPr>
              <a:t>Value</a:t>
            </a:r>
            <a:r>
              <a:rPr lang="en-US" dirty="0"/>
              <a:t>: The potential insights and benefits that can be derived from data.</a:t>
            </a:r>
          </a:p>
        </p:txBody>
      </p:sp>
      <p:pic>
        <p:nvPicPr>
          <p:cNvPr id="3074" name="Picture 2" descr="The four main data characteristics of big data | Download ...">
            <a:extLst>
              <a:ext uri="{FF2B5EF4-FFF2-40B4-BE49-F238E27FC236}">
                <a16:creationId xmlns:a16="http://schemas.microsoft.com/office/drawing/2014/main" id="{FE9D37B7-ED4D-FA4F-19A3-F1D708A7ED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6301" y="1738870"/>
            <a:ext cx="3577499" cy="3380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344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CE5A2-BA7C-0494-8A12-A098EC76D386}"/>
              </a:ext>
            </a:extLst>
          </p:cNvPr>
          <p:cNvSpPr>
            <a:spLocks noGrp="1"/>
          </p:cNvSpPr>
          <p:nvPr>
            <p:ph type="title"/>
          </p:nvPr>
        </p:nvSpPr>
        <p:spPr/>
        <p:txBody>
          <a:bodyPr/>
          <a:lstStyle/>
          <a:p>
            <a:r>
              <a:rPr lang="en-US" dirty="0"/>
              <a:t>Volume</a:t>
            </a:r>
          </a:p>
        </p:txBody>
      </p:sp>
      <p:sp>
        <p:nvSpPr>
          <p:cNvPr id="3" name="Content Placeholder 2">
            <a:extLst>
              <a:ext uri="{FF2B5EF4-FFF2-40B4-BE49-F238E27FC236}">
                <a16:creationId xmlns:a16="http://schemas.microsoft.com/office/drawing/2014/main" id="{79DC08C5-F59D-35D2-93FD-CD301F7F69E1}"/>
              </a:ext>
            </a:extLst>
          </p:cNvPr>
          <p:cNvSpPr>
            <a:spLocks noGrp="1"/>
          </p:cNvSpPr>
          <p:nvPr>
            <p:ph idx="1"/>
          </p:nvPr>
        </p:nvSpPr>
        <p:spPr/>
        <p:txBody>
          <a:bodyPr/>
          <a:lstStyle/>
          <a:p>
            <a:r>
              <a:rPr lang="en-US" dirty="0"/>
              <a:t>Definition: Refers to the massive amount of data generated.</a:t>
            </a:r>
          </a:p>
          <a:p>
            <a:r>
              <a:rPr lang="en-US" dirty="0"/>
              <a:t>Examples: </a:t>
            </a:r>
          </a:p>
          <a:p>
            <a:pPr lvl="1"/>
            <a:r>
              <a:rPr lang="en-US" dirty="0"/>
              <a:t>Social media posts, transaction records, sensor data.</a:t>
            </a:r>
          </a:p>
          <a:p>
            <a:pPr lvl="1"/>
            <a:r>
              <a:rPr lang="en-US" dirty="0"/>
              <a:t>Facebook generates approximately 4 petabytes of data per day.</a:t>
            </a:r>
          </a:p>
          <a:p>
            <a:pPr lvl="1"/>
            <a:r>
              <a:rPr lang="en-US" dirty="0"/>
              <a:t>Walmart handles over 1 million customer transactions every hour.</a:t>
            </a:r>
          </a:p>
          <a:p>
            <a:r>
              <a:rPr lang="en-US" dirty="0"/>
              <a:t>Implications: </a:t>
            </a:r>
          </a:p>
          <a:p>
            <a:pPr lvl="1"/>
            <a:r>
              <a:rPr lang="en-US" dirty="0"/>
              <a:t>Requires scalable storage solutions.</a:t>
            </a:r>
          </a:p>
          <a:p>
            <a:pPr lvl="1"/>
            <a:r>
              <a:rPr lang="en-US" dirty="0"/>
              <a:t>Necessitates advanced processing techniques to manage and analyze data efficiently.</a:t>
            </a:r>
          </a:p>
        </p:txBody>
      </p:sp>
    </p:spTree>
    <p:extLst>
      <p:ext uri="{BB962C8B-B14F-4D97-AF65-F5344CB8AC3E}">
        <p14:creationId xmlns:p14="http://schemas.microsoft.com/office/powerpoint/2010/main" val="3169967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2A635-C510-9D78-58E3-D96211B3097C}"/>
              </a:ext>
            </a:extLst>
          </p:cNvPr>
          <p:cNvSpPr>
            <a:spLocks noGrp="1"/>
          </p:cNvSpPr>
          <p:nvPr>
            <p:ph type="title"/>
          </p:nvPr>
        </p:nvSpPr>
        <p:spPr/>
        <p:txBody>
          <a:bodyPr/>
          <a:lstStyle/>
          <a:p>
            <a:r>
              <a:rPr lang="en-US" dirty="0"/>
              <a:t>Velocity</a:t>
            </a:r>
          </a:p>
        </p:txBody>
      </p:sp>
      <p:sp>
        <p:nvSpPr>
          <p:cNvPr id="3" name="Content Placeholder 2">
            <a:extLst>
              <a:ext uri="{FF2B5EF4-FFF2-40B4-BE49-F238E27FC236}">
                <a16:creationId xmlns:a16="http://schemas.microsoft.com/office/drawing/2014/main" id="{EC9AF41B-9341-75B4-C8C6-D9894BDD8B2A}"/>
              </a:ext>
            </a:extLst>
          </p:cNvPr>
          <p:cNvSpPr>
            <a:spLocks noGrp="1"/>
          </p:cNvSpPr>
          <p:nvPr>
            <p:ph idx="1"/>
          </p:nvPr>
        </p:nvSpPr>
        <p:spPr/>
        <p:txBody>
          <a:bodyPr/>
          <a:lstStyle/>
          <a:p>
            <a:r>
              <a:rPr lang="en-US" sz="2400" dirty="0"/>
              <a:t>Definition: The speed at which data is generated and processed.</a:t>
            </a:r>
          </a:p>
          <a:p>
            <a:r>
              <a:rPr lang="en-US" sz="2400" dirty="0"/>
              <a:t>Examples:</a:t>
            </a:r>
          </a:p>
          <a:p>
            <a:pPr lvl="1"/>
            <a:r>
              <a:rPr lang="en-US" dirty="0"/>
              <a:t>Real-time data streams from Social Media, IoT devices, financial market data.</a:t>
            </a:r>
          </a:p>
          <a:p>
            <a:pPr lvl="1"/>
            <a:r>
              <a:rPr lang="en-US" dirty="0"/>
              <a:t>Twitter processes around 500 million tweets per day.</a:t>
            </a:r>
          </a:p>
          <a:p>
            <a:pPr lvl="1"/>
            <a:r>
              <a:rPr lang="en-US" dirty="0"/>
              <a:t>High-frequency trading algorithms in stock markets operate in milliseconds.</a:t>
            </a:r>
          </a:p>
          <a:p>
            <a:r>
              <a:rPr lang="en-US" dirty="0"/>
              <a:t>Implications:</a:t>
            </a:r>
          </a:p>
          <a:p>
            <a:pPr lvl="1"/>
            <a:r>
              <a:rPr lang="en-US" dirty="0"/>
              <a:t>Real-time data processing capabilities.</a:t>
            </a:r>
          </a:p>
          <a:p>
            <a:pPr lvl="1"/>
            <a:r>
              <a:rPr lang="en-US" dirty="0"/>
              <a:t>Need for technologies like Apache Kafka and Spark Streaming.</a:t>
            </a:r>
          </a:p>
          <a:p>
            <a:endParaRPr lang="en-US" dirty="0"/>
          </a:p>
        </p:txBody>
      </p:sp>
    </p:spTree>
    <p:extLst>
      <p:ext uri="{BB962C8B-B14F-4D97-AF65-F5344CB8AC3E}">
        <p14:creationId xmlns:p14="http://schemas.microsoft.com/office/powerpoint/2010/main" val="2336960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58EE7-7AD9-637E-9AFF-D5B022866F0C}"/>
              </a:ext>
            </a:extLst>
          </p:cNvPr>
          <p:cNvSpPr>
            <a:spLocks noGrp="1"/>
          </p:cNvSpPr>
          <p:nvPr>
            <p:ph type="title"/>
          </p:nvPr>
        </p:nvSpPr>
        <p:spPr/>
        <p:txBody>
          <a:bodyPr/>
          <a:lstStyle/>
          <a:p>
            <a:r>
              <a:rPr lang="en-US" dirty="0"/>
              <a:t>Variety</a:t>
            </a:r>
          </a:p>
        </p:txBody>
      </p:sp>
      <p:sp>
        <p:nvSpPr>
          <p:cNvPr id="3" name="Content Placeholder 2">
            <a:extLst>
              <a:ext uri="{FF2B5EF4-FFF2-40B4-BE49-F238E27FC236}">
                <a16:creationId xmlns:a16="http://schemas.microsoft.com/office/drawing/2014/main" id="{64C230D2-1D22-7EE2-A1B6-E3B6A48AD9E2}"/>
              </a:ext>
            </a:extLst>
          </p:cNvPr>
          <p:cNvSpPr>
            <a:spLocks noGrp="1"/>
          </p:cNvSpPr>
          <p:nvPr>
            <p:ph idx="1"/>
          </p:nvPr>
        </p:nvSpPr>
        <p:spPr/>
        <p:txBody>
          <a:bodyPr/>
          <a:lstStyle/>
          <a:p>
            <a:r>
              <a:rPr lang="en-US" dirty="0"/>
              <a:t>Definition: The different types of data.</a:t>
            </a:r>
          </a:p>
          <a:p>
            <a:r>
              <a:rPr lang="en-US" dirty="0"/>
              <a:t>Examples:</a:t>
            </a:r>
          </a:p>
          <a:p>
            <a:pPr lvl="1"/>
            <a:r>
              <a:rPr lang="en-US" dirty="0"/>
              <a:t>Structured: Relational databases, spreadsheets.</a:t>
            </a:r>
          </a:p>
          <a:p>
            <a:pPr lvl="1"/>
            <a:r>
              <a:rPr lang="en-US" dirty="0"/>
              <a:t>Semi-structured: XML, JSON.</a:t>
            </a:r>
          </a:p>
          <a:p>
            <a:pPr lvl="1"/>
            <a:r>
              <a:rPr lang="en-US" dirty="0"/>
              <a:t>Unstructured: Text documents, social media posts, multimedia files.</a:t>
            </a:r>
          </a:p>
          <a:p>
            <a:r>
              <a:rPr lang="en-US" dirty="0"/>
              <a:t>Implications:</a:t>
            </a:r>
          </a:p>
          <a:p>
            <a:pPr lvl="1"/>
            <a:r>
              <a:rPr lang="en-US" dirty="0"/>
              <a:t>Diverse data integration methods.</a:t>
            </a:r>
          </a:p>
          <a:p>
            <a:pPr lvl="1"/>
            <a:r>
              <a:rPr lang="en-US" dirty="0"/>
              <a:t>Techniques for processing and analyzing different data formats.</a:t>
            </a:r>
          </a:p>
        </p:txBody>
      </p:sp>
    </p:spTree>
    <p:extLst>
      <p:ext uri="{BB962C8B-B14F-4D97-AF65-F5344CB8AC3E}">
        <p14:creationId xmlns:p14="http://schemas.microsoft.com/office/powerpoint/2010/main" val="700185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58EE7-7AD9-637E-9AFF-D5B022866F0C}"/>
              </a:ext>
            </a:extLst>
          </p:cNvPr>
          <p:cNvSpPr>
            <a:spLocks noGrp="1"/>
          </p:cNvSpPr>
          <p:nvPr>
            <p:ph type="title"/>
          </p:nvPr>
        </p:nvSpPr>
        <p:spPr/>
        <p:txBody>
          <a:bodyPr/>
          <a:lstStyle/>
          <a:p>
            <a:r>
              <a:rPr lang="en-US" dirty="0"/>
              <a:t>Veracity – </a:t>
            </a:r>
            <a:r>
              <a:rPr lang="ar-JO" dirty="0"/>
              <a:t>دقة البيانات – موثوقية البيانات</a:t>
            </a:r>
            <a:endParaRPr lang="en-US" dirty="0"/>
          </a:p>
        </p:txBody>
      </p:sp>
      <p:sp>
        <p:nvSpPr>
          <p:cNvPr id="3" name="Content Placeholder 2">
            <a:extLst>
              <a:ext uri="{FF2B5EF4-FFF2-40B4-BE49-F238E27FC236}">
                <a16:creationId xmlns:a16="http://schemas.microsoft.com/office/drawing/2014/main" id="{64C230D2-1D22-7EE2-A1B6-E3B6A48AD9E2}"/>
              </a:ext>
            </a:extLst>
          </p:cNvPr>
          <p:cNvSpPr>
            <a:spLocks noGrp="1"/>
          </p:cNvSpPr>
          <p:nvPr>
            <p:ph idx="1"/>
          </p:nvPr>
        </p:nvSpPr>
        <p:spPr/>
        <p:txBody>
          <a:bodyPr/>
          <a:lstStyle/>
          <a:p>
            <a:r>
              <a:rPr lang="en-US" dirty="0"/>
              <a:t>Definition: The accuracy and reliability of data.</a:t>
            </a:r>
          </a:p>
          <a:p>
            <a:r>
              <a:rPr lang="en-US" dirty="0"/>
              <a:t>Examples:</a:t>
            </a:r>
          </a:p>
          <a:p>
            <a:pPr lvl="1"/>
            <a:r>
              <a:rPr lang="en-US" dirty="0"/>
              <a:t>Incomplete data entries.</a:t>
            </a:r>
          </a:p>
          <a:p>
            <a:pPr lvl="1"/>
            <a:r>
              <a:rPr lang="en-US" dirty="0"/>
              <a:t>Data from biased sources.</a:t>
            </a:r>
          </a:p>
          <a:p>
            <a:r>
              <a:rPr lang="en-US" dirty="0"/>
              <a:t>Implications:</a:t>
            </a:r>
          </a:p>
          <a:p>
            <a:pPr lvl="1"/>
            <a:r>
              <a:rPr lang="en-US" dirty="0"/>
              <a:t>Data cleaning and validation processes.</a:t>
            </a:r>
          </a:p>
          <a:p>
            <a:pPr lvl="1"/>
            <a:r>
              <a:rPr lang="en-US" dirty="0"/>
              <a:t>Importance of data governance and quality management.</a:t>
            </a:r>
          </a:p>
        </p:txBody>
      </p:sp>
    </p:spTree>
    <p:extLst>
      <p:ext uri="{BB962C8B-B14F-4D97-AF65-F5344CB8AC3E}">
        <p14:creationId xmlns:p14="http://schemas.microsoft.com/office/powerpoint/2010/main" val="2849205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58EE7-7AD9-637E-9AFF-D5B022866F0C}"/>
              </a:ext>
            </a:extLst>
          </p:cNvPr>
          <p:cNvSpPr>
            <a:spLocks noGrp="1"/>
          </p:cNvSpPr>
          <p:nvPr>
            <p:ph type="title"/>
          </p:nvPr>
        </p:nvSpPr>
        <p:spPr/>
        <p:txBody>
          <a:bodyPr/>
          <a:lstStyle/>
          <a:p>
            <a:r>
              <a:rPr lang="en-US" dirty="0"/>
              <a:t>Value</a:t>
            </a:r>
          </a:p>
        </p:txBody>
      </p:sp>
      <p:sp>
        <p:nvSpPr>
          <p:cNvPr id="3" name="Content Placeholder 2">
            <a:extLst>
              <a:ext uri="{FF2B5EF4-FFF2-40B4-BE49-F238E27FC236}">
                <a16:creationId xmlns:a16="http://schemas.microsoft.com/office/drawing/2014/main" id="{64C230D2-1D22-7EE2-A1B6-E3B6A48AD9E2}"/>
              </a:ext>
            </a:extLst>
          </p:cNvPr>
          <p:cNvSpPr>
            <a:spLocks noGrp="1"/>
          </p:cNvSpPr>
          <p:nvPr>
            <p:ph idx="1"/>
          </p:nvPr>
        </p:nvSpPr>
        <p:spPr/>
        <p:txBody>
          <a:bodyPr/>
          <a:lstStyle/>
          <a:p>
            <a:r>
              <a:rPr lang="en-US" dirty="0"/>
              <a:t>Definition: The potential benefits derived from analyzing data.</a:t>
            </a:r>
            <a:br>
              <a:rPr lang="en-US" dirty="0"/>
            </a:br>
            <a:r>
              <a:rPr lang="en-US" sz="2400" dirty="0"/>
              <a:t>Importance: Turning data into actionable insights to drive business decisions.</a:t>
            </a:r>
          </a:p>
          <a:p>
            <a:r>
              <a:rPr lang="en-US" dirty="0"/>
              <a:t>Examples:</a:t>
            </a:r>
            <a:endParaRPr lang="ar-JO" dirty="0"/>
          </a:p>
          <a:p>
            <a:pPr lvl="1"/>
            <a:r>
              <a:rPr lang="en-US" dirty="0"/>
              <a:t>Improved decision-making through data insights.</a:t>
            </a:r>
            <a:endParaRPr lang="ar-JO" dirty="0"/>
          </a:p>
          <a:p>
            <a:pPr lvl="1"/>
            <a:r>
              <a:rPr lang="en-US" dirty="0"/>
              <a:t>Enhanced customer experiences and personalization.</a:t>
            </a:r>
            <a:endParaRPr lang="ar-JO" dirty="0"/>
          </a:p>
          <a:p>
            <a:r>
              <a:rPr lang="en-US" dirty="0"/>
              <a:t>Implications:</a:t>
            </a:r>
            <a:endParaRPr lang="ar-JO" dirty="0"/>
          </a:p>
          <a:p>
            <a:pPr lvl="1"/>
            <a:r>
              <a:rPr lang="en-US" dirty="0"/>
              <a:t>Focus on extracting meaningful insights.</a:t>
            </a:r>
            <a:endParaRPr lang="ar-JO" dirty="0"/>
          </a:p>
          <a:p>
            <a:pPr lvl="1"/>
            <a:r>
              <a:rPr lang="en-US" dirty="0"/>
              <a:t>Leveraging data to drive business strategy and innovation.</a:t>
            </a:r>
          </a:p>
        </p:txBody>
      </p:sp>
    </p:spTree>
    <p:extLst>
      <p:ext uri="{BB962C8B-B14F-4D97-AF65-F5344CB8AC3E}">
        <p14:creationId xmlns:p14="http://schemas.microsoft.com/office/powerpoint/2010/main" val="1202047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C230D2-1D22-7EE2-A1B6-E3B6A48AD9E2}"/>
              </a:ext>
            </a:extLst>
          </p:cNvPr>
          <p:cNvSpPr>
            <a:spLocks noGrp="1"/>
          </p:cNvSpPr>
          <p:nvPr>
            <p:ph idx="4294967295"/>
          </p:nvPr>
        </p:nvSpPr>
        <p:spPr>
          <a:xfrm>
            <a:off x="846162" y="1706563"/>
            <a:ext cx="9669438" cy="4991100"/>
          </a:xfrm>
        </p:spPr>
        <p:txBody>
          <a:bodyPr/>
          <a:lstStyle/>
          <a:p>
            <a:r>
              <a:rPr lang="en-US" dirty="0"/>
              <a:t>Questions?</a:t>
            </a:r>
          </a:p>
          <a:p>
            <a:r>
              <a:rPr lang="en-US" dirty="0"/>
              <a:t>Can you think of examples of Big Data you encounter in daily life?</a:t>
            </a:r>
          </a:p>
        </p:txBody>
      </p:sp>
    </p:spTree>
    <p:extLst>
      <p:ext uri="{BB962C8B-B14F-4D97-AF65-F5344CB8AC3E}">
        <p14:creationId xmlns:p14="http://schemas.microsoft.com/office/powerpoint/2010/main" val="515248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A7B14A-510A-C9FE-B820-F0D1AF04329F}"/>
              </a:ext>
            </a:extLst>
          </p:cNvPr>
          <p:cNvSpPr>
            <a:spLocks noGrp="1"/>
          </p:cNvSpPr>
          <p:nvPr>
            <p:ph type="title"/>
          </p:nvPr>
        </p:nvSpPr>
        <p:spPr/>
        <p:txBody>
          <a:bodyPr>
            <a:normAutofit fontScale="90000"/>
          </a:bodyPr>
          <a:lstStyle/>
          <a:p>
            <a:r>
              <a:rPr lang="en-US" dirty="0"/>
              <a:t>Historical Context</a:t>
            </a:r>
            <a:br>
              <a:rPr lang="en-US" dirty="0"/>
            </a:br>
            <a:r>
              <a:rPr lang="en-US" dirty="0"/>
              <a:t>Evolution of Data Processing and Storage</a:t>
            </a:r>
          </a:p>
        </p:txBody>
      </p:sp>
      <p:sp>
        <p:nvSpPr>
          <p:cNvPr id="5" name="Text Placeholder 4">
            <a:extLst>
              <a:ext uri="{FF2B5EF4-FFF2-40B4-BE49-F238E27FC236}">
                <a16:creationId xmlns:a16="http://schemas.microsoft.com/office/drawing/2014/main" id="{7C0554FC-A55A-4383-8BBB-C11223D3A0A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88486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90A4E6-1D5D-2E9D-0DB1-79F7A523F526}"/>
              </a:ext>
            </a:extLst>
          </p:cNvPr>
          <p:cNvSpPr>
            <a:spLocks noGrp="1"/>
          </p:cNvSpPr>
          <p:nvPr>
            <p:ph type="title"/>
          </p:nvPr>
        </p:nvSpPr>
        <p:spPr/>
        <p:txBody>
          <a:bodyPr/>
          <a:lstStyle/>
          <a:p>
            <a:r>
              <a:rPr lang="en-US" dirty="0"/>
              <a:t>Content</a:t>
            </a:r>
          </a:p>
        </p:txBody>
      </p:sp>
      <p:sp>
        <p:nvSpPr>
          <p:cNvPr id="5" name="Content Placeholder 4">
            <a:extLst>
              <a:ext uri="{FF2B5EF4-FFF2-40B4-BE49-F238E27FC236}">
                <a16:creationId xmlns:a16="http://schemas.microsoft.com/office/drawing/2014/main" id="{83037D39-5015-FB3A-2B61-442696B6B77A}"/>
              </a:ext>
            </a:extLst>
          </p:cNvPr>
          <p:cNvSpPr>
            <a:spLocks noGrp="1"/>
          </p:cNvSpPr>
          <p:nvPr>
            <p:ph idx="1"/>
          </p:nvPr>
        </p:nvSpPr>
        <p:spPr/>
        <p:txBody>
          <a:bodyPr/>
          <a:lstStyle/>
          <a:p>
            <a:r>
              <a:rPr lang="en-US" dirty="0"/>
              <a:t>Introduction to the evolution of data processing and storage.</a:t>
            </a:r>
          </a:p>
          <a:p>
            <a:r>
              <a:rPr lang="en-US" dirty="0"/>
              <a:t>Overview of key milestones and technological advancements.</a:t>
            </a:r>
          </a:p>
          <a:p>
            <a:r>
              <a:rPr lang="en-US" dirty="0"/>
              <a:t>Understanding how these changes impact current Big Data practices.</a:t>
            </a:r>
          </a:p>
        </p:txBody>
      </p:sp>
    </p:spTree>
    <p:extLst>
      <p:ext uri="{BB962C8B-B14F-4D97-AF65-F5344CB8AC3E}">
        <p14:creationId xmlns:p14="http://schemas.microsoft.com/office/powerpoint/2010/main" val="3644881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A58FA-4774-E2D6-2C88-7031699D560A}"/>
              </a:ext>
            </a:extLst>
          </p:cNvPr>
          <p:cNvSpPr>
            <a:spLocks noGrp="1"/>
          </p:cNvSpPr>
          <p:nvPr>
            <p:ph type="title"/>
          </p:nvPr>
        </p:nvSpPr>
        <p:spPr/>
        <p:txBody>
          <a:bodyPr/>
          <a:lstStyle/>
          <a:p>
            <a:r>
              <a:rPr lang="en-US" dirty="0"/>
              <a:t>Early Data Processing (1950s - 1960s)</a:t>
            </a:r>
          </a:p>
        </p:txBody>
      </p:sp>
      <p:sp>
        <p:nvSpPr>
          <p:cNvPr id="3" name="Content Placeholder 2">
            <a:extLst>
              <a:ext uri="{FF2B5EF4-FFF2-40B4-BE49-F238E27FC236}">
                <a16:creationId xmlns:a16="http://schemas.microsoft.com/office/drawing/2014/main" id="{1AD83E67-CCED-B779-3C8F-E6A5BB1F4A3E}"/>
              </a:ext>
            </a:extLst>
          </p:cNvPr>
          <p:cNvSpPr>
            <a:spLocks noGrp="1"/>
          </p:cNvSpPr>
          <p:nvPr>
            <p:ph idx="1"/>
          </p:nvPr>
        </p:nvSpPr>
        <p:spPr>
          <a:xfrm>
            <a:off x="838200" y="1706007"/>
            <a:ext cx="6961496" cy="4991039"/>
          </a:xfrm>
        </p:spPr>
        <p:txBody>
          <a:bodyPr/>
          <a:lstStyle/>
          <a:p>
            <a:r>
              <a:rPr lang="en-US" dirty="0"/>
              <a:t>Mainframe Computers: The advent of mainframe computers for batch processing.</a:t>
            </a:r>
          </a:p>
          <a:p>
            <a:r>
              <a:rPr lang="en-US" dirty="0"/>
              <a:t>Examples: </a:t>
            </a:r>
          </a:p>
          <a:p>
            <a:pPr lvl="1"/>
            <a:r>
              <a:rPr lang="en-US" dirty="0"/>
              <a:t>IBM 701, UNIVAC.</a:t>
            </a:r>
          </a:p>
          <a:p>
            <a:pPr lvl="1"/>
            <a:r>
              <a:rPr lang="en-US" dirty="0"/>
              <a:t>Punch Cards: Used for data input and storage.</a:t>
            </a:r>
          </a:p>
          <a:p>
            <a:r>
              <a:rPr lang="en-US" dirty="0"/>
              <a:t>Limitations: </a:t>
            </a:r>
            <a:r>
              <a:rPr lang="en-US" dirty="0">
                <a:solidFill>
                  <a:srgbClr val="FF0000"/>
                </a:solidFill>
              </a:rPr>
              <a:t>Limited storage capacity, slow processing speeds</a:t>
            </a:r>
            <a:r>
              <a:rPr lang="en-US" dirty="0"/>
              <a:t>.</a:t>
            </a:r>
          </a:p>
          <a:p>
            <a:r>
              <a:rPr lang="en-US" dirty="0"/>
              <a:t>Key Technologies:</a:t>
            </a:r>
          </a:p>
          <a:p>
            <a:pPr lvl="1"/>
            <a:r>
              <a:rPr lang="en-US" dirty="0"/>
              <a:t>Magnetic tapes for data storage.</a:t>
            </a:r>
          </a:p>
          <a:p>
            <a:pPr lvl="1"/>
            <a:r>
              <a:rPr lang="en-US" dirty="0"/>
              <a:t>Assembly language for programming.</a:t>
            </a:r>
          </a:p>
        </p:txBody>
      </p:sp>
      <p:pic>
        <p:nvPicPr>
          <p:cNvPr id="1028" name="Picture 4" descr="Buy Vintage Mainframe Perforated Computer Punched Paper Tape With Old  Program Code / Scrapbook, Notebook, Geek Gift Online in India - Etsy">
            <a:extLst>
              <a:ext uri="{FF2B5EF4-FFF2-40B4-BE49-F238E27FC236}">
                <a16:creationId xmlns:a16="http://schemas.microsoft.com/office/drawing/2014/main" id="{98B34A08-8C06-11B2-BF13-776B2981D5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1170" y="4264410"/>
            <a:ext cx="3152630" cy="210175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he IBM 701 - by John DeTreville - detreville">
            <a:extLst>
              <a:ext uri="{FF2B5EF4-FFF2-40B4-BE49-F238E27FC236}">
                <a16:creationId xmlns:a16="http://schemas.microsoft.com/office/drawing/2014/main" id="{32108A9A-9D6F-B245-124D-DC56472585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1170" y="1684260"/>
            <a:ext cx="3152630" cy="2441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8839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9CF66-AF95-82B0-1411-D1DF07D97DBA}"/>
              </a:ext>
            </a:extLst>
          </p:cNvPr>
          <p:cNvSpPr>
            <a:spLocks noGrp="1"/>
          </p:cNvSpPr>
          <p:nvPr>
            <p:ph type="title"/>
          </p:nvPr>
        </p:nvSpPr>
        <p:spPr/>
        <p:txBody>
          <a:bodyPr/>
          <a:lstStyle/>
          <a:p>
            <a:r>
              <a:rPr lang="en-US" dirty="0"/>
              <a:t>The Rise of Databases (1970s - 1980s)</a:t>
            </a:r>
          </a:p>
        </p:txBody>
      </p:sp>
      <p:sp>
        <p:nvSpPr>
          <p:cNvPr id="3" name="Content Placeholder 2">
            <a:extLst>
              <a:ext uri="{FF2B5EF4-FFF2-40B4-BE49-F238E27FC236}">
                <a16:creationId xmlns:a16="http://schemas.microsoft.com/office/drawing/2014/main" id="{2CD0C133-C59C-0EAA-3867-009E9BE7BD31}"/>
              </a:ext>
            </a:extLst>
          </p:cNvPr>
          <p:cNvSpPr>
            <a:spLocks noGrp="1"/>
          </p:cNvSpPr>
          <p:nvPr>
            <p:ph idx="1"/>
          </p:nvPr>
        </p:nvSpPr>
        <p:spPr>
          <a:xfrm>
            <a:off x="838200" y="1706007"/>
            <a:ext cx="6102030" cy="4991039"/>
          </a:xfrm>
        </p:spPr>
        <p:txBody>
          <a:bodyPr/>
          <a:lstStyle/>
          <a:p>
            <a:r>
              <a:rPr lang="en-US" dirty="0">
                <a:solidFill>
                  <a:srgbClr val="FF0000"/>
                </a:solidFill>
              </a:rPr>
              <a:t>Relational Databases</a:t>
            </a:r>
            <a:r>
              <a:rPr lang="en-US" dirty="0"/>
              <a:t>: Introduction of relational database management systems (RDBMS).</a:t>
            </a:r>
          </a:p>
          <a:p>
            <a:r>
              <a:rPr lang="en-US" dirty="0"/>
              <a:t>Key Innovators: </a:t>
            </a:r>
            <a:r>
              <a:rPr lang="en-US" dirty="0">
                <a:solidFill>
                  <a:srgbClr val="FF0000"/>
                </a:solidFill>
              </a:rPr>
              <a:t>Edgar F. Codd</a:t>
            </a:r>
            <a:r>
              <a:rPr lang="en-US" dirty="0"/>
              <a:t>, </a:t>
            </a:r>
            <a:r>
              <a:rPr lang="en-US" dirty="0">
                <a:solidFill>
                  <a:srgbClr val="FF0000"/>
                </a:solidFill>
              </a:rPr>
              <a:t>IBM</a:t>
            </a:r>
            <a:r>
              <a:rPr lang="en-US" dirty="0"/>
              <a:t> System R.</a:t>
            </a:r>
          </a:p>
          <a:p>
            <a:r>
              <a:rPr lang="en-US" dirty="0"/>
              <a:t>SQL: Development of Structured Query Language (SQL) for data manipulation.</a:t>
            </a:r>
          </a:p>
          <a:p>
            <a:r>
              <a:rPr lang="en-US" dirty="0"/>
              <a:t>Data Storage Advancements:</a:t>
            </a:r>
          </a:p>
          <a:p>
            <a:pPr lvl="1"/>
            <a:r>
              <a:rPr lang="en-US" dirty="0"/>
              <a:t>Hard disk drives (HDD) replacing magnetic tapes.</a:t>
            </a:r>
          </a:p>
          <a:p>
            <a:pPr lvl="1"/>
            <a:r>
              <a:rPr lang="en-US" dirty="0"/>
              <a:t>Increased storage capacity and faster data retrieval.</a:t>
            </a:r>
          </a:p>
        </p:txBody>
      </p:sp>
      <p:pic>
        <p:nvPicPr>
          <p:cNvPr id="2050" name="Picture 2" descr="A Brief History of Database Processing since the 1960s - Brewminate: A Bold  Blend of News and Ideas">
            <a:extLst>
              <a:ext uri="{FF2B5EF4-FFF2-40B4-BE49-F238E27FC236}">
                <a16:creationId xmlns:a16="http://schemas.microsoft.com/office/drawing/2014/main" id="{390510BD-9978-D843-E904-93EE4EB2F1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7115" y="1855243"/>
            <a:ext cx="4196685" cy="3147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7039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51A00-4761-C037-4EA3-31C425174172}"/>
              </a:ext>
            </a:extLst>
          </p:cNvPr>
          <p:cNvSpPr>
            <a:spLocks noGrp="1"/>
          </p:cNvSpPr>
          <p:nvPr>
            <p:ph type="title"/>
          </p:nvPr>
        </p:nvSpPr>
        <p:spPr/>
        <p:txBody>
          <a:bodyPr/>
          <a:lstStyle/>
          <a:p>
            <a:r>
              <a:rPr lang="en-US" dirty="0"/>
              <a:t>Data Warehousing (1990s)</a:t>
            </a:r>
          </a:p>
        </p:txBody>
      </p:sp>
      <p:sp>
        <p:nvSpPr>
          <p:cNvPr id="3" name="Content Placeholder 2">
            <a:extLst>
              <a:ext uri="{FF2B5EF4-FFF2-40B4-BE49-F238E27FC236}">
                <a16:creationId xmlns:a16="http://schemas.microsoft.com/office/drawing/2014/main" id="{ED13A40D-D30B-7169-16EA-3A21FB4A15F1}"/>
              </a:ext>
            </a:extLst>
          </p:cNvPr>
          <p:cNvSpPr>
            <a:spLocks noGrp="1"/>
          </p:cNvSpPr>
          <p:nvPr>
            <p:ph idx="1"/>
          </p:nvPr>
        </p:nvSpPr>
        <p:spPr/>
        <p:txBody>
          <a:bodyPr/>
          <a:lstStyle/>
          <a:p>
            <a:r>
              <a:rPr lang="en-US" dirty="0"/>
              <a:t>Data Warehousing Concept: Centralized repositories for integrating data from multiple sources.</a:t>
            </a:r>
          </a:p>
          <a:p>
            <a:r>
              <a:rPr lang="en-US" dirty="0"/>
              <a:t>Purpose: Analytical reporting and data analysis.</a:t>
            </a:r>
          </a:p>
          <a:p>
            <a:r>
              <a:rPr lang="en-US" dirty="0"/>
              <a:t>Key Innovations:</a:t>
            </a:r>
          </a:p>
          <a:p>
            <a:pPr lvl="1"/>
            <a:r>
              <a:rPr lang="en-US" dirty="0">
                <a:solidFill>
                  <a:srgbClr val="FF0000"/>
                </a:solidFill>
              </a:rPr>
              <a:t>OLAP</a:t>
            </a:r>
            <a:r>
              <a:rPr lang="en-US" dirty="0"/>
              <a:t> (Online Analytical Processing) for complex queries.</a:t>
            </a:r>
          </a:p>
          <a:p>
            <a:pPr lvl="1"/>
            <a:r>
              <a:rPr lang="en-US" dirty="0">
                <a:solidFill>
                  <a:srgbClr val="FF0000"/>
                </a:solidFill>
              </a:rPr>
              <a:t>ETL</a:t>
            </a:r>
            <a:r>
              <a:rPr lang="en-US" dirty="0"/>
              <a:t> (Extract, Transform, Load) processes for data integration.</a:t>
            </a:r>
          </a:p>
          <a:p>
            <a:r>
              <a:rPr lang="en-US" dirty="0"/>
              <a:t>Notable Technologies:</a:t>
            </a:r>
          </a:p>
          <a:p>
            <a:pPr lvl="1"/>
            <a:r>
              <a:rPr lang="en-US" dirty="0"/>
              <a:t>Teradata, Oracle Data Warehouse.</a:t>
            </a:r>
          </a:p>
        </p:txBody>
      </p:sp>
    </p:spTree>
    <p:extLst>
      <p:ext uri="{BB962C8B-B14F-4D97-AF65-F5344CB8AC3E}">
        <p14:creationId xmlns:p14="http://schemas.microsoft.com/office/powerpoint/2010/main" val="3034205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CDED1-C321-D29D-FF02-CCDD575E4B5F}"/>
              </a:ext>
            </a:extLst>
          </p:cNvPr>
          <p:cNvSpPr>
            <a:spLocks noGrp="1"/>
          </p:cNvSpPr>
          <p:nvPr>
            <p:ph type="title"/>
          </p:nvPr>
        </p:nvSpPr>
        <p:spPr/>
        <p:txBody>
          <a:bodyPr/>
          <a:lstStyle/>
          <a:p>
            <a:r>
              <a:rPr lang="en-US" dirty="0"/>
              <a:t>Emergence of Big Data (2000s)</a:t>
            </a:r>
          </a:p>
        </p:txBody>
      </p:sp>
      <p:sp>
        <p:nvSpPr>
          <p:cNvPr id="3" name="Content Placeholder 2">
            <a:extLst>
              <a:ext uri="{FF2B5EF4-FFF2-40B4-BE49-F238E27FC236}">
                <a16:creationId xmlns:a16="http://schemas.microsoft.com/office/drawing/2014/main" id="{839C3AC5-1209-9ABF-363F-45587EDD74C0}"/>
              </a:ext>
            </a:extLst>
          </p:cNvPr>
          <p:cNvSpPr>
            <a:spLocks noGrp="1"/>
          </p:cNvSpPr>
          <p:nvPr>
            <p:ph idx="1"/>
          </p:nvPr>
        </p:nvSpPr>
        <p:spPr/>
        <p:txBody>
          <a:bodyPr/>
          <a:lstStyle/>
          <a:p>
            <a:r>
              <a:rPr lang="en-US" dirty="0"/>
              <a:t>Internet Explosion: Rapid growth of the </a:t>
            </a:r>
            <a:r>
              <a:rPr lang="en-US" dirty="0">
                <a:solidFill>
                  <a:srgbClr val="FF0000"/>
                </a:solidFill>
              </a:rPr>
              <a:t>internet</a:t>
            </a:r>
            <a:r>
              <a:rPr lang="en-US" dirty="0"/>
              <a:t>, leading to massive data generation.</a:t>
            </a:r>
          </a:p>
          <a:p>
            <a:r>
              <a:rPr lang="en-US" dirty="0"/>
              <a:t>Examples: Social media, e-commerce, IoT devices.</a:t>
            </a:r>
          </a:p>
          <a:p>
            <a:r>
              <a:rPr lang="en-US" dirty="0"/>
              <a:t>Challenges: Traditional RDBMS </a:t>
            </a:r>
            <a:r>
              <a:rPr lang="en-US" dirty="0">
                <a:solidFill>
                  <a:srgbClr val="FF0000"/>
                </a:solidFill>
              </a:rPr>
              <a:t>struggled with the volume, velocity, and variety </a:t>
            </a:r>
            <a:r>
              <a:rPr lang="en-US" dirty="0"/>
              <a:t>of data.</a:t>
            </a:r>
          </a:p>
          <a:p>
            <a:r>
              <a:rPr lang="en-US" dirty="0"/>
              <a:t>NoSQL Databases: Development of NoSQL databases to handle unstructured data.</a:t>
            </a:r>
          </a:p>
          <a:p>
            <a:pPr lvl="1"/>
            <a:r>
              <a:rPr lang="en-US" dirty="0"/>
              <a:t>Examples: MongoDB, Cassandra, HBase.</a:t>
            </a:r>
          </a:p>
        </p:txBody>
      </p:sp>
    </p:spTree>
    <p:extLst>
      <p:ext uri="{BB962C8B-B14F-4D97-AF65-F5344CB8AC3E}">
        <p14:creationId xmlns:p14="http://schemas.microsoft.com/office/powerpoint/2010/main" val="2141774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4880D-9EA5-A07E-F604-6C62D4C515D5}"/>
              </a:ext>
            </a:extLst>
          </p:cNvPr>
          <p:cNvSpPr>
            <a:spLocks noGrp="1"/>
          </p:cNvSpPr>
          <p:nvPr>
            <p:ph type="title"/>
          </p:nvPr>
        </p:nvSpPr>
        <p:spPr/>
        <p:txBody>
          <a:bodyPr/>
          <a:lstStyle/>
          <a:p>
            <a:r>
              <a:rPr lang="en-US" dirty="0"/>
              <a:t>Hadoop and the Big Data Era (2006 - Present)</a:t>
            </a:r>
          </a:p>
        </p:txBody>
      </p:sp>
      <p:sp>
        <p:nvSpPr>
          <p:cNvPr id="3" name="Content Placeholder 2">
            <a:extLst>
              <a:ext uri="{FF2B5EF4-FFF2-40B4-BE49-F238E27FC236}">
                <a16:creationId xmlns:a16="http://schemas.microsoft.com/office/drawing/2014/main" id="{4632884D-993F-9B2C-6F4C-507DC8B1359E}"/>
              </a:ext>
            </a:extLst>
          </p:cNvPr>
          <p:cNvSpPr>
            <a:spLocks noGrp="1"/>
          </p:cNvSpPr>
          <p:nvPr>
            <p:ph idx="1"/>
          </p:nvPr>
        </p:nvSpPr>
        <p:spPr/>
        <p:txBody>
          <a:bodyPr/>
          <a:lstStyle/>
          <a:p>
            <a:r>
              <a:rPr lang="en-US" dirty="0"/>
              <a:t>Apache </a:t>
            </a:r>
            <a:r>
              <a:rPr lang="en-US" dirty="0">
                <a:solidFill>
                  <a:srgbClr val="FF0000"/>
                </a:solidFill>
              </a:rPr>
              <a:t>Hadoop</a:t>
            </a:r>
            <a:r>
              <a:rPr lang="en-US" dirty="0"/>
              <a:t>: Open-source framework for distributed storage and processing.</a:t>
            </a:r>
          </a:p>
          <a:p>
            <a:r>
              <a:rPr lang="en-US" dirty="0"/>
              <a:t>Components: </a:t>
            </a:r>
            <a:r>
              <a:rPr lang="en-US" dirty="0">
                <a:solidFill>
                  <a:srgbClr val="FF0000"/>
                </a:solidFill>
              </a:rPr>
              <a:t>HDFS</a:t>
            </a:r>
            <a:r>
              <a:rPr lang="en-US" dirty="0"/>
              <a:t> (Hadoop Distributed File System), </a:t>
            </a:r>
            <a:r>
              <a:rPr lang="en-US" dirty="0">
                <a:solidFill>
                  <a:srgbClr val="FF0000"/>
                </a:solidFill>
              </a:rPr>
              <a:t>MapReduce</a:t>
            </a:r>
            <a:r>
              <a:rPr lang="en-US" dirty="0"/>
              <a:t>.</a:t>
            </a:r>
          </a:p>
          <a:p>
            <a:r>
              <a:rPr lang="en-US" dirty="0"/>
              <a:t>Big Data Ecosystem: Growth of complementary technologies.</a:t>
            </a:r>
          </a:p>
          <a:p>
            <a:pPr lvl="1"/>
            <a:r>
              <a:rPr lang="en-US" dirty="0"/>
              <a:t>Examples: Apache Spark, Kafka, </a:t>
            </a:r>
            <a:r>
              <a:rPr lang="en-US" dirty="0" err="1"/>
              <a:t>Flink</a:t>
            </a:r>
            <a:r>
              <a:rPr lang="en-US" dirty="0"/>
              <a:t>...etc.</a:t>
            </a:r>
          </a:p>
          <a:p>
            <a:r>
              <a:rPr lang="en-US" dirty="0">
                <a:solidFill>
                  <a:srgbClr val="FF0000"/>
                </a:solidFill>
              </a:rPr>
              <a:t>Cloud Computing</a:t>
            </a:r>
            <a:r>
              <a:rPr lang="en-US" dirty="0"/>
              <a:t>: Emergence of cloud platforms for scalable storage and processing.</a:t>
            </a:r>
          </a:p>
          <a:p>
            <a:r>
              <a:rPr lang="en-US" dirty="0"/>
              <a:t>Providers: Amazon Web Services (AWS), Google Cloud, Microsoft Azure.</a:t>
            </a:r>
          </a:p>
        </p:txBody>
      </p:sp>
    </p:spTree>
    <p:extLst>
      <p:ext uri="{BB962C8B-B14F-4D97-AF65-F5344CB8AC3E}">
        <p14:creationId xmlns:p14="http://schemas.microsoft.com/office/powerpoint/2010/main" val="2171453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D9EC5-952C-EAA2-8174-D6E53F58FB37}"/>
              </a:ext>
            </a:extLst>
          </p:cNvPr>
          <p:cNvSpPr>
            <a:spLocks noGrp="1"/>
          </p:cNvSpPr>
          <p:nvPr>
            <p:ph type="title"/>
          </p:nvPr>
        </p:nvSpPr>
        <p:spPr/>
        <p:txBody>
          <a:bodyPr/>
          <a:lstStyle/>
          <a:p>
            <a:r>
              <a:rPr lang="en-US" dirty="0"/>
              <a:t>Modern Data Processing and Storage</a:t>
            </a:r>
          </a:p>
        </p:txBody>
      </p:sp>
      <p:sp>
        <p:nvSpPr>
          <p:cNvPr id="3" name="Content Placeholder 2">
            <a:extLst>
              <a:ext uri="{FF2B5EF4-FFF2-40B4-BE49-F238E27FC236}">
                <a16:creationId xmlns:a16="http://schemas.microsoft.com/office/drawing/2014/main" id="{5AEE4760-77DB-6EC8-EF4C-303236A3E5BA}"/>
              </a:ext>
            </a:extLst>
          </p:cNvPr>
          <p:cNvSpPr>
            <a:spLocks noGrp="1"/>
          </p:cNvSpPr>
          <p:nvPr>
            <p:ph idx="1"/>
          </p:nvPr>
        </p:nvSpPr>
        <p:spPr/>
        <p:txBody>
          <a:bodyPr/>
          <a:lstStyle/>
          <a:p>
            <a:r>
              <a:rPr lang="en-US" dirty="0">
                <a:solidFill>
                  <a:srgbClr val="FF0000"/>
                </a:solidFill>
              </a:rPr>
              <a:t>Real-Time Data Processing</a:t>
            </a:r>
            <a:r>
              <a:rPr lang="en-US" dirty="0"/>
              <a:t>: Technologies for real-time data ingestion and analysis.</a:t>
            </a:r>
          </a:p>
          <a:p>
            <a:pPr lvl="1"/>
            <a:r>
              <a:rPr lang="en-US" dirty="0"/>
              <a:t>Examples: Apache Storm, Spark Streaming.</a:t>
            </a:r>
          </a:p>
          <a:p>
            <a:r>
              <a:rPr lang="en-US" dirty="0">
                <a:solidFill>
                  <a:srgbClr val="FF0000"/>
                </a:solidFill>
              </a:rPr>
              <a:t>Data Lakes</a:t>
            </a:r>
            <a:r>
              <a:rPr lang="en-US" dirty="0"/>
              <a:t>: Centralized repositories for storing all types of data in their native format.</a:t>
            </a:r>
          </a:p>
          <a:p>
            <a:r>
              <a:rPr lang="en-US" dirty="0"/>
              <a:t>Benefits: Scalability, flexibility, and cost effectiveness.</a:t>
            </a:r>
          </a:p>
          <a:p>
            <a:r>
              <a:rPr lang="en-US" dirty="0">
                <a:solidFill>
                  <a:srgbClr val="FF0000"/>
                </a:solidFill>
              </a:rPr>
              <a:t>Machine Learning Integration</a:t>
            </a:r>
            <a:r>
              <a:rPr lang="en-US" dirty="0"/>
              <a:t>: Use of Big Data for training machine learning models.</a:t>
            </a:r>
          </a:p>
          <a:p>
            <a:r>
              <a:rPr lang="en-US" dirty="0"/>
              <a:t>Frameworks: TensorFlow, </a:t>
            </a:r>
            <a:r>
              <a:rPr lang="en-US" dirty="0" err="1"/>
              <a:t>PyTorch</a:t>
            </a:r>
            <a:r>
              <a:rPr lang="en-US" dirty="0"/>
              <a:t>.</a:t>
            </a:r>
          </a:p>
        </p:txBody>
      </p:sp>
    </p:spTree>
    <p:extLst>
      <p:ext uri="{BB962C8B-B14F-4D97-AF65-F5344CB8AC3E}">
        <p14:creationId xmlns:p14="http://schemas.microsoft.com/office/powerpoint/2010/main" val="760837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5148A-F21F-2A41-D4A9-29B99B05FD13}"/>
              </a:ext>
            </a:extLst>
          </p:cNvPr>
          <p:cNvSpPr>
            <a:spLocks noGrp="1"/>
          </p:cNvSpPr>
          <p:nvPr>
            <p:ph type="title"/>
          </p:nvPr>
        </p:nvSpPr>
        <p:spPr/>
        <p:txBody>
          <a:bodyPr>
            <a:normAutofit/>
          </a:bodyPr>
          <a:lstStyle/>
          <a:p>
            <a:r>
              <a:rPr lang="en-US" dirty="0"/>
              <a:t>Impact on Current Big Data Practices</a:t>
            </a:r>
          </a:p>
        </p:txBody>
      </p:sp>
      <p:sp>
        <p:nvSpPr>
          <p:cNvPr id="3" name="Content Placeholder 2">
            <a:extLst>
              <a:ext uri="{FF2B5EF4-FFF2-40B4-BE49-F238E27FC236}">
                <a16:creationId xmlns:a16="http://schemas.microsoft.com/office/drawing/2014/main" id="{08F4DEFA-392F-9172-4E2C-58ECF8E14AEB}"/>
              </a:ext>
            </a:extLst>
          </p:cNvPr>
          <p:cNvSpPr>
            <a:spLocks noGrp="1"/>
          </p:cNvSpPr>
          <p:nvPr>
            <p:ph idx="1"/>
          </p:nvPr>
        </p:nvSpPr>
        <p:spPr/>
        <p:txBody>
          <a:bodyPr/>
          <a:lstStyle/>
          <a:p>
            <a:r>
              <a:rPr lang="en-US" dirty="0"/>
              <a:t>Scalability: Ability to handle large-scale data processing with distributed systems.</a:t>
            </a:r>
          </a:p>
          <a:p>
            <a:r>
              <a:rPr lang="en-US" dirty="0"/>
              <a:t>Efficiency: Faster data processing with modern frameworks.</a:t>
            </a:r>
          </a:p>
          <a:p>
            <a:r>
              <a:rPr lang="en-US" dirty="0"/>
              <a:t>Flexibility: Support for diverse data types and real-time analytics.</a:t>
            </a:r>
          </a:p>
          <a:p>
            <a:r>
              <a:rPr lang="en-US" dirty="0"/>
              <a:t>Innovation: Continuous development of new tools and technologies to address emerging challenges.</a:t>
            </a:r>
          </a:p>
        </p:txBody>
      </p:sp>
    </p:spTree>
    <p:extLst>
      <p:ext uri="{BB962C8B-B14F-4D97-AF65-F5344CB8AC3E}">
        <p14:creationId xmlns:p14="http://schemas.microsoft.com/office/powerpoint/2010/main" val="3631306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8E519F-B015-4348-49CC-2C573A868725}"/>
              </a:ext>
            </a:extLst>
          </p:cNvPr>
          <p:cNvSpPr>
            <a:spLocks noGrp="1"/>
          </p:cNvSpPr>
          <p:nvPr>
            <p:ph type="title"/>
          </p:nvPr>
        </p:nvSpPr>
        <p:spPr/>
        <p:txBody>
          <a:bodyPr>
            <a:noAutofit/>
          </a:bodyPr>
          <a:lstStyle/>
          <a:p>
            <a:r>
              <a:rPr lang="en-US" sz="4800" dirty="0"/>
              <a:t>Importance and Applications of Big Data</a:t>
            </a:r>
          </a:p>
        </p:txBody>
      </p:sp>
      <p:sp>
        <p:nvSpPr>
          <p:cNvPr id="5" name="Text Placeholder 4">
            <a:extLst>
              <a:ext uri="{FF2B5EF4-FFF2-40B4-BE49-F238E27FC236}">
                <a16:creationId xmlns:a16="http://schemas.microsoft.com/office/drawing/2014/main" id="{177BD156-FC69-8996-0925-D4A4A6E5E9B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08672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C5FF8D-6B85-8BD1-6303-54071F0CFCDD}"/>
              </a:ext>
            </a:extLst>
          </p:cNvPr>
          <p:cNvSpPr>
            <a:spLocks noGrp="1"/>
          </p:cNvSpPr>
          <p:nvPr>
            <p:ph type="title"/>
          </p:nvPr>
        </p:nvSpPr>
        <p:spPr/>
        <p:txBody>
          <a:bodyPr/>
          <a:lstStyle/>
          <a:p>
            <a:r>
              <a:rPr lang="en-US" dirty="0"/>
              <a:t>Content</a:t>
            </a:r>
          </a:p>
        </p:txBody>
      </p:sp>
      <p:sp>
        <p:nvSpPr>
          <p:cNvPr id="5" name="Content Placeholder 4">
            <a:extLst>
              <a:ext uri="{FF2B5EF4-FFF2-40B4-BE49-F238E27FC236}">
                <a16:creationId xmlns:a16="http://schemas.microsoft.com/office/drawing/2014/main" id="{9E5FFAA8-616D-6325-6FC6-5998A886C0E5}"/>
              </a:ext>
            </a:extLst>
          </p:cNvPr>
          <p:cNvSpPr>
            <a:spLocks noGrp="1"/>
          </p:cNvSpPr>
          <p:nvPr>
            <p:ph idx="1"/>
          </p:nvPr>
        </p:nvSpPr>
        <p:spPr/>
        <p:txBody>
          <a:bodyPr/>
          <a:lstStyle/>
          <a:p>
            <a:r>
              <a:rPr lang="en-US" dirty="0"/>
              <a:t>Introduction to the significance of Big Data in modern industries.</a:t>
            </a:r>
          </a:p>
          <a:p>
            <a:r>
              <a:rPr lang="en-US" dirty="0"/>
              <a:t>Overview of key benefits and applications.</a:t>
            </a:r>
          </a:p>
          <a:p>
            <a:r>
              <a:rPr lang="en-US" dirty="0"/>
              <a:t>Exploring use cases in various sectors: finance, healthcare, retail, and more.</a:t>
            </a:r>
          </a:p>
        </p:txBody>
      </p:sp>
    </p:spTree>
    <p:extLst>
      <p:ext uri="{BB962C8B-B14F-4D97-AF65-F5344CB8AC3E}">
        <p14:creationId xmlns:p14="http://schemas.microsoft.com/office/powerpoint/2010/main" val="10265819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Big Data</a:t>
            </a:r>
          </a:p>
        </p:txBody>
      </p:sp>
      <p:sp>
        <p:nvSpPr>
          <p:cNvPr id="3" name="Content Placeholder 2"/>
          <p:cNvSpPr>
            <a:spLocks noGrp="1"/>
          </p:cNvSpPr>
          <p:nvPr>
            <p:ph idx="1"/>
          </p:nvPr>
        </p:nvSpPr>
        <p:spPr/>
        <p:txBody>
          <a:bodyPr/>
          <a:lstStyle/>
          <a:p>
            <a:r>
              <a:rPr dirty="0">
                <a:solidFill>
                  <a:srgbClr val="FF0000"/>
                </a:solidFill>
              </a:rPr>
              <a:t>Data-Driven Decision Making</a:t>
            </a:r>
            <a:r>
              <a:rPr dirty="0"/>
              <a:t>: Enables organizations to make informed decisions based on data insights.</a:t>
            </a:r>
          </a:p>
          <a:p>
            <a:r>
              <a:rPr dirty="0">
                <a:solidFill>
                  <a:srgbClr val="FF0000"/>
                </a:solidFill>
              </a:rPr>
              <a:t>Competitive Advantage</a:t>
            </a:r>
            <a:r>
              <a:rPr dirty="0"/>
              <a:t>: Helps companies gain a competitive edge by understanding market trends and customer behavior.</a:t>
            </a:r>
          </a:p>
          <a:p>
            <a:r>
              <a:rPr dirty="0">
                <a:solidFill>
                  <a:srgbClr val="FF0000"/>
                </a:solidFill>
              </a:rPr>
              <a:t>Innovation</a:t>
            </a:r>
            <a:r>
              <a:rPr dirty="0"/>
              <a:t>: Drives innovation through the discovery of new patterns and opportunities.</a:t>
            </a:r>
          </a:p>
          <a:p>
            <a:r>
              <a:rPr dirty="0">
                <a:solidFill>
                  <a:srgbClr val="FF0000"/>
                </a:solidFill>
              </a:rPr>
              <a:t>Operational Efficiency</a:t>
            </a:r>
            <a:r>
              <a:rPr dirty="0"/>
              <a:t>: Enhances operational processes by identifying inefficiencies and optimizing resources.</a:t>
            </a:r>
          </a:p>
          <a:p>
            <a:r>
              <a:rPr dirty="0">
                <a:solidFill>
                  <a:srgbClr val="FF0000"/>
                </a:solidFill>
              </a:rPr>
              <a:t>Personalization</a:t>
            </a:r>
            <a:r>
              <a:rPr dirty="0"/>
              <a:t>: Allows for personalized customer experiences by analyzing individual preferences and behaviors.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Big Data in Finance</a:t>
            </a:r>
          </a:p>
        </p:txBody>
      </p:sp>
      <p:sp>
        <p:nvSpPr>
          <p:cNvPr id="3" name="Content Placeholder 2"/>
          <p:cNvSpPr>
            <a:spLocks noGrp="1"/>
          </p:cNvSpPr>
          <p:nvPr>
            <p:ph idx="1"/>
          </p:nvPr>
        </p:nvSpPr>
        <p:spPr/>
        <p:txBody>
          <a:bodyPr>
            <a:normAutofit/>
          </a:bodyPr>
          <a:lstStyle/>
          <a:p>
            <a:r>
              <a:rPr dirty="0">
                <a:solidFill>
                  <a:srgbClr val="FF0000"/>
                </a:solidFill>
              </a:rPr>
              <a:t>Fraud Detection</a:t>
            </a:r>
            <a:r>
              <a:rPr dirty="0"/>
              <a:t>: Identifies unusual patterns and anomalies to detect fraudulent activities.</a:t>
            </a:r>
          </a:p>
          <a:p>
            <a:pPr marL="227013" lvl="1" indent="0">
              <a:buNone/>
            </a:pPr>
            <a:r>
              <a:rPr sz="1800" dirty="0"/>
              <a:t>Example: JPMorgan Chase uses big data to detect fraud, saving the company millions of dollars annually.</a:t>
            </a:r>
          </a:p>
          <a:p>
            <a:r>
              <a:rPr dirty="0">
                <a:solidFill>
                  <a:srgbClr val="FF0000"/>
                </a:solidFill>
              </a:rPr>
              <a:t>Risk Management</a:t>
            </a:r>
            <a:r>
              <a:rPr dirty="0"/>
              <a:t>: Assesses and mitigates financial risks using predictive analytics.</a:t>
            </a:r>
          </a:p>
          <a:p>
            <a:pPr marL="227013" lvl="1" indent="0">
              <a:buNone/>
            </a:pPr>
            <a:r>
              <a:rPr dirty="0"/>
              <a:t>Example: Morgan Stanley uses big data to manage risk in real-time, reducing potential losses.</a:t>
            </a:r>
          </a:p>
          <a:p>
            <a:r>
              <a:rPr dirty="0">
                <a:solidFill>
                  <a:srgbClr val="FF0000"/>
                </a:solidFill>
              </a:rPr>
              <a:t>Customer Analytics</a:t>
            </a:r>
            <a:r>
              <a:rPr dirty="0"/>
              <a:t>: Analyzes customer data to provide personalized financial products and services.</a:t>
            </a:r>
          </a:p>
          <a:p>
            <a:pPr marL="227013" lvl="1" indent="0">
              <a:lnSpc>
                <a:spcPct val="100000"/>
              </a:lnSpc>
              <a:buNone/>
            </a:pPr>
            <a:r>
              <a:rPr dirty="0"/>
              <a:t>Example: Bank of America uses big data to offer personalized financial advice through its virtual assistant, Erica.</a:t>
            </a:r>
          </a:p>
          <a:p>
            <a:r>
              <a:rPr dirty="0">
                <a:solidFill>
                  <a:srgbClr val="FF0000"/>
                </a:solidFill>
              </a:rPr>
              <a:t>Algorithmic Trading</a:t>
            </a:r>
            <a:r>
              <a:rPr dirty="0"/>
              <a:t>: Uses big data to inform high-frequency trading algorithms.</a:t>
            </a:r>
          </a:p>
          <a:p>
            <a:pPr marL="227013" lvl="1" indent="0">
              <a:lnSpc>
                <a:spcPct val="110000"/>
              </a:lnSpc>
              <a:buNone/>
            </a:pPr>
            <a:r>
              <a:rPr dirty="0"/>
              <a:t>Example: Goldman Sachs uses big data analytics to make split-second trading decisions, handling billions in trades daily.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Big Data in Healthcare</a:t>
            </a:r>
          </a:p>
        </p:txBody>
      </p:sp>
      <p:sp>
        <p:nvSpPr>
          <p:cNvPr id="3" name="Content Placeholder 2"/>
          <p:cNvSpPr>
            <a:spLocks noGrp="1"/>
          </p:cNvSpPr>
          <p:nvPr>
            <p:ph idx="1"/>
          </p:nvPr>
        </p:nvSpPr>
        <p:spPr/>
        <p:txBody>
          <a:bodyPr>
            <a:normAutofit/>
          </a:bodyPr>
          <a:lstStyle/>
          <a:p>
            <a:r>
              <a:rPr dirty="0">
                <a:solidFill>
                  <a:srgbClr val="FF0000"/>
                </a:solidFill>
              </a:rPr>
              <a:t>Predictive Analytics</a:t>
            </a:r>
            <a:r>
              <a:rPr dirty="0"/>
              <a:t>: Predicts disease outbreaks and patient outcomes using historical data.</a:t>
            </a:r>
            <a:endParaRPr lang="en-US" dirty="0"/>
          </a:p>
          <a:p>
            <a:pPr marL="285750" indent="0">
              <a:buNone/>
            </a:pPr>
            <a:r>
              <a:rPr sz="1900" dirty="0"/>
              <a:t>Example: Kaiser Permanente uses predictive analytics to reduce hospital readmissions, saving over $1 billion annually.</a:t>
            </a:r>
          </a:p>
          <a:p>
            <a:r>
              <a:rPr dirty="0">
                <a:solidFill>
                  <a:srgbClr val="FF0000"/>
                </a:solidFill>
              </a:rPr>
              <a:t>Personalized Medicine</a:t>
            </a:r>
            <a:r>
              <a:rPr dirty="0"/>
              <a:t>: Tailors medical treatments to individual patients based on their genetic information and health data.</a:t>
            </a:r>
          </a:p>
          <a:p>
            <a:pPr marL="285750" indent="0">
              <a:buNone/>
            </a:pPr>
            <a:r>
              <a:rPr sz="2200" dirty="0"/>
              <a:t>Example: The Cleveland Clinic uses big data to provide personalized treatment plans for cancer patients, improving survival rates.</a:t>
            </a:r>
          </a:p>
          <a:p>
            <a:r>
              <a:rPr dirty="0">
                <a:solidFill>
                  <a:srgbClr val="FF0000"/>
                </a:solidFill>
              </a:rPr>
              <a:t>Operational Efficiency</a:t>
            </a:r>
            <a:r>
              <a:rPr dirty="0"/>
              <a:t>: Optimizes hospital operations and resource management.</a:t>
            </a:r>
          </a:p>
          <a:p>
            <a:pPr marL="285750" indent="0">
              <a:buNone/>
            </a:pPr>
            <a:r>
              <a:rPr sz="2200" dirty="0"/>
              <a:t>Example: Mount Sinai Medical Center uses big data to predict patient admissions and optimize staff scheduling, reducing wait times by 10%.</a:t>
            </a:r>
          </a:p>
          <a:p>
            <a:r>
              <a:rPr dirty="0">
                <a:solidFill>
                  <a:srgbClr val="FF0000"/>
                </a:solidFill>
              </a:rPr>
              <a:t>Medical Research</a:t>
            </a:r>
            <a:r>
              <a:rPr dirty="0"/>
              <a:t>: Analyzes large datasets to advance medical research and drug discovery.</a:t>
            </a:r>
          </a:p>
          <a:p>
            <a:pPr marL="285750" indent="0">
              <a:buNone/>
            </a:pPr>
            <a:r>
              <a:rPr sz="2200" dirty="0"/>
              <a:t>Example: Pfizer uses big data to streamline clinical trials, reducing development time for new drugs.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Big Data in Retail</a:t>
            </a:r>
          </a:p>
        </p:txBody>
      </p:sp>
      <p:sp>
        <p:nvSpPr>
          <p:cNvPr id="3" name="Content Placeholder 2"/>
          <p:cNvSpPr>
            <a:spLocks noGrp="1"/>
          </p:cNvSpPr>
          <p:nvPr>
            <p:ph idx="1"/>
          </p:nvPr>
        </p:nvSpPr>
        <p:spPr/>
        <p:txBody>
          <a:bodyPr>
            <a:normAutofit/>
          </a:bodyPr>
          <a:lstStyle/>
          <a:p>
            <a:r>
              <a:rPr dirty="0">
                <a:solidFill>
                  <a:srgbClr val="FF0000"/>
                </a:solidFill>
              </a:rPr>
              <a:t>Customer Insights</a:t>
            </a:r>
            <a:r>
              <a:rPr dirty="0"/>
              <a:t>: Analyzes customer behavior to understand purchasing patterns and preferences.</a:t>
            </a:r>
          </a:p>
          <a:p>
            <a:pPr marL="227013" indent="0">
              <a:buNone/>
            </a:pPr>
            <a:r>
              <a:rPr sz="2200" dirty="0"/>
              <a:t>Example: Amazon uses big data to recommend products, contributing to 35% of its annual sales.</a:t>
            </a:r>
          </a:p>
          <a:p>
            <a:r>
              <a:rPr lang="en-US" dirty="0">
                <a:solidFill>
                  <a:srgbClr val="FF0000"/>
                </a:solidFill>
              </a:rPr>
              <a:t>I</a:t>
            </a:r>
            <a:r>
              <a:rPr dirty="0">
                <a:solidFill>
                  <a:srgbClr val="FF0000"/>
                </a:solidFill>
              </a:rPr>
              <a:t>nventory Management</a:t>
            </a:r>
            <a:r>
              <a:rPr dirty="0"/>
              <a:t>: Optimizes inventory levels and supply chain processes.</a:t>
            </a:r>
          </a:p>
          <a:p>
            <a:pPr marL="227013" indent="0">
              <a:buNone/>
            </a:pPr>
            <a:r>
              <a:rPr sz="2200" dirty="0"/>
              <a:t>Example: Walmart uses big data analytics to manage its supply chain, reducing stockouts by 16%.</a:t>
            </a:r>
          </a:p>
          <a:p>
            <a:r>
              <a:rPr lang="en-US" dirty="0">
                <a:solidFill>
                  <a:srgbClr val="FF0000"/>
                </a:solidFill>
              </a:rPr>
              <a:t>P</a:t>
            </a:r>
            <a:r>
              <a:rPr dirty="0">
                <a:solidFill>
                  <a:srgbClr val="FF0000"/>
                </a:solidFill>
              </a:rPr>
              <a:t>ricing Strategies</a:t>
            </a:r>
            <a:r>
              <a:rPr dirty="0"/>
              <a:t>: Develops dynamic pricing models based on market demand and competitor pricing.</a:t>
            </a:r>
          </a:p>
          <a:p>
            <a:pPr marL="227013" indent="0">
              <a:buNone/>
            </a:pPr>
            <a:r>
              <a:rPr sz="2200" dirty="0"/>
              <a:t>Example: Macy’s uses big data to implement dynamic pricing, increasing revenue by 10%.</a:t>
            </a:r>
          </a:p>
          <a:p>
            <a:r>
              <a:rPr dirty="0">
                <a:solidFill>
                  <a:srgbClr val="FF0000"/>
                </a:solidFill>
              </a:rPr>
              <a:t>Sentiment Analysis</a:t>
            </a:r>
            <a:r>
              <a:rPr dirty="0"/>
              <a:t>: Monitors customer feedback and social media to gauge brand sentiment.</a:t>
            </a:r>
          </a:p>
          <a:p>
            <a:pPr marL="227013" indent="0">
              <a:buNone/>
            </a:pPr>
            <a:r>
              <a:rPr sz="2000" dirty="0"/>
              <a:t>Example: Nike uses sentiment analysis to track brand perception and inform marketing strategies, leading to a 15% increase in customer satisfaction.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Big Data in Manufacturing</a:t>
            </a:r>
          </a:p>
        </p:txBody>
      </p:sp>
      <p:sp>
        <p:nvSpPr>
          <p:cNvPr id="3" name="Content Placeholder 2"/>
          <p:cNvSpPr>
            <a:spLocks noGrp="1"/>
          </p:cNvSpPr>
          <p:nvPr>
            <p:ph idx="1"/>
          </p:nvPr>
        </p:nvSpPr>
        <p:spPr/>
        <p:txBody>
          <a:bodyPr>
            <a:normAutofit/>
          </a:bodyPr>
          <a:lstStyle/>
          <a:p>
            <a:r>
              <a:rPr dirty="0">
                <a:solidFill>
                  <a:srgbClr val="FF0000"/>
                </a:solidFill>
              </a:rPr>
              <a:t>Predictive Maintenance</a:t>
            </a:r>
            <a:r>
              <a:rPr dirty="0"/>
              <a:t>: Predicts equipment failures and schedules maintenance to prevent downtime.</a:t>
            </a:r>
          </a:p>
          <a:p>
            <a:pPr marL="227013" indent="0">
              <a:buNone/>
            </a:pPr>
            <a:r>
              <a:rPr sz="2000" dirty="0"/>
              <a:t>Example: General Electric uses predictive maintenance to reduce equipment downtime by 20%.</a:t>
            </a:r>
          </a:p>
          <a:p>
            <a:r>
              <a:rPr dirty="0">
                <a:solidFill>
                  <a:srgbClr val="FF0000"/>
                </a:solidFill>
              </a:rPr>
              <a:t>Quality Control</a:t>
            </a:r>
            <a:r>
              <a:rPr dirty="0"/>
              <a:t>: Monitors production processes to ensure product quality.</a:t>
            </a:r>
          </a:p>
          <a:p>
            <a:pPr marL="227013" indent="0">
              <a:buNone/>
            </a:pPr>
            <a:r>
              <a:rPr sz="2000" dirty="0"/>
              <a:t>Example: Toyota uses big data to improve quality control, reducing defects by 30%.</a:t>
            </a:r>
          </a:p>
          <a:p>
            <a:r>
              <a:rPr lang="en-US" dirty="0">
                <a:solidFill>
                  <a:srgbClr val="FF0000"/>
                </a:solidFill>
              </a:rPr>
              <a:t>S</a:t>
            </a:r>
            <a:r>
              <a:rPr dirty="0">
                <a:solidFill>
                  <a:srgbClr val="FF0000"/>
                </a:solidFill>
              </a:rPr>
              <a:t>upply Chain Optimization</a:t>
            </a:r>
            <a:r>
              <a:rPr dirty="0"/>
              <a:t>: Enhances supply chain efficiency through data analytics.</a:t>
            </a:r>
          </a:p>
          <a:p>
            <a:pPr marL="227013" indent="0">
              <a:buNone/>
            </a:pPr>
            <a:r>
              <a:rPr sz="2000" dirty="0"/>
              <a:t>Example: Procter &amp; Gamble uses big data to optimize its supply chain, saving $1 billion annually.</a:t>
            </a:r>
          </a:p>
          <a:p>
            <a:r>
              <a:rPr dirty="0">
                <a:solidFill>
                  <a:srgbClr val="FF0000"/>
                </a:solidFill>
              </a:rPr>
              <a:t>Product Innovation</a:t>
            </a:r>
            <a:r>
              <a:rPr dirty="0"/>
              <a:t>: Drives innovation by analyzing market trends and customer feedback.</a:t>
            </a:r>
          </a:p>
          <a:p>
            <a:pPr marL="227013" indent="0">
              <a:buNone/>
            </a:pPr>
            <a:r>
              <a:rPr sz="2000" dirty="0"/>
              <a:t>Example: 3M uses big data to accelerate product development, launching new products 20% faster.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Big Data in Transportation</a:t>
            </a:r>
          </a:p>
        </p:txBody>
      </p:sp>
      <p:sp>
        <p:nvSpPr>
          <p:cNvPr id="3" name="Content Placeholder 2"/>
          <p:cNvSpPr>
            <a:spLocks noGrp="1"/>
          </p:cNvSpPr>
          <p:nvPr>
            <p:ph idx="1"/>
          </p:nvPr>
        </p:nvSpPr>
        <p:spPr/>
        <p:txBody>
          <a:bodyPr>
            <a:normAutofit/>
          </a:bodyPr>
          <a:lstStyle/>
          <a:p>
            <a:r>
              <a:rPr dirty="0">
                <a:solidFill>
                  <a:srgbClr val="FF0000"/>
                </a:solidFill>
              </a:rPr>
              <a:t>Traffic Management</a:t>
            </a:r>
            <a:r>
              <a:rPr dirty="0"/>
              <a:t>: Analyzes traffic patterns to improve road safety and reduce congestion.</a:t>
            </a:r>
          </a:p>
          <a:p>
            <a:pPr marL="285750" lvl="1" indent="0">
              <a:buNone/>
            </a:pPr>
            <a:r>
              <a:rPr sz="2200" dirty="0"/>
              <a:t>Example: The city of Los Angeles uses big data to optimize traffic light timing, reducing congestion by 10%.</a:t>
            </a:r>
          </a:p>
          <a:p>
            <a:r>
              <a:rPr dirty="0">
                <a:solidFill>
                  <a:srgbClr val="FF0000"/>
                </a:solidFill>
              </a:rPr>
              <a:t>Fleet Management</a:t>
            </a:r>
            <a:r>
              <a:rPr dirty="0"/>
              <a:t>: Optimizes routes and schedules for transportation fleets.</a:t>
            </a:r>
          </a:p>
          <a:p>
            <a:pPr marL="285750" lvl="1" indent="0">
              <a:buNone/>
            </a:pPr>
            <a:r>
              <a:rPr sz="2200" dirty="0"/>
              <a:t>Example: UPS uses big data to optimize delivery routes, saving 10 million gallons of fuel annually.</a:t>
            </a:r>
          </a:p>
          <a:p>
            <a:r>
              <a:rPr dirty="0">
                <a:solidFill>
                  <a:srgbClr val="FF0000"/>
                </a:solidFill>
              </a:rPr>
              <a:t>Predictive Maintenance</a:t>
            </a:r>
            <a:r>
              <a:rPr dirty="0"/>
              <a:t>: Predicts vehicle maintenance needs to prevent breakdowns.</a:t>
            </a:r>
            <a:endParaRPr lang="en-US" dirty="0"/>
          </a:p>
          <a:p>
            <a:pPr marL="285750" lvl="1" indent="0">
              <a:buNone/>
            </a:pPr>
            <a:r>
              <a:rPr lang="en-US" sz="2200" dirty="0"/>
              <a:t>Example: Delta Airlines uses predictive maintenance to reduce flight delays due to mechanical issues by 15%.</a:t>
            </a:r>
          </a:p>
          <a:p>
            <a:r>
              <a:rPr dirty="0">
                <a:solidFill>
                  <a:srgbClr val="FF0000"/>
                </a:solidFill>
              </a:rPr>
              <a:t>Public Transportation</a:t>
            </a:r>
            <a:r>
              <a:rPr dirty="0"/>
              <a:t>: Enhances public transportation systems through data-driven insights.</a:t>
            </a:r>
          </a:p>
          <a:p>
            <a:pPr marL="285750" lvl="1" indent="0">
              <a:buNone/>
            </a:pPr>
            <a:r>
              <a:rPr dirty="0"/>
              <a:t>Example: Transport for London uses big data to improve bus schedules and reduce waiting times by 12%.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Big Data in Energy</a:t>
            </a:r>
          </a:p>
        </p:txBody>
      </p:sp>
      <p:sp>
        <p:nvSpPr>
          <p:cNvPr id="3" name="Content Placeholder 2"/>
          <p:cNvSpPr>
            <a:spLocks noGrp="1"/>
          </p:cNvSpPr>
          <p:nvPr>
            <p:ph idx="1"/>
          </p:nvPr>
        </p:nvSpPr>
        <p:spPr/>
        <p:txBody>
          <a:bodyPr>
            <a:normAutofit/>
          </a:bodyPr>
          <a:lstStyle/>
          <a:p>
            <a:r>
              <a:rPr dirty="0">
                <a:solidFill>
                  <a:srgbClr val="FF0000"/>
                </a:solidFill>
              </a:rPr>
              <a:t>Smart Grids</a:t>
            </a:r>
            <a:r>
              <a:rPr dirty="0"/>
              <a:t>: Analyzes energy consumption patterns to optimize grid operations.</a:t>
            </a:r>
          </a:p>
          <a:p>
            <a:pPr marL="227013" indent="0">
              <a:buNone/>
            </a:pPr>
            <a:r>
              <a:rPr sz="2000" dirty="0"/>
              <a:t>Example: Duke Energy uses big data to manage its smart grid, reducing outages by 25%.</a:t>
            </a:r>
          </a:p>
          <a:p>
            <a:r>
              <a:rPr lang="en-US" dirty="0">
                <a:solidFill>
                  <a:srgbClr val="FF0000"/>
                </a:solidFill>
              </a:rPr>
              <a:t>R</a:t>
            </a:r>
            <a:r>
              <a:rPr dirty="0">
                <a:solidFill>
                  <a:srgbClr val="FF0000"/>
                </a:solidFill>
              </a:rPr>
              <a:t>enewable Energy</a:t>
            </a:r>
            <a:r>
              <a:rPr dirty="0"/>
              <a:t>: Enhances the integration and management of renewable energy sources.</a:t>
            </a:r>
          </a:p>
          <a:p>
            <a:pPr marL="227013" indent="0">
              <a:lnSpc>
                <a:spcPct val="100000"/>
              </a:lnSpc>
              <a:buNone/>
            </a:pPr>
            <a:r>
              <a:rPr sz="2000" dirty="0"/>
              <a:t>Example: Google uses big data to optimize its renewable energy projects, achieving 100% renewable energy for its operations.</a:t>
            </a:r>
          </a:p>
          <a:p>
            <a:r>
              <a:rPr dirty="0">
                <a:solidFill>
                  <a:srgbClr val="FF0000"/>
                </a:solidFill>
              </a:rPr>
              <a:t>Energy Efficiency</a:t>
            </a:r>
            <a:r>
              <a:rPr dirty="0"/>
              <a:t>: Identifies opportunities for energy savings in industrial and residential settings.</a:t>
            </a:r>
          </a:p>
          <a:p>
            <a:pPr marL="285750" indent="0">
              <a:buNone/>
            </a:pPr>
            <a:r>
              <a:rPr sz="2000" dirty="0"/>
              <a:t>Example: Siemens uses big data to improve building energy management, reducing energy consumption by 20%.</a:t>
            </a:r>
          </a:p>
          <a:p>
            <a:r>
              <a:rPr dirty="0">
                <a:solidFill>
                  <a:srgbClr val="FF0000"/>
                </a:solidFill>
              </a:rPr>
              <a:t>Asset Management</a:t>
            </a:r>
            <a:r>
              <a:rPr dirty="0"/>
              <a:t>: Optimizes the maintenance and operation of energy assets.</a:t>
            </a:r>
          </a:p>
          <a:p>
            <a:pPr marL="227013" indent="0">
              <a:buNone/>
            </a:pPr>
            <a:r>
              <a:rPr sz="2000" dirty="0"/>
              <a:t>Example: Shell uses big data to monitor and maintain its oil rigs, reducing maintenance costs by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6379</TotalTime>
  <Words>2794</Words>
  <Application>Microsoft Office PowerPoint</Application>
  <PresentationFormat>Widescreen</PresentationFormat>
  <Paragraphs>217</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307401 Big Data and Data Warehouses</vt:lpstr>
      <vt:lpstr>Introduction to Big Data</vt:lpstr>
      <vt:lpstr>Content</vt:lpstr>
      <vt:lpstr>Big Data in a Nutshell</vt:lpstr>
      <vt:lpstr>البيانات الضخمة، باختصار</vt:lpstr>
      <vt:lpstr>Apache Foundation</vt:lpstr>
      <vt:lpstr>What is Big Data?</vt:lpstr>
      <vt:lpstr>Evolution of Big Data</vt:lpstr>
      <vt:lpstr>Data Sizes and Data Units</vt:lpstr>
      <vt:lpstr>Characteristics of Big Data</vt:lpstr>
      <vt:lpstr>Volume</vt:lpstr>
      <vt:lpstr>Velocity</vt:lpstr>
      <vt:lpstr>Variety</vt:lpstr>
      <vt:lpstr>Veracity – دقة البيانات – موثوقية البيانات</vt:lpstr>
      <vt:lpstr>Value</vt:lpstr>
      <vt:lpstr>PowerPoint Presentation</vt:lpstr>
      <vt:lpstr>Historical Context Evolution of Data Processing and Storage</vt:lpstr>
      <vt:lpstr>Content</vt:lpstr>
      <vt:lpstr>Early Data Processing (1950s - 1960s)</vt:lpstr>
      <vt:lpstr>The Rise of Databases (1970s - 1980s)</vt:lpstr>
      <vt:lpstr>Data Warehousing (1990s)</vt:lpstr>
      <vt:lpstr>Emergence of Big Data (2000s)</vt:lpstr>
      <vt:lpstr>Hadoop and the Big Data Era (2006 - Present)</vt:lpstr>
      <vt:lpstr>Modern Data Processing and Storage</vt:lpstr>
      <vt:lpstr>Impact on Current Big Data Practices</vt:lpstr>
      <vt:lpstr>Importance and Applications of Big Data</vt:lpstr>
      <vt:lpstr>Content</vt:lpstr>
      <vt:lpstr>Importance of Big Data</vt:lpstr>
      <vt:lpstr>Big Data in Finance</vt:lpstr>
      <vt:lpstr>Big Data in Healthcare</vt:lpstr>
      <vt:lpstr>Big Data in Retail</vt:lpstr>
      <vt:lpstr>Big Data in Manufacturing</vt:lpstr>
      <vt:lpstr>Big Data in Transportation</vt:lpstr>
      <vt:lpstr>Big Data in Energy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826</cp:revision>
  <dcterms:created xsi:type="dcterms:W3CDTF">2023-03-26T11:17:23Z</dcterms:created>
  <dcterms:modified xsi:type="dcterms:W3CDTF">2024-07-20T20:18:14Z</dcterms:modified>
</cp:coreProperties>
</file>