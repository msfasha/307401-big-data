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455" r:id="rId2"/>
    <p:sldId id="510" r:id="rId3"/>
    <p:sldId id="506" r:id="rId4"/>
    <p:sldId id="504" r:id="rId5"/>
    <p:sldId id="507" r:id="rId6"/>
    <p:sldId id="505" r:id="rId7"/>
    <p:sldId id="503" r:id="rId8"/>
    <p:sldId id="508" r:id="rId9"/>
    <p:sldId id="509" r:id="rId10"/>
    <p:sldId id="51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1B5D3-DF7B-4EFC-AD61-B4F414E61556}" v="5" dt="2024-07-25T05:23:12.4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4" autoAdjust="0"/>
    <p:restoredTop sz="94660"/>
  </p:normalViewPr>
  <p:slideViewPr>
    <p:cSldViewPr snapToGrid="0">
      <p:cViewPr varScale="1">
        <p:scale>
          <a:sx n="118" d="100"/>
          <a:sy n="118" d="100"/>
        </p:scale>
        <p:origin x="79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FDE0856B-42F7-40B6-BE6F-9BC89E48B27A}"/>
    <pc:docChg chg="undo redo custSel addSld delSld modSld sldOrd modMainMaster">
      <pc:chgData name="Mohammed Fasha" userId="cc64f42d-a1a6-4f08-b97b-0c37f877119f" providerId="ADAL" clId="{FDE0856B-42F7-40B6-BE6F-9BC89E48B27A}" dt="2024-07-23T11:38:11.033" v="5769" actId="14100"/>
      <pc:docMkLst>
        <pc:docMk/>
      </pc:docMkLst>
      <pc:sldChg chg="modSp add mod">
        <pc:chgData name="Mohammed Fasha" userId="cc64f42d-a1a6-4f08-b97b-0c37f877119f" providerId="ADAL" clId="{FDE0856B-42F7-40B6-BE6F-9BC89E48B27A}" dt="2024-07-22T11:08:36.112" v="4953" actId="20577"/>
        <pc:sldMkLst>
          <pc:docMk/>
          <pc:sldMk cId="0" sldId="257"/>
        </pc:sldMkLst>
        <pc:spChg chg="mod">
          <ac:chgData name="Mohammed Fasha" userId="cc64f42d-a1a6-4f08-b97b-0c37f877119f" providerId="ADAL" clId="{FDE0856B-42F7-40B6-BE6F-9BC89E48B27A}" dt="2024-07-22T11:08:36.112" v="4953" actId="20577"/>
          <ac:spMkLst>
            <pc:docMk/>
            <pc:sldMk cId="0" sldId="257"/>
            <ac:spMk id="3" creationId="{00000000-0000-0000-0000-000000000000}"/>
          </ac:spMkLst>
        </pc:spChg>
      </pc:sldChg>
      <pc:sldChg chg="addSp modSp add mod">
        <pc:chgData name="Mohammed Fasha" userId="cc64f42d-a1a6-4f08-b97b-0c37f877119f" providerId="ADAL" clId="{FDE0856B-42F7-40B6-BE6F-9BC89E48B27A}" dt="2024-07-22T12:02:25.127" v="5653" actId="1362"/>
        <pc:sldMkLst>
          <pc:docMk/>
          <pc:sldMk cId="0" sldId="258"/>
        </pc:sldMkLst>
        <pc:spChg chg="mod">
          <ac:chgData name="Mohammed Fasha" userId="cc64f42d-a1a6-4f08-b97b-0c37f877119f" providerId="ADAL" clId="{FDE0856B-42F7-40B6-BE6F-9BC89E48B27A}" dt="2024-07-22T11:46:58.213" v="5463" actId="27636"/>
          <ac:spMkLst>
            <pc:docMk/>
            <pc:sldMk cId="0" sldId="258"/>
            <ac:spMk id="3" creationId="{00000000-0000-0000-0000-000000000000}"/>
          </ac:spMkLst>
        </pc:spChg>
        <pc:spChg chg="add mod">
          <ac:chgData name="Mohammed Fasha" userId="cc64f42d-a1a6-4f08-b97b-0c37f877119f" providerId="ADAL" clId="{FDE0856B-42F7-40B6-BE6F-9BC89E48B27A}" dt="2024-07-22T11:57:39.268" v="5633" actId="207"/>
          <ac:spMkLst>
            <pc:docMk/>
            <pc:sldMk cId="0" sldId="258"/>
            <ac:spMk id="4" creationId="{A6289597-A887-7382-7FBA-C5A686EBF233}"/>
          </ac:spMkLst>
        </pc:spChg>
        <pc:picChg chg="add mod">
          <ac:chgData name="Mohammed Fasha" userId="cc64f42d-a1a6-4f08-b97b-0c37f877119f" providerId="ADAL" clId="{FDE0856B-42F7-40B6-BE6F-9BC89E48B27A}" dt="2024-07-22T12:02:25.127" v="5653" actId="1362"/>
          <ac:picMkLst>
            <pc:docMk/>
            <pc:sldMk cId="0" sldId="258"/>
            <ac:picMk id="6146" creationId="{C5606C36-759B-6F0C-9335-42AE629A2358}"/>
          </ac:picMkLst>
        </pc:picChg>
      </pc:sldChg>
      <pc:sldChg chg="addSp delSp modSp add mod">
        <pc:chgData name="Mohammed Fasha" userId="cc64f42d-a1a6-4f08-b97b-0c37f877119f" providerId="ADAL" clId="{FDE0856B-42F7-40B6-BE6F-9BC89E48B27A}" dt="2024-07-22T12:02:28.453" v="5654" actId="1362"/>
        <pc:sldMkLst>
          <pc:docMk/>
          <pc:sldMk cId="0" sldId="259"/>
        </pc:sldMkLst>
        <pc:spChg chg="mod">
          <ac:chgData name="Mohammed Fasha" userId="cc64f42d-a1a6-4f08-b97b-0c37f877119f" providerId="ADAL" clId="{FDE0856B-42F7-40B6-BE6F-9BC89E48B27A}" dt="2024-07-22T11:45:23.269" v="5433" actId="27636"/>
          <ac:spMkLst>
            <pc:docMk/>
            <pc:sldMk cId="0" sldId="259"/>
            <ac:spMk id="3" creationId="{00000000-0000-0000-0000-000000000000}"/>
          </ac:spMkLst>
        </pc:spChg>
        <pc:spChg chg="add">
          <ac:chgData name="Mohammed Fasha" userId="cc64f42d-a1a6-4f08-b97b-0c37f877119f" providerId="ADAL" clId="{FDE0856B-42F7-40B6-BE6F-9BC89E48B27A}" dt="2024-07-22T11:25:56.235" v="5174"/>
          <ac:spMkLst>
            <pc:docMk/>
            <pc:sldMk cId="0" sldId="259"/>
            <ac:spMk id="4" creationId="{A5E3ECB5-264B-1D7F-0195-451BC433738E}"/>
          </ac:spMkLst>
        </pc:spChg>
        <pc:spChg chg="add del">
          <ac:chgData name="Mohammed Fasha" userId="cc64f42d-a1a6-4f08-b97b-0c37f877119f" providerId="ADAL" clId="{FDE0856B-42F7-40B6-BE6F-9BC89E48B27A}" dt="2024-07-22T11:44:14.088" v="5398" actId="22"/>
          <ac:spMkLst>
            <pc:docMk/>
            <pc:sldMk cId="0" sldId="259"/>
            <ac:spMk id="6" creationId="{9BD9D9F7-56DB-13B7-0144-D15B8BF4FF33}"/>
          </ac:spMkLst>
        </pc:spChg>
        <pc:spChg chg="add mod">
          <ac:chgData name="Mohammed Fasha" userId="cc64f42d-a1a6-4f08-b97b-0c37f877119f" providerId="ADAL" clId="{FDE0856B-42F7-40B6-BE6F-9BC89E48B27A}" dt="2024-07-22T11:45:34.845" v="5435" actId="27636"/>
          <ac:spMkLst>
            <pc:docMk/>
            <pc:sldMk cId="0" sldId="259"/>
            <ac:spMk id="9" creationId="{2C185A95-8C44-F4C8-7C19-667E11716CDE}"/>
          </ac:spMkLst>
        </pc:spChg>
        <pc:picChg chg="add mod">
          <ac:chgData name="Mohammed Fasha" userId="cc64f42d-a1a6-4f08-b97b-0c37f877119f" providerId="ADAL" clId="{FDE0856B-42F7-40B6-BE6F-9BC89E48B27A}" dt="2024-07-22T12:02:28.453" v="5654" actId="1362"/>
          <ac:picMkLst>
            <pc:docMk/>
            <pc:sldMk cId="0" sldId="259"/>
            <ac:picMk id="8" creationId="{B912D3CF-6BC1-0DB2-9EFC-386FC46FFA3E}"/>
          </ac:picMkLst>
        </pc:picChg>
        <pc:picChg chg="add del mod">
          <ac:chgData name="Mohammed Fasha" userId="cc64f42d-a1a6-4f08-b97b-0c37f877119f" providerId="ADAL" clId="{FDE0856B-42F7-40B6-BE6F-9BC89E48B27A}" dt="2024-07-22T11:44:36.772" v="5403" actId="478"/>
          <ac:picMkLst>
            <pc:docMk/>
            <pc:sldMk cId="0" sldId="259"/>
            <ac:picMk id="1027" creationId="{24783D55-24DA-BC6C-A9BC-A735AB70539D}"/>
          </ac:picMkLst>
        </pc:picChg>
      </pc:sldChg>
      <pc:sldChg chg="addSp modSp add mod">
        <pc:chgData name="Mohammed Fasha" userId="cc64f42d-a1a6-4f08-b97b-0c37f877119f" providerId="ADAL" clId="{FDE0856B-42F7-40B6-BE6F-9BC89E48B27A}" dt="2024-07-22T12:02:35.879" v="5655" actId="1362"/>
        <pc:sldMkLst>
          <pc:docMk/>
          <pc:sldMk cId="0" sldId="260"/>
        </pc:sldMkLst>
        <pc:spChg chg="mod">
          <ac:chgData name="Mohammed Fasha" userId="cc64f42d-a1a6-4f08-b97b-0c37f877119f" providerId="ADAL" clId="{FDE0856B-42F7-40B6-BE6F-9BC89E48B27A}" dt="2024-07-22T12:01:13.431" v="5643" actId="14100"/>
          <ac:spMkLst>
            <pc:docMk/>
            <pc:sldMk cId="0" sldId="260"/>
            <ac:spMk id="3" creationId="{00000000-0000-0000-0000-000000000000}"/>
          </ac:spMkLst>
        </pc:spChg>
        <pc:spChg chg="add mod">
          <ac:chgData name="Mohammed Fasha" userId="cc64f42d-a1a6-4f08-b97b-0c37f877119f" providerId="ADAL" clId="{FDE0856B-42F7-40B6-BE6F-9BC89E48B27A}" dt="2024-07-22T12:00:19.412" v="5641" actId="1076"/>
          <ac:spMkLst>
            <pc:docMk/>
            <pc:sldMk cId="0" sldId="260"/>
            <ac:spMk id="5" creationId="{6489EFC9-A99D-C0DE-65B7-F4401DC2B6DA}"/>
          </ac:spMkLst>
        </pc:spChg>
        <pc:picChg chg="add mod">
          <ac:chgData name="Mohammed Fasha" userId="cc64f42d-a1a6-4f08-b97b-0c37f877119f" providerId="ADAL" clId="{FDE0856B-42F7-40B6-BE6F-9BC89E48B27A}" dt="2024-07-22T12:02:35.879" v="5655" actId="1362"/>
          <ac:picMkLst>
            <pc:docMk/>
            <pc:sldMk cId="0" sldId="260"/>
            <ac:picMk id="4098" creationId="{B85633B8-F623-1F38-1EB3-8ADA276C3280}"/>
          </ac:picMkLst>
        </pc:picChg>
      </pc:sldChg>
      <pc:sldChg chg="addSp delSp modSp add mod">
        <pc:chgData name="Mohammed Fasha" userId="cc64f42d-a1a6-4f08-b97b-0c37f877119f" providerId="ADAL" clId="{FDE0856B-42F7-40B6-BE6F-9BC89E48B27A}" dt="2024-07-22T12:02:49.930" v="5660" actId="1362"/>
        <pc:sldMkLst>
          <pc:docMk/>
          <pc:sldMk cId="0" sldId="261"/>
        </pc:sldMkLst>
        <pc:spChg chg="mod">
          <ac:chgData name="Mohammed Fasha" userId="cc64f42d-a1a6-4f08-b97b-0c37f877119f" providerId="ADAL" clId="{FDE0856B-42F7-40B6-BE6F-9BC89E48B27A}" dt="2024-07-22T11:51:15.124" v="5533" actId="1076"/>
          <ac:spMkLst>
            <pc:docMk/>
            <pc:sldMk cId="0" sldId="261"/>
            <ac:spMk id="3" creationId="{00000000-0000-0000-0000-000000000000}"/>
          </ac:spMkLst>
        </pc:spChg>
        <pc:spChg chg="add mod">
          <ac:chgData name="Mohammed Fasha" userId="cc64f42d-a1a6-4f08-b97b-0c37f877119f" providerId="ADAL" clId="{FDE0856B-42F7-40B6-BE6F-9BC89E48B27A}" dt="2024-07-22T11:49:11.035" v="5501" actId="27636"/>
          <ac:spMkLst>
            <pc:docMk/>
            <pc:sldMk cId="0" sldId="261"/>
            <ac:spMk id="6" creationId="{3523336F-1CBA-3B06-CFBD-281E86F90ADE}"/>
          </ac:spMkLst>
        </pc:spChg>
        <pc:picChg chg="add mod">
          <ac:chgData name="Mohammed Fasha" userId="cc64f42d-a1a6-4f08-b97b-0c37f877119f" providerId="ADAL" clId="{FDE0856B-42F7-40B6-BE6F-9BC89E48B27A}" dt="2024-07-22T12:02:49.930" v="5660" actId="1362"/>
          <ac:picMkLst>
            <pc:docMk/>
            <pc:sldMk cId="0" sldId="261"/>
            <ac:picMk id="5" creationId="{FA0061D3-EC46-C453-8983-6534BCD50186}"/>
          </ac:picMkLst>
        </pc:picChg>
        <pc:picChg chg="add del mod">
          <ac:chgData name="Mohammed Fasha" userId="cc64f42d-a1a6-4f08-b97b-0c37f877119f" providerId="ADAL" clId="{FDE0856B-42F7-40B6-BE6F-9BC89E48B27A}" dt="2024-07-22T11:48:16.021" v="5470" actId="478"/>
          <ac:picMkLst>
            <pc:docMk/>
            <pc:sldMk cId="0" sldId="261"/>
            <ac:picMk id="7170" creationId="{5A073AE9-F43D-BC19-6953-784A4F583960}"/>
          </ac:picMkLst>
        </pc:picChg>
      </pc:sldChg>
      <pc:sldChg chg="modSp add mod modAnim">
        <pc:chgData name="Mohammed Fasha" userId="cc64f42d-a1a6-4f08-b97b-0c37f877119f" providerId="ADAL" clId="{FDE0856B-42F7-40B6-BE6F-9BC89E48B27A}" dt="2024-07-22T12:02:02.282" v="5649" actId="14100"/>
        <pc:sldMkLst>
          <pc:docMk/>
          <pc:sldMk cId="1985314172" sldId="262"/>
        </pc:sldMkLst>
        <pc:spChg chg="mod">
          <ac:chgData name="Mohammed Fasha" userId="cc64f42d-a1a6-4f08-b97b-0c37f877119f" providerId="ADAL" clId="{FDE0856B-42F7-40B6-BE6F-9BC89E48B27A}" dt="2024-07-22T12:02:02.282" v="5649" actId="14100"/>
          <ac:spMkLst>
            <pc:docMk/>
            <pc:sldMk cId="1985314172" sldId="262"/>
            <ac:spMk id="14" creationId="{00000000-0000-0000-0000-000000000000}"/>
          </ac:spMkLst>
        </pc:spChg>
        <pc:spChg chg="mod">
          <ac:chgData name="Mohammed Fasha" userId="cc64f42d-a1a6-4f08-b97b-0c37f877119f" providerId="ADAL" clId="{FDE0856B-42F7-40B6-BE6F-9BC89E48B27A}" dt="2024-07-22T12:01:58.799" v="5648" actId="14100"/>
          <ac:spMkLst>
            <pc:docMk/>
            <pc:sldMk cId="1985314172" sldId="262"/>
            <ac:spMk id="18" creationId="{00000000-0000-0000-0000-000000000000}"/>
          </ac:spMkLst>
        </pc:spChg>
        <pc:picChg chg="mod">
          <ac:chgData name="Mohammed Fasha" userId="cc64f42d-a1a6-4f08-b97b-0c37f877119f" providerId="ADAL" clId="{FDE0856B-42F7-40B6-BE6F-9BC89E48B27A}" dt="2024-07-22T12:01:42.778" v="5647" actId="1076"/>
          <ac:picMkLst>
            <pc:docMk/>
            <pc:sldMk cId="1985314172" sldId="262"/>
            <ac:picMk id="13" creationId="{00000000-0000-0000-0000-000000000000}"/>
          </ac:picMkLst>
        </pc:picChg>
      </pc:sldChg>
      <pc:sldChg chg="addSp delSp modSp add del mod modClrScheme chgLayout">
        <pc:chgData name="Mohammed Fasha" userId="cc64f42d-a1a6-4f08-b97b-0c37f877119f" providerId="ADAL" clId="{FDE0856B-42F7-40B6-BE6F-9BC89E48B27A}" dt="2024-07-20T11:31:18.997" v="1116" actId="2696"/>
        <pc:sldMkLst>
          <pc:docMk/>
          <pc:sldMk cId="2397760901" sldId="262"/>
        </pc:sldMkLst>
        <pc:spChg chg="del mod">
          <ac:chgData name="Mohammed Fasha" userId="cc64f42d-a1a6-4f08-b97b-0c37f877119f" providerId="ADAL" clId="{FDE0856B-42F7-40B6-BE6F-9BC89E48B27A}" dt="2024-07-20T06:52:53.138" v="166" actId="478"/>
          <ac:spMkLst>
            <pc:docMk/>
            <pc:sldMk cId="2397760901" sldId="262"/>
            <ac:spMk id="2" creationId="{00000000-0000-0000-0000-000000000000}"/>
          </ac:spMkLst>
        </pc:spChg>
        <pc:spChg chg="mod ord">
          <ac:chgData name="Mohammed Fasha" userId="cc64f42d-a1a6-4f08-b97b-0c37f877119f" providerId="ADAL" clId="{FDE0856B-42F7-40B6-BE6F-9BC89E48B27A}" dt="2024-07-20T06:55:07.072" v="231" actId="700"/>
          <ac:spMkLst>
            <pc:docMk/>
            <pc:sldMk cId="2397760901" sldId="262"/>
            <ac:spMk id="3" creationId="{00000000-0000-0000-0000-000000000000}"/>
          </ac:spMkLst>
        </pc:spChg>
        <pc:spChg chg="mod ord">
          <ac:chgData name="Mohammed Fasha" userId="cc64f42d-a1a6-4f08-b97b-0c37f877119f" providerId="ADAL" clId="{FDE0856B-42F7-40B6-BE6F-9BC89E48B27A}" dt="2024-07-20T06:55:07.072" v="231" actId="700"/>
          <ac:spMkLst>
            <pc:docMk/>
            <pc:sldMk cId="2397760901" sldId="262"/>
            <ac:spMk id="4" creationId="{00000000-0000-0000-0000-000000000000}"/>
          </ac:spMkLst>
        </pc:spChg>
        <pc:spChg chg="del mod">
          <ac:chgData name="Mohammed Fasha" userId="cc64f42d-a1a6-4f08-b97b-0c37f877119f" providerId="ADAL" clId="{FDE0856B-42F7-40B6-BE6F-9BC89E48B27A}" dt="2024-07-20T06:52:56.883" v="167" actId="478"/>
          <ac:spMkLst>
            <pc:docMk/>
            <pc:sldMk cId="2397760901" sldId="262"/>
            <ac:spMk id="5" creationId="{00000000-0000-0000-0000-000000000000}"/>
          </ac:spMkLst>
        </pc:spChg>
        <pc:spChg chg="add mod ord">
          <ac:chgData name="Mohammed Fasha" userId="cc64f42d-a1a6-4f08-b97b-0c37f877119f" providerId="ADAL" clId="{FDE0856B-42F7-40B6-BE6F-9BC89E48B27A}" dt="2024-07-20T06:55:07.072" v="231" actId="700"/>
          <ac:spMkLst>
            <pc:docMk/>
            <pc:sldMk cId="2397760901" sldId="262"/>
            <ac:spMk id="6" creationId="{9EF4B23E-763A-7B5E-0DD5-6CE8A62BA065}"/>
          </ac:spMkLst>
        </pc:spChg>
        <pc:spChg chg="mod ord">
          <ac:chgData name="Mohammed Fasha" userId="cc64f42d-a1a6-4f08-b97b-0c37f877119f" providerId="ADAL" clId="{FDE0856B-42F7-40B6-BE6F-9BC89E48B27A}" dt="2024-07-20T06:55:07.072" v="231" actId="700"/>
          <ac:spMkLst>
            <pc:docMk/>
            <pc:sldMk cId="2397760901" sldId="262"/>
            <ac:spMk id="9" creationId="{00000000-0000-0000-0000-000000000000}"/>
          </ac:spMkLst>
        </pc:spChg>
      </pc:sldChg>
      <pc:sldChg chg="addSp delSp modSp add mod">
        <pc:chgData name="Mohammed Fasha" userId="cc64f42d-a1a6-4f08-b97b-0c37f877119f" providerId="ADAL" clId="{FDE0856B-42F7-40B6-BE6F-9BC89E48B27A}" dt="2024-07-22T12:03:02.939" v="5663" actId="1362"/>
        <pc:sldMkLst>
          <pc:docMk/>
          <pc:sldMk cId="0" sldId="263"/>
        </pc:sldMkLst>
        <pc:spChg chg="mod">
          <ac:chgData name="Mohammed Fasha" userId="cc64f42d-a1a6-4f08-b97b-0c37f877119f" providerId="ADAL" clId="{FDE0856B-42F7-40B6-BE6F-9BC89E48B27A}" dt="2024-07-22T11:56:19.506" v="5628" actId="27636"/>
          <ac:spMkLst>
            <pc:docMk/>
            <pc:sldMk cId="0" sldId="263"/>
            <ac:spMk id="3" creationId="{00000000-0000-0000-0000-000000000000}"/>
          </ac:spMkLst>
        </pc:spChg>
        <pc:spChg chg="add mod">
          <ac:chgData name="Mohammed Fasha" userId="cc64f42d-a1a6-4f08-b97b-0c37f877119f" providerId="ADAL" clId="{FDE0856B-42F7-40B6-BE6F-9BC89E48B27A}" dt="2024-07-22T11:54:57.698" v="5607" actId="1076"/>
          <ac:spMkLst>
            <pc:docMk/>
            <pc:sldMk cId="0" sldId="263"/>
            <ac:spMk id="4" creationId="{CDEC7398-11D6-22FE-2939-B09B661B6846}"/>
          </ac:spMkLst>
        </pc:spChg>
        <pc:picChg chg="add del mod">
          <ac:chgData name="Mohammed Fasha" userId="cc64f42d-a1a6-4f08-b97b-0c37f877119f" providerId="ADAL" clId="{FDE0856B-42F7-40B6-BE6F-9BC89E48B27A}" dt="2024-07-22T11:56:12.389" v="5624" actId="22"/>
          <ac:picMkLst>
            <pc:docMk/>
            <pc:sldMk cId="0" sldId="263"/>
            <ac:picMk id="6" creationId="{BAAC06BA-3A8D-15D5-F85B-6ED2D1F97E55}"/>
          </ac:picMkLst>
        </pc:picChg>
        <pc:picChg chg="add del mod">
          <ac:chgData name="Mohammed Fasha" userId="cc64f42d-a1a6-4f08-b97b-0c37f877119f" providerId="ADAL" clId="{FDE0856B-42F7-40B6-BE6F-9BC89E48B27A}" dt="2024-07-22T12:03:02.939" v="5663" actId="1362"/>
          <ac:picMkLst>
            <pc:docMk/>
            <pc:sldMk cId="0" sldId="263"/>
            <ac:picMk id="10242" creationId="{E78161F3-0D51-16BE-C945-A8828A30F02E}"/>
          </ac:picMkLst>
        </pc:picChg>
      </pc:sldChg>
      <pc:sldChg chg="add del">
        <pc:chgData name="Mohammed Fasha" userId="cc64f42d-a1a6-4f08-b97b-0c37f877119f" providerId="ADAL" clId="{FDE0856B-42F7-40B6-BE6F-9BC89E48B27A}" dt="2024-07-20T11:43:20.329" v="1183" actId="47"/>
        <pc:sldMkLst>
          <pc:docMk/>
          <pc:sldMk cId="0" sldId="264"/>
        </pc:sldMkLst>
      </pc:sldChg>
      <pc:sldChg chg="add del">
        <pc:chgData name="Mohammed Fasha" userId="cc64f42d-a1a6-4f08-b97b-0c37f877119f" providerId="ADAL" clId="{FDE0856B-42F7-40B6-BE6F-9BC89E48B27A}" dt="2024-07-20T11:43:25.581" v="1184" actId="47"/>
        <pc:sldMkLst>
          <pc:docMk/>
          <pc:sldMk cId="0" sldId="265"/>
        </pc:sldMkLst>
      </pc:sldChg>
      <pc:sldChg chg="del">
        <pc:chgData name="Mohammed Fasha" userId="cc64f42d-a1a6-4f08-b97b-0c37f877119f" providerId="ADAL" clId="{FDE0856B-42F7-40B6-BE6F-9BC89E48B27A}" dt="2024-07-20T06:26:10.787" v="55" actId="2696"/>
        <pc:sldMkLst>
          <pc:docMk/>
          <pc:sldMk cId="89912501" sldId="274"/>
        </pc:sldMkLst>
      </pc:sldChg>
      <pc:sldChg chg="addSp delSp modSp add del mod modClrScheme chgLayout">
        <pc:chgData name="Mohammed Fasha" userId="cc64f42d-a1a6-4f08-b97b-0c37f877119f" providerId="ADAL" clId="{FDE0856B-42F7-40B6-BE6F-9BC89E48B27A}" dt="2024-07-20T11:31:18.997" v="1116" actId="2696"/>
        <pc:sldMkLst>
          <pc:docMk/>
          <pc:sldMk cId="902915692" sldId="280"/>
        </pc:sldMkLst>
        <pc:spChg chg="add del">
          <ac:chgData name="Mohammed Fasha" userId="cc64f42d-a1a6-4f08-b97b-0c37f877119f" providerId="ADAL" clId="{FDE0856B-42F7-40B6-BE6F-9BC89E48B27A}" dt="2024-07-20T06:54:58.160" v="229" actId="478"/>
          <ac:spMkLst>
            <pc:docMk/>
            <pc:sldMk cId="902915692" sldId="280"/>
            <ac:spMk id="2"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3"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4"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5" creationId="{00000000-0000-0000-0000-000000000000}"/>
          </ac:spMkLst>
        </pc:spChg>
        <pc:graphicFrameChg chg="modGraphic">
          <ac:chgData name="Mohammed Fasha" userId="cc64f42d-a1a6-4f08-b97b-0c37f877119f" providerId="ADAL" clId="{FDE0856B-42F7-40B6-BE6F-9BC89E48B27A}" dt="2024-07-20T06:54:50.964" v="225" actId="404"/>
          <ac:graphicFrameMkLst>
            <pc:docMk/>
            <pc:sldMk cId="902915692" sldId="280"/>
            <ac:graphicFrameMk id="6" creationId="{00000000-0000-0000-0000-000000000000}"/>
          </ac:graphicFrameMkLst>
        </pc:graphicFrameChg>
      </pc:sldChg>
      <pc:sldChg chg="addSp delSp modSp add mod chgLayout">
        <pc:chgData name="Mohammed Fasha" userId="cc64f42d-a1a6-4f08-b97b-0c37f877119f" providerId="ADAL" clId="{FDE0856B-42F7-40B6-BE6F-9BC89E48B27A}" dt="2024-07-21T19:16:54.258" v="4865" actId="14100"/>
        <pc:sldMkLst>
          <pc:docMk/>
          <pc:sldMk cId="3982709017" sldId="280"/>
        </pc:sldMkLst>
        <pc:spChg chg="mod ord">
          <ac:chgData name="Mohammed Fasha" userId="cc64f42d-a1a6-4f08-b97b-0c37f877119f" providerId="ADAL" clId="{FDE0856B-42F7-40B6-BE6F-9BC89E48B27A}" dt="2024-07-20T13:06:08.345" v="2505" actId="700"/>
          <ac:spMkLst>
            <pc:docMk/>
            <pc:sldMk cId="3982709017" sldId="280"/>
            <ac:spMk id="3" creationId="{00000000-0000-0000-0000-000000000000}"/>
          </ac:spMkLst>
        </pc:spChg>
        <pc:spChg chg="mod ord">
          <ac:chgData name="Mohammed Fasha" userId="cc64f42d-a1a6-4f08-b97b-0c37f877119f" providerId="ADAL" clId="{FDE0856B-42F7-40B6-BE6F-9BC89E48B27A}" dt="2024-07-20T13:06:08.345" v="2505" actId="700"/>
          <ac:spMkLst>
            <pc:docMk/>
            <pc:sldMk cId="3982709017" sldId="280"/>
            <ac:spMk id="4" creationId="{00000000-0000-0000-0000-000000000000}"/>
          </ac:spMkLst>
        </pc:spChg>
        <pc:spChg chg="add mod ord">
          <ac:chgData name="Mohammed Fasha" userId="cc64f42d-a1a6-4f08-b97b-0c37f877119f" providerId="ADAL" clId="{FDE0856B-42F7-40B6-BE6F-9BC89E48B27A}" dt="2024-07-20T13:06:45.259" v="2556" actId="20577"/>
          <ac:spMkLst>
            <pc:docMk/>
            <pc:sldMk cId="3982709017" sldId="280"/>
            <ac:spMk id="7" creationId="{9A728815-96F1-EDB0-B7BA-24153F3807DF}"/>
          </ac:spMkLst>
        </pc:spChg>
        <pc:spChg chg="add del mod ord">
          <ac:chgData name="Mohammed Fasha" userId="cc64f42d-a1a6-4f08-b97b-0c37f877119f" providerId="ADAL" clId="{FDE0856B-42F7-40B6-BE6F-9BC89E48B27A}" dt="2024-07-20T13:06:34.958" v="2521"/>
          <ac:spMkLst>
            <pc:docMk/>
            <pc:sldMk cId="3982709017" sldId="280"/>
            <ac:spMk id="8" creationId="{B6E67910-ECB2-AB9D-10C7-E557E9C07C74}"/>
          </ac:spMkLst>
        </pc:spChg>
        <pc:graphicFrameChg chg="del mod modGraphic">
          <ac:chgData name="Mohammed Fasha" userId="cc64f42d-a1a6-4f08-b97b-0c37f877119f" providerId="ADAL" clId="{FDE0856B-42F7-40B6-BE6F-9BC89E48B27A}" dt="2024-07-20T12:26:59.956" v="1799" actId="478"/>
          <ac:graphicFrameMkLst>
            <pc:docMk/>
            <pc:sldMk cId="3982709017" sldId="280"/>
            <ac:graphicFrameMk id="2" creationId="{ECA55FFA-E160-68B1-DA76-B8EB040F8270}"/>
          </ac:graphicFrameMkLst>
        </pc:graphicFrameChg>
        <pc:picChg chg="add del mod">
          <ac:chgData name="Mohammed Fasha" userId="cc64f42d-a1a6-4f08-b97b-0c37f877119f" providerId="ADAL" clId="{FDE0856B-42F7-40B6-BE6F-9BC89E48B27A}" dt="2024-07-21T19:14:06.242" v="4857" actId="21"/>
          <ac:picMkLst>
            <pc:docMk/>
            <pc:sldMk cId="3982709017" sldId="280"/>
            <ac:picMk id="5" creationId="{F7F9307C-5A10-497E-3399-35DED9ECD095}"/>
          </ac:picMkLst>
        </pc:picChg>
        <pc:picChg chg="add del mod">
          <ac:chgData name="Mohammed Fasha" userId="cc64f42d-a1a6-4f08-b97b-0c37f877119f" providerId="ADAL" clId="{FDE0856B-42F7-40B6-BE6F-9BC89E48B27A}" dt="2024-07-20T13:06:32.702" v="2520" actId="21"/>
          <ac:picMkLst>
            <pc:docMk/>
            <pc:sldMk cId="3982709017" sldId="280"/>
            <ac:picMk id="6" creationId="{0B3246DF-0025-AC73-955C-1807080961CE}"/>
          </ac:picMkLst>
        </pc:picChg>
        <pc:picChg chg="add mod">
          <ac:chgData name="Mohammed Fasha" userId="cc64f42d-a1a6-4f08-b97b-0c37f877119f" providerId="ADAL" clId="{FDE0856B-42F7-40B6-BE6F-9BC89E48B27A}" dt="2024-07-21T19:14:15.114" v="4861" actId="14100"/>
          <ac:picMkLst>
            <pc:docMk/>
            <pc:sldMk cId="3982709017" sldId="280"/>
            <ac:picMk id="6" creationId="{F7F9307C-5A10-497E-3399-35DED9ECD095}"/>
          </ac:picMkLst>
        </pc:picChg>
        <pc:picChg chg="add mod">
          <ac:chgData name="Mohammed Fasha" userId="cc64f42d-a1a6-4f08-b97b-0c37f877119f" providerId="ADAL" clId="{FDE0856B-42F7-40B6-BE6F-9BC89E48B27A}" dt="2024-07-21T19:14:09.085" v="4858" actId="1076"/>
          <ac:picMkLst>
            <pc:docMk/>
            <pc:sldMk cId="3982709017" sldId="280"/>
            <ac:picMk id="9" creationId="{0B3246DF-0025-AC73-955C-1807080961CE}"/>
          </ac:picMkLst>
        </pc:picChg>
        <pc:picChg chg="add mod">
          <ac:chgData name="Mohammed Fasha" userId="cc64f42d-a1a6-4f08-b97b-0c37f877119f" providerId="ADAL" clId="{FDE0856B-42F7-40B6-BE6F-9BC89E48B27A}" dt="2024-07-21T19:16:54.258" v="4865" actId="14100"/>
          <ac:picMkLst>
            <pc:docMk/>
            <pc:sldMk cId="3982709017" sldId="280"/>
            <ac:picMk id="1026" creationId="{9D8DA12E-80BA-7BA9-E956-8BB98BE2CDEF}"/>
          </ac:picMkLst>
        </pc:picChg>
      </pc:sldChg>
      <pc:sldChg chg="addSp delSp modSp add del mod">
        <pc:chgData name="Mohammed Fasha" userId="cc64f42d-a1a6-4f08-b97b-0c37f877119f" providerId="ADAL" clId="{FDE0856B-42F7-40B6-BE6F-9BC89E48B27A}" dt="2024-07-20T12:22:00.145" v="1780" actId="2696"/>
        <pc:sldMkLst>
          <pc:docMk/>
          <pc:sldMk cId="4077070545" sldId="280"/>
        </pc:sldMkLst>
        <pc:spChg chg="del">
          <ac:chgData name="Mohammed Fasha" userId="cc64f42d-a1a6-4f08-b97b-0c37f877119f" providerId="ADAL" clId="{FDE0856B-42F7-40B6-BE6F-9BC89E48B27A}" dt="2024-07-20T11:38:03.219" v="1121" actId="478"/>
          <ac:spMkLst>
            <pc:docMk/>
            <pc:sldMk cId="4077070545" sldId="280"/>
            <ac:spMk id="5" creationId="{00000000-0000-0000-0000-000000000000}"/>
          </ac:spMkLst>
        </pc:spChg>
        <pc:graphicFrameChg chg="add mod modGraphic">
          <ac:chgData name="Mohammed Fasha" userId="cc64f42d-a1a6-4f08-b97b-0c37f877119f" providerId="ADAL" clId="{FDE0856B-42F7-40B6-BE6F-9BC89E48B27A}" dt="2024-07-20T11:39:12.110" v="1137" actId="1076"/>
          <ac:graphicFrameMkLst>
            <pc:docMk/>
            <pc:sldMk cId="4077070545" sldId="280"/>
            <ac:graphicFrameMk id="2" creationId="{ECA55FFA-E160-68B1-DA76-B8EB040F8270}"/>
          </ac:graphicFrameMkLst>
        </pc:graphicFrameChg>
        <pc:graphicFrameChg chg="del modGraphic">
          <ac:chgData name="Mohammed Fasha" userId="cc64f42d-a1a6-4f08-b97b-0c37f877119f" providerId="ADAL" clId="{FDE0856B-42F7-40B6-BE6F-9BC89E48B27A}" dt="2024-07-20T11:38:00.436" v="1120" actId="478"/>
          <ac:graphicFrameMkLst>
            <pc:docMk/>
            <pc:sldMk cId="4077070545" sldId="280"/>
            <ac:graphicFrameMk id="6" creationId="{00000000-0000-0000-0000-000000000000}"/>
          </ac:graphicFrameMkLst>
        </pc:graphicFrameChg>
      </pc:sldChg>
      <pc:sldChg chg="del">
        <pc:chgData name="Mohammed Fasha" userId="cc64f42d-a1a6-4f08-b97b-0c37f877119f" providerId="ADAL" clId="{FDE0856B-42F7-40B6-BE6F-9BC89E48B27A}" dt="2024-07-20T06:26:10.787" v="55" actId="2696"/>
        <pc:sldMkLst>
          <pc:docMk/>
          <pc:sldMk cId="1847087325" sldId="283"/>
        </pc:sldMkLst>
      </pc:sldChg>
      <pc:sldChg chg="del">
        <pc:chgData name="Mohammed Fasha" userId="cc64f42d-a1a6-4f08-b97b-0c37f877119f" providerId="ADAL" clId="{FDE0856B-42F7-40B6-BE6F-9BC89E48B27A}" dt="2024-07-20T06:26:10.787" v="55" actId="2696"/>
        <pc:sldMkLst>
          <pc:docMk/>
          <pc:sldMk cId="771290671" sldId="284"/>
        </pc:sldMkLst>
      </pc:sldChg>
      <pc:sldChg chg="del">
        <pc:chgData name="Mohammed Fasha" userId="cc64f42d-a1a6-4f08-b97b-0c37f877119f" providerId="ADAL" clId="{FDE0856B-42F7-40B6-BE6F-9BC89E48B27A}" dt="2024-07-20T06:26:10.787" v="55" actId="2696"/>
        <pc:sldMkLst>
          <pc:docMk/>
          <pc:sldMk cId="1234327519" sldId="287"/>
        </pc:sldMkLst>
      </pc:sldChg>
      <pc:sldChg chg="del">
        <pc:chgData name="Mohammed Fasha" userId="cc64f42d-a1a6-4f08-b97b-0c37f877119f" providerId="ADAL" clId="{FDE0856B-42F7-40B6-BE6F-9BC89E48B27A}" dt="2024-07-20T06:26:10.787" v="55" actId="2696"/>
        <pc:sldMkLst>
          <pc:docMk/>
          <pc:sldMk cId="3304405524" sldId="292"/>
        </pc:sldMkLst>
      </pc:sldChg>
      <pc:sldChg chg="del">
        <pc:chgData name="Mohammed Fasha" userId="cc64f42d-a1a6-4f08-b97b-0c37f877119f" providerId="ADAL" clId="{FDE0856B-42F7-40B6-BE6F-9BC89E48B27A}" dt="2024-07-20T06:26:10.787" v="55" actId="2696"/>
        <pc:sldMkLst>
          <pc:docMk/>
          <pc:sldMk cId="1217643332" sldId="294"/>
        </pc:sldMkLst>
      </pc:sldChg>
      <pc:sldChg chg="del">
        <pc:chgData name="Mohammed Fasha" userId="cc64f42d-a1a6-4f08-b97b-0c37f877119f" providerId="ADAL" clId="{FDE0856B-42F7-40B6-BE6F-9BC89E48B27A}" dt="2024-07-20T06:26:10.787" v="55" actId="2696"/>
        <pc:sldMkLst>
          <pc:docMk/>
          <pc:sldMk cId="3526654973" sldId="295"/>
        </pc:sldMkLst>
      </pc:sldChg>
      <pc:sldChg chg="del">
        <pc:chgData name="Mohammed Fasha" userId="cc64f42d-a1a6-4f08-b97b-0c37f877119f" providerId="ADAL" clId="{FDE0856B-42F7-40B6-BE6F-9BC89E48B27A}" dt="2024-07-20T06:26:10.787" v="55" actId="2696"/>
        <pc:sldMkLst>
          <pc:docMk/>
          <pc:sldMk cId="0" sldId="300"/>
        </pc:sldMkLst>
      </pc:sldChg>
      <pc:sldChg chg="del">
        <pc:chgData name="Mohammed Fasha" userId="cc64f42d-a1a6-4f08-b97b-0c37f877119f" providerId="ADAL" clId="{FDE0856B-42F7-40B6-BE6F-9BC89E48B27A}" dt="2024-07-20T06:26:10.787" v="55" actId="2696"/>
        <pc:sldMkLst>
          <pc:docMk/>
          <pc:sldMk cId="0" sldId="301"/>
        </pc:sldMkLst>
      </pc:sldChg>
      <pc:sldChg chg="del">
        <pc:chgData name="Mohammed Fasha" userId="cc64f42d-a1a6-4f08-b97b-0c37f877119f" providerId="ADAL" clId="{FDE0856B-42F7-40B6-BE6F-9BC89E48B27A}" dt="2024-07-20T06:26:10.787" v="55" actId="2696"/>
        <pc:sldMkLst>
          <pc:docMk/>
          <pc:sldMk cId="0" sldId="304"/>
        </pc:sldMkLst>
      </pc:sldChg>
      <pc:sldChg chg="del">
        <pc:chgData name="Mohammed Fasha" userId="cc64f42d-a1a6-4f08-b97b-0c37f877119f" providerId="ADAL" clId="{FDE0856B-42F7-40B6-BE6F-9BC89E48B27A}" dt="2024-07-20T06:26:10.787" v="55" actId="2696"/>
        <pc:sldMkLst>
          <pc:docMk/>
          <pc:sldMk cId="0" sldId="314"/>
        </pc:sldMkLst>
      </pc:sldChg>
      <pc:sldChg chg="del">
        <pc:chgData name="Mohammed Fasha" userId="cc64f42d-a1a6-4f08-b97b-0c37f877119f" providerId="ADAL" clId="{FDE0856B-42F7-40B6-BE6F-9BC89E48B27A}" dt="2024-07-20T06:26:10.787" v="55" actId="2696"/>
        <pc:sldMkLst>
          <pc:docMk/>
          <pc:sldMk cId="2362708721" sldId="321"/>
        </pc:sldMkLst>
      </pc:sldChg>
      <pc:sldChg chg="del">
        <pc:chgData name="Mohammed Fasha" userId="cc64f42d-a1a6-4f08-b97b-0c37f877119f" providerId="ADAL" clId="{FDE0856B-42F7-40B6-BE6F-9BC89E48B27A}" dt="2024-07-20T06:26:10.787" v="55" actId="2696"/>
        <pc:sldMkLst>
          <pc:docMk/>
          <pc:sldMk cId="1477953107" sldId="324"/>
        </pc:sldMkLst>
      </pc:sldChg>
      <pc:sldChg chg="del">
        <pc:chgData name="Mohammed Fasha" userId="cc64f42d-a1a6-4f08-b97b-0c37f877119f" providerId="ADAL" clId="{FDE0856B-42F7-40B6-BE6F-9BC89E48B27A}" dt="2024-07-20T06:26:10.787" v="55" actId="2696"/>
        <pc:sldMkLst>
          <pc:docMk/>
          <pc:sldMk cId="1624740157" sldId="346"/>
        </pc:sldMkLst>
      </pc:sldChg>
      <pc:sldChg chg="del">
        <pc:chgData name="Mohammed Fasha" userId="cc64f42d-a1a6-4f08-b97b-0c37f877119f" providerId="ADAL" clId="{FDE0856B-42F7-40B6-BE6F-9BC89E48B27A}" dt="2024-07-20T06:26:10.787" v="55" actId="2696"/>
        <pc:sldMkLst>
          <pc:docMk/>
          <pc:sldMk cId="1093295885" sldId="365"/>
        </pc:sldMkLst>
      </pc:sldChg>
      <pc:sldChg chg="del">
        <pc:chgData name="Mohammed Fasha" userId="cc64f42d-a1a6-4f08-b97b-0c37f877119f" providerId="ADAL" clId="{FDE0856B-42F7-40B6-BE6F-9BC89E48B27A}" dt="2024-07-20T06:26:10.787" v="55" actId="2696"/>
        <pc:sldMkLst>
          <pc:docMk/>
          <pc:sldMk cId="3638528156" sldId="366"/>
        </pc:sldMkLst>
      </pc:sldChg>
      <pc:sldChg chg="del">
        <pc:chgData name="Mohammed Fasha" userId="cc64f42d-a1a6-4f08-b97b-0c37f877119f" providerId="ADAL" clId="{FDE0856B-42F7-40B6-BE6F-9BC89E48B27A}" dt="2024-07-20T06:26:10.787" v="55" actId="2696"/>
        <pc:sldMkLst>
          <pc:docMk/>
          <pc:sldMk cId="2714000580" sldId="367"/>
        </pc:sldMkLst>
      </pc:sldChg>
      <pc:sldChg chg="del">
        <pc:chgData name="Mohammed Fasha" userId="cc64f42d-a1a6-4f08-b97b-0c37f877119f" providerId="ADAL" clId="{FDE0856B-42F7-40B6-BE6F-9BC89E48B27A}" dt="2024-07-20T06:26:10.787" v="55" actId="2696"/>
        <pc:sldMkLst>
          <pc:docMk/>
          <pc:sldMk cId="4103125789" sldId="368"/>
        </pc:sldMkLst>
      </pc:sldChg>
      <pc:sldChg chg="del">
        <pc:chgData name="Mohammed Fasha" userId="cc64f42d-a1a6-4f08-b97b-0c37f877119f" providerId="ADAL" clId="{FDE0856B-42F7-40B6-BE6F-9BC89E48B27A}" dt="2024-07-20T06:26:10.787" v="55" actId="2696"/>
        <pc:sldMkLst>
          <pc:docMk/>
          <pc:sldMk cId="3243173744" sldId="369"/>
        </pc:sldMkLst>
      </pc:sldChg>
      <pc:sldChg chg="del">
        <pc:chgData name="Mohammed Fasha" userId="cc64f42d-a1a6-4f08-b97b-0c37f877119f" providerId="ADAL" clId="{FDE0856B-42F7-40B6-BE6F-9BC89E48B27A}" dt="2024-07-20T06:26:10.787" v="55" actId="2696"/>
        <pc:sldMkLst>
          <pc:docMk/>
          <pc:sldMk cId="533099717" sldId="370"/>
        </pc:sldMkLst>
      </pc:sldChg>
      <pc:sldChg chg="del">
        <pc:chgData name="Mohammed Fasha" userId="cc64f42d-a1a6-4f08-b97b-0c37f877119f" providerId="ADAL" clId="{FDE0856B-42F7-40B6-BE6F-9BC89E48B27A}" dt="2024-07-20T06:26:10.787" v="55" actId="2696"/>
        <pc:sldMkLst>
          <pc:docMk/>
          <pc:sldMk cId="403304745" sldId="371"/>
        </pc:sldMkLst>
      </pc:sldChg>
      <pc:sldChg chg="del">
        <pc:chgData name="Mohammed Fasha" userId="cc64f42d-a1a6-4f08-b97b-0c37f877119f" providerId="ADAL" clId="{FDE0856B-42F7-40B6-BE6F-9BC89E48B27A}" dt="2024-07-20T06:26:10.787" v="55" actId="2696"/>
        <pc:sldMkLst>
          <pc:docMk/>
          <pc:sldMk cId="1274929313" sldId="372"/>
        </pc:sldMkLst>
      </pc:sldChg>
      <pc:sldChg chg="del">
        <pc:chgData name="Mohammed Fasha" userId="cc64f42d-a1a6-4f08-b97b-0c37f877119f" providerId="ADAL" clId="{FDE0856B-42F7-40B6-BE6F-9BC89E48B27A}" dt="2024-07-20T06:26:10.787" v="55" actId="2696"/>
        <pc:sldMkLst>
          <pc:docMk/>
          <pc:sldMk cId="3412111298" sldId="376"/>
        </pc:sldMkLst>
      </pc:sldChg>
      <pc:sldChg chg="del">
        <pc:chgData name="Mohammed Fasha" userId="cc64f42d-a1a6-4f08-b97b-0c37f877119f" providerId="ADAL" clId="{FDE0856B-42F7-40B6-BE6F-9BC89E48B27A}" dt="2024-07-20T06:26:10.787" v="55" actId="2696"/>
        <pc:sldMkLst>
          <pc:docMk/>
          <pc:sldMk cId="3601872685" sldId="382"/>
        </pc:sldMkLst>
      </pc:sldChg>
      <pc:sldChg chg="del">
        <pc:chgData name="Mohammed Fasha" userId="cc64f42d-a1a6-4f08-b97b-0c37f877119f" providerId="ADAL" clId="{FDE0856B-42F7-40B6-BE6F-9BC89E48B27A}" dt="2024-07-20T06:26:10.787" v="55" actId="2696"/>
        <pc:sldMkLst>
          <pc:docMk/>
          <pc:sldMk cId="215899539" sldId="384"/>
        </pc:sldMkLst>
      </pc:sldChg>
      <pc:sldChg chg="del">
        <pc:chgData name="Mohammed Fasha" userId="cc64f42d-a1a6-4f08-b97b-0c37f877119f" providerId="ADAL" clId="{FDE0856B-42F7-40B6-BE6F-9BC89E48B27A}" dt="2024-07-20T06:26:10.787" v="55" actId="2696"/>
        <pc:sldMkLst>
          <pc:docMk/>
          <pc:sldMk cId="2001631854" sldId="390"/>
        </pc:sldMkLst>
      </pc:sldChg>
      <pc:sldChg chg="addSp delSp modSp del mod">
        <pc:chgData name="Mohammed Fasha" userId="cc64f42d-a1a6-4f08-b97b-0c37f877119f" providerId="ADAL" clId="{FDE0856B-42F7-40B6-BE6F-9BC89E48B27A}" dt="2024-07-20T06:26:18.778" v="59" actId="2696"/>
        <pc:sldMkLst>
          <pc:docMk/>
          <pc:sldMk cId="3645272911" sldId="392"/>
        </pc:sldMkLst>
        <pc:spChg chg="mod">
          <ac:chgData name="Mohammed Fasha" userId="cc64f42d-a1a6-4f08-b97b-0c37f877119f" providerId="ADAL" clId="{FDE0856B-42F7-40B6-BE6F-9BC89E48B27A}" dt="2024-07-20T06:26:13.731" v="56" actId="21"/>
          <ac:spMkLst>
            <pc:docMk/>
            <pc:sldMk cId="3645272911" sldId="392"/>
            <ac:spMk id="3" creationId="{76156C21-AC52-833C-E3BE-ADFDC02E22E3}"/>
          </ac:spMkLst>
        </pc:spChg>
        <pc:picChg chg="del">
          <ac:chgData name="Mohammed Fasha" userId="cc64f42d-a1a6-4f08-b97b-0c37f877119f" providerId="ADAL" clId="{FDE0856B-42F7-40B6-BE6F-9BC89E48B27A}" dt="2024-07-20T06:23:52.572" v="41" actId="21"/>
          <ac:picMkLst>
            <pc:docMk/>
            <pc:sldMk cId="3645272911" sldId="392"/>
            <ac:picMk id="5" creationId="{66567EE9-62A1-E562-E899-9A87FFAD7515}"/>
          </ac:picMkLst>
        </pc:picChg>
        <pc:picChg chg="add del mod">
          <ac:chgData name="Mohammed Fasha" userId="cc64f42d-a1a6-4f08-b97b-0c37f877119f" providerId="ADAL" clId="{FDE0856B-42F7-40B6-BE6F-9BC89E48B27A}" dt="2024-07-20T06:25:15.154" v="47" actId="478"/>
          <ac:picMkLst>
            <pc:docMk/>
            <pc:sldMk cId="3645272911" sldId="392"/>
            <ac:picMk id="1026" creationId="{0F441A60-7ABF-AF6A-0BD2-A65117533138}"/>
          </ac:picMkLst>
        </pc:picChg>
        <pc:picChg chg="add del mod">
          <ac:chgData name="Mohammed Fasha" userId="cc64f42d-a1a6-4f08-b97b-0c37f877119f" providerId="ADAL" clId="{FDE0856B-42F7-40B6-BE6F-9BC89E48B27A}" dt="2024-07-20T06:26:15.102" v="57" actId="21"/>
          <ac:picMkLst>
            <pc:docMk/>
            <pc:sldMk cId="3645272911" sldId="392"/>
            <ac:picMk id="1028" creationId="{7DCE7456-C24C-D5AC-DE97-4B8CFA885E5F}"/>
          </ac:picMkLst>
        </pc:picChg>
      </pc:sldChg>
      <pc:sldChg chg="del">
        <pc:chgData name="Mohammed Fasha" userId="cc64f42d-a1a6-4f08-b97b-0c37f877119f" providerId="ADAL" clId="{FDE0856B-42F7-40B6-BE6F-9BC89E48B27A}" dt="2024-07-20T06:26:10.787" v="55" actId="2696"/>
        <pc:sldMkLst>
          <pc:docMk/>
          <pc:sldMk cId="2976191511" sldId="393"/>
        </pc:sldMkLst>
      </pc:sldChg>
      <pc:sldChg chg="del">
        <pc:chgData name="Mohammed Fasha" userId="cc64f42d-a1a6-4f08-b97b-0c37f877119f" providerId="ADAL" clId="{FDE0856B-42F7-40B6-BE6F-9BC89E48B27A}" dt="2024-07-20T06:26:10.787" v="55" actId="2696"/>
        <pc:sldMkLst>
          <pc:docMk/>
          <pc:sldMk cId="3942416368" sldId="394"/>
        </pc:sldMkLst>
      </pc:sldChg>
      <pc:sldChg chg="del">
        <pc:chgData name="Mohammed Fasha" userId="cc64f42d-a1a6-4f08-b97b-0c37f877119f" providerId="ADAL" clId="{FDE0856B-42F7-40B6-BE6F-9BC89E48B27A}" dt="2024-07-20T06:26:10.787" v="55" actId="2696"/>
        <pc:sldMkLst>
          <pc:docMk/>
          <pc:sldMk cId="2455239288" sldId="398"/>
        </pc:sldMkLst>
      </pc:sldChg>
      <pc:sldChg chg="del">
        <pc:chgData name="Mohammed Fasha" userId="cc64f42d-a1a6-4f08-b97b-0c37f877119f" providerId="ADAL" clId="{FDE0856B-42F7-40B6-BE6F-9BC89E48B27A}" dt="2024-07-20T06:26:10.787" v="55" actId="2696"/>
        <pc:sldMkLst>
          <pc:docMk/>
          <pc:sldMk cId="322630100" sldId="401"/>
        </pc:sldMkLst>
      </pc:sldChg>
      <pc:sldChg chg="del">
        <pc:chgData name="Mohammed Fasha" userId="cc64f42d-a1a6-4f08-b97b-0c37f877119f" providerId="ADAL" clId="{FDE0856B-42F7-40B6-BE6F-9BC89E48B27A}" dt="2024-07-20T06:26:10.787" v="55" actId="2696"/>
        <pc:sldMkLst>
          <pc:docMk/>
          <pc:sldMk cId="2446723419" sldId="402"/>
        </pc:sldMkLst>
      </pc:sldChg>
      <pc:sldChg chg="del">
        <pc:chgData name="Mohammed Fasha" userId="cc64f42d-a1a6-4f08-b97b-0c37f877119f" providerId="ADAL" clId="{FDE0856B-42F7-40B6-BE6F-9BC89E48B27A}" dt="2024-07-20T06:26:10.787" v="55" actId="2696"/>
        <pc:sldMkLst>
          <pc:docMk/>
          <pc:sldMk cId="2708838154" sldId="405"/>
        </pc:sldMkLst>
      </pc:sldChg>
      <pc:sldChg chg="del">
        <pc:chgData name="Mohammed Fasha" userId="cc64f42d-a1a6-4f08-b97b-0c37f877119f" providerId="ADAL" clId="{FDE0856B-42F7-40B6-BE6F-9BC89E48B27A}" dt="2024-07-20T06:26:10.787" v="55" actId="2696"/>
        <pc:sldMkLst>
          <pc:docMk/>
          <pc:sldMk cId="711859222" sldId="406"/>
        </pc:sldMkLst>
      </pc:sldChg>
      <pc:sldChg chg="del">
        <pc:chgData name="Mohammed Fasha" userId="cc64f42d-a1a6-4f08-b97b-0c37f877119f" providerId="ADAL" clId="{FDE0856B-42F7-40B6-BE6F-9BC89E48B27A}" dt="2024-07-20T06:26:10.787" v="55" actId="2696"/>
        <pc:sldMkLst>
          <pc:docMk/>
          <pc:sldMk cId="430192280" sldId="409"/>
        </pc:sldMkLst>
      </pc:sldChg>
      <pc:sldChg chg="del">
        <pc:chgData name="Mohammed Fasha" userId="cc64f42d-a1a6-4f08-b97b-0c37f877119f" providerId="ADAL" clId="{FDE0856B-42F7-40B6-BE6F-9BC89E48B27A}" dt="2024-07-20T06:26:10.787" v="55" actId="2696"/>
        <pc:sldMkLst>
          <pc:docMk/>
          <pc:sldMk cId="866578367" sldId="410"/>
        </pc:sldMkLst>
      </pc:sldChg>
      <pc:sldChg chg="del">
        <pc:chgData name="Mohammed Fasha" userId="cc64f42d-a1a6-4f08-b97b-0c37f877119f" providerId="ADAL" clId="{FDE0856B-42F7-40B6-BE6F-9BC89E48B27A}" dt="2024-07-20T06:26:10.787" v="55" actId="2696"/>
        <pc:sldMkLst>
          <pc:docMk/>
          <pc:sldMk cId="465427976" sldId="414"/>
        </pc:sldMkLst>
      </pc:sldChg>
      <pc:sldChg chg="del">
        <pc:chgData name="Mohammed Fasha" userId="cc64f42d-a1a6-4f08-b97b-0c37f877119f" providerId="ADAL" clId="{FDE0856B-42F7-40B6-BE6F-9BC89E48B27A}" dt="2024-07-20T06:26:10.787" v="55" actId="2696"/>
        <pc:sldMkLst>
          <pc:docMk/>
          <pc:sldMk cId="4222832899" sldId="419"/>
        </pc:sldMkLst>
      </pc:sldChg>
      <pc:sldChg chg="del">
        <pc:chgData name="Mohammed Fasha" userId="cc64f42d-a1a6-4f08-b97b-0c37f877119f" providerId="ADAL" clId="{FDE0856B-42F7-40B6-BE6F-9BC89E48B27A}" dt="2024-07-20T06:26:10.787" v="55" actId="2696"/>
        <pc:sldMkLst>
          <pc:docMk/>
          <pc:sldMk cId="3168225218" sldId="422"/>
        </pc:sldMkLst>
      </pc:sldChg>
      <pc:sldChg chg="del">
        <pc:chgData name="Mohammed Fasha" userId="cc64f42d-a1a6-4f08-b97b-0c37f877119f" providerId="ADAL" clId="{FDE0856B-42F7-40B6-BE6F-9BC89E48B27A}" dt="2024-07-20T06:26:10.787" v="55" actId="2696"/>
        <pc:sldMkLst>
          <pc:docMk/>
          <pc:sldMk cId="2310344807" sldId="423"/>
        </pc:sldMkLst>
      </pc:sldChg>
      <pc:sldChg chg="del">
        <pc:chgData name="Mohammed Fasha" userId="cc64f42d-a1a6-4f08-b97b-0c37f877119f" providerId="ADAL" clId="{FDE0856B-42F7-40B6-BE6F-9BC89E48B27A}" dt="2024-07-20T06:26:10.787" v="55" actId="2696"/>
        <pc:sldMkLst>
          <pc:docMk/>
          <pc:sldMk cId="707737036" sldId="425"/>
        </pc:sldMkLst>
      </pc:sldChg>
      <pc:sldChg chg="del">
        <pc:chgData name="Mohammed Fasha" userId="cc64f42d-a1a6-4f08-b97b-0c37f877119f" providerId="ADAL" clId="{FDE0856B-42F7-40B6-BE6F-9BC89E48B27A}" dt="2024-07-20T06:26:10.787" v="55" actId="2696"/>
        <pc:sldMkLst>
          <pc:docMk/>
          <pc:sldMk cId="232656594" sldId="429"/>
        </pc:sldMkLst>
      </pc:sldChg>
      <pc:sldChg chg="del">
        <pc:chgData name="Mohammed Fasha" userId="cc64f42d-a1a6-4f08-b97b-0c37f877119f" providerId="ADAL" clId="{FDE0856B-42F7-40B6-BE6F-9BC89E48B27A}" dt="2024-07-20T06:26:10.787" v="55" actId="2696"/>
        <pc:sldMkLst>
          <pc:docMk/>
          <pc:sldMk cId="404333880" sldId="433"/>
        </pc:sldMkLst>
      </pc:sldChg>
      <pc:sldChg chg="del">
        <pc:chgData name="Mohammed Fasha" userId="cc64f42d-a1a6-4f08-b97b-0c37f877119f" providerId="ADAL" clId="{FDE0856B-42F7-40B6-BE6F-9BC89E48B27A}" dt="2024-07-20T06:26:10.787" v="55" actId="2696"/>
        <pc:sldMkLst>
          <pc:docMk/>
          <pc:sldMk cId="2523349106" sldId="442"/>
        </pc:sldMkLst>
      </pc:sldChg>
      <pc:sldChg chg="del">
        <pc:chgData name="Mohammed Fasha" userId="cc64f42d-a1a6-4f08-b97b-0c37f877119f" providerId="ADAL" clId="{FDE0856B-42F7-40B6-BE6F-9BC89E48B27A}" dt="2024-07-20T06:26:10.787" v="55" actId="2696"/>
        <pc:sldMkLst>
          <pc:docMk/>
          <pc:sldMk cId="2515022167" sldId="443"/>
        </pc:sldMkLst>
      </pc:sldChg>
      <pc:sldChg chg="del">
        <pc:chgData name="Mohammed Fasha" userId="cc64f42d-a1a6-4f08-b97b-0c37f877119f" providerId="ADAL" clId="{FDE0856B-42F7-40B6-BE6F-9BC89E48B27A}" dt="2024-07-20T06:26:10.787" v="55" actId="2696"/>
        <pc:sldMkLst>
          <pc:docMk/>
          <pc:sldMk cId="1977389857" sldId="445"/>
        </pc:sldMkLst>
      </pc:sldChg>
      <pc:sldChg chg="del">
        <pc:chgData name="Mohammed Fasha" userId="cc64f42d-a1a6-4f08-b97b-0c37f877119f" providerId="ADAL" clId="{FDE0856B-42F7-40B6-BE6F-9BC89E48B27A}" dt="2024-07-20T06:26:10.787" v="55" actId="2696"/>
        <pc:sldMkLst>
          <pc:docMk/>
          <pc:sldMk cId="2140515002" sldId="446"/>
        </pc:sldMkLst>
      </pc:sldChg>
      <pc:sldChg chg="del">
        <pc:chgData name="Mohammed Fasha" userId="cc64f42d-a1a6-4f08-b97b-0c37f877119f" providerId="ADAL" clId="{FDE0856B-42F7-40B6-BE6F-9BC89E48B27A}" dt="2024-07-20T06:26:10.787" v="55" actId="2696"/>
        <pc:sldMkLst>
          <pc:docMk/>
          <pc:sldMk cId="1932795151" sldId="448"/>
        </pc:sldMkLst>
      </pc:sldChg>
      <pc:sldChg chg="del">
        <pc:chgData name="Mohammed Fasha" userId="cc64f42d-a1a6-4f08-b97b-0c37f877119f" providerId="ADAL" clId="{FDE0856B-42F7-40B6-BE6F-9BC89E48B27A}" dt="2024-07-20T06:26:10.787" v="55" actId="2696"/>
        <pc:sldMkLst>
          <pc:docMk/>
          <pc:sldMk cId="1837964685" sldId="451"/>
        </pc:sldMkLst>
      </pc:sldChg>
      <pc:sldChg chg="del">
        <pc:chgData name="Mohammed Fasha" userId="cc64f42d-a1a6-4f08-b97b-0c37f877119f" providerId="ADAL" clId="{FDE0856B-42F7-40B6-BE6F-9BC89E48B27A}" dt="2024-07-20T06:26:10.787" v="55" actId="2696"/>
        <pc:sldMkLst>
          <pc:docMk/>
          <pc:sldMk cId="1229244997" sldId="452"/>
        </pc:sldMkLst>
      </pc:sldChg>
      <pc:sldChg chg="del">
        <pc:chgData name="Mohammed Fasha" userId="cc64f42d-a1a6-4f08-b97b-0c37f877119f" providerId="ADAL" clId="{FDE0856B-42F7-40B6-BE6F-9BC89E48B27A}" dt="2024-07-20T06:26:10.787" v="55" actId="2696"/>
        <pc:sldMkLst>
          <pc:docMk/>
          <pc:sldMk cId="1789205401" sldId="453"/>
        </pc:sldMkLst>
      </pc:sldChg>
      <pc:sldChg chg="delSp modSp mod">
        <pc:chgData name="Mohammed Fasha" userId="cc64f42d-a1a6-4f08-b97b-0c37f877119f" providerId="ADAL" clId="{FDE0856B-42F7-40B6-BE6F-9BC89E48B27A}" dt="2024-07-20T08:41:57.185" v="685"/>
        <pc:sldMkLst>
          <pc:docMk/>
          <pc:sldMk cId="1489447582" sldId="455"/>
        </pc:sldMkLst>
        <pc:spChg chg="del">
          <ac:chgData name="Mohammed Fasha" userId="cc64f42d-a1a6-4f08-b97b-0c37f877119f" providerId="ADAL" clId="{FDE0856B-42F7-40B6-BE6F-9BC89E48B27A}" dt="2024-07-20T06:23:07.737" v="40" actId="478"/>
          <ac:spMkLst>
            <pc:docMk/>
            <pc:sldMk cId="1489447582" sldId="455"/>
            <ac:spMk id="7" creationId="{FD190324-E495-4100-4909-F24AF7004A83}"/>
          </ac:spMkLst>
        </pc:spChg>
        <pc:spChg chg="mod">
          <ac:chgData name="Mohammed Fasha" userId="cc64f42d-a1a6-4f08-b97b-0c37f877119f" providerId="ADAL" clId="{FDE0856B-42F7-40B6-BE6F-9BC89E48B27A}" dt="2024-07-20T06:23:03.568" v="39" actId="20577"/>
          <ac:spMkLst>
            <pc:docMk/>
            <pc:sldMk cId="1489447582" sldId="455"/>
            <ac:spMk id="8" creationId="{107CF054-390C-DCFC-C9A6-9E95C859A175}"/>
          </ac:spMkLst>
        </pc:spChg>
        <pc:spChg chg="mod">
          <ac:chgData name="Mohammed Fasha" userId="cc64f42d-a1a6-4f08-b97b-0c37f877119f" providerId="ADAL" clId="{FDE0856B-42F7-40B6-BE6F-9BC89E48B27A}" dt="2024-07-20T08:41:57.185" v="685"/>
          <ac:spMkLst>
            <pc:docMk/>
            <pc:sldMk cId="1489447582" sldId="455"/>
            <ac:spMk id="9" creationId="{F599965F-D781-62F6-30A4-33D89AC89080}"/>
          </ac:spMkLst>
        </pc:spChg>
      </pc:sldChg>
      <pc:sldChg chg="addSp delSp modSp new del mod">
        <pc:chgData name="Mohammed Fasha" userId="cc64f42d-a1a6-4f08-b97b-0c37f877119f" providerId="ADAL" clId="{FDE0856B-42F7-40B6-BE6F-9BC89E48B27A}" dt="2024-07-20T08:10:40.259" v="280" actId="2696"/>
        <pc:sldMkLst>
          <pc:docMk/>
          <pc:sldMk cId="1661754764" sldId="456"/>
        </pc:sldMkLst>
        <pc:spChg chg="mod">
          <ac:chgData name="Mohammed Fasha" userId="cc64f42d-a1a6-4f08-b97b-0c37f877119f" providerId="ADAL" clId="{FDE0856B-42F7-40B6-BE6F-9BC89E48B27A}" dt="2024-07-20T06:31:17.889" v="67" actId="27636"/>
          <ac:spMkLst>
            <pc:docMk/>
            <pc:sldMk cId="1661754764" sldId="456"/>
            <ac:spMk id="2" creationId="{C033D873-B71B-738F-1744-B688ECFFF367}"/>
          </ac:spMkLst>
        </pc:spChg>
        <pc:spChg chg="mod">
          <ac:chgData name="Mohammed Fasha" userId="cc64f42d-a1a6-4f08-b97b-0c37f877119f" providerId="ADAL" clId="{FDE0856B-42F7-40B6-BE6F-9BC89E48B27A}" dt="2024-07-20T08:10:10.469" v="271" actId="21"/>
          <ac:spMkLst>
            <pc:docMk/>
            <pc:sldMk cId="1661754764" sldId="456"/>
            <ac:spMk id="3" creationId="{784E670A-2F54-250E-B4A5-761582666DDF}"/>
          </ac:spMkLst>
        </pc:spChg>
        <pc:picChg chg="add del mod">
          <ac:chgData name="Mohammed Fasha" userId="cc64f42d-a1a6-4f08-b97b-0c37f877119f" providerId="ADAL" clId="{FDE0856B-42F7-40B6-BE6F-9BC89E48B27A}" dt="2024-07-20T08:10:29.153" v="277" actId="21"/>
          <ac:picMkLst>
            <pc:docMk/>
            <pc:sldMk cId="1661754764" sldId="456"/>
            <ac:picMk id="2050" creationId="{36C7B308-8CF9-7620-635B-7F93A5204C01}"/>
          </ac:picMkLst>
        </pc:picChg>
      </pc:sldChg>
      <pc:sldChg chg="add del">
        <pc:chgData name="Mohammed Fasha" userId="cc64f42d-a1a6-4f08-b97b-0c37f877119f" providerId="ADAL" clId="{FDE0856B-42F7-40B6-BE6F-9BC89E48B27A}" dt="2024-07-20T18:39:04.395" v="3783" actId="2696"/>
        <pc:sldMkLst>
          <pc:docMk/>
          <pc:sldMk cId="146956301" sldId="457"/>
        </pc:sldMkLst>
      </pc:sldChg>
      <pc:sldChg chg="del">
        <pc:chgData name="Mohammed Fasha" userId="cc64f42d-a1a6-4f08-b97b-0c37f877119f" providerId="ADAL" clId="{FDE0856B-42F7-40B6-BE6F-9BC89E48B27A}" dt="2024-07-20T06:26:10.787" v="55" actId="2696"/>
        <pc:sldMkLst>
          <pc:docMk/>
          <pc:sldMk cId="2921402285" sldId="457"/>
        </pc:sldMkLst>
      </pc:sldChg>
      <pc:sldChg chg="addSp delSp modSp new del mod">
        <pc:chgData name="Mohammed Fasha" userId="cc64f42d-a1a6-4f08-b97b-0c37f877119f" providerId="ADAL" clId="{FDE0856B-42F7-40B6-BE6F-9BC89E48B27A}" dt="2024-07-20T11:59:53.806" v="1443" actId="2696"/>
        <pc:sldMkLst>
          <pc:docMk/>
          <pc:sldMk cId="3161911590" sldId="457"/>
        </pc:sldMkLst>
        <pc:spChg chg="mod">
          <ac:chgData name="Mohammed Fasha" userId="cc64f42d-a1a6-4f08-b97b-0c37f877119f" providerId="ADAL" clId="{FDE0856B-42F7-40B6-BE6F-9BC89E48B27A}" dt="2024-07-20T11:59:50.797" v="1442" actId="20577"/>
          <ac:spMkLst>
            <pc:docMk/>
            <pc:sldMk cId="3161911590" sldId="457"/>
            <ac:spMk id="2" creationId="{95C58564-2872-FCB1-6A59-891833B02255}"/>
          </ac:spMkLst>
        </pc:spChg>
        <pc:spChg chg="del">
          <ac:chgData name="Mohammed Fasha" userId="cc64f42d-a1a6-4f08-b97b-0c37f877119f" providerId="ADAL" clId="{FDE0856B-42F7-40B6-BE6F-9BC89E48B27A}" dt="2024-07-20T06:29:19.067" v="61" actId="22"/>
          <ac:spMkLst>
            <pc:docMk/>
            <pc:sldMk cId="3161911590" sldId="457"/>
            <ac:spMk id="3" creationId="{9B11D9E3-68E2-32A8-8351-E98064509626}"/>
          </ac:spMkLst>
        </pc:spChg>
        <pc:picChg chg="add mod ord">
          <ac:chgData name="Mohammed Fasha" userId="cc64f42d-a1a6-4f08-b97b-0c37f877119f" providerId="ADAL" clId="{FDE0856B-42F7-40B6-BE6F-9BC89E48B27A}" dt="2024-07-20T06:29:19.067" v="61" actId="22"/>
          <ac:picMkLst>
            <pc:docMk/>
            <pc:sldMk cId="3161911590" sldId="457"/>
            <ac:picMk id="5" creationId="{E7A26877-E74C-F27F-FC5D-0D219C7EA66B}"/>
          </ac:picMkLst>
        </pc:picChg>
      </pc:sldChg>
      <pc:sldChg chg="modSp new del mod ord">
        <pc:chgData name="Mohammed Fasha" userId="cc64f42d-a1a6-4f08-b97b-0c37f877119f" providerId="ADAL" clId="{FDE0856B-42F7-40B6-BE6F-9BC89E48B27A}" dt="2024-07-20T12:14:30.003" v="1592" actId="47"/>
        <pc:sldMkLst>
          <pc:docMk/>
          <pc:sldMk cId="242810291" sldId="458"/>
        </pc:sldMkLst>
        <pc:spChg chg="mod">
          <ac:chgData name="Mohammed Fasha" userId="cc64f42d-a1a6-4f08-b97b-0c37f877119f" providerId="ADAL" clId="{FDE0856B-42F7-40B6-BE6F-9BC89E48B27A}" dt="2024-07-20T06:31:55.730" v="80" actId="27636"/>
          <ac:spMkLst>
            <pc:docMk/>
            <pc:sldMk cId="242810291" sldId="458"/>
            <ac:spMk id="2" creationId="{68BD847F-CA6F-9492-2597-B7FB8B461A00}"/>
          </ac:spMkLst>
        </pc:spChg>
        <pc:spChg chg="mod">
          <ac:chgData name="Mohammed Fasha" userId="cc64f42d-a1a6-4f08-b97b-0c37f877119f" providerId="ADAL" clId="{FDE0856B-42F7-40B6-BE6F-9BC89E48B27A}" dt="2024-07-20T06:56:19.527" v="235" actId="207"/>
          <ac:spMkLst>
            <pc:docMk/>
            <pc:sldMk cId="242810291" sldId="458"/>
            <ac:spMk id="3" creationId="{43441FB5-68D0-8515-D201-993B5939B1A8}"/>
          </ac:spMkLst>
        </pc:spChg>
      </pc:sldChg>
      <pc:sldChg chg="del">
        <pc:chgData name="Mohammed Fasha" userId="cc64f42d-a1a6-4f08-b97b-0c37f877119f" providerId="ADAL" clId="{FDE0856B-42F7-40B6-BE6F-9BC89E48B27A}" dt="2024-07-20T06:26:10.787" v="55" actId="2696"/>
        <pc:sldMkLst>
          <pc:docMk/>
          <pc:sldMk cId="1912979039" sldId="458"/>
        </pc:sldMkLst>
      </pc:sldChg>
      <pc:sldChg chg="del">
        <pc:chgData name="Mohammed Fasha" userId="cc64f42d-a1a6-4f08-b97b-0c37f877119f" providerId="ADAL" clId="{FDE0856B-42F7-40B6-BE6F-9BC89E48B27A}" dt="2024-07-20T06:26:10.787" v="55" actId="2696"/>
        <pc:sldMkLst>
          <pc:docMk/>
          <pc:sldMk cId="484589733" sldId="459"/>
        </pc:sldMkLst>
      </pc:sldChg>
      <pc:sldChg chg="addSp delSp modSp new del mod">
        <pc:chgData name="Mohammed Fasha" userId="cc64f42d-a1a6-4f08-b97b-0c37f877119f" providerId="ADAL" clId="{FDE0856B-42F7-40B6-BE6F-9BC89E48B27A}" dt="2024-07-20T11:31:18.997" v="1116" actId="2696"/>
        <pc:sldMkLst>
          <pc:docMk/>
          <pc:sldMk cId="653481570" sldId="459"/>
        </pc:sldMkLst>
        <pc:spChg chg="mod">
          <ac:chgData name="Mohammed Fasha" userId="cc64f42d-a1a6-4f08-b97b-0c37f877119f" providerId="ADAL" clId="{FDE0856B-42F7-40B6-BE6F-9BC89E48B27A}" dt="2024-07-20T06:50:50.909" v="158" actId="20577"/>
          <ac:spMkLst>
            <pc:docMk/>
            <pc:sldMk cId="653481570" sldId="459"/>
            <ac:spMk id="2" creationId="{3CADD65D-9981-EF1D-14F6-5FC669CF8B65}"/>
          </ac:spMkLst>
        </pc:spChg>
        <pc:spChg chg="del">
          <ac:chgData name="Mohammed Fasha" userId="cc64f42d-a1a6-4f08-b97b-0c37f877119f" providerId="ADAL" clId="{FDE0856B-42F7-40B6-BE6F-9BC89E48B27A}" dt="2024-07-20T06:50:44.568" v="133" actId="22"/>
          <ac:spMkLst>
            <pc:docMk/>
            <pc:sldMk cId="653481570" sldId="459"/>
            <ac:spMk id="3" creationId="{8D362AC7-2E9D-9788-E77C-12DCCA7C8E08}"/>
          </ac:spMkLst>
        </pc:spChg>
        <pc:picChg chg="add mod ord">
          <ac:chgData name="Mohammed Fasha" userId="cc64f42d-a1a6-4f08-b97b-0c37f877119f" providerId="ADAL" clId="{FDE0856B-42F7-40B6-BE6F-9BC89E48B27A}" dt="2024-07-20T06:50:44.568" v="133" actId="22"/>
          <ac:picMkLst>
            <pc:docMk/>
            <pc:sldMk cId="653481570" sldId="459"/>
            <ac:picMk id="5" creationId="{EA1D18FE-6C05-BE35-1BE5-DA1AB8BD4A2E}"/>
          </ac:picMkLst>
        </pc:picChg>
      </pc:sldChg>
      <pc:sldChg chg="add del">
        <pc:chgData name="Mohammed Fasha" userId="cc64f42d-a1a6-4f08-b97b-0c37f877119f" providerId="ADAL" clId="{FDE0856B-42F7-40B6-BE6F-9BC89E48B27A}" dt="2024-07-20T12:21:57.444" v="1779" actId="2696"/>
        <pc:sldMkLst>
          <pc:docMk/>
          <pc:sldMk cId="2303108436" sldId="459"/>
        </pc:sldMkLst>
      </pc:sldChg>
      <pc:sldChg chg="modSp new del mod">
        <pc:chgData name="Mohammed Fasha" userId="cc64f42d-a1a6-4f08-b97b-0c37f877119f" providerId="ADAL" clId="{FDE0856B-42F7-40B6-BE6F-9BC89E48B27A}" dt="2024-07-20T12:14:30.353" v="1593" actId="47"/>
        <pc:sldMkLst>
          <pc:docMk/>
          <pc:sldMk cId="1226900019" sldId="460"/>
        </pc:sldMkLst>
        <pc:spChg chg="mod">
          <ac:chgData name="Mohammed Fasha" userId="cc64f42d-a1a6-4f08-b97b-0c37f877119f" providerId="ADAL" clId="{FDE0856B-42F7-40B6-BE6F-9BC89E48B27A}" dt="2024-07-20T06:53:22.564" v="211" actId="20577"/>
          <ac:spMkLst>
            <pc:docMk/>
            <pc:sldMk cId="1226900019" sldId="460"/>
            <ac:spMk id="2" creationId="{4EFF2A51-0CC0-F9B3-A950-FCB9C91E4C06}"/>
          </ac:spMkLst>
        </pc:spChg>
        <pc:spChg chg="mod">
          <ac:chgData name="Mohammed Fasha" userId="cc64f42d-a1a6-4f08-b97b-0c37f877119f" providerId="ADAL" clId="{FDE0856B-42F7-40B6-BE6F-9BC89E48B27A}" dt="2024-07-20T06:53:49.714" v="215" actId="20577"/>
          <ac:spMkLst>
            <pc:docMk/>
            <pc:sldMk cId="1226900019" sldId="460"/>
            <ac:spMk id="3" creationId="{A24753F5-6E07-6025-031F-774046D9E1FD}"/>
          </ac:spMkLst>
        </pc:spChg>
      </pc:sldChg>
      <pc:sldChg chg="del">
        <pc:chgData name="Mohammed Fasha" userId="cc64f42d-a1a6-4f08-b97b-0c37f877119f" providerId="ADAL" clId="{FDE0856B-42F7-40B6-BE6F-9BC89E48B27A}" dt="2024-07-20T06:26:10.787" v="55" actId="2696"/>
        <pc:sldMkLst>
          <pc:docMk/>
          <pc:sldMk cId="1770736122" sldId="460"/>
        </pc:sldMkLst>
      </pc:sldChg>
      <pc:sldChg chg="addSp delSp modSp new mod ord">
        <pc:chgData name="Mohammed Fasha" userId="cc64f42d-a1a6-4f08-b97b-0c37f877119f" providerId="ADAL" clId="{FDE0856B-42F7-40B6-BE6F-9BC89E48B27A}" dt="2024-07-22T11:03:17.168" v="4866" actId="207"/>
        <pc:sldMkLst>
          <pc:docMk/>
          <pc:sldMk cId="1520811175" sldId="461"/>
        </pc:sldMkLst>
        <pc:spChg chg="mod">
          <ac:chgData name="Mohammed Fasha" userId="cc64f42d-a1a6-4f08-b97b-0c37f877119f" providerId="ADAL" clId="{FDE0856B-42F7-40B6-BE6F-9BC89E48B27A}" dt="2024-07-20T08:33:54.815" v="644" actId="14100"/>
          <ac:spMkLst>
            <pc:docMk/>
            <pc:sldMk cId="1520811175" sldId="461"/>
            <ac:spMk id="2" creationId="{CF386F50-339D-9440-A1E4-E08AC86F81F2}"/>
          </ac:spMkLst>
        </pc:spChg>
        <pc:spChg chg="mod">
          <ac:chgData name="Mohammed Fasha" userId="cc64f42d-a1a6-4f08-b97b-0c37f877119f" providerId="ADAL" clId="{FDE0856B-42F7-40B6-BE6F-9BC89E48B27A}" dt="2024-07-22T11:03:17.168" v="4866" actId="207"/>
          <ac:spMkLst>
            <pc:docMk/>
            <pc:sldMk cId="1520811175" sldId="461"/>
            <ac:spMk id="3" creationId="{B92CD2E7-BAEA-CFA3-E570-63FF39B44CD1}"/>
          </ac:spMkLst>
        </pc:spChg>
        <pc:picChg chg="add del">
          <ac:chgData name="Mohammed Fasha" userId="cc64f42d-a1a6-4f08-b97b-0c37f877119f" providerId="ADAL" clId="{FDE0856B-42F7-40B6-BE6F-9BC89E48B27A}" dt="2024-07-20T12:32:15.368" v="1805" actId="22"/>
          <ac:picMkLst>
            <pc:docMk/>
            <pc:sldMk cId="1520811175" sldId="461"/>
            <ac:picMk id="5" creationId="{8CD44998-D566-FC26-3143-014812DDF47D}"/>
          </ac:picMkLst>
        </pc:picChg>
        <pc:picChg chg="add mod">
          <ac:chgData name="Mohammed Fasha" userId="cc64f42d-a1a6-4f08-b97b-0c37f877119f" providerId="ADAL" clId="{FDE0856B-42F7-40B6-BE6F-9BC89E48B27A}" dt="2024-07-20T08:33:56.160" v="645" actId="1076"/>
          <ac:picMkLst>
            <pc:docMk/>
            <pc:sldMk cId="1520811175" sldId="461"/>
            <ac:picMk id="2050" creationId="{36C7B308-8CF9-7620-635B-7F93A5204C01}"/>
          </ac:picMkLst>
        </pc:picChg>
      </pc:sldChg>
      <pc:sldChg chg="addSp modSp new mod">
        <pc:chgData name="Mohammed Fasha" userId="cc64f42d-a1a6-4f08-b97b-0c37f877119f" providerId="ADAL" clId="{FDE0856B-42F7-40B6-BE6F-9BC89E48B27A}" dt="2024-07-20T13:07:20.069" v="2562" actId="1076"/>
        <pc:sldMkLst>
          <pc:docMk/>
          <pc:sldMk cId="2492344261" sldId="462"/>
        </pc:sldMkLst>
        <pc:spChg chg="mod">
          <ac:chgData name="Mohammed Fasha" userId="cc64f42d-a1a6-4f08-b97b-0c37f877119f" providerId="ADAL" clId="{FDE0856B-42F7-40B6-BE6F-9BC89E48B27A}" dt="2024-07-20T13:07:04.066" v="2560" actId="404"/>
          <ac:spMkLst>
            <pc:docMk/>
            <pc:sldMk cId="2492344261" sldId="462"/>
            <ac:spMk id="2" creationId="{A1D648CB-D79F-799C-843E-44F044CB73B7}"/>
          </ac:spMkLst>
        </pc:spChg>
        <pc:spChg chg="mod">
          <ac:chgData name="Mohammed Fasha" userId="cc64f42d-a1a6-4f08-b97b-0c37f877119f" providerId="ADAL" clId="{FDE0856B-42F7-40B6-BE6F-9BC89E48B27A}" dt="2024-07-20T13:07:04.066" v="2560" actId="404"/>
          <ac:spMkLst>
            <pc:docMk/>
            <pc:sldMk cId="2492344261" sldId="462"/>
            <ac:spMk id="3" creationId="{207DF167-1A00-D01F-AB0D-C872A5F6FD63}"/>
          </ac:spMkLst>
        </pc:spChg>
        <pc:picChg chg="add mod">
          <ac:chgData name="Mohammed Fasha" userId="cc64f42d-a1a6-4f08-b97b-0c37f877119f" providerId="ADAL" clId="{FDE0856B-42F7-40B6-BE6F-9BC89E48B27A}" dt="2024-07-20T13:07:20.069" v="2562" actId="1076"/>
          <ac:picMkLst>
            <pc:docMk/>
            <pc:sldMk cId="2492344261" sldId="462"/>
            <ac:picMk id="3074" creationId="{FE9D37B7-ED4D-FA4F-19A3-F1D708A7ED55}"/>
          </ac:picMkLst>
        </pc:picChg>
      </pc:sldChg>
      <pc:sldChg chg="del">
        <pc:chgData name="Mohammed Fasha" userId="cc64f42d-a1a6-4f08-b97b-0c37f877119f" providerId="ADAL" clId="{FDE0856B-42F7-40B6-BE6F-9BC89E48B27A}" dt="2024-07-20T06:26:10.787" v="55" actId="2696"/>
        <pc:sldMkLst>
          <pc:docMk/>
          <pc:sldMk cId="2965647848" sldId="463"/>
        </pc:sldMkLst>
      </pc:sldChg>
      <pc:sldChg chg="modSp new mod">
        <pc:chgData name="Mohammed Fasha" userId="cc64f42d-a1a6-4f08-b97b-0c37f877119f" providerId="ADAL" clId="{FDE0856B-42F7-40B6-BE6F-9BC89E48B27A}" dt="2024-07-20T09:30:50.785" v="936" actId="207"/>
        <pc:sldMkLst>
          <pc:docMk/>
          <pc:sldMk cId="3169967024" sldId="463"/>
        </pc:sldMkLst>
        <pc:spChg chg="mod">
          <ac:chgData name="Mohammed Fasha" userId="cc64f42d-a1a6-4f08-b97b-0c37f877119f" providerId="ADAL" clId="{FDE0856B-42F7-40B6-BE6F-9BC89E48B27A}" dt="2024-07-20T08:31:57.584" v="577" actId="20577"/>
          <ac:spMkLst>
            <pc:docMk/>
            <pc:sldMk cId="3169967024" sldId="463"/>
            <ac:spMk id="2" creationId="{81CCE5A2-BA7C-0494-8A12-A098EC76D386}"/>
          </ac:spMkLst>
        </pc:spChg>
        <pc:spChg chg="mod">
          <ac:chgData name="Mohammed Fasha" userId="cc64f42d-a1a6-4f08-b97b-0c37f877119f" providerId="ADAL" clId="{FDE0856B-42F7-40B6-BE6F-9BC89E48B27A}" dt="2024-07-20T09:30:50.785" v="936" actId="207"/>
          <ac:spMkLst>
            <pc:docMk/>
            <pc:sldMk cId="3169967024" sldId="463"/>
            <ac:spMk id="3" creationId="{79DC08C5-F59D-35D2-93FD-CD301F7F69E1}"/>
          </ac:spMkLst>
        </pc:spChg>
      </pc:sldChg>
      <pc:sldChg chg="del">
        <pc:chgData name="Mohammed Fasha" userId="cc64f42d-a1a6-4f08-b97b-0c37f877119f" providerId="ADAL" clId="{FDE0856B-42F7-40B6-BE6F-9BC89E48B27A}" dt="2024-07-20T06:26:10.787" v="55" actId="2696"/>
        <pc:sldMkLst>
          <pc:docMk/>
          <pc:sldMk cId="109379533" sldId="464"/>
        </pc:sldMkLst>
      </pc:sldChg>
      <pc:sldChg chg="addSp modSp new mod">
        <pc:chgData name="Mohammed Fasha" userId="cc64f42d-a1a6-4f08-b97b-0c37f877119f" providerId="ADAL" clId="{FDE0856B-42F7-40B6-BE6F-9BC89E48B27A}" dt="2024-07-20T09:30:59.522" v="937" actId="207"/>
        <pc:sldMkLst>
          <pc:docMk/>
          <pc:sldMk cId="2336960120" sldId="464"/>
        </pc:sldMkLst>
        <pc:spChg chg="mod">
          <ac:chgData name="Mohammed Fasha" userId="cc64f42d-a1a6-4f08-b97b-0c37f877119f" providerId="ADAL" clId="{FDE0856B-42F7-40B6-BE6F-9BC89E48B27A}" dt="2024-07-20T08:23:23.783" v="457" actId="20577"/>
          <ac:spMkLst>
            <pc:docMk/>
            <pc:sldMk cId="2336960120" sldId="464"/>
            <ac:spMk id="2" creationId="{D952A635-C510-9D78-58E3-D96211B3097C}"/>
          </ac:spMkLst>
        </pc:spChg>
        <pc:spChg chg="mod">
          <ac:chgData name="Mohammed Fasha" userId="cc64f42d-a1a6-4f08-b97b-0c37f877119f" providerId="ADAL" clId="{FDE0856B-42F7-40B6-BE6F-9BC89E48B27A}" dt="2024-07-20T09:30:59.522" v="937" actId="207"/>
          <ac:spMkLst>
            <pc:docMk/>
            <pc:sldMk cId="2336960120" sldId="464"/>
            <ac:spMk id="3" creationId="{EC9AF41B-9341-75B4-C8C6-D9894BDD8B2A}"/>
          </ac:spMkLst>
        </pc:spChg>
        <pc:spChg chg="add">
          <ac:chgData name="Mohammed Fasha" userId="cc64f42d-a1a6-4f08-b97b-0c37f877119f" providerId="ADAL" clId="{FDE0856B-42F7-40B6-BE6F-9BC89E48B27A}" dt="2024-07-20T08:22:16.144" v="401"/>
          <ac:spMkLst>
            <pc:docMk/>
            <pc:sldMk cId="2336960120" sldId="464"/>
            <ac:spMk id="4" creationId="{97D119E9-B0C3-D2CB-1BF8-1AFE3F7D6C03}"/>
          </ac:spMkLst>
        </pc:spChg>
      </pc:sldChg>
      <pc:sldChg chg="modSp new mod">
        <pc:chgData name="Mohammed Fasha" userId="cc64f42d-a1a6-4f08-b97b-0c37f877119f" providerId="ADAL" clId="{FDE0856B-42F7-40B6-BE6F-9BC89E48B27A}" dt="2024-07-20T09:31:04.467" v="938" actId="207"/>
        <pc:sldMkLst>
          <pc:docMk/>
          <pc:sldMk cId="700185716" sldId="465"/>
        </pc:sldMkLst>
        <pc:spChg chg="mod">
          <ac:chgData name="Mohammed Fasha" userId="cc64f42d-a1a6-4f08-b97b-0c37f877119f" providerId="ADAL" clId="{FDE0856B-42F7-40B6-BE6F-9BC89E48B27A}" dt="2024-07-20T08:23:56.655" v="469" actId="20577"/>
          <ac:spMkLst>
            <pc:docMk/>
            <pc:sldMk cId="700185716" sldId="465"/>
            <ac:spMk id="2" creationId="{EDE58EE7-7AD9-637E-9AFF-D5B022866F0C}"/>
          </ac:spMkLst>
        </pc:spChg>
        <pc:spChg chg="mod">
          <ac:chgData name="Mohammed Fasha" userId="cc64f42d-a1a6-4f08-b97b-0c37f877119f" providerId="ADAL" clId="{FDE0856B-42F7-40B6-BE6F-9BC89E48B27A}" dt="2024-07-20T09:31:04.467" v="938" actId="207"/>
          <ac:spMkLst>
            <pc:docMk/>
            <pc:sldMk cId="700185716" sldId="465"/>
            <ac:spMk id="3" creationId="{64C230D2-1D22-7EE2-A1B6-E3B6A48AD9E2}"/>
          </ac:spMkLst>
        </pc:spChg>
      </pc:sldChg>
      <pc:sldChg chg="modSp add mod">
        <pc:chgData name="Mohammed Fasha" userId="cc64f42d-a1a6-4f08-b97b-0c37f877119f" providerId="ADAL" clId="{FDE0856B-42F7-40B6-BE6F-9BC89E48B27A}" dt="2024-07-20T09:31:08.348" v="939" actId="207"/>
        <pc:sldMkLst>
          <pc:docMk/>
          <pc:sldMk cId="2849205594" sldId="466"/>
        </pc:sldMkLst>
        <pc:spChg chg="mod">
          <ac:chgData name="Mohammed Fasha" userId="cc64f42d-a1a6-4f08-b97b-0c37f877119f" providerId="ADAL" clId="{FDE0856B-42F7-40B6-BE6F-9BC89E48B27A}" dt="2024-07-20T08:31:45.270" v="554" actId="20577"/>
          <ac:spMkLst>
            <pc:docMk/>
            <pc:sldMk cId="2849205594" sldId="466"/>
            <ac:spMk id="2" creationId="{EDE58EE7-7AD9-637E-9AFF-D5B022866F0C}"/>
          </ac:spMkLst>
        </pc:spChg>
        <pc:spChg chg="mod">
          <ac:chgData name="Mohammed Fasha" userId="cc64f42d-a1a6-4f08-b97b-0c37f877119f" providerId="ADAL" clId="{FDE0856B-42F7-40B6-BE6F-9BC89E48B27A}" dt="2024-07-20T09:31:08.348" v="939" actId="207"/>
          <ac:spMkLst>
            <pc:docMk/>
            <pc:sldMk cId="2849205594" sldId="466"/>
            <ac:spMk id="3" creationId="{64C230D2-1D22-7EE2-A1B6-E3B6A48AD9E2}"/>
          </ac:spMkLst>
        </pc:spChg>
      </pc:sldChg>
      <pc:sldChg chg="del">
        <pc:chgData name="Mohammed Fasha" userId="cc64f42d-a1a6-4f08-b97b-0c37f877119f" providerId="ADAL" clId="{FDE0856B-42F7-40B6-BE6F-9BC89E48B27A}" dt="2024-07-20T06:26:10.787" v="55" actId="2696"/>
        <pc:sldMkLst>
          <pc:docMk/>
          <pc:sldMk cId="719424402" sldId="467"/>
        </pc:sldMkLst>
      </pc:sldChg>
      <pc:sldChg chg="modSp add mod">
        <pc:chgData name="Mohammed Fasha" userId="cc64f42d-a1a6-4f08-b97b-0c37f877119f" providerId="ADAL" clId="{FDE0856B-42F7-40B6-BE6F-9BC89E48B27A}" dt="2024-07-20T09:31:11.557" v="940" actId="207"/>
        <pc:sldMkLst>
          <pc:docMk/>
          <pc:sldMk cId="1202047402" sldId="467"/>
        </pc:sldMkLst>
        <pc:spChg chg="mod">
          <ac:chgData name="Mohammed Fasha" userId="cc64f42d-a1a6-4f08-b97b-0c37f877119f" providerId="ADAL" clId="{FDE0856B-42F7-40B6-BE6F-9BC89E48B27A}" dt="2024-07-20T08:34:29.575" v="652" actId="20577"/>
          <ac:spMkLst>
            <pc:docMk/>
            <pc:sldMk cId="1202047402" sldId="467"/>
            <ac:spMk id="2" creationId="{EDE58EE7-7AD9-637E-9AFF-D5B022866F0C}"/>
          </ac:spMkLst>
        </pc:spChg>
        <pc:spChg chg="mod">
          <ac:chgData name="Mohammed Fasha" userId="cc64f42d-a1a6-4f08-b97b-0c37f877119f" providerId="ADAL" clId="{FDE0856B-42F7-40B6-BE6F-9BC89E48B27A}" dt="2024-07-20T09:31:11.557" v="940" actId="207"/>
          <ac:spMkLst>
            <pc:docMk/>
            <pc:sldMk cId="1202047402" sldId="467"/>
            <ac:spMk id="3" creationId="{64C230D2-1D22-7EE2-A1B6-E3B6A48AD9E2}"/>
          </ac:spMkLst>
        </pc:spChg>
      </pc:sldChg>
      <pc:sldChg chg="delSp modSp add mod modClrScheme chgLayout">
        <pc:chgData name="Mohammed Fasha" userId="cc64f42d-a1a6-4f08-b97b-0c37f877119f" providerId="ADAL" clId="{FDE0856B-42F7-40B6-BE6F-9BC89E48B27A}" dt="2024-07-22T11:04:08.784" v="4867" actId="14100"/>
        <pc:sldMkLst>
          <pc:docMk/>
          <pc:sldMk cId="515248179" sldId="468"/>
        </pc:sldMkLst>
        <pc:spChg chg="del mod">
          <ac:chgData name="Mohammed Fasha" userId="cc64f42d-a1a6-4f08-b97b-0c37f877119f" providerId="ADAL" clId="{FDE0856B-42F7-40B6-BE6F-9BC89E48B27A}" dt="2024-07-20T20:16:48.095" v="4848" actId="700"/>
          <ac:spMkLst>
            <pc:docMk/>
            <pc:sldMk cId="515248179" sldId="468"/>
            <ac:spMk id="2" creationId="{EDE58EE7-7AD9-637E-9AFF-D5B022866F0C}"/>
          </ac:spMkLst>
        </pc:spChg>
        <pc:spChg chg="mod ord">
          <ac:chgData name="Mohammed Fasha" userId="cc64f42d-a1a6-4f08-b97b-0c37f877119f" providerId="ADAL" clId="{FDE0856B-42F7-40B6-BE6F-9BC89E48B27A}" dt="2024-07-22T11:04:08.784" v="4867" actId="14100"/>
          <ac:spMkLst>
            <pc:docMk/>
            <pc:sldMk cId="515248179" sldId="468"/>
            <ac:spMk id="3" creationId="{64C230D2-1D22-7EE2-A1B6-E3B6A48AD9E2}"/>
          </ac:spMkLst>
        </pc:spChg>
      </pc:sldChg>
      <pc:sldChg chg="addSp delSp modSp new mod modClrScheme chgLayout">
        <pc:chgData name="Mohammed Fasha" userId="cc64f42d-a1a6-4f08-b97b-0c37f877119f" providerId="ADAL" clId="{FDE0856B-42F7-40B6-BE6F-9BC89E48B27A}" dt="2024-07-20T08:40:44.559" v="669" actId="20577"/>
        <pc:sldMkLst>
          <pc:docMk/>
          <pc:sldMk cId="588486761" sldId="469"/>
        </pc:sldMkLst>
        <pc:spChg chg="del mod ord">
          <ac:chgData name="Mohammed Fasha" userId="cc64f42d-a1a6-4f08-b97b-0c37f877119f" providerId="ADAL" clId="{FDE0856B-42F7-40B6-BE6F-9BC89E48B27A}" dt="2024-07-20T08:40:23.133" v="657" actId="700"/>
          <ac:spMkLst>
            <pc:docMk/>
            <pc:sldMk cId="588486761" sldId="469"/>
            <ac:spMk id="2" creationId="{8DA4C9E6-0B1B-6DE5-9675-22C865B171A9}"/>
          </ac:spMkLst>
        </pc:spChg>
        <pc:spChg chg="del mod ord">
          <ac:chgData name="Mohammed Fasha" userId="cc64f42d-a1a6-4f08-b97b-0c37f877119f" providerId="ADAL" clId="{FDE0856B-42F7-40B6-BE6F-9BC89E48B27A}" dt="2024-07-20T08:40:23.133" v="657" actId="700"/>
          <ac:spMkLst>
            <pc:docMk/>
            <pc:sldMk cId="588486761" sldId="469"/>
            <ac:spMk id="3" creationId="{ED95E29A-F0FF-2A85-1C92-C15B8E6F508B}"/>
          </ac:spMkLst>
        </pc:spChg>
        <pc:spChg chg="add mod ord">
          <ac:chgData name="Mohammed Fasha" userId="cc64f42d-a1a6-4f08-b97b-0c37f877119f" providerId="ADAL" clId="{FDE0856B-42F7-40B6-BE6F-9BC89E48B27A}" dt="2024-07-20T08:40:44.559" v="669" actId="20577"/>
          <ac:spMkLst>
            <pc:docMk/>
            <pc:sldMk cId="588486761" sldId="469"/>
            <ac:spMk id="4" creationId="{4EA7B14A-510A-C9FE-B820-F0D1AF04329F}"/>
          </ac:spMkLst>
        </pc:spChg>
        <pc:spChg chg="add del mod ord">
          <ac:chgData name="Mohammed Fasha" userId="cc64f42d-a1a6-4f08-b97b-0c37f877119f" providerId="ADAL" clId="{FDE0856B-42F7-40B6-BE6F-9BC89E48B27A}" dt="2024-07-20T08:40:40.608" v="667" actId="700"/>
          <ac:spMkLst>
            <pc:docMk/>
            <pc:sldMk cId="588486761" sldId="469"/>
            <ac:spMk id="5" creationId="{7C0554FC-A55A-4383-8BBB-C11223D3A0A2}"/>
          </ac:spMkLst>
        </pc:spChg>
        <pc:spChg chg="add del mod ord">
          <ac:chgData name="Mohammed Fasha" userId="cc64f42d-a1a6-4f08-b97b-0c37f877119f" providerId="ADAL" clId="{FDE0856B-42F7-40B6-BE6F-9BC89E48B27A}" dt="2024-07-20T08:40:40.608" v="667" actId="700"/>
          <ac:spMkLst>
            <pc:docMk/>
            <pc:sldMk cId="588486761" sldId="469"/>
            <ac:spMk id="6" creationId="{B3CF6A8D-16CB-D4C4-8DAB-79C0FF36E735}"/>
          </ac:spMkLst>
        </pc:spChg>
      </pc:sldChg>
      <pc:sldChg chg="addSp delSp modSp new mod modClrScheme chgLayout">
        <pc:chgData name="Mohammed Fasha" userId="cc64f42d-a1a6-4f08-b97b-0c37f877119f" providerId="ADAL" clId="{FDE0856B-42F7-40B6-BE6F-9BC89E48B27A}" dt="2024-07-20T08:41:17.822" v="672"/>
        <pc:sldMkLst>
          <pc:docMk/>
          <pc:sldMk cId="1878274554" sldId="470"/>
        </pc:sldMkLst>
        <pc:spChg chg="del mod ord">
          <ac:chgData name="Mohammed Fasha" userId="cc64f42d-a1a6-4f08-b97b-0c37f877119f" providerId="ADAL" clId="{FDE0856B-42F7-40B6-BE6F-9BC89E48B27A}" dt="2024-07-20T08:40:53.313" v="671" actId="700"/>
          <ac:spMkLst>
            <pc:docMk/>
            <pc:sldMk cId="1878274554" sldId="470"/>
            <ac:spMk id="2" creationId="{FD3D458A-60D7-857D-8A44-49A8CADE48DA}"/>
          </ac:spMkLst>
        </pc:spChg>
        <pc:spChg chg="del mod ord">
          <ac:chgData name="Mohammed Fasha" userId="cc64f42d-a1a6-4f08-b97b-0c37f877119f" providerId="ADAL" clId="{FDE0856B-42F7-40B6-BE6F-9BC89E48B27A}" dt="2024-07-20T08:40:53.313" v="671" actId="700"/>
          <ac:spMkLst>
            <pc:docMk/>
            <pc:sldMk cId="1878274554" sldId="470"/>
            <ac:spMk id="3" creationId="{C50ECAED-8978-B0BF-7369-F3A05832B71B}"/>
          </ac:spMkLst>
        </pc:spChg>
        <pc:spChg chg="add mod ord">
          <ac:chgData name="Mohammed Fasha" userId="cc64f42d-a1a6-4f08-b97b-0c37f877119f" providerId="ADAL" clId="{FDE0856B-42F7-40B6-BE6F-9BC89E48B27A}" dt="2024-07-20T08:41:17.822" v="672"/>
          <ac:spMkLst>
            <pc:docMk/>
            <pc:sldMk cId="1878274554" sldId="470"/>
            <ac:spMk id="4" creationId="{91F665F4-885B-DF29-2837-E3C3EF0D235A}"/>
          </ac:spMkLst>
        </pc:spChg>
        <pc:spChg chg="add mod ord">
          <ac:chgData name="Mohammed Fasha" userId="cc64f42d-a1a6-4f08-b97b-0c37f877119f" providerId="ADAL" clId="{FDE0856B-42F7-40B6-BE6F-9BC89E48B27A}" dt="2024-07-20T08:40:53.313" v="671" actId="700"/>
          <ac:spMkLst>
            <pc:docMk/>
            <pc:sldMk cId="1878274554" sldId="470"/>
            <ac:spMk id="5" creationId="{225E6E6D-FF80-449E-7B07-4595F72EDDF7}"/>
          </ac:spMkLst>
        </pc:spChg>
      </pc:sldChg>
      <pc:sldChg chg="del">
        <pc:chgData name="Mohammed Fasha" userId="cc64f42d-a1a6-4f08-b97b-0c37f877119f" providerId="ADAL" clId="{FDE0856B-42F7-40B6-BE6F-9BC89E48B27A}" dt="2024-07-20T06:26:10.787" v="55" actId="2696"/>
        <pc:sldMkLst>
          <pc:docMk/>
          <pc:sldMk cId="3168600941" sldId="471"/>
        </pc:sldMkLst>
      </pc:sldChg>
      <pc:sldChg chg="addSp delSp modSp new del mod modClrScheme chgLayout">
        <pc:chgData name="Mohammed Fasha" userId="cc64f42d-a1a6-4f08-b97b-0c37f877119f" providerId="ADAL" clId="{FDE0856B-42F7-40B6-BE6F-9BC89E48B27A}" dt="2024-07-23T11:21:52.722" v="5664" actId="47"/>
        <pc:sldMkLst>
          <pc:docMk/>
          <pc:sldMk cId="3805543129" sldId="471"/>
        </pc:sldMkLst>
        <pc:spChg chg="del mod ord">
          <ac:chgData name="Mohammed Fasha" userId="cc64f42d-a1a6-4f08-b97b-0c37f877119f" providerId="ADAL" clId="{FDE0856B-42F7-40B6-BE6F-9BC89E48B27A}" dt="2024-07-20T08:41:29.137" v="674" actId="700"/>
          <ac:spMkLst>
            <pc:docMk/>
            <pc:sldMk cId="3805543129" sldId="471"/>
            <ac:spMk id="2" creationId="{794F9801-369F-39D4-904C-A6ABDF71F903}"/>
          </ac:spMkLst>
        </pc:spChg>
        <pc:spChg chg="del mod ord">
          <ac:chgData name="Mohammed Fasha" userId="cc64f42d-a1a6-4f08-b97b-0c37f877119f" providerId="ADAL" clId="{FDE0856B-42F7-40B6-BE6F-9BC89E48B27A}" dt="2024-07-20T08:41:29.137" v="674" actId="700"/>
          <ac:spMkLst>
            <pc:docMk/>
            <pc:sldMk cId="3805543129" sldId="471"/>
            <ac:spMk id="3" creationId="{C13F5A33-215D-9014-F234-55124A712673}"/>
          </ac:spMkLst>
        </pc:spChg>
        <pc:spChg chg="add mod ord">
          <ac:chgData name="Mohammed Fasha" userId="cc64f42d-a1a6-4f08-b97b-0c37f877119f" providerId="ADAL" clId="{FDE0856B-42F7-40B6-BE6F-9BC89E48B27A}" dt="2024-07-20T08:41:34.015" v="682" actId="20577"/>
          <ac:spMkLst>
            <pc:docMk/>
            <pc:sldMk cId="3805543129" sldId="471"/>
            <ac:spMk id="4" creationId="{9ABA07E4-9F6A-1681-69A6-46CA8FBF0C7A}"/>
          </ac:spMkLst>
        </pc:spChg>
        <pc:spChg chg="add mod ord">
          <ac:chgData name="Mohammed Fasha" userId="cc64f42d-a1a6-4f08-b97b-0c37f877119f" providerId="ADAL" clId="{FDE0856B-42F7-40B6-BE6F-9BC89E48B27A}" dt="2024-07-20T11:30:06.595" v="1095" actId="33524"/>
          <ac:spMkLst>
            <pc:docMk/>
            <pc:sldMk cId="3805543129" sldId="471"/>
            <ac:spMk id="5" creationId="{89D08A49-A783-43FA-4459-82F5F89FEC69}"/>
          </ac:spMkLst>
        </pc:spChg>
      </pc:sldChg>
      <pc:sldChg chg="del">
        <pc:chgData name="Mohammed Fasha" userId="cc64f42d-a1a6-4f08-b97b-0c37f877119f" providerId="ADAL" clId="{FDE0856B-42F7-40B6-BE6F-9BC89E48B27A}" dt="2024-07-20T06:26:10.787" v="55" actId="2696"/>
        <pc:sldMkLst>
          <pc:docMk/>
          <pc:sldMk cId="2302099845" sldId="472"/>
        </pc:sldMkLst>
      </pc:sldChg>
      <pc:sldChg chg="addSp delSp modSp new mod modClrScheme chgLayout">
        <pc:chgData name="Mohammed Fasha" userId="cc64f42d-a1a6-4f08-b97b-0c37f877119f" providerId="ADAL" clId="{FDE0856B-42F7-40B6-BE6F-9BC89E48B27A}" dt="2024-07-20T08:42:52.776" v="697" actId="20577"/>
        <pc:sldMkLst>
          <pc:docMk/>
          <pc:sldMk cId="3644881119" sldId="472"/>
        </pc:sldMkLst>
        <pc:spChg chg="del mod ord">
          <ac:chgData name="Mohammed Fasha" userId="cc64f42d-a1a6-4f08-b97b-0c37f877119f" providerId="ADAL" clId="{FDE0856B-42F7-40B6-BE6F-9BC89E48B27A}" dt="2024-07-20T08:42:43.122" v="687" actId="700"/>
          <ac:spMkLst>
            <pc:docMk/>
            <pc:sldMk cId="3644881119" sldId="472"/>
            <ac:spMk id="2" creationId="{E87ADDC4-DF22-35F2-EF52-5D3F7A4E07AD}"/>
          </ac:spMkLst>
        </pc:spChg>
        <pc:spChg chg="del mod ord">
          <ac:chgData name="Mohammed Fasha" userId="cc64f42d-a1a6-4f08-b97b-0c37f877119f" providerId="ADAL" clId="{FDE0856B-42F7-40B6-BE6F-9BC89E48B27A}" dt="2024-07-20T08:42:43.122" v="687" actId="700"/>
          <ac:spMkLst>
            <pc:docMk/>
            <pc:sldMk cId="3644881119" sldId="472"/>
            <ac:spMk id="3" creationId="{6FE66FAE-53BF-AE44-B36B-0D8AB8F3D598}"/>
          </ac:spMkLst>
        </pc:spChg>
        <pc:spChg chg="add mod ord">
          <ac:chgData name="Mohammed Fasha" userId="cc64f42d-a1a6-4f08-b97b-0c37f877119f" providerId="ADAL" clId="{FDE0856B-42F7-40B6-BE6F-9BC89E48B27A}" dt="2024-07-20T08:42:47.822" v="695" actId="20577"/>
          <ac:spMkLst>
            <pc:docMk/>
            <pc:sldMk cId="3644881119" sldId="472"/>
            <ac:spMk id="4" creationId="{E890A4E6-1D5D-2E9D-0DB1-79F7A523F526}"/>
          </ac:spMkLst>
        </pc:spChg>
        <pc:spChg chg="add mod ord">
          <ac:chgData name="Mohammed Fasha" userId="cc64f42d-a1a6-4f08-b97b-0c37f877119f" providerId="ADAL" clId="{FDE0856B-42F7-40B6-BE6F-9BC89E48B27A}" dt="2024-07-20T08:42:52.776" v="697" actId="20577"/>
          <ac:spMkLst>
            <pc:docMk/>
            <pc:sldMk cId="3644881119" sldId="472"/>
            <ac:spMk id="5" creationId="{83037D39-5015-FB3A-2B61-442696B6B77A}"/>
          </ac:spMkLst>
        </pc:spChg>
      </pc:sldChg>
      <pc:sldChg chg="del">
        <pc:chgData name="Mohammed Fasha" userId="cc64f42d-a1a6-4f08-b97b-0c37f877119f" providerId="ADAL" clId="{FDE0856B-42F7-40B6-BE6F-9BC89E48B27A}" dt="2024-07-20T06:26:10.787" v="55" actId="2696"/>
        <pc:sldMkLst>
          <pc:docMk/>
          <pc:sldMk cId="118211851" sldId="473"/>
        </pc:sldMkLst>
      </pc:sldChg>
      <pc:sldChg chg="addSp modSp new mod">
        <pc:chgData name="Mohammed Fasha" userId="cc64f42d-a1a6-4f08-b97b-0c37f877119f" providerId="ADAL" clId="{FDE0856B-42F7-40B6-BE6F-9BC89E48B27A}" dt="2024-07-22T12:02:20.733" v="5652" actId="1362"/>
        <pc:sldMkLst>
          <pc:docMk/>
          <pc:sldMk cId="1397039846" sldId="473"/>
        </pc:sldMkLst>
        <pc:spChg chg="mod">
          <ac:chgData name="Mohammed Fasha" userId="cc64f42d-a1a6-4f08-b97b-0c37f877119f" providerId="ADAL" clId="{FDE0856B-42F7-40B6-BE6F-9BC89E48B27A}" dt="2024-07-20T08:55:34.458" v="716"/>
          <ac:spMkLst>
            <pc:docMk/>
            <pc:sldMk cId="1397039846" sldId="473"/>
            <ac:spMk id="2" creationId="{6499CF66-AF95-82B0-1411-D1DF07D97DBA}"/>
          </ac:spMkLst>
        </pc:spChg>
        <pc:spChg chg="mod">
          <ac:chgData name="Mohammed Fasha" userId="cc64f42d-a1a6-4f08-b97b-0c37f877119f" providerId="ADAL" clId="{FDE0856B-42F7-40B6-BE6F-9BC89E48B27A}" dt="2024-07-20T13:08:28.579" v="2567" actId="207"/>
          <ac:spMkLst>
            <pc:docMk/>
            <pc:sldMk cId="1397039846" sldId="473"/>
            <ac:spMk id="3" creationId="{2CD0C133-C59C-0EAA-3867-009E9BE7BD31}"/>
          </ac:spMkLst>
        </pc:spChg>
        <pc:picChg chg="add mod">
          <ac:chgData name="Mohammed Fasha" userId="cc64f42d-a1a6-4f08-b97b-0c37f877119f" providerId="ADAL" clId="{FDE0856B-42F7-40B6-BE6F-9BC89E48B27A}" dt="2024-07-22T12:02:20.733" v="5652" actId="1362"/>
          <ac:picMkLst>
            <pc:docMk/>
            <pc:sldMk cId="1397039846" sldId="473"/>
            <ac:picMk id="2050" creationId="{390510BD-9978-D843-E904-93EE4EB2F12C}"/>
          </ac:picMkLst>
        </pc:picChg>
      </pc:sldChg>
      <pc:sldChg chg="del">
        <pc:chgData name="Mohammed Fasha" userId="cc64f42d-a1a6-4f08-b97b-0c37f877119f" providerId="ADAL" clId="{FDE0856B-42F7-40B6-BE6F-9BC89E48B27A}" dt="2024-07-20T06:26:10.787" v="55" actId="2696"/>
        <pc:sldMkLst>
          <pc:docMk/>
          <pc:sldMk cId="1150689950" sldId="474"/>
        </pc:sldMkLst>
      </pc:sldChg>
      <pc:sldChg chg="modSp new mod">
        <pc:chgData name="Mohammed Fasha" userId="cc64f42d-a1a6-4f08-b97b-0c37f877119f" providerId="ADAL" clId="{FDE0856B-42F7-40B6-BE6F-9BC89E48B27A}" dt="2024-07-22T11:04:54.883" v="4871" actId="6549"/>
        <pc:sldMkLst>
          <pc:docMk/>
          <pc:sldMk cId="3034205703" sldId="474"/>
        </pc:sldMkLst>
        <pc:spChg chg="mod">
          <ac:chgData name="Mohammed Fasha" userId="cc64f42d-a1a6-4f08-b97b-0c37f877119f" providerId="ADAL" clId="{FDE0856B-42F7-40B6-BE6F-9BC89E48B27A}" dt="2024-07-20T08:56:50.748" v="736"/>
          <ac:spMkLst>
            <pc:docMk/>
            <pc:sldMk cId="3034205703" sldId="474"/>
            <ac:spMk id="2" creationId="{12051A00-4761-C037-4EA3-31C425174172}"/>
          </ac:spMkLst>
        </pc:spChg>
        <pc:spChg chg="mod">
          <ac:chgData name="Mohammed Fasha" userId="cc64f42d-a1a6-4f08-b97b-0c37f877119f" providerId="ADAL" clId="{FDE0856B-42F7-40B6-BE6F-9BC89E48B27A}" dt="2024-07-22T11:04:54.883" v="4871" actId="6549"/>
          <ac:spMkLst>
            <pc:docMk/>
            <pc:sldMk cId="3034205703" sldId="474"/>
            <ac:spMk id="3" creationId="{ED13A40D-D30B-7169-16EA-3A21FB4A15F1}"/>
          </ac:spMkLst>
        </pc:spChg>
      </pc:sldChg>
      <pc:sldChg chg="del">
        <pc:chgData name="Mohammed Fasha" userId="cc64f42d-a1a6-4f08-b97b-0c37f877119f" providerId="ADAL" clId="{FDE0856B-42F7-40B6-BE6F-9BC89E48B27A}" dt="2024-07-20T06:26:10.787" v="55" actId="2696"/>
        <pc:sldMkLst>
          <pc:docMk/>
          <pc:sldMk cId="942593251" sldId="475"/>
        </pc:sldMkLst>
      </pc:sldChg>
      <pc:sldChg chg="modSp new mod">
        <pc:chgData name="Mohammed Fasha" userId="cc64f42d-a1a6-4f08-b97b-0c37f877119f" providerId="ADAL" clId="{FDE0856B-42F7-40B6-BE6F-9BC89E48B27A}" dt="2024-07-22T11:05:26.574" v="4874" actId="207"/>
        <pc:sldMkLst>
          <pc:docMk/>
          <pc:sldMk cId="2141774450" sldId="475"/>
        </pc:sldMkLst>
        <pc:spChg chg="mod">
          <ac:chgData name="Mohammed Fasha" userId="cc64f42d-a1a6-4f08-b97b-0c37f877119f" providerId="ADAL" clId="{FDE0856B-42F7-40B6-BE6F-9BC89E48B27A}" dt="2024-07-20T08:57:46.939" v="746"/>
          <ac:spMkLst>
            <pc:docMk/>
            <pc:sldMk cId="2141774450" sldId="475"/>
            <ac:spMk id="2" creationId="{1DDCDED1-C321-D29D-FF02-CCDD575E4B5F}"/>
          </ac:spMkLst>
        </pc:spChg>
        <pc:spChg chg="mod">
          <ac:chgData name="Mohammed Fasha" userId="cc64f42d-a1a6-4f08-b97b-0c37f877119f" providerId="ADAL" clId="{FDE0856B-42F7-40B6-BE6F-9BC89E48B27A}" dt="2024-07-22T11:05:26.574" v="4874" actId="207"/>
          <ac:spMkLst>
            <pc:docMk/>
            <pc:sldMk cId="2141774450" sldId="475"/>
            <ac:spMk id="3" creationId="{839C3AC5-1209-9ABF-363F-45587EDD74C0}"/>
          </ac:spMkLst>
        </pc:spChg>
      </pc:sldChg>
      <pc:sldChg chg="del">
        <pc:chgData name="Mohammed Fasha" userId="cc64f42d-a1a6-4f08-b97b-0c37f877119f" providerId="ADAL" clId="{FDE0856B-42F7-40B6-BE6F-9BC89E48B27A}" dt="2024-07-20T06:26:10.787" v="55" actId="2696"/>
        <pc:sldMkLst>
          <pc:docMk/>
          <pc:sldMk cId="94366255" sldId="476"/>
        </pc:sldMkLst>
      </pc:sldChg>
      <pc:sldChg chg="addSp delSp modSp new mod ord">
        <pc:chgData name="Mohammed Fasha" userId="cc64f42d-a1a6-4f08-b97b-0c37f877119f" providerId="ADAL" clId="{FDE0856B-42F7-40B6-BE6F-9BC89E48B27A}" dt="2024-07-22T12:02:15.630" v="5651" actId="1362"/>
        <pc:sldMkLst>
          <pc:docMk/>
          <pc:sldMk cId="4148839060" sldId="476"/>
        </pc:sldMkLst>
        <pc:spChg chg="mod">
          <ac:chgData name="Mohammed Fasha" userId="cc64f42d-a1a6-4f08-b97b-0c37f877119f" providerId="ADAL" clId="{FDE0856B-42F7-40B6-BE6F-9BC89E48B27A}" dt="2024-07-20T08:55:21.752" v="715" actId="20577"/>
          <ac:spMkLst>
            <pc:docMk/>
            <pc:sldMk cId="4148839060" sldId="476"/>
            <ac:spMk id="2" creationId="{563A58FA-4774-E2D6-2C88-7031699D560A}"/>
          </ac:spMkLst>
        </pc:spChg>
        <pc:spChg chg="mod">
          <ac:chgData name="Mohammed Fasha" userId="cc64f42d-a1a6-4f08-b97b-0c37f877119f" providerId="ADAL" clId="{FDE0856B-42F7-40B6-BE6F-9BC89E48B27A}" dt="2024-07-20T13:08:38.436" v="2568" actId="207"/>
          <ac:spMkLst>
            <pc:docMk/>
            <pc:sldMk cId="4148839060" sldId="476"/>
            <ac:spMk id="3" creationId="{1AD83E67-CCED-B779-3C8F-E6A5BB1F4A3E}"/>
          </ac:spMkLst>
        </pc:spChg>
        <pc:spChg chg="add">
          <ac:chgData name="Mohammed Fasha" userId="cc64f42d-a1a6-4f08-b97b-0c37f877119f" providerId="ADAL" clId="{FDE0856B-42F7-40B6-BE6F-9BC89E48B27A}" dt="2024-07-20T09:23:33.089" v="913"/>
          <ac:spMkLst>
            <pc:docMk/>
            <pc:sldMk cId="4148839060" sldId="476"/>
            <ac:spMk id="4" creationId="{F4F183D3-50B1-1FFA-3387-278CF29B8358}"/>
          </ac:spMkLst>
        </pc:spChg>
        <pc:picChg chg="add del mod">
          <ac:chgData name="Mohammed Fasha" userId="cc64f42d-a1a6-4f08-b97b-0c37f877119f" providerId="ADAL" clId="{FDE0856B-42F7-40B6-BE6F-9BC89E48B27A}" dt="2024-07-20T09:24:26.874" v="929" actId="21"/>
          <ac:picMkLst>
            <pc:docMk/>
            <pc:sldMk cId="4148839060" sldId="476"/>
            <ac:picMk id="1026" creationId="{3AC61BE5-4590-65D2-9D49-B417A1F87080}"/>
          </ac:picMkLst>
        </pc:picChg>
        <pc:picChg chg="add del mod">
          <ac:chgData name="Mohammed Fasha" userId="cc64f42d-a1a6-4f08-b97b-0c37f877119f" providerId="ADAL" clId="{FDE0856B-42F7-40B6-BE6F-9BC89E48B27A}" dt="2024-07-22T12:02:15.630" v="5651" actId="1362"/>
          <ac:picMkLst>
            <pc:docMk/>
            <pc:sldMk cId="4148839060" sldId="476"/>
            <ac:picMk id="1028" creationId="{98B34A08-8C06-11B2-BF13-776B2981D5FA}"/>
          </ac:picMkLst>
        </pc:picChg>
        <pc:picChg chg="add mod">
          <ac:chgData name="Mohammed Fasha" userId="cc64f42d-a1a6-4f08-b97b-0c37f877119f" providerId="ADAL" clId="{FDE0856B-42F7-40B6-BE6F-9BC89E48B27A}" dt="2024-07-20T09:24:17.991" v="926" actId="14100"/>
          <ac:picMkLst>
            <pc:docMk/>
            <pc:sldMk cId="4148839060" sldId="476"/>
            <ac:picMk id="1030" creationId="{00DE4B70-4170-0CC4-06D0-4F72DBD5B07D}"/>
          </ac:picMkLst>
        </pc:picChg>
        <pc:picChg chg="add mod">
          <ac:chgData name="Mohammed Fasha" userId="cc64f42d-a1a6-4f08-b97b-0c37f877119f" providerId="ADAL" clId="{FDE0856B-42F7-40B6-BE6F-9BC89E48B27A}" dt="2024-07-20T09:24:15.157" v="920" actId="14100"/>
          <ac:picMkLst>
            <pc:docMk/>
            <pc:sldMk cId="4148839060" sldId="476"/>
            <ac:picMk id="1034" creationId="{E4651C43-5EC2-100D-99C4-802C8B765B11}"/>
          </ac:picMkLst>
        </pc:picChg>
        <pc:picChg chg="add mod">
          <ac:chgData name="Mohammed Fasha" userId="cc64f42d-a1a6-4f08-b97b-0c37f877119f" providerId="ADAL" clId="{FDE0856B-42F7-40B6-BE6F-9BC89E48B27A}" dt="2024-07-22T12:02:11.090" v="5650" actId="1362"/>
          <ac:picMkLst>
            <pc:docMk/>
            <pc:sldMk cId="4148839060" sldId="476"/>
            <ac:picMk id="1036" creationId="{32108A9A-9D6F-B245-124D-DC5647258501}"/>
          </ac:picMkLst>
        </pc:picChg>
      </pc:sldChg>
      <pc:sldChg chg="modSp new mod">
        <pc:chgData name="Mohammed Fasha" userId="cc64f42d-a1a6-4f08-b97b-0c37f877119f" providerId="ADAL" clId="{FDE0856B-42F7-40B6-BE6F-9BC89E48B27A}" dt="2024-07-20T13:10:43.463" v="2597" actId="207"/>
        <pc:sldMkLst>
          <pc:docMk/>
          <pc:sldMk cId="2171453157" sldId="477"/>
        </pc:sldMkLst>
        <pc:spChg chg="mod">
          <ac:chgData name="Mohammed Fasha" userId="cc64f42d-a1a6-4f08-b97b-0c37f877119f" providerId="ADAL" clId="{FDE0856B-42F7-40B6-BE6F-9BC89E48B27A}" dt="2024-07-20T08:58:43.899" v="761"/>
          <ac:spMkLst>
            <pc:docMk/>
            <pc:sldMk cId="2171453157" sldId="477"/>
            <ac:spMk id="2" creationId="{E104880D-9EA5-A07E-F604-6C62D4C515D5}"/>
          </ac:spMkLst>
        </pc:spChg>
        <pc:spChg chg="mod">
          <ac:chgData name="Mohammed Fasha" userId="cc64f42d-a1a6-4f08-b97b-0c37f877119f" providerId="ADAL" clId="{FDE0856B-42F7-40B6-BE6F-9BC89E48B27A}" dt="2024-07-20T13:10:43.463" v="2597" actId="207"/>
          <ac:spMkLst>
            <pc:docMk/>
            <pc:sldMk cId="2171453157" sldId="477"/>
            <ac:spMk id="3" creationId="{4632884D-993F-9B2C-6F4C-507DC8B1359E}"/>
          </ac:spMkLst>
        </pc:spChg>
      </pc:sldChg>
      <pc:sldChg chg="del">
        <pc:chgData name="Mohammed Fasha" userId="cc64f42d-a1a6-4f08-b97b-0c37f877119f" providerId="ADAL" clId="{FDE0856B-42F7-40B6-BE6F-9BC89E48B27A}" dt="2024-07-20T06:26:10.787" v="55" actId="2696"/>
        <pc:sldMkLst>
          <pc:docMk/>
          <pc:sldMk cId="3109107256" sldId="477"/>
        </pc:sldMkLst>
      </pc:sldChg>
      <pc:sldChg chg="modSp new mod">
        <pc:chgData name="Mohammed Fasha" userId="cc64f42d-a1a6-4f08-b97b-0c37f877119f" providerId="ADAL" clId="{FDE0856B-42F7-40B6-BE6F-9BC89E48B27A}" dt="2024-07-22T11:06:43.855" v="4876" actId="15"/>
        <pc:sldMkLst>
          <pc:docMk/>
          <pc:sldMk cId="760837331" sldId="478"/>
        </pc:sldMkLst>
        <pc:spChg chg="mod">
          <ac:chgData name="Mohammed Fasha" userId="cc64f42d-a1a6-4f08-b97b-0c37f877119f" providerId="ADAL" clId="{FDE0856B-42F7-40B6-BE6F-9BC89E48B27A}" dt="2024-07-20T08:59:47.192" v="772"/>
          <ac:spMkLst>
            <pc:docMk/>
            <pc:sldMk cId="760837331" sldId="478"/>
            <ac:spMk id="2" creationId="{FAFD9EC5-952C-EAA2-8174-D6E53F58FB37}"/>
          </ac:spMkLst>
        </pc:spChg>
        <pc:spChg chg="mod">
          <ac:chgData name="Mohammed Fasha" userId="cc64f42d-a1a6-4f08-b97b-0c37f877119f" providerId="ADAL" clId="{FDE0856B-42F7-40B6-BE6F-9BC89E48B27A}" dt="2024-07-22T11:06:43.855" v="4876" actId="15"/>
          <ac:spMkLst>
            <pc:docMk/>
            <pc:sldMk cId="760837331" sldId="478"/>
            <ac:spMk id="3" creationId="{5AEE4760-77DB-6EC8-EF4C-303236A3E5BA}"/>
          </ac:spMkLst>
        </pc:spChg>
      </pc:sldChg>
      <pc:sldChg chg="modSp new del mod">
        <pc:chgData name="Mohammed Fasha" userId="cc64f42d-a1a6-4f08-b97b-0c37f877119f" providerId="ADAL" clId="{FDE0856B-42F7-40B6-BE6F-9BC89E48B27A}" dt="2024-07-22T11:06:59.709" v="4877" actId="2696"/>
        <pc:sldMkLst>
          <pc:docMk/>
          <pc:sldMk cId="3631306349" sldId="479"/>
        </pc:sldMkLst>
        <pc:spChg chg="mod">
          <ac:chgData name="Mohammed Fasha" userId="cc64f42d-a1a6-4f08-b97b-0c37f877119f" providerId="ADAL" clId="{FDE0856B-42F7-40B6-BE6F-9BC89E48B27A}" dt="2024-07-20T09:00:15.531" v="778" actId="27636"/>
          <ac:spMkLst>
            <pc:docMk/>
            <pc:sldMk cId="3631306349" sldId="479"/>
            <ac:spMk id="2" creationId="{AD65148A-F21F-2A41-D4A9-29B99B05FD13}"/>
          </ac:spMkLst>
        </pc:spChg>
        <pc:spChg chg="mod">
          <ac:chgData name="Mohammed Fasha" userId="cc64f42d-a1a6-4f08-b97b-0c37f877119f" providerId="ADAL" clId="{FDE0856B-42F7-40B6-BE6F-9BC89E48B27A}" dt="2024-07-20T09:00:36.575" v="782" actId="20577"/>
          <ac:spMkLst>
            <pc:docMk/>
            <pc:sldMk cId="3631306349" sldId="479"/>
            <ac:spMk id="3" creationId="{08F4DEFA-392F-9172-4E2C-58ECF8E14AEB}"/>
          </ac:spMkLst>
        </pc:spChg>
      </pc:sldChg>
      <pc:sldChg chg="modSp add del mod">
        <pc:chgData name="Mohammed Fasha" userId="cc64f42d-a1a6-4f08-b97b-0c37f877119f" providerId="ADAL" clId="{FDE0856B-42F7-40B6-BE6F-9BC89E48B27A}" dt="2024-07-20T20:18:11.559" v="4851" actId="2696"/>
        <pc:sldMkLst>
          <pc:docMk/>
          <pc:sldMk cId="2081084824" sldId="480"/>
        </pc:sldMkLst>
        <pc:spChg chg="mod">
          <ac:chgData name="Mohammed Fasha" userId="cc64f42d-a1a6-4f08-b97b-0c37f877119f" providerId="ADAL" clId="{FDE0856B-42F7-40B6-BE6F-9BC89E48B27A}" dt="2024-07-20T13:12:17.493" v="2605" actId="207"/>
          <ac:spMkLst>
            <pc:docMk/>
            <pc:sldMk cId="2081084824" sldId="480"/>
            <ac:spMk id="3" creationId="{056D5967-C462-AA98-A1CE-20394675FE71}"/>
          </ac:spMkLst>
        </pc:spChg>
      </pc:sldChg>
      <pc:sldChg chg="modSp new del mod">
        <pc:chgData name="Mohammed Fasha" userId="cc64f42d-a1a6-4f08-b97b-0c37f877119f" providerId="ADAL" clId="{FDE0856B-42F7-40B6-BE6F-9BC89E48B27A}" dt="2024-07-20T12:14:34.762" v="1594" actId="2696"/>
        <pc:sldMkLst>
          <pc:docMk/>
          <pc:sldMk cId="3534839426" sldId="480"/>
        </pc:sldMkLst>
        <pc:spChg chg="mod">
          <ac:chgData name="Mohammed Fasha" userId="cc64f42d-a1a6-4f08-b97b-0c37f877119f" providerId="ADAL" clId="{FDE0856B-42F7-40B6-BE6F-9BC89E48B27A}" dt="2024-07-20T11:59:38.671" v="1423" actId="20577"/>
          <ac:spMkLst>
            <pc:docMk/>
            <pc:sldMk cId="3534839426" sldId="480"/>
            <ac:spMk id="2" creationId="{62206593-4986-79A1-E0C4-AFBCB7AF4E01}"/>
          </ac:spMkLst>
        </pc:spChg>
        <pc:spChg chg="mod">
          <ac:chgData name="Mohammed Fasha" userId="cc64f42d-a1a6-4f08-b97b-0c37f877119f" providerId="ADAL" clId="{FDE0856B-42F7-40B6-BE6F-9BC89E48B27A}" dt="2024-07-20T11:44:50.030" v="1244" actId="33524"/>
          <ac:spMkLst>
            <pc:docMk/>
            <pc:sldMk cId="3534839426" sldId="480"/>
            <ac:spMk id="3" creationId="{056D5967-C462-AA98-A1CE-20394675FE71}"/>
          </ac:spMkLst>
        </pc:spChg>
      </pc:sldChg>
      <pc:sldChg chg="addSp modSp add del mod">
        <pc:chgData name="Mohammed Fasha" userId="cc64f42d-a1a6-4f08-b97b-0c37f877119f" providerId="ADAL" clId="{FDE0856B-42F7-40B6-BE6F-9BC89E48B27A}" dt="2024-07-20T20:18:11.559" v="4851" actId="2696"/>
        <pc:sldMkLst>
          <pc:docMk/>
          <pc:sldMk cId="1347099099" sldId="481"/>
        </pc:sldMkLst>
        <pc:spChg chg="mod">
          <ac:chgData name="Mohammed Fasha" userId="cc64f42d-a1a6-4f08-b97b-0c37f877119f" providerId="ADAL" clId="{FDE0856B-42F7-40B6-BE6F-9BC89E48B27A}" dt="2024-07-20T12:20:44.712" v="1777" actId="207"/>
          <ac:spMkLst>
            <pc:docMk/>
            <pc:sldMk cId="1347099099" sldId="481"/>
            <ac:spMk id="9" creationId="{506CA1CC-6091-56A6-B15E-CAE8F8D68ACA}"/>
          </ac:spMkLst>
        </pc:spChg>
        <pc:picChg chg="add">
          <ac:chgData name="Mohammed Fasha" userId="cc64f42d-a1a6-4f08-b97b-0c37f877119f" providerId="ADAL" clId="{FDE0856B-42F7-40B6-BE6F-9BC89E48B27A}" dt="2024-07-20T12:19:38.284" v="1765"/>
          <ac:picMkLst>
            <pc:docMk/>
            <pc:sldMk cId="1347099099" sldId="481"/>
            <ac:picMk id="4098" creationId="{8B58C2BD-0530-7C41-C24B-B15A677F405A}"/>
          </ac:picMkLst>
        </pc:picChg>
      </pc:sldChg>
      <pc:sldChg chg="addSp delSp modSp new del mod chgLayout">
        <pc:chgData name="Mohammed Fasha" userId="cc64f42d-a1a6-4f08-b97b-0c37f877119f" providerId="ADAL" clId="{FDE0856B-42F7-40B6-BE6F-9BC89E48B27A}" dt="2024-07-20T12:14:34.762" v="1594" actId="2696"/>
        <pc:sldMkLst>
          <pc:docMk/>
          <pc:sldMk cId="1758485031" sldId="481"/>
        </pc:sldMkLst>
        <pc:spChg chg="mod ord">
          <ac:chgData name="Mohammed Fasha" userId="cc64f42d-a1a6-4f08-b97b-0c37f877119f" providerId="ADAL" clId="{FDE0856B-42F7-40B6-BE6F-9BC89E48B27A}" dt="2024-07-20T11:53:55.134" v="1287" actId="700"/>
          <ac:spMkLst>
            <pc:docMk/>
            <pc:sldMk cId="1758485031" sldId="481"/>
            <ac:spMk id="2" creationId="{38DEDD3E-A7D7-91A4-3C1D-849207584F1A}"/>
          </ac:spMkLst>
        </pc:spChg>
        <pc:spChg chg="del">
          <ac:chgData name="Mohammed Fasha" userId="cc64f42d-a1a6-4f08-b97b-0c37f877119f" providerId="ADAL" clId="{FDE0856B-42F7-40B6-BE6F-9BC89E48B27A}" dt="2024-07-20T11:48:12.939" v="1245" actId="22"/>
          <ac:spMkLst>
            <pc:docMk/>
            <pc:sldMk cId="1758485031" sldId="481"/>
            <ac:spMk id="3" creationId="{53B1F67D-C486-7908-9967-1831724CEF60}"/>
          </ac:spMkLst>
        </pc:spChg>
        <pc:spChg chg="add">
          <ac:chgData name="Mohammed Fasha" userId="cc64f42d-a1a6-4f08-b97b-0c37f877119f" providerId="ADAL" clId="{FDE0856B-42F7-40B6-BE6F-9BC89E48B27A}" dt="2024-07-20T11:54:09.410" v="1291"/>
          <ac:spMkLst>
            <pc:docMk/>
            <pc:sldMk cId="1758485031" sldId="481"/>
            <ac:spMk id="8" creationId="{63DEC6C9-4024-F774-B4AA-7C4C7994B6B4}"/>
          </ac:spMkLst>
        </pc:spChg>
        <pc:spChg chg="add mod">
          <ac:chgData name="Mohammed Fasha" userId="cc64f42d-a1a6-4f08-b97b-0c37f877119f" providerId="ADAL" clId="{FDE0856B-42F7-40B6-BE6F-9BC89E48B27A}" dt="2024-07-20T12:12:34.043" v="1575" actId="1076"/>
          <ac:spMkLst>
            <pc:docMk/>
            <pc:sldMk cId="1758485031" sldId="481"/>
            <ac:spMk id="9" creationId="{506CA1CC-6091-56A6-B15E-CAE8F8D68ACA}"/>
          </ac:spMkLst>
        </pc:spChg>
        <pc:picChg chg="add mod ord">
          <ac:chgData name="Mohammed Fasha" userId="cc64f42d-a1a6-4f08-b97b-0c37f877119f" providerId="ADAL" clId="{FDE0856B-42F7-40B6-BE6F-9BC89E48B27A}" dt="2024-07-20T11:56:49.231" v="1338" actId="14100"/>
          <ac:picMkLst>
            <pc:docMk/>
            <pc:sldMk cId="1758485031" sldId="481"/>
            <ac:picMk id="5" creationId="{0D348643-304E-2A11-E8BA-7E9AC180E42B}"/>
          </ac:picMkLst>
        </pc:picChg>
        <pc:picChg chg="add mod">
          <ac:chgData name="Mohammed Fasha" userId="cc64f42d-a1a6-4f08-b97b-0c37f877119f" providerId="ADAL" clId="{FDE0856B-42F7-40B6-BE6F-9BC89E48B27A}" dt="2024-07-20T11:54:06.156" v="1289" actId="1076"/>
          <ac:picMkLst>
            <pc:docMk/>
            <pc:sldMk cId="1758485031" sldId="481"/>
            <ac:picMk id="7" creationId="{403944D9-6021-66E4-EB2B-3C8630955F3F}"/>
          </ac:picMkLst>
        </pc:picChg>
        <pc:picChg chg="add del mod">
          <ac:chgData name="Mohammed Fasha" userId="cc64f42d-a1a6-4f08-b97b-0c37f877119f" providerId="ADAL" clId="{FDE0856B-42F7-40B6-BE6F-9BC89E48B27A}" dt="2024-07-20T11:51:08.052" v="1276" actId="478"/>
          <ac:picMkLst>
            <pc:docMk/>
            <pc:sldMk cId="1758485031" sldId="481"/>
            <ac:picMk id="2050" creationId="{D532DF28-BE29-8D02-CC0C-77816E82DCCC}"/>
          </ac:picMkLst>
        </pc:picChg>
        <pc:picChg chg="add mod">
          <ac:chgData name="Mohammed Fasha" userId="cc64f42d-a1a6-4f08-b97b-0c37f877119f" providerId="ADAL" clId="{FDE0856B-42F7-40B6-BE6F-9BC89E48B27A}" dt="2024-07-20T11:54:08.128" v="1290" actId="1076"/>
          <ac:picMkLst>
            <pc:docMk/>
            <pc:sldMk cId="1758485031" sldId="481"/>
            <ac:picMk id="2052" creationId="{ACCA9D71-616E-79B5-1B92-EC510E86DEA1}"/>
          </ac:picMkLst>
        </pc:picChg>
      </pc:sldChg>
      <pc:sldChg chg="modSp new del mod">
        <pc:chgData name="Mohammed Fasha" userId="cc64f42d-a1a6-4f08-b97b-0c37f877119f" providerId="ADAL" clId="{FDE0856B-42F7-40B6-BE6F-9BC89E48B27A}" dt="2024-07-20T12:14:34.762" v="1594" actId="2696"/>
        <pc:sldMkLst>
          <pc:docMk/>
          <pc:sldMk cId="45489135" sldId="482"/>
        </pc:sldMkLst>
        <pc:spChg chg="mod">
          <ac:chgData name="Mohammed Fasha" userId="cc64f42d-a1a6-4f08-b97b-0c37f877119f" providerId="ADAL" clId="{FDE0856B-42F7-40B6-BE6F-9BC89E48B27A}" dt="2024-07-20T11:58:59.905" v="1383" actId="20577"/>
          <ac:spMkLst>
            <pc:docMk/>
            <pc:sldMk cId="45489135" sldId="482"/>
            <ac:spMk id="3" creationId="{22EC0073-6728-2331-0081-D2F365F7098F}"/>
          </ac:spMkLst>
        </pc:spChg>
      </pc:sldChg>
      <pc:sldChg chg="modSp add del mod">
        <pc:chgData name="Mohammed Fasha" userId="cc64f42d-a1a6-4f08-b97b-0c37f877119f" providerId="ADAL" clId="{FDE0856B-42F7-40B6-BE6F-9BC89E48B27A}" dt="2024-07-20T20:18:11.559" v="4851" actId="2696"/>
        <pc:sldMkLst>
          <pc:docMk/>
          <pc:sldMk cId="3137701533" sldId="482"/>
        </pc:sldMkLst>
        <pc:spChg chg="mod">
          <ac:chgData name="Mohammed Fasha" userId="cc64f42d-a1a6-4f08-b97b-0c37f877119f" providerId="ADAL" clId="{FDE0856B-42F7-40B6-BE6F-9BC89E48B27A}" dt="2024-07-20T13:09:59.947" v="2583" actId="27636"/>
          <ac:spMkLst>
            <pc:docMk/>
            <pc:sldMk cId="3137701533" sldId="482"/>
            <ac:spMk id="3" creationId="{22EC0073-6728-2331-0081-D2F365F7098F}"/>
          </ac:spMkLst>
        </pc:spChg>
      </pc:sldChg>
      <pc:sldChg chg="del">
        <pc:chgData name="Mohammed Fasha" userId="cc64f42d-a1a6-4f08-b97b-0c37f877119f" providerId="ADAL" clId="{FDE0856B-42F7-40B6-BE6F-9BC89E48B27A}" dt="2024-07-20T06:26:10.787" v="55" actId="2696"/>
        <pc:sldMkLst>
          <pc:docMk/>
          <pc:sldMk cId="408884363" sldId="483"/>
        </pc:sldMkLst>
      </pc:sldChg>
      <pc:sldChg chg="addSp delSp modSp new mod modClrScheme chgLayout">
        <pc:chgData name="Mohammed Fasha" userId="cc64f42d-a1a6-4f08-b97b-0c37f877119f" providerId="ADAL" clId="{FDE0856B-42F7-40B6-BE6F-9BC89E48B27A}" dt="2024-07-20T09:08:45.255" v="790" actId="404"/>
        <pc:sldMkLst>
          <pc:docMk/>
          <pc:sldMk cId="3908672191" sldId="483"/>
        </pc:sldMkLst>
        <pc:spChg chg="del mod ord">
          <ac:chgData name="Mohammed Fasha" userId="cc64f42d-a1a6-4f08-b97b-0c37f877119f" providerId="ADAL" clId="{FDE0856B-42F7-40B6-BE6F-9BC89E48B27A}" dt="2024-07-20T09:08:36.672" v="784" actId="700"/>
          <ac:spMkLst>
            <pc:docMk/>
            <pc:sldMk cId="3908672191" sldId="483"/>
            <ac:spMk id="2" creationId="{E3DA0CD5-3F5C-AA7A-E83F-160D0638BBEB}"/>
          </ac:spMkLst>
        </pc:spChg>
        <pc:spChg chg="del mod ord">
          <ac:chgData name="Mohammed Fasha" userId="cc64f42d-a1a6-4f08-b97b-0c37f877119f" providerId="ADAL" clId="{FDE0856B-42F7-40B6-BE6F-9BC89E48B27A}" dt="2024-07-20T09:08:36.672" v="784" actId="700"/>
          <ac:spMkLst>
            <pc:docMk/>
            <pc:sldMk cId="3908672191" sldId="483"/>
            <ac:spMk id="3" creationId="{A9DA9B8F-7D94-DC72-2064-020449C80AC4}"/>
          </ac:spMkLst>
        </pc:spChg>
        <pc:spChg chg="add mod ord">
          <ac:chgData name="Mohammed Fasha" userId="cc64f42d-a1a6-4f08-b97b-0c37f877119f" providerId="ADAL" clId="{FDE0856B-42F7-40B6-BE6F-9BC89E48B27A}" dt="2024-07-20T09:08:45.255" v="790" actId="404"/>
          <ac:spMkLst>
            <pc:docMk/>
            <pc:sldMk cId="3908672191" sldId="483"/>
            <ac:spMk id="4" creationId="{EC8E519F-B015-4348-49CC-2C573A868725}"/>
          </ac:spMkLst>
        </pc:spChg>
        <pc:spChg chg="add mod ord">
          <ac:chgData name="Mohammed Fasha" userId="cc64f42d-a1a6-4f08-b97b-0c37f877119f" providerId="ADAL" clId="{FDE0856B-42F7-40B6-BE6F-9BC89E48B27A}" dt="2024-07-20T09:08:36.672" v="784" actId="700"/>
          <ac:spMkLst>
            <pc:docMk/>
            <pc:sldMk cId="3908672191" sldId="483"/>
            <ac:spMk id="5" creationId="{177BD156-FC69-8996-0925-D4A4A6E5E9BE}"/>
          </ac:spMkLst>
        </pc:spChg>
      </pc:sldChg>
      <pc:sldChg chg="del">
        <pc:chgData name="Mohammed Fasha" userId="cc64f42d-a1a6-4f08-b97b-0c37f877119f" providerId="ADAL" clId="{FDE0856B-42F7-40B6-BE6F-9BC89E48B27A}" dt="2024-07-20T06:26:10.787" v="55" actId="2696"/>
        <pc:sldMkLst>
          <pc:docMk/>
          <pc:sldMk cId="994101439" sldId="484"/>
        </pc:sldMkLst>
      </pc:sldChg>
      <pc:sldChg chg="addSp delSp modSp new mod modClrScheme chgLayout">
        <pc:chgData name="Mohammed Fasha" userId="cc64f42d-a1a6-4f08-b97b-0c37f877119f" providerId="ADAL" clId="{FDE0856B-42F7-40B6-BE6F-9BC89E48B27A}" dt="2024-07-20T09:09:09.859" v="802" actId="20577"/>
        <pc:sldMkLst>
          <pc:docMk/>
          <pc:sldMk cId="1026581973" sldId="484"/>
        </pc:sldMkLst>
        <pc:spChg chg="del mod ord">
          <ac:chgData name="Mohammed Fasha" userId="cc64f42d-a1a6-4f08-b97b-0c37f877119f" providerId="ADAL" clId="{FDE0856B-42F7-40B6-BE6F-9BC89E48B27A}" dt="2024-07-20T09:08:53.831" v="792" actId="700"/>
          <ac:spMkLst>
            <pc:docMk/>
            <pc:sldMk cId="1026581973" sldId="484"/>
            <ac:spMk id="2" creationId="{85E55A84-EA50-B97A-48A2-B7A000CEA052}"/>
          </ac:spMkLst>
        </pc:spChg>
        <pc:spChg chg="del mod ord">
          <ac:chgData name="Mohammed Fasha" userId="cc64f42d-a1a6-4f08-b97b-0c37f877119f" providerId="ADAL" clId="{FDE0856B-42F7-40B6-BE6F-9BC89E48B27A}" dt="2024-07-20T09:08:53.831" v="792" actId="700"/>
          <ac:spMkLst>
            <pc:docMk/>
            <pc:sldMk cId="1026581973" sldId="484"/>
            <ac:spMk id="3" creationId="{1E455A34-3D10-6CAD-147F-D7BF03C39694}"/>
          </ac:spMkLst>
        </pc:spChg>
        <pc:spChg chg="add mod ord">
          <ac:chgData name="Mohammed Fasha" userId="cc64f42d-a1a6-4f08-b97b-0c37f877119f" providerId="ADAL" clId="{FDE0856B-42F7-40B6-BE6F-9BC89E48B27A}" dt="2024-07-20T09:09:05.261" v="800" actId="20577"/>
          <ac:spMkLst>
            <pc:docMk/>
            <pc:sldMk cId="1026581973" sldId="484"/>
            <ac:spMk id="4" creationId="{85C5FF8D-6B85-8BD1-6303-54071F0CFCDD}"/>
          </ac:spMkLst>
        </pc:spChg>
        <pc:spChg chg="add mod ord">
          <ac:chgData name="Mohammed Fasha" userId="cc64f42d-a1a6-4f08-b97b-0c37f877119f" providerId="ADAL" clId="{FDE0856B-42F7-40B6-BE6F-9BC89E48B27A}" dt="2024-07-20T09:09:09.859" v="802" actId="20577"/>
          <ac:spMkLst>
            <pc:docMk/>
            <pc:sldMk cId="1026581973" sldId="484"/>
            <ac:spMk id="5" creationId="{9E5FFAA8-616D-6325-6FC6-5998A886C0E5}"/>
          </ac:spMkLst>
        </pc:spChg>
      </pc:sldChg>
      <pc:sldChg chg="add del">
        <pc:chgData name="Mohammed Fasha" userId="cc64f42d-a1a6-4f08-b97b-0c37f877119f" providerId="ADAL" clId="{FDE0856B-42F7-40B6-BE6F-9BC89E48B27A}" dt="2024-07-20T09:13:16.080" v="826" actId="47"/>
        <pc:sldMkLst>
          <pc:docMk/>
          <pc:sldMk cId="0" sldId="485"/>
        </pc:sldMkLst>
      </pc:sldChg>
      <pc:sldChg chg="del">
        <pc:chgData name="Mohammed Fasha" userId="cc64f42d-a1a6-4f08-b97b-0c37f877119f" providerId="ADAL" clId="{FDE0856B-42F7-40B6-BE6F-9BC89E48B27A}" dt="2024-07-20T06:26:10.787" v="55" actId="2696"/>
        <pc:sldMkLst>
          <pc:docMk/>
          <pc:sldMk cId="1440183149" sldId="485"/>
        </pc:sldMkLst>
      </pc:sldChg>
      <pc:sldChg chg="addSp modSp add mod ord">
        <pc:chgData name="Mohammed Fasha" userId="cc64f42d-a1a6-4f08-b97b-0c37f877119f" providerId="ADAL" clId="{FDE0856B-42F7-40B6-BE6F-9BC89E48B27A}" dt="2024-07-22T12:02:58.622" v="5662" actId="1362"/>
        <pc:sldMkLst>
          <pc:docMk/>
          <pc:sldMk cId="0" sldId="486"/>
        </pc:sldMkLst>
        <pc:spChg chg="mod">
          <ac:chgData name="Mohammed Fasha" userId="cc64f42d-a1a6-4f08-b97b-0c37f877119f" providerId="ADAL" clId="{FDE0856B-42F7-40B6-BE6F-9BC89E48B27A}" dt="2024-07-22T11:53:40.649" v="5568" actId="27636"/>
          <ac:spMkLst>
            <pc:docMk/>
            <pc:sldMk cId="0" sldId="486"/>
            <ac:spMk id="3" creationId="{00000000-0000-0000-0000-000000000000}"/>
          </ac:spMkLst>
        </pc:spChg>
        <pc:spChg chg="add mod">
          <ac:chgData name="Mohammed Fasha" userId="cc64f42d-a1a6-4f08-b97b-0c37f877119f" providerId="ADAL" clId="{FDE0856B-42F7-40B6-BE6F-9BC89E48B27A}" dt="2024-07-22T11:53:34.564" v="5563" actId="27636"/>
          <ac:spMkLst>
            <pc:docMk/>
            <pc:sldMk cId="0" sldId="486"/>
            <ac:spMk id="4" creationId="{72231C9B-4575-E348-27FA-818569512F40}"/>
          </ac:spMkLst>
        </pc:spChg>
        <pc:picChg chg="add mod">
          <ac:chgData name="Mohammed Fasha" userId="cc64f42d-a1a6-4f08-b97b-0c37f877119f" providerId="ADAL" clId="{FDE0856B-42F7-40B6-BE6F-9BC89E48B27A}" dt="2024-07-22T12:02:58.622" v="5662" actId="1362"/>
          <ac:picMkLst>
            <pc:docMk/>
            <pc:sldMk cId="0" sldId="486"/>
            <ac:picMk id="9218" creationId="{0115456E-BDEE-8FAE-D7B8-6194FF97F3A8}"/>
          </ac:picMkLst>
        </pc:picChg>
      </pc:sldChg>
      <pc:sldChg chg="del">
        <pc:chgData name="Mohammed Fasha" userId="cc64f42d-a1a6-4f08-b97b-0c37f877119f" providerId="ADAL" clId="{FDE0856B-42F7-40B6-BE6F-9BC89E48B27A}" dt="2024-07-20T06:26:10.787" v="55" actId="2696"/>
        <pc:sldMkLst>
          <pc:docMk/>
          <pc:sldMk cId="3841714060" sldId="486"/>
        </pc:sldMkLst>
      </pc:sldChg>
      <pc:sldChg chg="addSp modSp add del">
        <pc:chgData name="Mohammed Fasha" userId="cc64f42d-a1a6-4f08-b97b-0c37f877119f" providerId="ADAL" clId="{FDE0856B-42F7-40B6-BE6F-9BC89E48B27A}" dt="2024-07-20T20:18:11.559" v="4851" actId="2696"/>
        <pc:sldMkLst>
          <pc:docMk/>
          <pc:sldMk cId="3701339086" sldId="487"/>
        </pc:sldMkLst>
        <pc:picChg chg="add mod">
          <ac:chgData name="Mohammed Fasha" userId="cc64f42d-a1a6-4f08-b97b-0c37f877119f" providerId="ADAL" clId="{FDE0856B-42F7-40B6-BE6F-9BC89E48B27A}" dt="2024-07-20T12:17:04.619" v="1656" actId="1076"/>
          <ac:picMkLst>
            <pc:docMk/>
            <pc:sldMk cId="3701339086" sldId="487"/>
            <ac:picMk id="3074" creationId="{D1346BAF-E2C1-5005-1F6E-EA9C6CCD21B7}"/>
          </ac:picMkLst>
        </pc:picChg>
      </pc:sldChg>
      <pc:sldChg chg="addSp delSp modSp new del mod modClrScheme chgLayout">
        <pc:chgData name="Mohammed Fasha" userId="cc64f42d-a1a6-4f08-b97b-0c37f877119f" providerId="ADAL" clId="{FDE0856B-42F7-40B6-BE6F-9BC89E48B27A}" dt="2024-07-20T12:14:34.762" v="1594" actId="2696"/>
        <pc:sldMkLst>
          <pc:docMk/>
          <pc:sldMk cId="3925800366" sldId="487"/>
        </pc:sldMkLst>
        <pc:spChg chg="del mod ord">
          <ac:chgData name="Mohammed Fasha" userId="cc64f42d-a1a6-4f08-b97b-0c37f877119f" providerId="ADAL" clId="{FDE0856B-42F7-40B6-BE6F-9BC89E48B27A}" dt="2024-07-20T11:43:37.011" v="1186" actId="700"/>
          <ac:spMkLst>
            <pc:docMk/>
            <pc:sldMk cId="3925800366" sldId="487"/>
            <ac:spMk id="2" creationId="{0A7B7BE9-091A-960F-0BE2-35E591157E41}"/>
          </ac:spMkLst>
        </pc:spChg>
        <pc:spChg chg="del mod ord">
          <ac:chgData name="Mohammed Fasha" userId="cc64f42d-a1a6-4f08-b97b-0c37f877119f" providerId="ADAL" clId="{FDE0856B-42F7-40B6-BE6F-9BC89E48B27A}" dt="2024-07-20T11:43:37.011" v="1186" actId="700"/>
          <ac:spMkLst>
            <pc:docMk/>
            <pc:sldMk cId="3925800366" sldId="487"/>
            <ac:spMk id="3" creationId="{B9497D59-6F1D-5B82-028C-4952AE45F74B}"/>
          </ac:spMkLst>
        </pc:spChg>
        <pc:spChg chg="add mod ord">
          <ac:chgData name="Mohammed Fasha" userId="cc64f42d-a1a6-4f08-b97b-0c37f877119f" providerId="ADAL" clId="{FDE0856B-42F7-40B6-BE6F-9BC89E48B27A}" dt="2024-07-20T11:43:44.108" v="1212" actId="20577"/>
          <ac:spMkLst>
            <pc:docMk/>
            <pc:sldMk cId="3925800366" sldId="487"/>
            <ac:spMk id="4" creationId="{2C7CEEA9-ADB8-FC14-8469-09A20FDA31B4}"/>
          </ac:spMkLst>
        </pc:spChg>
        <pc:spChg chg="add mod ord">
          <ac:chgData name="Mohammed Fasha" userId="cc64f42d-a1a6-4f08-b97b-0c37f877119f" providerId="ADAL" clId="{FDE0856B-42F7-40B6-BE6F-9BC89E48B27A}" dt="2024-07-20T11:43:37.011" v="1186" actId="700"/>
          <ac:spMkLst>
            <pc:docMk/>
            <pc:sldMk cId="3925800366" sldId="487"/>
            <ac:spMk id="5" creationId="{9464C41B-537F-FFA4-44D6-4AAE81E8B1A1}"/>
          </ac:spMkLst>
        </pc:spChg>
      </pc:sldChg>
      <pc:sldChg chg="del">
        <pc:chgData name="Mohammed Fasha" userId="cc64f42d-a1a6-4f08-b97b-0c37f877119f" providerId="ADAL" clId="{FDE0856B-42F7-40B6-BE6F-9BC89E48B27A}" dt="2024-07-20T06:26:10.787" v="55" actId="2696"/>
        <pc:sldMkLst>
          <pc:docMk/>
          <pc:sldMk cId="833725597" sldId="488"/>
        </pc:sldMkLst>
      </pc:sldChg>
      <pc:sldChg chg="addSp delSp modSp new del mod modClrScheme chgLayout">
        <pc:chgData name="Mohammed Fasha" userId="cc64f42d-a1a6-4f08-b97b-0c37f877119f" providerId="ADAL" clId="{FDE0856B-42F7-40B6-BE6F-9BC89E48B27A}" dt="2024-07-20T20:18:11.559" v="4851" actId="2696"/>
        <pc:sldMkLst>
          <pc:docMk/>
          <pc:sldMk cId="2018895221" sldId="488"/>
        </pc:sldMkLst>
        <pc:spChg chg="del mod ord">
          <ac:chgData name="Mohammed Fasha" userId="cc64f42d-a1a6-4f08-b97b-0c37f877119f" providerId="ADAL" clId="{FDE0856B-42F7-40B6-BE6F-9BC89E48B27A}" dt="2024-07-20T12:00:04.290" v="1446" actId="700"/>
          <ac:spMkLst>
            <pc:docMk/>
            <pc:sldMk cId="2018895221" sldId="488"/>
            <ac:spMk id="2" creationId="{709A4D96-13DA-B80A-B41A-DBA485AA50D9}"/>
          </ac:spMkLst>
        </pc:spChg>
        <pc:spChg chg="del mod ord">
          <ac:chgData name="Mohammed Fasha" userId="cc64f42d-a1a6-4f08-b97b-0c37f877119f" providerId="ADAL" clId="{FDE0856B-42F7-40B6-BE6F-9BC89E48B27A}" dt="2024-07-20T12:00:04.290" v="1446" actId="700"/>
          <ac:spMkLst>
            <pc:docMk/>
            <pc:sldMk cId="2018895221" sldId="488"/>
            <ac:spMk id="3" creationId="{D860DE46-C079-1FDE-CD99-82F9BD156310}"/>
          </ac:spMkLst>
        </pc:spChg>
        <pc:spChg chg="add mod ord">
          <ac:chgData name="Mohammed Fasha" userId="cc64f42d-a1a6-4f08-b97b-0c37f877119f" providerId="ADAL" clId="{FDE0856B-42F7-40B6-BE6F-9BC89E48B27A}" dt="2024-07-20T12:13:54.097" v="1586" actId="20577"/>
          <ac:spMkLst>
            <pc:docMk/>
            <pc:sldMk cId="2018895221" sldId="488"/>
            <ac:spMk id="4" creationId="{3518D25F-2BBE-8689-355A-9938605AA24F}"/>
          </ac:spMkLst>
        </pc:spChg>
        <pc:spChg chg="add mod ord">
          <ac:chgData name="Mohammed Fasha" userId="cc64f42d-a1a6-4f08-b97b-0c37f877119f" providerId="ADAL" clId="{FDE0856B-42F7-40B6-BE6F-9BC89E48B27A}" dt="2024-07-20T12:00:04.290" v="1446" actId="700"/>
          <ac:spMkLst>
            <pc:docMk/>
            <pc:sldMk cId="2018895221" sldId="488"/>
            <ac:spMk id="5" creationId="{4F3979A5-9E6D-CBD6-1E54-B94C165E0B0F}"/>
          </ac:spMkLst>
        </pc:spChg>
      </pc:sldChg>
      <pc:sldChg chg="del">
        <pc:chgData name="Mohammed Fasha" userId="cc64f42d-a1a6-4f08-b97b-0c37f877119f" providerId="ADAL" clId="{FDE0856B-42F7-40B6-BE6F-9BC89E48B27A}" dt="2024-07-20T06:26:10.787" v="55" actId="2696"/>
        <pc:sldMkLst>
          <pc:docMk/>
          <pc:sldMk cId="4123470834" sldId="489"/>
        </pc:sldMkLst>
      </pc:sldChg>
      <pc:sldChg chg="addSp delSp modSp new del mod ord modClrScheme chgLayout">
        <pc:chgData name="Mohammed Fasha" userId="cc64f42d-a1a6-4f08-b97b-0c37f877119f" providerId="ADAL" clId="{FDE0856B-42F7-40B6-BE6F-9BC89E48B27A}" dt="2024-07-20T20:18:11.559" v="4851" actId="2696"/>
        <pc:sldMkLst>
          <pc:docMk/>
          <pc:sldMk cId="4225001686" sldId="489"/>
        </pc:sldMkLst>
        <pc:spChg chg="del mod ord">
          <ac:chgData name="Mohammed Fasha" userId="cc64f42d-a1a6-4f08-b97b-0c37f877119f" providerId="ADAL" clId="{FDE0856B-42F7-40B6-BE6F-9BC89E48B27A}" dt="2024-07-20T12:05:15.748" v="1470" actId="700"/>
          <ac:spMkLst>
            <pc:docMk/>
            <pc:sldMk cId="4225001686" sldId="489"/>
            <ac:spMk id="2" creationId="{5B8C83E0-104A-EC10-BE19-DC0106E94822}"/>
          </ac:spMkLst>
        </pc:spChg>
        <pc:spChg chg="del mod ord">
          <ac:chgData name="Mohammed Fasha" userId="cc64f42d-a1a6-4f08-b97b-0c37f877119f" providerId="ADAL" clId="{FDE0856B-42F7-40B6-BE6F-9BC89E48B27A}" dt="2024-07-20T12:05:15.748" v="1470" actId="700"/>
          <ac:spMkLst>
            <pc:docMk/>
            <pc:sldMk cId="4225001686" sldId="489"/>
            <ac:spMk id="3" creationId="{514594F0-EB6E-BE94-A35F-7F63686422D8}"/>
          </ac:spMkLst>
        </pc:spChg>
        <pc:spChg chg="add mod ord">
          <ac:chgData name="Mohammed Fasha" userId="cc64f42d-a1a6-4f08-b97b-0c37f877119f" providerId="ADAL" clId="{FDE0856B-42F7-40B6-BE6F-9BC89E48B27A}" dt="2024-07-20T13:19:08.583" v="2627" actId="21"/>
          <ac:spMkLst>
            <pc:docMk/>
            <pc:sldMk cId="4225001686" sldId="489"/>
            <ac:spMk id="4" creationId="{79D15EA5-DADE-E7BA-4901-A298D25A4E94}"/>
          </ac:spMkLst>
        </pc:spChg>
        <pc:spChg chg="add mod ord">
          <ac:chgData name="Mohammed Fasha" userId="cc64f42d-a1a6-4f08-b97b-0c37f877119f" providerId="ADAL" clId="{FDE0856B-42F7-40B6-BE6F-9BC89E48B27A}" dt="2024-07-20T18:24:31.726" v="3465" actId="207"/>
          <ac:spMkLst>
            <pc:docMk/>
            <pc:sldMk cId="4225001686" sldId="489"/>
            <ac:spMk id="5" creationId="{B95EDE17-CFDE-CF1F-832C-0C88F05F3FDB}"/>
          </ac:spMkLst>
        </pc:spChg>
        <pc:picChg chg="add mod">
          <ac:chgData name="Mohammed Fasha" userId="cc64f42d-a1a6-4f08-b97b-0c37f877119f" providerId="ADAL" clId="{FDE0856B-42F7-40B6-BE6F-9BC89E48B27A}" dt="2024-07-20T15:43:59.671" v="3001" actId="1076"/>
          <ac:picMkLst>
            <pc:docMk/>
            <pc:sldMk cId="4225001686" sldId="489"/>
            <ac:picMk id="8" creationId="{453F7135-2259-9C12-64C1-4BB2BB9AB8CD}"/>
          </ac:picMkLst>
        </pc:picChg>
      </pc:sldChg>
      <pc:sldChg chg="modSp new del mod ord">
        <pc:chgData name="Mohammed Fasha" userId="cc64f42d-a1a6-4f08-b97b-0c37f877119f" providerId="ADAL" clId="{FDE0856B-42F7-40B6-BE6F-9BC89E48B27A}" dt="2024-07-20T20:18:11.559" v="4851" actId="2696"/>
        <pc:sldMkLst>
          <pc:docMk/>
          <pc:sldMk cId="1644352761" sldId="490"/>
        </pc:sldMkLst>
        <pc:spChg chg="mod">
          <ac:chgData name="Mohammed Fasha" userId="cc64f42d-a1a6-4f08-b97b-0c37f877119f" providerId="ADAL" clId="{FDE0856B-42F7-40B6-BE6F-9BC89E48B27A}" dt="2024-07-20T18:38:53.199" v="3780" actId="27636"/>
          <ac:spMkLst>
            <pc:docMk/>
            <pc:sldMk cId="1644352761" sldId="490"/>
            <ac:spMk id="2" creationId="{426CA5E8-81F5-CBE9-70B8-F18221F256D0}"/>
          </ac:spMkLst>
        </pc:spChg>
        <pc:spChg chg="mod">
          <ac:chgData name="Mohammed Fasha" userId="cc64f42d-a1a6-4f08-b97b-0c37f877119f" providerId="ADAL" clId="{FDE0856B-42F7-40B6-BE6F-9BC89E48B27A}" dt="2024-07-20T18:39:00.923" v="3782" actId="179"/>
          <ac:spMkLst>
            <pc:docMk/>
            <pc:sldMk cId="1644352761" sldId="490"/>
            <ac:spMk id="3" creationId="{472AE4A2-7850-5D5D-640D-F49964770222}"/>
          </ac:spMkLst>
        </pc:spChg>
      </pc:sldChg>
      <pc:sldChg chg="del">
        <pc:chgData name="Mohammed Fasha" userId="cc64f42d-a1a6-4f08-b97b-0c37f877119f" providerId="ADAL" clId="{FDE0856B-42F7-40B6-BE6F-9BC89E48B27A}" dt="2024-07-20T06:26:10.787" v="55" actId="2696"/>
        <pc:sldMkLst>
          <pc:docMk/>
          <pc:sldMk cId="4022017735" sldId="490"/>
        </pc:sldMkLst>
      </pc:sldChg>
      <pc:sldChg chg="del">
        <pc:chgData name="Mohammed Fasha" userId="cc64f42d-a1a6-4f08-b97b-0c37f877119f" providerId="ADAL" clId="{FDE0856B-42F7-40B6-BE6F-9BC89E48B27A}" dt="2024-07-20T06:26:10.787" v="55" actId="2696"/>
        <pc:sldMkLst>
          <pc:docMk/>
          <pc:sldMk cId="2225061527" sldId="491"/>
        </pc:sldMkLst>
      </pc:sldChg>
      <pc:sldChg chg="addSp delSp modSp new del mod modClrScheme chgLayout">
        <pc:chgData name="Mohammed Fasha" userId="cc64f42d-a1a6-4f08-b97b-0c37f877119f" providerId="ADAL" clId="{FDE0856B-42F7-40B6-BE6F-9BC89E48B27A}" dt="2024-07-20T20:18:11.559" v="4851" actId="2696"/>
        <pc:sldMkLst>
          <pc:docMk/>
          <pc:sldMk cId="3377810766" sldId="491"/>
        </pc:sldMkLst>
        <pc:spChg chg="del mod ord">
          <ac:chgData name="Mohammed Fasha" userId="cc64f42d-a1a6-4f08-b97b-0c37f877119f" providerId="ADAL" clId="{FDE0856B-42F7-40B6-BE6F-9BC89E48B27A}" dt="2024-07-20T12:11:49.965" v="1566" actId="700"/>
          <ac:spMkLst>
            <pc:docMk/>
            <pc:sldMk cId="3377810766" sldId="491"/>
            <ac:spMk id="2" creationId="{0860DFAA-BA49-6EDE-AF7A-B2F923FF744E}"/>
          </ac:spMkLst>
        </pc:spChg>
        <pc:spChg chg="del mod ord">
          <ac:chgData name="Mohammed Fasha" userId="cc64f42d-a1a6-4f08-b97b-0c37f877119f" providerId="ADAL" clId="{FDE0856B-42F7-40B6-BE6F-9BC89E48B27A}" dt="2024-07-20T12:11:49.965" v="1566" actId="700"/>
          <ac:spMkLst>
            <pc:docMk/>
            <pc:sldMk cId="3377810766" sldId="491"/>
            <ac:spMk id="3" creationId="{9A24BD07-7171-899B-10E6-035746C77F20}"/>
          </ac:spMkLst>
        </pc:spChg>
        <pc:spChg chg="add del mod">
          <ac:chgData name="Mohammed Fasha" userId="cc64f42d-a1a6-4f08-b97b-0c37f877119f" providerId="ADAL" clId="{FDE0856B-42F7-40B6-BE6F-9BC89E48B27A}" dt="2024-07-20T18:27:14.834" v="3472" actId="21"/>
          <ac:spMkLst>
            <pc:docMk/>
            <pc:sldMk cId="3377810766" sldId="491"/>
            <ac:spMk id="5" creationId="{E559B2D6-1008-5824-4054-B71813BDB11B}"/>
          </ac:spMkLst>
        </pc:spChg>
        <pc:spChg chg="add mod ord">
          <ac:chgData name="Mohammed Fasha" userId="cc64f42d-a1a6-4f08-b97b-0c37f877119f" providerId="ADAL" clId="{FDE0856B-42F7-40B6-BE6F-9BC89E48B27A}" dt="2024-07-20T18:30:22.826" v="3562" actId="20577"/>
          <ac:spMkLst>
            <pc:docMk/>
            <pc:sldMk cId="3377810766" sldId="491"/>
            <ac:spMk id="6" creationId="{1C08BDEC-664C-7AFE-A1E5-75A02AA27647}"/>
          </ac:spMkLst>
        </pc:spChg>
        <pc:spChg chg="add mod ord">
          <ac:chgData name="Mohammed Fasha" userId="cc64f42d-a1a6-4f08-b97b-0c37f877119f" providerId="ADAL" clId="{FDE0856B-42F7-40B6-BE6F-9BC89E48B27A}" dt="2024-07-20T18:30:01.646" v="3514" actId="27636"/>
          <ac:spMkLst>
            <pc:docMk/>
            <pc:sldMk cId="3377810766" sldId="491"/>
            <ac:spMk id="7" creationId="{E3C1E8F4-0C99-2E6E-6E27-876492DB1DED}"/>
          </ac:spMkLst>
        </pc:spChg>
        <pc:spChg chg="add del mod">
          <ac:chgData name="Mohammed Fasha" userId="cc64f42d-a1a6-4f08-b97b-0c37f877119f" providerId="ADAL" clId="{FDE0856B-42F7-40B6-BE6F-9BC89E48B27A}" dt="2024-07-20T18:27:10.548" v="3471" actId="21"/>
          <ac:spMkLst>
            <pc:docMk/>
            <pc:sldMk cId="3377810766" sldId="491"/>
            <ac:spMk id="9" creationId="{CB5B3EB7-2044-1C30-1D9A-65C2E7BE3B45}"/>
          </ac:spMkLst>
        </pc:spChg>
        <pc:picChg chg="add mod">
          <ac:chgData name="Mohammed Fasha" userId="cc64f42d-a1a6-4f08-b97b-0c37f877119f" providerId="ADAL" clId="{FDE0856B-42F7-40B6-BE6F-9BC89E48B27A}" dt="2024-07-20T13:45:11.533" v="2797" actId="1076"/>
          <ac:picMkLst>
            <pc:docMk/>
            <pc:sldMk cId="3377810766" sldId="491"/>
            <ac:picMk id="11" creationId="{620492A8-8430-2543-1DFC-718DC6323D37}"/>
          </ac:picMkLst>
        </pc:picChg>
        <pc:picChg chg="add mod">
          <ac:chgData name="Mohammed Fasha" userId="cc64f42d-a1a6-4f08-b97b-0c37f877119f" providerId="ADAL" clId="{FDE0856B-42F7-40B6-BE6F-9BC89E48B27A}" dt="2024-07-20T18:25:31.539" v="3467" actId="1076"/>
          <ac:picMkLst>
            <pc:docMk/>
            <pc:sldMk cId="3377810766" sldId="491"/>
            <ac:picMk id="7170" creationId="{1676E60D-425E-9E99-6F73-2056CC9977E5}"/>
          </ac:picMkLst>
        </pc:picChg>
      </pc:sldChg>
      <pc:sldChg chg="del">
        <pc:chgData name="Mohammed Fasha" userId="cc64f42d-a1a6-4f08-b97b-0c37f877119f" providerId="ADAL" clId="{FDE0856B-42F7-40B6-BE6F-9BC89E48B27A}" dt="2024-07-20T06:26:10.787" v="55" actId="2696"/>
        <pc:sldMkLst>
          <pc:docMk/>
          <pc:sldMk cId="673932695" sldId="492"/>
        </pc:sldMkLst>
      </pc:sldChg>
      <pc:sldChg chg="modSp new mod">
        <pc:chgData name="Mohammed Fasha" userId="cc64f42d-a1a6-4f08-b97b-0c37f877119f" providerId="ADAL" clId="{FDE0856B-42F7-40B6-BE6F-9BC89E48B27A}" dt="2024-07-20T13:09:59.834" v="2576" actId="27636"/>
        <pc:sldMkLst>
          <pc:docMk/>
          <pc:sldMk cId="3217007079" sldId="492"/>
        </pc:sldMkLst>
        <pc:spChg chg="mod">
          <ac:chgData name="Mohammed Fasha" userId="cc64f42d-a1a6-4f08-b97b-0c37f877119f" providerId="ADAL" clId="{FDE0856B-42F7-40B6-BE6F-9BC89E48B27A}" dt="2024-07-20T12:39:04.006" v="1989" actId="20577"/>
          <ac:spMkLst>
            <pc:docMk/>
            <pc:sldMk cId="3217007079" sldId="492"/>
            <ac:spMk id="2" creationId="{C82BC959-40DE-712A-71AB-2E58C4974467}"/>
          </ac:spMkLst>
        </pc:spChg>
        <pc:spChg chg="mod">
          <ac:chgData name="Mohammed Fasha" userId="cc64f42d-a1a6-4f08-b97b-0c37f877119f" providerId="ADAL" clId="{FDE0856B-42F7-40B6-BE6F-9BC89E48B27A}" dt="2024-07-20T13:09:59.834" v="2576" actId="27636"/>
          <ac:spMkLst>
            <pc:docMk/>
            <pc:sldMk cId="3217007079" sldId="492"/>
            <ac:spMk id="3" creationId="{82867AC9-3FEE-5376-286C-11A760E78422}"/>
          </ac:spMkLst>
        </pc:spChg>
      </pc:sldChg>
      <pc:sldChg chg="modSp new mod">
        <pc:chgData name="Mohammed Fasha" userId="cc64f42d-a1a6-4f08-b97b-0c37f877119f" providerId="ADAL" clId="{FDE0856B-42F7-40B6-BE6F-9BC89E48B27A}" dt="2024-07-20T13:09:59.882" v="2577" actId="27636"/>
        <pc:sldMkLst>
          <pc:docMk/>
          <pc:sldMk cId="623807491" sldId="493"/>
        </pc:sldMkLst>
        <pc:spChg chg="mod">
          <ac:chgData name="Mohammed Fasha" userId="cc64f42d-a1a6-4f08-b97b-0c37f877119f" providerId="ADAL" clId="{FDE0856B-42F7-40B6-BE6F-9BC89E48B27A}" dt="2024-07-20T12:43:36.725" v="1995" actId="20577"/>
          <ac:spMkLst>
            <pc:docMk/>
            <pc:sldMk cId="623807491" sldId="493"/>
            <ac:spMk id="2" creationId="{BCC359B5-99AB-F905-688B-EE3B8808AD49}"/>
          </ac:spMkLst>
        </pc:spChg>
        <pc:spChg chg="mod">
          <ac:chgData name="Mohammed Fasha" userId="cc64f42d-a1a6-4f08-b97b-0c37f877119f" providerId="ADAL" clId="{FDE0856B-42F7-40B6-BE6F-9BC89E48B27A}" dt="2024-07-20T13:09:59.882" v="2577" actId="27636"/>
          <ac:spMkLst>
            <pc:docMk/>
            <pc:sldMk cId="623807491" sldId="493"/>
            <ac:spMk id="3" creationId="{2C0EBE82-CF04-F4D2-401F-640B5E7494B4}"/>
          </ac:spMkLst>
        </pc:spChg>
      </pc:sldChg>
      <pc:sldChg chg="del">
        <pc:chgData name="Mohammed Fasha" userId="cc64f42d-a1a6-4f08-b97b-0c37f877119f" providerId="ADAL" clId="{FDE0856B-42F7-40B6-BE6F-9BC89E48B27A}" dt="2024-07-20T06:26:10.787" v="55" actId="2696"/>
        <pc:sldMkLst>
          <pc:docMk/>
          <pc:sldMk cId="2512069021" sldId="493"/>
        </pc:sldMkLst>
      </pc:sldChg>
      <pc:sldChg chg="modSp new del mod">
        <pc:chgData name="Mohammed Fasha" userId="cc64f42d-a1a6-4f08-b97b-0c37f877119f" providerId="ADAL" clId="{FDE0856B-42F7-40B6-BE6F-9BC89E48B27A}" dt="2024-07-20T13:05:22.362" v="2502" actId="47"/>
        <pc:sldMkLst>
          <pc:docMk/>
          <pc:sldMk cId="316678082" sldId="494"/>
        </pc:sldMkLst>
        <pc:spChg chg="mod">
          <ac:chgData name="Mohammed Fasha" userId="cc64f42d-a1a6-4f08-b97b-0c37f877119f" providerId="ADAL" clId="{FDE0856B-42F7-40B6-BE6F-9BC89E48B27A}" dt="2024-07-20T13:01:59.844" v="2407" actId="20577"/>
          <ac:spMkLst>
            <pc:docMk/>
            <pc:sldMk cId="316678082" sldId="494"/>
            <ac:spMk id="2" creationId="{F8517BF5-1B31-EA3F-80CC-B243C344632B}"/>
          </ac:spMkLst>
        </pc:spChg>
        <pc:spChg chg="mod">
          <ac:chgData name="Mohammed Fasha" userId="cc64f42d-a1a6-4f08-b97b-0c37f877119f" providerId="ADAL" clId="{FDE0856B-42F7-40B6-BE6F-9BC89E48B27A}" dt="2024-07-20T13:02:04.709" v="2409" actId="6549"/>
          <ac:spMkLst>
            <pc:docMk/>
            <pc:sldMk cId="316678082" sldId="494"/>
            <ac:spMk id="3" creationId="{C35170CE-6F4E-6A77-B2FD-381C484CA593}"/>
          </ac:spMkLst>
        </pc:spChg>
      </pc:sldChg>
      <pc:sldChg chg="del">
        <pc:chgData name="Mohammed Fasha" userId="cc64f42d-a1a6-4f08-b97b-0c37f877119f" providerId="ADAL" clId="{FDE0856B-42F7-40B6-BE6F-9BC89E48B27A}" dt="2024-07-20T06:26:10.787" v="55" actId="2696"/>
        <pc:sldMkLst>
          <pc:docMk/>
          <pc:sldMk cId="3290660304" sldId="494"/>
        </pc:sldMkLst>
      </pc:sldChg>
      <pc:sldChg chg="addSp delSp modSp add del mod">
        <pc:chgData name="Mohammed Fasha" userId="cc64f42d-a1a6-4f08-b97b-0c37f877119f" providerId="ADAL" clId="{FDE0856B-42F7-40B6-BE6F-9BC89E48B27A}" dt="2024-07-23T11:21:59.664" v="5665" actId="47"/>
        <pc:sldMkLst>
          <pc:docMk/>
          <pc:sldMk cId="756554025" sldId="495"/>
        </pc:sldMkLst>
        <pc:spChg chg="mod">
          <ac:chgData name="Mohammed Fasha" userId="cc64f42d-a1a6-4f08-b97b-0c37f877119f" providerId="ADAL" clId="{FDE0856B-42F7-40B6-BE6F-9BC89E48B27A}" dt="2024-07-20T13:04:11.887" v="2488" actId="14100"/>
          <ac:spMkLst>
            <pc:docMk/>
            <pc:sldMk cId="756554025" sldId="495"/>
            <ac:spMk id="2" creationId="{F8517BF5-1B31-EA3F-80CC-B243C344632B}"/>
          </ac:spMkLst>
        </pc:spChg>
        <pc:spChg chg="mod">
          <ac:chgData name="Mohammed Fasha" userId="cc64f42d-a1a6-4f08-b97b-0c37f877119f" providerId="ADAL" clId="{FDE0856B-42F7-40B6-BE6F-9BC89E48B27A}" dt="2024-07-20T13:09:59.903" v="2578" actId="27636"/>
          <ac:spMkLst>
            <pc:docMk/>
            <pc:sldMk cId="756554025" sldId="495"/>
            <ac:spMk id="3" creationId="{C35170CE-6F4E-6A77-B2FD-381C484CA593}"/>
          </ac:spMkLst>
        </pc:spChg>
        <pc:spChg chg="add mod">
          <ac:chgData name="Mohammed Fasha" userId="cc64f42d-a1a6-4f08-b97b-0c37f877119f" providerId="ADAL" clId="{FDE0856B-42F7-40B6-BE6F-9BC89E48B27A}" dt="2024-07-20T13:03:27.034" v="2479" actId="27636"/>
          <ac:spMkLst>
            <pc:docMk/>
            <pc:sldMk cId="756554025" sldId="495"/>
            <ac:spMk id="4" creationId="{D2D4A6D0-2A40-4C45-AAE9-B2CC3DB704AF}"/>
          </ac:spMkLst>
        </pc:spChg>
        <pc:picChg chg="add del mod">
          <ac:chgData name="Mohammed Fasha" userId="cc64f42d-a1a6-4f08-b97b-0c37f877119f" providerId="ADAL" clId="{FDE0856B-42F7-40B6-BE6F-9BC89E48B27A}" dt="2024-07-20T13:04:57.364" v="2497" actId="478"/>
          <ac:picMkLst>
            <pc:docMk/>
            <pc:sldMk cId="756554025" sldId="495"/>
            <ac:picMk id="5122" creationId="{D0E3DD00-505B-7E30-C3FC-000E5602FEDD}"/>
          </ac:picMkLst>
        </pc:picChg>
        <pc:picChg chg="add mod">
          <ac:chgData name="Mohammed Fasha" userId="cc64f42d-a1a6-4f08-b97b-0c37f877119f" providerId="ADAL" clId="{FDE0856B-42F7-40B6-BE6F-9BC89E48B27A}" dt="2024-07-20T13:05:04.319" v="2501" actId="1076"/>
          <ac:picMkLst>
            <pc:docMk/>
            <pc:sldMk cId="756554025" sldId="495"/>
            <ac:picMk id="5124" creationId="{643D0A5F-13DC-F7AB-64A8-78B306E6329A}"/>
          </ac:picMkLst>
        </pc:picChg>
      </pc:sldChg>
      <pc:sldChg chg="del">
        <pc:chgData name="Mohammed Fasha" userId="cc64f42d-a1a6-4f08-b97b-0c37f877119f" providerId="ADAL" clId="{FDE0856B-42F7-40B6-BE6F-9BC89E48B27A}" dt="2024-07-20T06:26:10.787" v="55" actId="2696"/>
        <pc:sldMkLst>
          <pc:docMk/>
          <pc:sldMk cId="4079654275" sldId="495"/>
        </pc:sldMkLst>
      </pc:sldChg>
      <pc:sldChg chg="addSp delSp modSp new del mod ord modClrScheme chgLayout">
        <pc:chgData name="Mohammed Fasha" userId="cc64f42d-a1a6-4f08-b97b-0c37f877119f" providerId="ADAL" clId="{FDE0856B-42F7-40B6-BE6F-9BC89E48B27A}" dt="2024-07-20T20:18:11.559" v="4851" actId="2696"/>
        <pc:sldMkLst>
          <pc:docMk/>
          <pc:sldMk cId="377313955" sldId="496"/>
        </pc:sldMkLst>
        <pc:spChg chg="add del mod ord">
          <ac:chgData name="Mohammed Fasha" userId="cc64f42d-a1a6-4f08-b97b-0c37f877119f" providerId="ADAL" clId="{FDE0856B-42F7-40B6-BE6F-9BC89E48B27A}" dt="2024-07-20T19:35:34.008" v="4496" actId="6549"/>
          <ac:spMkLst>
            <pc:docMk/>
            <pc:sldMk cId="377313955" sldId="496"/>
            <ac:spMk id="2" creationId="{6140F44F-9F35-B5C5-B936-BEE442598413}"/>
          </ac:spMkLst>
        </pc:spChg>
        <pc:spChg chg="add del">
          <ac:chgData name="Mohammed Fasha" userId="cc64f42d-a1a6-4f08-b97b-0c37f877119f" providerId="ADAL" clId="{FDE0856B-42F7-40B6-BE6F-9BC89E48B27A}" dt="2024-07-20T13:18:33.466" v="2619" actId="22"/>
          <ac:spMkLst>
            <pc:docMk/>
            <pc:sldMk cId="377313955" sldId="496"/>
            <ac:spMk id="3" creationId="{E34969B5-8A93-8DAE-AB57-3DB2B9404192}"/>
          </ac:spMkLst>
        </pc:spChg>
        <pc:spChg chg="add del mod ord">
          <ac:chgData name="Mohammed Fasha" userId="cc64f42d-a1a6-4f08-b97b-0c37f877119f" providerId="ADAL" clId="{FDE0856B-42F7-40B6-BE6F-9BC89E48B27A}" dt="2024-07-20T13:18:31.887" v="2618" actId="700"/>
          <ac:spMkLst>
            <pc:docMk/>
            <pc:sldMk cId="377313955" sldId="496"/>
            <ac:spMk id="4" creationId="{CECCFE37-532A-A56D-B64D-0F49466DFA68}"/>
          </ac:spMkLst>
        </pc:spChg>
        <pc:spChg chg="add mod">
          <ac:chgData name="Mohammed Fasha" userId="cc64f42d-a1a6-4f08-b97b-0c37f877119f" providerId="ADAL" clId="{FDE0856B-42F7-40B6-BE6F-9BC89E48B27A}" dt="2024-07-20T19:37:47.696" v="4536" actId="20577"/>
          <ac:spMkLst>
            <pc:docMk/>
            <pc:sldMk cId="377313955" sldId="496"/>
            <ac:spMk id="10" creationId="{CE742699-8B61-67E2-96CC-38CC36D3F8A6}"/>
          </ac:spMkLst>
        </pc:spChg>
        <pc:picChg chg="add del mod">
          <ac:chgData name="Mohammed Fasha" userId="cc64f42d-a1a6-4f08-b97b-0c37f877119f" providerId="ADAL" clId="{FDE0856B-42F7-40B6-BE6F-9BC89E48B27A}" dt="2024-07-20T13:18:30.548" v="2616" actId="22"/>
          <ac:picMkLst>
            <pc:docMk/>
            <pc:sldMk cId="377313955" sldId="496"/>
            <ac:picMk id="6" creationId="{197DE0FC-92D4-315D-3AB8-1BE5A4BC5746}"/>
          </ac:picMkLst>
        </pc:picChg>
        <pc:picChg chg="add del mod ord">
          <ac:chgData name="Mohammed Fasha" userId="cc64f42d-a1a6-4f08-b97b-0c37f877119f" providerId="ADAL" clId="{FDE0856B-42F7-40B6-BE6F-9BC89E48B27A}" dt="2024-07-20T13:18:46.325" v="2620" actId="21"/>
          <ac:picMkLst>
            <pc:docMk/>
            <pc:sldMk cId="377313955" sldId="496"/>
            <ac:picMk id="8" creationId="{453F7135-2259-9C12-64C1-4BB2BB9AB8CD}"/>
          </ac:picMkLst>
        </pc:picChg>
        <pc:picChg chg="add del mod">
          <ac:chgData name="Mohammed Fasha" userId="cc64f42d-a1a6-4f08-b97b-0c37f877119f" providerId="ADAL" clId="{FDE0856B-42F7-40B6-BE6F-9BC89E48B27A}" dt="2024-07-20T18:50:13.873" v="4004" actId="478"/>
          <ac:picMkLst>
            <pc:docMk/>
            <pc:sldMk cId="377313955" sldId="496"/>
            <ac:picMk id="1026" creationId="{62B3C489-C8AB-1750-E798-8029DD100B54}"/>
          </ac:picMkLst>
        </pc:picChg>
        <pc:picChg chg="add mod">
          <ac:chgData name="Mohammed Fasha" userId="cc64f42d-a1a6-4f08-b97b-0c37f877119f" providerId="ADAL" clId="{FDE0856B-42F7-40B6-BE6F-9BC89E48B27A}" dt="2024-07-20T18:50:21.022" v="4008" actId="1076"/>
          <ac:picMkLst>
            <pc:docMk/>
            <pc:sldMk cId="377313955" sldId="496"/>
            <ac:picMk id="1028" creationId="{119A1015-9ECE-D176-203F-1F3D3FB68D25}"/>
          </ac:picMkLst>
        </pc:picChg>
      </pc:sldChg>
      <pc:sldChg chg="add del">
        <pc:chgData name="Mohammed Fasha" userId="cc64f42d-a1a6-4f08-b97b-0c37f877119f" providerId="ADAL" clId="{FDE0856B-42F7-40B6-BE6F-9BC89E48B27A}" dt="2024-07-22T11:12:52.476" v="4970" actId="47"/>
        <pc:sldMkLst>
          <pc:docMk/>
          <pc:sldMk cId="1362339809" sldId="496"/>
        </pc:sldMkLst>
      </pc:sldChg>
      <pc:sldChg chg="del">
        <pc:chgData name="Mohammed Fasha" userId="cc64f42d-a1a6-4f08-b97b-0c37f877119f" providerId="ADAL" clId="{FDE0856B-42F7-40B6-BE6F-9BC89E48B27A}" dt="2024-07-20T06:26:10.787" v="55" actId="2696"/>
        <pc:sldMkLst>
          <pc:docMk/>
          <pc:sldMk cId="1501311303" sldId="496"/>
        </pc:sldMkLst>
      </pc:sldChg>
      <pc:sldChg chg="addSp delSp modSp new del mod ord">
        <pc:chgData name="Mohammed Fasha" userId="cc64f42d-a1a6-4f08-b97b-0c37f877119f" providerId="ADAL" clId="{FDE0856B-42F7-40B6-BE6F-9BC89E48B27A}" dt="2024-07-20T20:18:11.559" v="4851" actId="2696"/>
        <pc:sldMkLst>
          <pc:docMk/>
          <pc:sldMk cId="1913302130" sldId="497"/>
        </pc:sldMkLst>
        <pc:spChg chg="del mod">
          <ac:chgData name="Mohammed Fasha" userId="cc64f42d-a1a6-4f08-b97b-0c37f877119f" providerId="ADAL" clId="{FDE0856B-42F7-40B6-BE6F-9BC89E48B27A}" dt="2024-07-20T13:48:38.568" v="2818" actId="478"/>
          <ac:spMkLst>
            <pc:docMk/>
            <pc:sldMk cId="1913302130" sldId="497"/>
            <ac:spMk id="2" creationId="{A5679451-CAF5-C506-E93C-D5CA92122852}"/>
          </ac:spMkLst>
        </pc:spChg>
        <pc:spChg chg="mod">
          <ac:chgData name="Mohammed Fasha" userId="cc64f42d-a1a6-4f08-b97b-0c37f877119f" providerId="ADAL" clId="{FDE0856B-42F7-40B6-BE6F-9BC89E48B27A}" dt="2024-07-20T13:37:26.879" v="2775" actId="27636"/>
          <ac:spMkLst>
            <pc:docMk/>
            <pc:sldMk cId="1913302130" sldId="497"/>
            <ac:spMk id="3" creationId="{31B1E1CA-1D74-6A34-BCD7-107169B4C766}"/>
          </ac:spMkLst>
        </pc:spChg>
        <pc:spChg chg="add mod">
          <ac:chgData name="Mohammed Fasha" userId="cc64f42d-a1a6-4f08-b97b-0c37f877119f" providerId="ADAL" clId="{FDE0856B-42F7-40B6-BE6F-9BC89E48B27A}" dt="2024-07-20T13:41:08.878" v="2783" actId="6549"/>
          <ac:spMkLst>
            <pc:docMk/>
            <pc:sldMk cId="1913302130" sldId="497"/>
            <ac:spMk id="7" creationId="{AEEEBCE0-DBE2-AD78-F1E8-06A3C21A40E7}"/>
          </ac:spMkLst>
        </pc:spChg>
        <pc:spChg chg="add del mod">
          <ac:chgData name="Mohammed Fasha" userId="cc64f42d-a1a6-4f08-b97b-0c37f877119f" providerId="ADAL" clId="{FDE0856B-42F7-40B6-BE6F-9BC89E48B27A}" dt="2024-07-20T13:48:40.847" v="2819" actId="478"/>
          <ac:spMkLst>
            <pc:docMk/>
            <pc:sldMk cId="1913302130" sldId="497"/>
            <ac:spMk id="11" creationId="{9D89B85F-0067-E5DE-8042-E38D60F85185}"/>
          </ac:spMkLst>
        </pc:spChg>
        <pc:spChg chg="add mod">
          <ac:chgData name="Mohammed Fasha" userId="cc64f42d-a1a6-4f08-b97b-0c37f877119f" providerId="ADAL" clId="{FDE0856B-42F7-40B6-BE6F-9BC89E48B27A}" dt="2024-07-20T13:48:45.014" v="2824" actId="20577"/>
          <ac:spMkLst>
            <pc:docMk/>
            <pc:sldMk cId="1913302130" sldId="497"/>
            <ac:spMk id="12" creationId="{2D2D5D9E-2E24-63EB-9BC0-242D8C8A51AC}"/>
          </ac:spMkLst>
        </pc:spChg>
        <pc:picChg chg="add mod">
          <ac:chgData name="Mohammed Fasha" userId="cc64f42d-a1a6-4f08-b97b-0c37f877119f" providerId="ADAL" clId="{FDE0856B-42F7-40B6-BE6F-9BC89E48B27A}" dt="2024-07-20T13:45:36.941" v="2801" actId="1076"/>
          <ac:picMkLst>
            <pc:docMk/>
            <pc:sldMk cId="1913302130" sldId="497"/>
            <ac:picMk id="5" creationId="{8E1F5BF4-E119-683C-01FF-31E88171BD85}"/>
          </ac:picMkLst>
        </pc:picChg>
        <pc:picChg chg="add mod">
          <ac:chgData name="Mohammed Fasha" userId="cc64f42d-a1a6-4f08-b97b-0c37f877119f" providerId="ADAL" clId="{FDE0856B-42F7-40B6-BE6F-9BC89E48B27A}" dt="2024-07-20T13:48:48.749" v="2825" actId="1076"/>
          <ac:picMkLst>
            <pc:docMk/>
            <pc:sldMk cId="1913302130" sldId="497"/>
            <ac:picMk id="9" creationId="{7A14ABC1-B986-D6E9-55A9-AD1E1C78298B}"/>
          </ac:picMkLst>
        </pc:picChg>
      </pc:sldChg>
      <pc:sldChg chg="addSp modSp add mod">
        <pc:chgData name="Mohammed Fasha" userId="cc64f42d-a1a6-4f08-b97b-0c37f877119f" providerId="ADAL" clId="{FDE0856B-42F7-40B6-BE6F-9BC89E48B27A}" dt="2024-07-22T11:30:47.017" v="5242" actId="20577"/>
        <pc:sldMkLst>
          <pc:docMk/>
          <pc:sldMk cId="2040467436" sldId="497"/>
        </pc:sldMkLst>
        <pc:spChg chg="mod">
          <ac:chgData name="Mohammed Fasha" userId="cc64f42d-a1a6-4f08-b97b-0c37f877119f" providerId="ADAL" clId="{FDE0856B-42F7-40B6-BE6F-9BC89E48B27A}" dt="2024-07-22T11:30:47.017" v="5242" actId="20577"/>
          <ac:spMkLst>
            <pc:docMk/>
            <pc:sldMk cId="2040467436" sldId="497"/>
            <ac:spMk id="3" creationId="{00000000-0000-0000-0000-000000000000}"/>
          </ac:spMkLst>
        </pc:spChg>
        <pc:spChg chg="add">
          <ac:chgData name="Mohammed Fasha" userId="cc64f42d-a1a6-4f08-b97b-0c37f877119f" providerId="ADAL" clId="{FDE0856B-42F7-40B6-BE6F-9BC89E48B27A}" dt="2024-07-22T11:30:29.442" v="5230"/>
          <ac:spMkLst>
            <pc:docMk/>
            <pc:sldMk cId="2040467436" sldId="497"/>
            <ac:spMk id="4" creationId="{8FE8E330-E9CF-B16A-0F94-0200BE3163F8}"/>
          </ac:spMkLst>
        </pc:spChg>
      </pc:sldChg>
      <pc:sldChg chg="addSp modSp add mod">
        <pc:chgData name="Mohammed Fasha" userId="cc64f42d-a1a6-4f08-b97b-0c37f877119f" providerId="ADAL" clId="{FDE0856B-42F7-40B6-BE6F-9BC89E48B27A}" dt="2024-07-22T11:28:02.622" v="5202" actId="20577"/>
        <pc:sldMkLst>
          <pc:docMk/>
          <pc:sldMk cId="824843486" sldId="498"/>
        </pc:sldMkLst>
        <pc:spChg chg="mod">
          <ac:chgData name="Mohammed Fasha" userId="cc64f42d-a1a6-4f08-b97b-0c37f877119f" providerId="ADAL" clId="{FDE0856B-42F7-40B6-BE6F-9BC89E48B27A}" dt="2024-07-22T11:28:02.622" v="5202" actId="20577"/>
          <ac:spMkLst>
            <pc:docMk/>
            <pc:sldMk cId="824843486" sldId="498"/>
            <ac:spMk id="3" creationId="{00000000-0000-0000-0000-000000000000}"/>
          </ac:spMkLst>
        </pc:spChg>
        <pc:spChg chg="add">
          <ac:chgData name="Mohammed Fasha" userId="cc64f42d-a1a6-4f08-b97b-0c37f877119f" providerId="ADAL" clId="{FDE0856B-42F7-40B6-BE6F-9BC89E48B27A}" dt="2024-07-22T11:27:56.879" v="5199"/>
          <ac:spMkLst>
            <pc:docMk/>
            <pc:sldMk cId="824843486" sldId="498"/>
            <ac:spMk id="4" creationId="{75517322-E230-69C0-D54A-1C92B6A92507}"/>
          </ac:spMkLst>
        </pc:spChg>
      </pc:sldChg>
      <pc:sldChg chg="modSp add del mod">
        <pc:chgData name="Mohammed Fasha" userId="cc64f42d-a1a6-4f08-b97b-0c37f877119f" providerId="ADAL" clId="{FDE0856B-42F7-40B6-BE6F-9BC89E48B27A}" dt="2024-07-22T11:23:25.664" v="5161" actId="2696"/>
        <pc:sldMkLst>
          <pc:docMk/>
          <pc:sldMk cId="1858347308" sldId="498"/>
        </pc:sldMkLst>
        <pc:spChg chg="mod">
          <ac:chgData name="Mohammed Fasha" userId="cc64f42d-a1a6-4f08-b97b-0c37f877119f" providerId="ADAL" clId="{FDE0856B-42F7-40B6-BE6F-9BC89E48B27A}" dt="2024-07-22T11:13:03.004" v="4972" actId="207"/>
          <ac:spMkLst>
            <pc:docMk/>
            <pc:sldMk cId="1858347308" sldId="498"/>
            <ac:spMk id="3" creationId="{00000000-0000-0000-0000-000000000000}"/>
          </ac:spMkLst>
        </pc:spChg>
      </pc:sldChg>
      <pc:sldChg chg="addSp delSp modSp new del mod ord">
        <pc:chgData name="Mohammed Fasha" userId="cc64f42d-a1a6-4f08-b97b-0c37f877119f" providerId="ADAL" clId="{FDE0856B-42F7-40B6-BE6F-9BC89E48B27A}" dt="2024-07-20T20:18:11.559" v="4851" actId="2696"/>
        <pc:sldMkLst>
          <pc:docMk/>
          <pc:sldMk cId="3269859339" sldId="498"/>
        </pc:sldMkLst>
        <pc:spChg chg="del mod">
          <ac:chgData name="Mohammed Fasha" userId="cc64f42d-a1a6-4f08-b97b-0c37f877119f" providerId="ADAL" clId="{FDE0856B-42F7-40B6-BE6F-9BC89E48B27A}" dt="2024-07-20T13:48:51.416" v="2826" actId="478"/>
          <ac:spMkLst>
            <pc:docMk/>
            <pc:sldMk cId="3269859339" sldId="498"/>
            <ac:spMk id="2" creationId="{D43EB4D0-AEDF-6C22-32D6-9213C2DBF05C}"/>
          </ac:spMkLst>
        </pc:spChg>
        <pc:spChg chg="mod">
          <ac:chgData name="Mohammed Fasha" userId="cc64f42d-a1a6-4f08-b97b-0c37f877119f" providerId="ADAL" clId="{FDE0856B-42F7-40B6-BE6F-9BC89E48B27A}" dt="2024-07-20T18:32:34.443" v="3599" actId="108"/>
          <ac:spMkLst>
            <pc:docMk/>
            <pc:sldMk cId="3269859339" sldId="498"/>
            <ac:spMk id="3" creationId="{B3BE109B-A663-799B-05C9-0DAC7E24BCDD}"/>
          </ac:spMkLst>
        </pc:spChg>
        <pc:spChg chg="add del mod">
          <ac:chgData name="Mohammed Fasha" userId="cc64f42d-a1a6-4f08-b97b-0c37f877119f" providerId="ADAL" clId="{FDE0856B-42F7-40B6-BE6F-9BC89E48B27A}" dt="2024-07-20T13:48:57.845" v="2829" actId="478"/>
          <ac:spMkLst>
            <pc:docMk/>
            <pc:sldMk cId="3269859339" sldId="498"/>
            <ac:spMk id="7" creationId="{E28C79DD-357C-F91C-59F5-4E01E9228B95}"/>
          </ac:spMkLst>
        </pc:spChg>
        <pc:spChg chg="add mod">
          <ac:chgData name="Mohammed Fasha" userId="cc64f42d-a1a6-4f08-b97b-0c37f877119f" providerId="ADAL" clId="{FDE0856B-42F7-40B6-BE6F-9BC89E48B27A}" dt="2024-07-20T13:49:08.462" v="2847" actId="20577"/>
          <ac:spMkLst>
            <pc:docMk/>
            <pc:sldMk cId="3269859339" sldId="498"/>
            <ac:spMk id="8" creationId="{E7A21B2A-59EE-35EE-1A52-D0558EAE4D5F}"/>
          </ac:spMkLst>
        </pc:spChg>
        <pc:picChg chg="add del mod">
          <ac:chgData name="Mohammed Fasha" userId="cc64f42d-a1a6-4f08-b97b-0c37f877119f" providerId="ADAL" clId="{FDE0856B-42F7-40B6-BE6F-9BC89E48B27A}" dt="2024-07-20T13:49:02.069" v="2832" actId="1076"/>
          <ac:picMkLst>
            <pc:docMk/>
            <pc:sldMk cId="3269859339" sldId="498"/>
            <ac:picMk id="5" creationId="{96318978-8263-4E1D-D93E-BAA25AC05A44}"/>
          </ac:picMkLst>
        </pc:picChg>
        <pc:picChg chg="add del mod">
          <ac:chgData name="Mohammed Fasha" userId="cc64f42d-a1a6-4f08-b97b-0c37f877119f" providerId="ADAL" clId="{FDE0856B-42F7-40B6-BE6F-9BC89E48B27A}" dt="2024-07-20T18:31:19.470" v="3567" actId="1076"/>
          <ac:picMkLst>
            <pc:docMk/>
            <pc:sldMk cId="3269859339" sldId="498"/>
            <ac:picMk id="10" creationId="{F90BCBE1-082B-22B7-C48D-FB90CFEC4C25}"/>
          </ac:picMkLst>
        </pc:picChg>
        <pc:picChg chg="add del mod">
          <ac:chgData name="Mohammed Fasha" userId="cc64f42d-a1a6-4f08-b97b-0c37f877119f" providerId="ADAL" clId="{FDE0856B-42F7-40B6-BE6F-9BC89E48B27A}" dt="2024-07-20T15:59:36.056" v="3157" actId="478"/>
          <ac:picMkLst>
            <pc:docMk/>
            <pc:sldMk cId="3269859339" sldId="498"/>
            <ac:picMk id="9218" creationId="{AF798F96-1EBA-6A6C-C8B1-82337F7855F7}"/>
          </ac:picMkLst>
        </pc:picChg>
        <pc:picChg chg="add mod">
          <ac:chgData name="Mohammed Fasha" userId="cc64f42d-a1a6-4f08-b97b-0c37f877119f" providerId="ADAL" clId="{FDE0856B-42F7-40B6-BE6F-9BC89E48B27A}" dt="2024-07-20T16:04:16.190" v="3203"/>
          <ac:picMkLst>
            <pc:docMk/>
            <pc:sldMk cId="3269859339" sldId="498"/>
            <ac:picMk id="9220" creationId="{96901244-46AE-C827-FB56-CC61065D70E3}"/>
          </ac:picMkLst>
        </pc:picChg>
        <pc:picChg chg="add mod">
          <ac:chgData name="Mohammed Fasha" userId="cc64f42d-a1a6-4f08-b97b-0c37f877119f" providerId="ADAL" clId="{FDE0856B-42F7-40B6-BE6F-9BC89E48B27A}" dt="2024-07-20T16:05:13.771" v="3215" actId="14100"/>
          <ac:picMkLst>
            <pc:docMk/>
            <pc:sldMk cId="3269859339" sldId="498"/>
            <ac:picMk id="9222" creationId="{0E28E2F6-2ABB-40ED-DE13-E2D991224921}"/>
          </ac:picMkLst>
        </pc:picChg>
      </pc:sldChg>
      <pc:sldChg chg="addSp delSp modSp new add del mod ord">
        <pc:chgData name="Mohammed Fasha" userId="cc64f42d-a1a6-4f08-b97b-0c37f877119f" providerId="ADAL" clId="{FDE0856B-42F7-40B6-BE6F-9BC89E48B27A}" dt="2024-07-20T16:32:04.340" v="3385" actId="2696"/>
        <pc:sldMkLst>
          <pc:docMk/>
          <pc:sldMk cId="207482489" sldId="499"/>
        </pc:sldMkLst>
        <pc:spChg chg="mod">
          <ac:chgData name="Mohammed Fasha" userId="cc64f42d-a1a6-4f08-b97b-0c37f877119f" providerId="ADAL" clId="{FDE0856B-42F7-40B6-BE6F-9BC89E48B27A}" dt="2024-07-20T15:18:58.136" v="2879"/>
          <ac:spMkLst>
            <pc:docMk/>
            <pc:sldMk cId="207482489" sldId="499"/>
            <ac:spMk id="2" creationId="{58BAA339-8FAB-6E71-6626-154CA199F2B3}"/>
          </ac:spMkLst>
        </pc:spChg>
        <pc:spChg chg="add del mod">
          <ac:chgData name="Mohammed Fasha" userId="cc64f42d-a1a6-4f08-b97b-0c37f877119f" providerId="ADAL" clId="{FDE0856B-42F7-40B6-BE6F-9BC89E48B27A}" dt="2024-07-20T15:18:29.257" v="2872" actId="14100"/>
          <ac:spMkLst>
            <pc:docMk/>
            <pc:sldMk cId="207482489" sldId="499"/>
            <ac:spMk id="3" creationId="{A6774967-19D4-9337-CC08-478B095A210F}"/>
          </ac:spMkLst>
        </pc:spChg>
        <pc:picChg chg="add del mod ord">
          <ac:chgData name="Mohammed Fasha" userId="cc64f42d-a1a6-4f08-b97b-0c37f877119f" providerId="ADAL" clId="{FDE0856B-42F7-40B6-BE6F-9BC89E48B27A}" dt="2024-07-20T15:17:34.652" v="2854" actId="22"/>
          <ac:picMkLst>
            <pc:docMk/>
            <pc:sldMk cId="207482489" sldId="499"/>
            <ac:picMk id="5" creationId="{C267DF78-8444-26E9-3A0E-50E8493E69EC}"/>
          </ac:picMkLst>
        </pc:picChg>
        <pc:picChg chg="add mod">
          <ac:chgData name="Mohammed Fasha" userId="cc64f42d-a1a6-4f08-b97b-0c37f877119f" providerId="ADAL" clId="{FDE0856B-42F7-40B6-BE6F-9BC89E48B27A}" dt="2024-07-20T15:18:26.920" v="2871" actId="14100"/>
          <ac:picMkLst>
            <pc:docMk/>
            <pc:sldMk cId="207482489" sldId="499"/>
            <ac:picMk id="7" creationId="{07732E05-7800-5CC9-4271-CBD6E2B12523}"/>
          </ac:picMkLst>
        </pc:picChg>
        <pc:picChg chg="add mod">
          <ac:chgData name="Mohammed Fasha" userId="cc64f42d-a1a6-4f08-b97b-0c37f877119f" providerId="ADAL" clId="{FDE0856B-42F7-40B6-BE6F-9BC89E48B27A}" dt="2024-07-20T15:18:52.395" v="2878" actId="14100"/>
          <ac:picMkLst>
            <pc:docMk/>
            <pc:sldMk cId="207482489" sldId="499"/>
            <ac:picMk id="9" creationId="{F5EECF4E-A3ED-E008-0241-94B26B7323AC}"/>
          </ac:picMkLst>
        </pc:picChg>
      </pc:sldChg>
      <pc:sldChg chg="addSp modSp add mod">
        <pc:chgData name="Mohammed Fasha" userId="cc64f42d-a1a6-4f08-b97b-0c37f877119f" providerId="ADAL" clId="{FDE0856B-42F7-40B6-BE6F-9BC89E48B27A}" dt="2024-07-22T12:02:44.218" v="5659" actId="27636"/>
        <pc:sldMkLst>
          <pc:docMk/>
          <pc:sldMk cId="2647852493" sldId="499"/>
        </pc:sldMkLst>
        <pc:spChg chg="mod">
          <ac:chgData name="Mohammed Fasha" userId="cc64f42d-a1a6-4f08-b97b-0c37f877119f" providerId="ADAL" clId="{FDE0856B-42F7-40B6-BE6F-9BC89E48B27A}" dt="2024-07-22T12:02:44.218" v="5659" actId="27636"/>
          <ac:spMkLst>
            <pc:docMk/>
            <pc:sldMk cId="2647852493" sldId="499"/>
            <ac:spMk id="3" creationId="{00000000-0000-0000-0000-000000000000}"/>
          </ac:spMkLst>
        </pc:spChg>
        <pc:spChg chg="add mod">
          <ac:chgData name="Mohammed Fasha" userId="cc64f42d-a1a6-4f08-b97b-0c37f877119f" providerId="ADAL" clId="{FDE0856B-42F7-40B6-BE6F-9BC89E48B27A}" dt="2024-07-22T11:43:09.971" v="5381" actId="27636"/>
          <ac:spMkLst>
            <pc:docMk/>
            <pc:sldMk cId="2647852493" sldId="499"/>
            <ac:spMk id="4" creationId="{B7915122-3FEA-2159-1B7E-1BB0C2996716}"/>
          </ac:spMkLst>
        </pc:spChg>
        <pc:picChg chg="add mod">
          <ac:chgData name="Mohammed Fasha" userId="cc64f42d-a1a6-4f08-b97b-0c37f877119f" providerId="ADAL" clId="{FDE0856B-42F7-40B6-BE6F-9BC89E48B27A}" dt="2024-07-22T12:02:41.675" v="5657" actId="14100"/>
          <ac:picMkLst>
            <pc:docMk/>
            <pc:sldMk cId="2647852493" sldId="499"/>
            <ac:picMk id="5122" creationId="{82371082-FFEC-A866-F078-3C547F7C21EB}"/>
          </ac:picMkLst>
        </pc:picChg>
      </pc:sldChg>
      <pc:sldChg chg="addSp delSp modSp add mod">
        <pc:chgData name="Mohammed Fasha" userId="cc64f42d-a1a6-4f08-b97b-0c37f877119f" providerId="ADAL" clId="{FDE0856B-42F7-40B6-BE6F-9BC89E48B27A}" dt="2024-07-22T12:02:54.854" v="5661" actId="1362"/>
        <pc:sldMkLst>
          <pc:docMk/>
          <pc:sldMk cId="839091713" sldId="500"/>
        </pc:sldMkLst>
        <pc:spChg chg="mod">
          <ac:chgData name="Mohammed Fasha" userId="cc64f42d-a1a6-4f08-b97b-0c37f877119f" providerId="ADAL" clId="{FDE0856B-42F7-40B6-BE6F-9BC89E48B27A}" dt="2024-07-22T11:50:55.750" v="5532" actId="14100"/>
          <ac:spMkLst>
            <pc:docMk/>
            <pc:sldMk cId="839091713" sldId="500"/>
            <ac:spMk id="3" creationId="{00000000-0000-0000-0000-000000000000}"/>
          </ac:spMkLst>
        </pc:spChg>
        <pc:spChg chg="add mod">
          <ac:chgData name="Mohammed Fasha" userId="cc64f42d-a1a6-4f08-b97b-0c37f877119f" providerId="ADAL" clId="{FDE0856B-42F7-40B6-BE6F-9BC89E48B27A}" dt="2024-07-22T11:51:44.425" v="5536" actId="113"/>
          <ac:spMkLst>
            <pc:docMk/>
            <pc:sldMk cId="839091713" sldId="500"/>
            <ac:spMk id="6" creationId="{DC5A707A-408D-D884-A378-1DA21EEE9214}"/>
          </ac:spMkLst>
        </pc:spChg>
        <pc:picChg chg="add mod">
          <ac:chgData name="Mohammed Fasha" userId="cc64f42d-a1a6-4f08-b97b-0c37f877119f" providerId="ADAL" clId="{FDE0856B-42F7-40B6-BE6F-9BC89E48B27A}" dt="2024-07-22T12:02:54.854" v="5661" actId="1362"/>
          <ac:picMkLst>
            <pc:docMk/>
            <pc:sldMk cId="839091713" sldId="500"/>
            <ac:picMk id="5" creationId="{1327C817-D445-C4AE-8B68-22284D3101B3}"/>
          </ac:picMkLst>
        </pc:picChg>
        <pc:picChg chg="add del mod">
          <ac:chgData name="Mohammed Fasha" userId="cc64f42d-a1a6-4f08-b97b-0c37f877119f" providerId="ADAL" clId="{FDE0856B-42F7-40B6-BE6F-9BC89E48B27A}" dt="2024-07-22T11:50:05.423" v="5507" actId="478"/>
          <ac:picMkLst>
            <pc:docMk/>
            <pc:sldMk cId="839091713" sldId="500"/>
            <ac:picMk id="8194" creationId="{76F6EE1E-4E11-4C8C-993F-A66ECB32EB7B}"/>
          </ac:picMkLst>
        </pc:picChg>
      </pc:sldChg>
      <pc:sldChg chg="addSp modSp new del mod">
        <pc:chgData name="Mohammed Fasha" userId="cc64f42d-a1a6-4f08-b97b-0c37f877119f" providerId="ADAL" clId="{FDE0856B-42F7-40B6-BE6F-9BC89E48B27A}" dt="2024-07-20T20:18:11.559" v="4851" actId="2696"/>
        <pc:sldMkLst>
          <pc:docMk/>
          <pc:sldMk cId="1237849119" sldId="500"/>
        </pc:sldMkLst>
        <pc:spChg chg="mod">
          <ac:chgData name="Mohammed Fasha" userId="cc64f42d-a1a6-4f08-b97b-0c37f877119f" providerId="ADAL" clId="{FDE0856B-42F7-40B6-BE6F-9BC89E48B27A}" dt="2024-07-20T19:35:42.035" v="4497"/>
          <ac:spMkLst>
            <pc:docMk/>
            <pc:sldMk cId="1237849119" sldId="500"/>
            <ac:spMk id="2" creationId="{15F4D97D-B531-A972-06B0-05EAA62CC22E}"/>
          </ac:spMkLst>
        </pc:spChg>
        <pc:spChg chg="mod">
          <ac:chgData name="Mohammed Fasha" userId="cc64f42d-a1a6-4f08-b97b-0c37f877119f" providerId="ADAL" clId="{FDE0856B-42F7-40B6-BE6F-9BC89E48B27A}" dt="2024-07-20T19:31:34.335" v="4406" actId="27636"/>
          <ac:spMkLst>
            <pc:docMk/>
            <pc:sldMk cId="1237849119" sldId="500"/>
            <ac:spMk id="3" creationId="{ED8A22FB-FAFD-1878-E389-0C6D35699D77}"/>
          </ac:spMkLst>
        </pc:spChg>
        <pc:spChg chg="add mod">
          <ac:chgData name="Mohammed Fasha" userId="cc64f42d-a1a6-4f08-b97b-0c37f877119f" providerId="ADAL" clId="{FDE0856B-42F7-40B6-BE6F-9BC89E48B27A}" dt="2024-07-20T19:33:49.129" v="4422" actId="14100"/>
          <ac:spMkLst>
            <pc:docMk/>
            <pc:sldMk cId="1237849119" sldId="500"/>
            <ac:spMk id="5" creationId="{8236CC18-2AB3-4AB8-1FA2-AD60F4244343}"/>
          </ac:spMkLst>
        </pc:spChg>
        <pc:picChg chg="add mod">
          <ac:chgData name="Mohammed Fasha" userId="cc64f42d-a1a6-4f08-b97b-0c37f877119f" providerId="ADAL" clId="{FDE0856B-42F7-40B6-BE6F-9BC89E48B27A}" dt="2024-07-20T18:52:30.649" v="4024" actId="14100"/>
          <ac:picMkLst>
            <pc:docMk/>
            <pc:sldMk cId="1237849119" sldId="500"/>
            <ac:picMk id="2050" creationId="{8735254D-DFF5-32CC-BA4F-CAA0248BB9B0}"/>
          </ac:picMkLst>
        </pc:picChg>
        <pc:picChg chg="add mod">
          <ac:chgData name="Mohammed Fasha" userId="cc64f42d-a1a6-4f08-b97b-0c37f877119f" providerId="ADAL" clId="{FDE0856B-42F7-40B6-BE6F-9BC89E48B27A}" dt="2024-07-20T18:52:27.784" v="4022" actId="14100"/>
          <ac:picMkLst>
            <pc:docMk/>
            <pc:sldMk cId="1237849119" sldId="500"/>
            <ac:picMk id="8194" creationId="{D9CBBD56-CF61-0B2A-017C-F2E1EFD17D87}"/>
          </ac:picMkLst>
        </pc:picChg>
      </pc:sldChg>
      <pc:sldChg chg="addSp delSp modSp new del mod">
        <pc:chgData name="Mohammed Fasha" userId="cc64f42d-a1a6-4f08-b97b-0c37f877119f" providerId="ADAL" clId="{FDE0856B-42F7-40B6-BE6F-9BC89E48B27A}" dt="2024-07-20T20:18:11.559" v="4851" actId="2696"/>
        <pc:sldMkLst>
          <pc:docMk/>
          <pc:sldMk cId="578695780" sldId="501"/>
        </pc:sldMkLst>
        <pc:spChg chg="mod">
          <ac:chgData name="Mohammed Fasha" userId="cc64f42d-a1a6-4f08-b97b-0c37f877119f" providerId="ADAL" clId="{FDE0856B-42F7-40B6-BE6F-9BC89E48B27A}" dt="2024-07-20T19:35:56.514" v="4499"/>
          <ac:spMkLst>
            <pc:docMk/>
            <pc:sldMk cId="578695780" sldId="501"/>
            <ac:spMk id="2" creationId="{8519CDFC-3B48-0CF4-377E-908246714449}"/>
          </ac:spMkLst>
        </pc:spChg>
        <pc:spChg chg="mod">
          <ac:chgData name="Mohammed Fasha" userId="cc64f42d-a1a6-4f08-b97b-0c37f877119f" providerId="ADAL" clId="{FDE0856B-42F7-40B6-BE6F-9BC89E48B27A}" dt="2024-07-20T18:59:42.936" v="4116" actId="14100"/>
          <ac:spMkLst>
            <pc:docMk/>
            <pc:sldMk cId="578695780" sldId="501"/>
            <ac:spMk id="3" creationId="{8B7644C6-E7C8-E193-B465-D639DA3142B6}"/>
          </ac:spMkLst>
        </pc:spChg>
        <pc:spChg chg="add mod">
          <ac:chgData name="Mohammed Fasha" userId="cc64f42d-a1a6-4f08-b97b-0c37f877119f" providerId="ADAL" clId="{FDE0856B-42F7-40B6-BE6F-9BC89E48B27A}" dt="2024-07-20T18:59:36.381" v="4115" actId="1076"/>
          <ac:spMkLst>
            <pc:docMk/>
            <pc:sldMk cId="578695780" sldId="501"/>
            <ac:spMk id="9" creationId="{5843B699-45B1-8AD5-EF65-8D3C440289AD}"/>
          </ac:spMkLst>
        </pc:spChg>
        <pc:picChg chg="add mod">
          <ac:chgData name="Mohammed Fasha" userId="cc64f42d-a1a6-4f08-b97b-0c37f877119f" providerId="ADAL" clId="{FDE0856B-42F7-40B6-BE6F-9BC89E48B27A}" dt="2024-07-20T18:54:34.044" v="4037" actId="1076"/>
          <ac:picMkLst>
            <pc:docMk/>
            <pc:sldMk cId="578695780" sldId="501"/>
            <ac:picMk id="5" creationId="{E7C726C4-A23E-E226-CCA1-C70A6BF01BB3}"/>
          </ac:picMkLst>
        </pc:picChg>
        <pc:picChg chg="add del">
          <ac:chgData name="Mohammed Fasha" userId="cc64f42d-a1a6-4f08-b97b-0c37f877119f" providerId="ADAL" clId="{FDE0856B-42F7-40B6-BE6F-9BC89E48B27A}" dt="2024-07-20T18:56:22.328" v="4039" actId="22"/>
          <ac:picMkLst>
            <pc:docMk/>
            <pc:sldMk cId="578695780" sldId="501"/>
            <ac:picMk id="7" creationId="{067D5D0E-3328-51CB-2C63-4EBFF4CB7F9A}"/>
          </ac:picMkLst>
        </pc:picChg>
        <pc:picChg chg="add mod">
          <ac:chgData name="Mohammed Fasha" userId="cc64f42d-a1a6-4f08-b97b-0c37f877119f" providerId="ADAL" clId="{FDE0856B-42F7-40B6-BE6F-9BC89E48B27A}" dt="2024-07-20T18:53:21.987" v="4030" actId="1076"/>
          <ac:picMkLst>
            <pc:docMk/>
            <pc:sldMk cId="578695780" sldId="501"/>
            <ac:picMk id="3074" creationId="{B6F2C2CA-A12A-B901-D217-2FD371300AB3}"/>
          </ac:picMkLst>
        </pc:picChg>
      </pc:sldChg>
      <pc:sldChg chg="modSp new mod">
        <pc:chgData name="Mohammed Fasha" userId="cc64f42d-a1a6-4f08-b97b-0c37f877119f" providerId="ADAL" clId="{FDE0856B-42F7-40B6-BE6F-9BC89E48B27A}" dt="2024-07-22T11:38:59.126" v="5317"/>
        <pc:sldMkLst>
          <pc:docMk/>
          <pc:sldMk cId="1689129205" sldId="501"/>
        </pc:sldMkLst>
        <pc:spChg chg="mod">
          <ac:chgData name="Mohammed Fasha" userId="cc64f42d-a1a6-4f08-b97b-0c37f877119f" providerId="ADAL" clId="{FDE0856B-42F7-40B6-BE6F-9BC89E48B27A}" dt="2024-07-22T11:38:59.126" v="5317"/>
          <ac:spMkLst>
            <pc:docMk/>
            <pc:sldMk cId="1689129205" sldId="501"/>
            <ac:spMk id="2" creationId="{1C5B4B76-750E-F3B9-79C8-5377D1309C70}"/>
          </ac:spMkLst>
        </pc:spChg>
        <pc:spChg chg="mod">
          <ac:chgData name="Mohammed Fasha" userId="cc64f42d-a1a6-4f08-b97b-0c37f877119f" providerId="ADAL" clId="{FDE0856B-42F7-40B6-BE6F-9BC89E48B27A}" dt="2024-07-22T11:37:14.215" v="5304" actId="207"/>
          <ac:spMkLst>
            <pc:docMk/>
            <pc:sldMk cId="1689129205" sldId="501"/>
            <ac:spMk id="3" creationId="{F60D8359-CC0E-C30C-674C-76F056E78C26}"/>
          </ac:spMkLst>
        </pc:spChg>
      </pc:sldChg>
      <pc:sldChg chg="modSp add mod">
        <pc:chgData name="Mohammed Fasha" userId="cc64f42d-a1a6-4f08-b97b-0c37f877119f" providerId="ADAL" clId="{FDE0856B-42F7-40B6-BE6F-9BC89E48B27A}" dt="2024-07-22T11:38:54.505" v="5316"/>
        <pc:sldMkLst>
          <pc:docMk/>
          <pc:sldMk cId="845145446" sldId="502"/>
        </pc:sldMkLst>
        <pc:spChg chg="mod">
          <ac:chgData name="Mohammed Fasha" userId="cc64f42d-a1a6-4f08-b97b-0c37f877119f" providerId="ADAL" clId="{FDE0856B-42F7-40B6-BE6F-9BC89E48B27A}" dt="2024-07-22T11:38:54.505" v="5316"/>
          <ac:spMkLst>
            <pc:docMk/>
            <pc:sldMk cId="845145446" sldId="502"/>
            <ac:spMk id="2" creationId="{1C5B4B76-750E-F3B9-79C8-5377D1309C70}"/>
          </ac:spMkLst>
        </pc:spChg>
        <pc:spChg chg="mod">
          <ac:chgData name="Mohammed Fasha" userId="cc64f42d-a1a6-4f08-b97b-0c37f877119f" providerId="ADAL" clId="{FDE0856B-42F7-40B6-BE6F-9BC89E48B27A}" dt="2024-07-22T11:38:50.279" v="5315" actId="207"/>
          <ac:spMkLst>
            <pc:docMk/>
            <pc:sldMk cId="845145446" sldId="502"/>
            <ac:spMk id="3" creationId="{F60D8359-CC0E-C30C-674C-76F056E78C26}"/>
          </ac:spMkLst>
        </pc:spChg>
      </pc:sldChg>
      <pc:sldChg chg="addSp modSp new del mod">
        <pc:chgData name="Mohammed Fasha" userId="cc64f42d-a1a6-4f08-b97b-0c37f877119f" providerId="ADAL" clId="{FDE0856B-42F7-40B6-BE6F-9BC89E48B27A}" dt="2024-07-20T20:18:11.559" v="4851" actId="2696"/>
        <pc:sldMkLst>
          <pc:docMk/>
          <pc:sldMk cId="1401910263" sldId="502"/>
        </pc:sldMkLst>
        <pc:spChg chg="mod">
          <ac:chgData name="Mohammed Fasha" userId="cc64f42d-a1a6-4f08-b97b-0c37f877119f" providerId="ADAL" clId="{FDE0856B-42F7-40B6-BE6F-9BC89E48B27A}" dt="2024-07-20T16:31:05.620" v="3379" actId="20577"/>
          <ac:spMkLst>
            <pc:docMk/>
            <pc:sldMk cId="1401910263" sldId="502"/>
            <ac:spMk id="2" creationId="{1832C52D-7C82-2FB1-75AD-7B0D0E9719AA}"/>
          </ac:spMkLst>
        </pc:spChg>
        <pc:spChg chg="mod">
          <ac:chgData name="Mohammed Fasha" userId="cc64f42d-a1a6-4f08-b97b-0c37f877119f" providerId="ADAL" clId="{FDE0856B-42F7-40B6-BE6F-9BC89E48B27A}" dt="2024-07-20T16:31:42.730" v="3382" actId="27636"/>
          <ac:spMkLst>
            <pc:docMk/>
            <pc:sldMk cId="1401910263" sldId="502"/>
            <ac:spMk id="3" creationId="{3F93B7F1-6D84-920D-ABD7-B68182DBBBD2}"/>
          </ac:spMkLst>
        </pc:spChg>
        <pc:spChg chg="add mod">
          <ac:chgData name="Mohammed Fasha" userId="cc64f42d-a1a6-4f08-b97b-0c37f877119f" providerId="ADAL" clId="{FDE0856B-42F7-40B6-BE6F-9BC89E48B27A}" dt="2024-07-20T16:31:58.483" v="3384" actId="27636"/>
          <ac:spMkLst>
            <pc:docMk/>
            <pc:sldMk cId="1401910263" sldId="502"/>
            <ac:spMk id="4" creationId="{E97A3E23-357A-FE32-B118-6B87A182DE29}"/>
          </ac:spMkLst>
        </pc:spChg>
      </pc:sldChg>
      <pc:sldChg chg="add del">
        <pc:chgData name="Mohammed Fasha" userId="cc64f42d-a1a6-4f08-b97b-0c37f877119f" providerId="ADAL" clId="{FDE0856B-42F7-40B6-BE6F-9BC89E48B27A}" dt="2024-07-20T16:01:39.549" v="3171"/>
        <pc:sldMkLst>
          <pc:docMk/>
          <pc:sldMk cId="1685127705" sldId="502"/>
        </pc:sldMkLst>
      </pc:sldChg>
      <pc:sldChg chg="addSp delSp modSp new mod modClrScheme chgLayout">
        <pc:chgData name="Mohammed Fasha" userId="cc64f42d-a1a6-4f08-b97b-0c37f877119f" providerId="ADAL" clId="{FDE0856B-42F7-40B6-BE6F-9BC89E48B27A}" dt="2024-07-23T11:29:46.886" v="5750" actId="20577"/>
        <pc:sldMkLst>
          <pc:docMk/>
          <pc:sldMk cId="2894607144" sldId="503"/>
        </pc:sldMkLst>
        <pc:spChg chg="add del mod ord">
          <ac:chgData name="Mohammed Fasha" userId="cc64f42d-a1a6-4f08-b97b-0c37f877119f" providerId="ADAL" clId="{FDE0856B-42F7-40B6-BE6F-9BC89E48B27A}" dt="2024-07-23T11:22:11.938" v="5669" actId="700"/>
          <ac:spMkLst>
            <pc:docMk/>
            <pc:sldMk cId="2894607144" sldId="503"/>
            <ac:spMk id="2" creationId="{62C2E839-5679-EF1A-7B17-0A1BCBF58DBA}"/>
          </ac:spMkLst>
        </pc:spChg>
        <pc:spChg chg="add del">
          <ac:chgData name="Mohammed Fasha" userId="cc64f42d-a1a6-4f08-b97b-0c37f877119f" providerId="ADAL" clId="{FDE0856B-42F7-40B6-BE6F-9BC89E48B27A}" dt="2024-07-23T11:22:11.938" v="5669" actId="700"/>
          <ac:spMkLst>
            <pc:docMk/>
            <pc:sldMk cId="2894607144" sldId="503"/>
            <ac:spMk id="3" creationId="{49D9EEF8-27C6-7448-704A-6ED9057357A0}"/>
          </ac:spMkLst>
        </pc:spChg>
        <pc:spChg chg="add del mod ord">
          <ac:chgData name="Mohammed Fasha" userId="cc64f42d-a1a6-4f08-b97b-0c37f877119f" providerId="ADAL" clId="{FDE0856B-42F7-40B6-BE6F-9BC89E48B27A}" dt="2024-07-23T11:22:09.373" v="5668" actId="700"/>
          <ac:spMkLst>
            <pc:docMk/>
            <pc:sldMk cId="2894607144" sldId="503"/>
            <ac:spMk id="4" creationId="{C898AFE7-1C07-28A5-0698-9F6BCCFA80E8}"/>
          </ac:spMkLst>
        </pc:spChg>
        <pc:spChg chg="add del mod">
          <ac:chgData name="Mohammed Fasha" userId="cc64f42d-a1a6-4f08-b97b-0c37f877119f" providerId="ADAL" clId="{FDE0856B-42F7-40B6-BE6F-9BC89E48B27A}" dt="2024-07-23T11:22:48.898" v="5677" actId="478"/>
          <ac:spMkLst>
            <pc:docMk/>
            <pc:sldMk cId="2894607144" sldId="503"/>
            <ac:spMk id="6" creationId="{E2A74D89-B5C7-1D32-27AE-B7D583856CCE}"/>
          </ac:spMkLst>
        </pc:spChg>
        <pc:spChg chg="add mod ord">
          <ac:chgData name="Mohammed Fasha" userId="cc64f42d-a1a6-4f08-b97b-0c37f877119f" providerId="ADAL" clId="{FDE0856B-42F7-40B6-BE6F-9BC89E48B27A}" dt="2024-07-23T11:29:46.886" v="5750" actId="20577"/>
          <ac:spMkLst>
            <pc:docMk/>
            <pc:sldMk cId="2894607144" sldId="503"/>
            <ac:spMk id="7" creationId="{FA04A0E4-EB23-F864-B19D-F6BDBD6FEA62}"/>
          </ac:spMkLst>
        </pc:spChg>
        <pc:spChg chg="add del mod ord">
          <ac:chgData name="Mohammed Fasha" userId="cc64f42d-a1a6-4f08-b97b-0c37f877119f" providerId="ADAL" clId="{FDE0856B-42F7-40B6-BE6F-9BC89E48B27A}" dt="2024-07-23T11:23:15.549" v="5689"/>
          <ac:spMkLst>
            <pc:docMk/>
            <pc:sldMk cId="2894607144" sldId="503"/>
            <ac:spMk id="8" creationId="{E7069923-A1A8-20D9-8ABB-546FC69FA0A3}"/>
          </ac:spMkLst>
        </pc:spChg>
        <pc:picChg chg="add mod">
          <ac:chgData name="Mohammed Fasha" userId="cc64f42d-a1a6-4f08-b97b-0c37f877119f" providerId="ADAL" clId="{FDE0856B-42F7-40B6-BE6F-9BC89E48B27A}" dt="2024-07-23T11:23:15.549" v="5689"/>
          <ac:picMkLst>
            <pc:docMk/>
            <pc:sldMk cId="2894607144" sldId="503"/>
            <ac:picMk id="9" creationId="{BEAE7D2C-DC67-2545-6BD8-3AA02CA1CA73}"/>
          </ac:picMkLst>
        </pc:picChg>
        <pc:picChg chg="add del mod">
          <ac:chgData name="Mohammed Fasha" userId="cc64f42d-a1a6-4f08-b97b-0c37f877119f" providerId="ADAL" clId="{FDE0856B-42F7-40B6-BE6F-9BC89E48B27A}" dt="2024-07-23T11:23:13.128" v="5688" actId="21"/>
          <ac:picMkLst>
            <pc:docMk/>
            <pc:sldMk cId="2894607144" sldId="503"/>
            <ac:picMk id="1026" creationId="{BEAE7D2C-DC67-2545-6BD8-3AA02CA1CA73}"/>
          </ac:picMkLst>
        </pc:picChg>
      </pc:sldChg>
      <pc:sldChg chg="modSp add del mod">
        <pc:chgData name="Mohammed Fasha" userId="cc64f42d-a1a6-4f08-b97b-0c37f877119f" providerId="ADAL" clId="{FDE0856B-42F7-40B6-BE6F-9BC89E48B27A}" dt="2024-07-20T20:18:11.559" v="4851" actId="2696"/>
        <pc:sldMkLst>
          <pc:docMk/>
          <pc:sldMk cId="3036287539" sldId="503"/>
        </pc:sldMkLst>
        <pc:spChg chg="mod">
          <ac:chgData name="Mohammed Fasha" userId="cc64f42d-a1a6-4f08-b97b-0c37f877119f" providerId="ADAL" clId="{FDE0856B-42F7-40B6-BE6F-9BC89E48B27A}" dt="2024-07-20T16:30:26.371" v="3359" actId="27636"/>
          <ac:spMkLst>
            <pc:docMk/>
            <pc:sldMk cId="3036287539" sldId="503"/>
            <ac:spMk id="2" creationId="{1832C52D-7C82-2FB1-75AD-7B0D0E9719AA}"/>
          </ac:spMkLst>
        </pc:spChg>
        <pc:spChg chg="mod">
          <ac:chgData name="Mohammed Fasha" userId="cc64f42d-a1a6-4f08-b97b-0c37f877119f" providerId="ADAL" clId="{FDE0856B-42F7-40B6-BE6F-9BC89E48B27A}" dt="2024-07-20T16:30:52.530" v="3375" actId="179"/>
          <ac:spMkLst>
            <pc:docMk/>
            <pc:sldMk cId="3036287539" sldId="503"/>
            <ac:spMk id="3" creationId="{3F93B7F1-6D84-920D-ABD7-B68182DBBBD2}"/>
          </ac:spMkLst>
        </pc:spChg>
      </pc:sldChg>
      <pc:sldChg chg="addSp delSp modSp add mod">
        <pc:chgData name="Mohammed Fasha" userId="cc64f42d-a1a6-4f08-b97b-0c37f877119f" providerId="ADAL" clId="{FDE0856B-42F7-40B6-BE6F-9BC89E48B27A}" dt="2024-07-23T11:31:46.158" v="5763" actId="21"/>
        <pc:sldMkLst>
          <pc:docMk/>
          <pc:sldMk cId="68681964" sldId="504"/>
        </pc:sldMkLst>
        <pc:spChg chg="add del mod">
          <ac:chgData name="Mohammed Fasha" userId="cc64f42d-a1a6-4f08-b97b-0c37f877119f" providerId="ADAL" clId="{FDE0856B-42F7-40B6-BE6F-9BC89E48B27A}" dt="2024-07-23T11:23:48.239" v="5693"/>
          <ac:spMkLst>
            <pc:docMk/>
            <pc:sldMk cId="68681964" sldId="504"/>
            <ac:spMk id="2" creationId="{6E7D955E-F66A-35FE-266F-E6D04DCFD127}"/>
          </ac:spMkLst>
        </pc:spChg>
        <pc:spChg chg="add del mod">
          <ac:chgData name="Mohammed Fasha" userId="cc64f42d-a1a6-4f08-b97b-0c37f877119f" providerId="ADAL" clId="{FDE0856B-42F7-40B6-BE6F-9BC89E48B27A}" dt="2024-07-23T11:29:17.754" v="5744" actId="478"/>
          <ac:spMkLst>
            <pc:docMk/>
            <pc:sldMk cId="68681964" sldId="504"/>
            <ac:spMk id="4" creationId="{E36B05CC-2E0F-0CC7-11C2-E3CE4BFC6D4E}"/>
          </ac:spMkLst>
        </pc:spChg>
        <pc:spChg chg="mod">
          <ac:chgData name="Mohammed Fasha" userId="cc64f42d-a1a6-4f08-b97b-0c37f877119f" providerId="ADAL" clId="{FDE0856B-42F7-40B6-BE6F-9BC89E48B27A}" dt="2024-07-23T11:23:39.942" v="5692"/>
          <ac:spMkLst>
            <pc:docMk/>
            <pc:sldMk cId="68681964" sldId="504"/>
            <ac:spMk id="7" creationId="{FA04A0E4-EB23-F864-B19D-F6BDBD6FEA62}"/>
          </ac:spMkLst>
        </pc:spChg>
        <pc:picChg chg="add del mod">
          <ac:chgData name="Mohammed Fasha" userId="cc64f42d-a1a6-4f08-b97b-0c37f877119f" providerId="ADAL" clId="{FDE0856B-42F7-40B6-BE6F-9BC89E48B27A}" dt="2024-07-23T11:31:46.158" v="5763" actId="21"/>
          <ac:picMkLst>
            <pc:docMk/>
            <pc:sldMk cId="68681964" sldId="504"/>
            <ac:picMk id="6" creationId="{7E375ED8-5DD0-FB83-0501-FE707850C7B0}"/>
          </ac:picMkLst>
        </pc:picChg>
        <pc:picChg chg="del">
          <ac:chgData name="Mohammed Fasha" userId="cc64f42d-a1a6-4f08-b97b-0c37f877119f" providerId="ADAL" clId="{FDE0856B-42F7-40B6-BE6F-9BC89E48B27A}" dt="2024-07-23T11:23:22.187" v="5691" actId="21"/>
          <ac:picMkLst>
            <pc:docMk/>
            <pc:sldMk cId="68681964" sldId="504"/>
            <ac:picMk id="9" creationId="{BEAE7D2C-DC67-2545-6BD8-3AA02CA1CA73}"/>
          </ac:picMkLst>
        </pc:picChg>
        <pc:picChg chg="add mod">
          <ac:chgData name="Mohammed Fasha" userId="cc64f42d-a1a6-4f08-b97b-0c37f877119f" providerId="ADAL" clId="{FDE0856B-42F7-40B6-BE6F-9BC89E48B27A}" dt="2024-07-23T11:23:48.239" v="5693"/>
          <ac:picMkLst>
            <pc:docMk/>
            <pc:sldMk cId="68681964" sldId="504"/>
            <ac:picMk id="2050" creationId="{D5C321A3-B76C-ECEB-584F-91E05D77B887}"/>
          </ac:picMkLst>
        </pc:picChg>
      </pc:sldChg>
      <pc:sldChg chg="addSp delSp modSp new del mod">
        <pc:chgData name="Mohammed Fasha" userId="cc64f42d-a1a6-4f08-b97b-0c37f877119f" providerId="ADAL" clId="{FDE0856B-42F7-40B6-BE6F-9BC89E48B27A}" dt="2024-07-20T20:18:11.559" v="4851" actId="2696"/>
        <pc:sldMkLst>
          <pc:docMk/>
          <pc:sldMk cId="2976798368" sldId="504"/>
        </pc:sldMkLst>
        <pc:spChg chg="mod">
          <ac:chgData name="Mohammed Fasha" userId="cc64f42d-a1a6-4f08-b97b-0c37f877119f" providerId="ADAL" clId="{FDE0856B-42F7-40B6-BE6F-9BC89E48B27A}" dt="2024-07-20T19:36:01.542" v="4501"/>
          <ac:spMkLst>
            <pc:docMk/>
            <pc:sldMk cId="2976798368" sldId="504"/>
            <ac:spMk id="2" creationId="{8E2CBED4-BEEC-4803-D0A8-FBE826FDFFE9}"/>
          </ac:spMkLst>
        </pc:spChg>
        <pc:spChg chg="mod">
          <ac:chgData name="Mohammed Fasha" userId="cc64f42d-a1a6-4f08-b97b-0c37f877119f" providerId="ADAL" clId="{FDE0856B-42F7-40B6-BE6F-9BC89E48B27A}" dt="2024-07-20T19:25:30.297" v="4272" actId="27636"/>
          <ac:spMkLst>
            <pc:docMk/>
            <pc:sldMk cId="2976798368" sldId="504"/>
            <ac:spMk id="3" creationId="{F6F6B7E0-3032-2475-C957-02165425811C}"/>
          </ac:spMkLst>
        </pc:spChg>
        <pc:spChg chg="add mod">
          <ac:chgData name="Mohammed Fasha" userId="cc64f42d-a1a6-4f08-b97b-0c37f877119f" providerId="ADAL" clId="{FDE0856B-42F7-40B6-BE6F-9BC89E48B27A}" dt="2024-07-20T19:21:18.862" v="4183" actId="1076"/>
          <ac:spMkLst>
            <pc:docMk/>
            <pc:sldMk cId="2976798368" sldId="504"/>
            <ac:spMk id="13" creationId="{14D0D6D3-45BA-C282-2F57-51C0B66111E8}"/>
          </ac:spMkLst>
        </pc:spChg>
        <pc:spChg chg="add mod">
          <ac:chgData name="Mohammed Fasha" userId="cc64f42d-a1a6-4f08-b97b-0c37f877119f" providerId="ADAL" clId="{FDE0856B-42F7-40B6-BE6F-9BC89E48B27A}" dt="2024-07-20T19:25:26.507" v="4270" actId="404"/>
          <ac:spMkLst>
            <pc:docMk/>
            <pc:sldMk cId="2976798368" sldId="504"/>
            <ac:spMk id="15" creationId="{3F6E0E54-9CE0-F190-B80B-8415AD984E7C}"/>
          </ac:spMkLst>
        </pc:spChg>
        <pc:picChg chg="add mod">
          <ac:chgData name="Mohammed Fasha" userId="cc64f42d-a1a6-4f08-b97b-0c37f877119f" providerId="ADAL" clId="{FDE0856B-42F7-40B6-BE6F-9BC89E48B27A}" dt="2024-07-20T19:25:13.950" v="4268" actId="1076"/>
          <ac:picMkLst>
            <pc:docMk/>
            <pc:sldMk cId="2976798368" sldId="504"/>
            <ac:picMk id="5" creationId="{EFC37FC3-9A0F-9CC7-DDB9-7D6C5D1367BB}"/>
          </ac:picMkLst>
        </pc:picChg>
        <pc:picChg chg="add del mod">
          <ac:chgData name="Mohammed Fasha" userId="cc64f42d-a1a6-4f08-b97b-0c37f877119f" providerId="ADAL" clId="{FDE0856B-42F7-40B6-BE6F-9BC89E48B27A}" dt="2024-07-20T19:19:16.527" v="4154" actId="478"/>
          <ac:picMkLst>
            <pc:docMk/>
            <pc:sldMk cId="2976798368" sldId="504"/>
            <ac:picMk id="7" creationId="{75856B8C-849B-80F2-FD92-47048F84F4DD}"/>
          </ac:picMkLst>
        </pc:picChg>
        <pc:picChg chg="add del mod ord">
          <ac:chgData name="Mohammed Fasha" userId="cc64f42d-a1a6-4f08-b97b-0c37f877119f" providerId="ADAL" clId="{FDE0856B-42F7-40B6-BE6F-9BC89E48B27A}" dt="2024-07-20T19:20:24.817" v="4164" actId="478"/>
          <ac:picMkLst>
            <pc:docMk/>
            <pc:sldMk cId="2976798368" sldId="504"/>
            <ac:picMk id="9" creationId="{3D84C952-5D52-52D3-9E96-890308E3414A}"/>
          </ac:picMkLst>
        </pc:picChg>
        <pc:picChg chg="add mod">
          <ac:chgData name="Mohammed Fasha" userId="cc64f42d-a1a6-4f08-b97b-0c37f877119f" providerId="ADAL" clId="{FDE0856B-42F7-40B6-BE6F-9BC89E48B27A}" dt="2024-07-20T19:25:38.781" v="4273" actId="1076"/>
          <ac:picMkLst>
            <pc:docMk/>
            <pc:sldMk cId="2976798368" sldId="504"/>
            <ac:picMk id="11" creationId="{79FABE01-37DB-B282-A333-AA32E09FD4AD}"/>
          </ac:picMkLst>
        </pc:picChg>
      </pc:sldChg>
      <pc:sldChg chg="addSp delSp modSp new mod">
        <pc:chgData name="Mohammed Fasha" userId="cc64f42d-a1a6-4f08-b97b-0c37f877119f" providerId="ADAL" clId="{FDE0856B-42F7-40B6-BE6F-9BC89E48B27A}" dt="2024-07-23T11:28:29.186" v="5731" actId="20577"/>
        <pc:sldMkLst>
          <pc:docMk/>
          <pc:sldMk cId="2506757452" sldId="505"/>
        </pc:sldMkLst>
        <pc:spChg chg="mod">
          <ac:chgData name="Mohammed Fasha" userId="cc64f42d-a1a6-4f08-b97b-0c37f877119f" providerId="ADAL" clId="{FDE0856B-42F7-40B6-BE6F-9BC89E48B27A}" dt="2024-07-23T11:28:29.186" v="5731" actId="20577"/>
          <ac:spMkLst>
            <pc:docMk/>
            <pc:sldMk cId="2506757452" sldId="505"/>
            <ac:spMk id="2" creationId="{3505D0F7-12ED-17A6-B0DA-B4601D8E4CAA}"/>
          </ac:spMkLst>
        </pc:spChg>
        <pc:spChg chg="del">
          <ac:chgData name="Mohammed Fasha" userId="cc64f42d-a1a6-4f08-b97b-0c37f877119f" providerId="ADAL" clId="{FDE0856B-42F7-40B6-BE6F-9BC89E48B27A}" dt="2024-07-23T11:24:04.317" v="5695"/>
          <ac:spMkLst>
            <pc:docMk/>
            <pc:sldMk cId="2506757452" sldId="505"/>
            <ac:spMk id="3" creationId="{8C925BB9-29E0-3D93-8B26-92B58716FFD7}"/>
          </ac:spMkLst>
        </pc:spChg>
        <pc:spChg chg="add del mod">
          <ac:chgData name="Mohammed Fasha" userId="cc64f42d-a1a6-4f08-b97b-0c37f877119f" providerId="ADAL" clId="{FDE0856B-42F7-40B6-BE6F-9BC89E48B27A}" dt="2024-07-23T11:28:17.906" v="5726"/>
          <ac:spMkLst>
            <pc:docMk/>
            <pc:sldMk cId="2506757452" sldId="505"/>
            <ac:spMk id="4" creationId="{55D00C63-A75A-BDC9-CB17-DFF9AE072FC1}"/>
          </ac:spMkLst>
        </pc:spChg>
        <pc:picChg chg="add del mod">
          <ac:chgData name="Mohammed Fasha" userId="cc64f42d-a1a6-4f08-b97b-0c37f877119f" providerId="ADAL" clId="{FDE0856B-42F7-40B6-BE6F-9BC89E48B27A}" dt="2024-07-23T11:28:13.044" v="5725" actId="478"/>
          <ac:picMkLst>
            <pc:docMk/>
            <pc:sldMk cId="2506757452" sldId="505"/>
            <ac:picMk id="3074" creationId="{6B78FE89-01A3-6EBA-EBD6-181802970752}"/>
          </ac:picMkLst>
        </pc:picChg>
        <pc:picChg chg="add mod">
          <ac:chgData name="Mohammed Fasha" userId="cc64f42d-a1a6-4f08-b97b-0c37f877119f" providerId="ADAL" clId="{FDE0856B-42F7-40B6-BE6F-9BC89E48B27A}" dt="2024-07-23T11:28:17.906" v="5726"/>
          <ac:picMkLst>
            <pc:docMk/>
            <pc:sldMk cId="2506757452" sldId="505"/>
            <ac:picMk id="3076" creationId="{0155D033-6615-F239-E219-739E8FCE2811}"/>
          </ac:picMkLst>
        </pc:picChg>
      </pc:sldChg>
      <pc:sldChg chg="modSp add del mod ord">
        <pc:chgData name="Mohammed Fasha" userId="cc64f42d-a1a6-4f08-b97b-0c37f877119f" providerId="ADAL" clId="{FDE0856B-42F7-40B6-BE6F-9BC89E48B27A}" dt="2024-07-20T20:18:11.559" v="4851" actId="2696"/>
        <pc:sldMkLst>
          <pc:docMk/>
          <pc:sldMk cId="3087756075" sldId="505"/>
        </pc:sldMkLst>
        <pc:spChg chg="mod">
          <ac:chgData name="Mohammed Fasha" userId="cc64f42d-a1a6-4f08-b97b-0c37f877119f" providerId="ADAL" clId="{FDE0856B-42F7-40B6-BE6F-9BC89E48B27A}" dt="2024-07-20T18:40:23.884" v="3826" actId="20577"/>
          <ac:spMkLst>
            <pc:docMk/>
            <pc:sldMk cId="3087756075" sldId="505"/>
            <ac:spMk id="2" creationId="{8E2CBED4-BEEC-4803-D0A8-FBE826FDFFE9}"/>
          </ac:spMkLst>
        </pc:spChg>
        <pc:spChg chg="mod">
          <ac:chgData name="Mohammed Fasha" userId="cc64f42d-a1a6-4f08-b97b-0c37f877119f" providerId="ADAL" clId="{FDE0856B-42F7-40B6-BE6F-9BC89E48B27A}" dt="2024-07-20T19:37:11.394" v="4528" actId="27636"/>
          <ac:spMkLst>
            <pc:docMk/>
            <pc:sldMk cId="3087756075" sldId="505"/>
            <ac:spMk id="3" creationId="{F6F6B7E0-3032-2475-C957-02165425811C}"/>
          </ac:spMkLst>
        </pc:spChg>
      </pc:sldChg>
      <pc:sldChg chg="addSp delSp modSp new mod ord">
        <pc:chgData name="Mohammed Fasha" userId="cc64f42d-a1a6-4f08-b97b-0c37f877119f" providerId="ADAL" clId="{FDE0856B-42F7-40B6-BE6F-9BC89E48B27A}" dt="2024-07-23T11:29:29.017" v="5749"/>
        <pc:sldMkLst>
          <pc:docMk/>
          <pc:sldMk cId="20381201" sldId="506"/>
        </pc:sldMkLst>
        <pc:spChg chg="mod">
          <ac:chgData name="Mohammed Fasha" userId="cc64f42d-a1a6-4f08-b97b-0c37f877119f" providerId="ADAL" clId="{FDE0856B-42F7-40B6-BE6F-9BC89E48B27A}" dt="2024-07-23T11:24:58.639" v="5705" actId="404"/>
          <ac:spMkLst>
            <pc:docMk/>
            <pc:sldMk cId="20381201" sldId="506"/>
            <ac:spMk id="2" creationId="{3EBD3BD3-1AF8-A1E6-C462-5625EF7A63DC}"/>
          </ac:spMkLst>
        </pc:spChg>
        <pc:spChg chg="del">
          <ac:chgData name="Mohammed Fasha" userId="cc64f42d-a1a6-4f08-b97b-0c37f877119f" providerId="ADAL" clId="{FDE0856B-42F7-40B6-BE6F-9BC89E48B27A}" dt="2024-07-23T11:25:05.926" v="5706"/>
          <ac:spMkLst>
            <pc:docMk/>
            <pc:sldMk cId="20381201" sldId="506"/>
            <ac:spMk id="3" creationId="{1C76A3F2-CBEC-236B-A94D-A1CE1F10FCD0}"/>
          </ac:spMkLst>
        </pc:spChg>
        <pc:picChg chg="add mod">
          <ac:chgData name="Mohammed Fasha" userId="cc64f42d-a1a6-4f08-b97b-0c37f877119f" providerId="ADAL" clId="{FDE0856B-42F7-40B6-BE6F-9BC89E48B27A}" dt="2024-07-23T11:25:05.926" v="5706"/>
          <ac:picMkLst>
            <pc:docMk/>
            <pc:sldMk cId="20381201" sldId="506"/>
            <ac:picMk id="4098" creationId="{A05FA3B2-3F70-F517-D749-D35B010ECDCB}"/>
          </ac:picMkLst>
        </pc:picChg>
      </pc:sldChg>
      <pc:sldChg chg="addSp delSp modSp add del mod ord">
        <pc:chgData name="Mohammed Fasha" userId="cc64f42d-a1a6-4f08-b97b-0c37f877119f" providerId="ADAL" clId="{FDE0856B-42F7-40B6-BE6F-9BC89E48B27A}" dt="2024-07-20T20:18:11.559" v="4851" actId="2696"/>
        <pc:sldMkLst>
          <pc:docMk/>
          <pc:sldMk cId="3109690559" sldId="506"/>
        </pc:sldMkLst>
        <pc:spChg chg="mod">
          <ac:chgData name="Mohammed Fasha" userId="cc64f42d-a1a6-4f08-b97b-0c37f877119f" providerId="ADAL" clId="{FDE0856B-42F7-40B6-BE6F-9BC89E48B27A}" dt="2024-07-20T19:41:06.639" v="4542"/>
          <ac:spMkLst>
            <pc:docMk/>
            <pc:sldMk cId="3109690559" sldId="506"/>
            <ac:spMk id="2" creationId="{8E2CBED4-BEEC-4803-D0A8-FBE826FDFFE9}"/>
          </ac:spMkLst>
        </pc:spChg>
        <pc:spChg chg="mod">
          <ac:chgData name="Mohammed Fasha" userId="cc64f42d-a1a6-4f08-b97b-0c37f877119f" providerId="ADAL" clId="{FDE0856B-42F7-40B6-BE6F-9BC89E48B27A}" dt="2024-07-20T19:47:30.106" v="4586" actId="27636"/>
          <ac:spMkLst>
            <pc:docMk/>
            <pc:sldMk cId="3109690559" sldId="506"/>
            <ac:spMk id="3" creationId="{F6F6B7E0-3032-2475-C957-02165425811C}"/>
          </ac:spMkLst>
        </pc:spChg>
        <pc:picChg chg="add mod">
          <ac:chgData name="Mohammed Fasha" userId="cc64f42d-a1a6-4f08-b97b-0c37f877119f" providerId="ADAL" clId="{FDE0856B-42F7-40B6-BE6F-9BC89E48B27A}" dt="2024-07-20T19:49:37.488" v="4621" actId="1076"/>
          <ac:picMkLst>
            <pc:docMk/>
            <pc:sldMk cId="3109690559" sldId="506"/>
            <ac:picMk id="5" creationId="{0FFA0D5A-A1D3-2CD7-E6A2-28330F89EB4E}"/>
          </ac:picMkLst>
        </pc:picChg>
        <pc:picChg chg="add mod">
          <ac:chgData name="Mohammed Fasha" userId="cc64f42d-a1a6-4f08-b97b-0c37f877119f" providerId="ADAL" clId="{FDE0856B-42F7-40B6-BE6F-9BC89E48B27A}" dt="2024-07-20T19:49:38.554" v="4622" actId="1076"/>
          <ac:picMkLst>
            <pc:docMk/>
            <pc:sldMk cId="3109690559" sldId="506"/>
            <ac:picMk id="4098" creationId="{0ACD7CEE-C454-7CAF-67DA-237469446239}"/>
          </ac:picMkLst>
        </pc:picChg>
        <pc:picChg chg="add del mod">
          <ac:chgData name="Mohammed Fasha" userId="cc64f42d-a1a6-4f08-b97b-0c37f877119f" providerId="ADAL" clId="{FDE0856B-42F7-40B6-BE6F-9BC89E48B27A}" dt="2024-07-20T19:49:32.022" v="4617" actId="478"/>
          <ac:picMkLst>
            <pc:docMk/>
            <pc:sldMk cId="3109690559" sldId="506"/>
            <ac:picMk id="4100" creationId="{3296902D-7DB8-080A-58E8-EA32CF1CC926}"/>
          </ac:picMkLst>
        </pc:picChg>
      </pc:sldChg>
      <pc:sldChg chg="addSp delSp modSp add del mod ord">
        <pc:chgData name="Mohammed Fasha" userId="cc64f42d-a1a6-4f08-b97b-0c37f877119f" providerId="ADAL" clId="{FDE0856B-42F7-40B6-BE6F-9BC89E48B27A}" dt="2024-07-20T20:18:11.559" v="4851" actId="2696"/>
        <pc:sldMkLst>
          <pc:docMk/>
          <pc:sldMk cId="1044797019" sldId="507"/>
        </pc:sldMkLst>
        <pc:spChg chg="mod">
          <ac:chgData name="Mohammed Fasha" userId="cc64f42d-a1a6-4f08-b97b-0c37f877119f" providerId="ADAL" clId="{FDE0856B-42F7-40B6-BE6F-9BC89E48B27A}" dt="2024-07-20T18:41:08.565" v="3864" actId="20577"/>
          <ac:spMkLst>
            <pc:docMk/>
            <pc:sldMk cId="1044797019" sldId="507"/>
            <ac:spMk id="2" creationId="{8E2CBED4-BEEC-4803-D0A8-FBE826FDFFE9}"/>
          </ac:spMkLst>
        </pc:spChg>
        <pc:spChg chg="mod">
          <ac:chgData name="Mohammed Fasha" userId="cc64f42d-a1a6-4f08-b97b-0c37f877119f" providerId="ADAL" clId="{FDE0856B-42F7-40B6-BE6F-9BC89E48B27A}" dt="2024-07-20T19:51:52.192" v="4669" actId="21"/>
          <ac:spMkLst>
            <pc:docMk/>
            <pc:sldMk cId="1044797019" sldId="507"/>
            <ac:spMk id="3" creationId="{F6F6B7E0-3032-2475-C957-02165425811C}"/>
          </ac:spMkLst>
        </pc:spChg>
        <pc:spChg chg="add del mod">
          <ac:chgData name="Mohammed Fasha" userId="cc64f42d-a1a6-4f08-b97b-0c37f877119f" providerId="ADAL" clId="{FDE0856B-42F7-40B6-BE6F-9BC89E48B27A}" dt="2024-07-20T19:51:50.776" v="4666" actId="22"/>
          <ac:spMkLst>
            <pc:docMk/>
            <pc:sldMk cId="1044797019" sldId="507"/>
            <ac:spMk id="5" creationId="{D3404C6B-2C28-5006-250A-91BF16C01034}"/>
          </ac:spMkLst>
        </pc:spChg>
        <pc:picChg chg="add del mod">
          <ac:chgData name="Mohammed Fasha" userId="cc64f42d-a1a6-4f08-b97b-0c37f877119f" providerId="ADAL" clId="{FDE0856B-42F7-40B6-BE6F-9BC89E48B27A}" dt="2024-07-20T19:51:47" v="4655" actId="22"/>
          <ac:picMkLst>
            <pc:docMk/>
            <pc:sldMk cId="1044797019" sldId="507"/>
            <ac:picMk id="7" creationId="{73B1ED5B-C7F1-EF55-13E5-094539F5407B}"/>
          </ac:picMkLst>
        </pc:picChg>
        <pc:picChg chg="add mod">
          <ac:chgData name="Mohammed Fasha" userId="cc64f42d-a1a6-4f08-b97b-0c37f877119f" providerId="ADAL" clId="{FDE0856B-42F7-40B6-BE6F-9BC89E48B27A}" dt="2024-07-20T19:52:00.351" v="4673" actId="1076"/>
          <ac:picMkLst>
            <pc:docMk/>
            <pc:sldMk cId="1044797019" sldId="507"/>
            <ac:picMk id="9" creationId="{A120BD2E-B727-03F8-21DC-D8D884266D49}"/>
          </ac:picMkLst>
        </pc:picChg>
        <pc:picChg chg="add mod">
          <ac:chgData name="Mohammed Fasha" userId="cc64f42d-a1a6-4f08-b97b-0c37f877119f" providerId="ADAL" clId="{FDE0856B-42F7-40B6-BE6F-9BC89E48B27A}" dt="2024-07-20T19:52:37.626" v="4684" actId="1076"/>
          <ac:picMkLst>
            <pc:docMk/>
            <pc:sldMk cId="1044797019" sldId="507"/>
            <ac:picMk id="5122" creationId="{17B89C35-BDBE-80A2-2F39-E32CFA47758D}"/>
          </ac:picMkLst>
        </pc:picChg>
        <pc:picChg chg="add mod">
          <ac:chgData name="Mohammed Fasha" userId="cc64f42d-a1a6-4f08-b97b-0c37f877119f" providerId="ADAL" clId="{FDE0856B-42F7-40B6-BE6F-9BC89E48B27A}" dt="2024-07-20T19:52:44.230" v="4688" actId="1076"/>
          <ac:picMkLst>
            <pc:docMk/>
            <pc:sldMk cId="1044797019" sldId="507"/>
            <ac:picMk id="5124" creationId="{7F6DDF92-F2D6-04DE-AF79-3A29AD0ACAFA}"/>
          </ac:picMkLst>
        </pc:picChg>
      </pc:sldChg>
      <pc:sldChg chg="addSp delSp modSp new mod">
        <pc:chgData name="Mohammed Fasha" userId="cc64f42d-a1a6-4f08-b97b-0c37f877119f" providerId="ADAL" clId="{FDE0856B-42F7-40B6-BE6F-9BC89E48B27A}" dt="2024-07-23T11:25:46.728" v="5714" actId="404"/>
        <pc:sldMkLst>
          <pc:docMk/>
          <pc:sldMk cId="4276792849" sldId="507"/>
        </pc:sldMkLst>
        <pc:spChg chg="mod">
          <ac:chgData name="Mohammed Fasha" userId="cc64f42d-a1a6-4f08-b97b-0c37f877119f" providerId="ADAL" clId="{FDE0856B-42F7-40B6-BE6F-9BC89E48B27A}" dt="2024-07-23T11:25:46.728" v="5714" actId="404"/>
          <ac:spMkLst>
            <pc:docMk/>
            <pc:sldMk cId="4276792849" sldId="507"/>
            <ac:spMk id="2" creationId="{004A9C5F-188F-CF27-442F-4DA3A89F9619}"/>
          </ac:spMkLst>
        </pc:spChg>
        <pc:spChg chg="del">
          <ac:chgData name="Mohammed Fasha" userId="cc64f42d-a1a6-4f08-b97b-0c37f877119f" providerId="ADAL" clId="{FDE0856B-42F7-40B6-BE6F-9BC89E48B27A}" dt="2024-07-23T11:25:34.629" v="5708"/>
          <ac:spMkLst>
            <pc:docMk/>
            <pc:sldMk cId="4276792849" sldId="507"/>
            <ac:spMk id="3" creationId="{BD2E45E5-7328-3070-3C0E-4EC372D75AD6}"/>
          </ac:spMkLst>
        </pc:spChg>
        <pc:picChg chg="add mod">
          <ac:chgData name="Mohammed Fasha" userId="cc64f42d-a1a6-4f08-b97b-0c37f877119f" providerId="ADAL" clId="{FDE0856B-42F7-40B6-BE6F-9BC89E48B27A}" dt="2024-07-23T11:25:34.629" v="5708"/>
          <ac:picMkLst>
            <pc:docMk/>
            <pc:sldMk cId="4276792849" sldId="507"/>
            <ac:picMk id="5122" creationId="{AF7D05F4-BAA4-6E6C-3A97-765F3F084143}"/>
          </ac:picMkLst>
        </pc:picChg>
      </pc:sldChg>
      <pc:sldChg chg="addSp modSp add del mod ord">
        <pc:chgData name="Mohammed Fasha" userId="cc64f42d-a1a6-4f08-b97b-0c37f877119f" providerId="ADAL" clId="{FDE0856B-42F7-40B6-BE6F-9BC89E48B27A}" dt="2024-07-20T20:18:11.559" v="4851" actId="2696"/>
        <pc:sldMkLst>
          <pc:docMk/>
          <pc:sldMk cId="1870570649" sldId="508"/>
        </pc:sldMkLst>
        <pc:spChg chg="mod">
          <ac:chgData name="Mohammed Fasha" userId="cc64f42d-a1a6-4f08-b97b-0c37f877119f" providerId="ADAL" clId="{FDE0856B-42F7-40B6-BE6F-9BC89E48B27A}" dt="2024-07-20T18:41:48.201" v="3877" actId="20577"/>
          <ac:spMkLst>
            <pc:docMk/>
            <pc:sldMk cId="1870570649" sldId="508"/>
            <ac:spMk id="2" creationId="{8E2CBED4-BEEC-4803-D0A8-FBE826FDFFE9}"/>
          </ac:spMkLst>
        </pc:spChg>
        <pc:spChg chg="mod">
          <ac:chgData name="Mohammed Fasha" userId="cc64f42d-a1a6-4f08-b97b-0c37f877119f" providerId="ADAL" clId="{FDE0856B-42F7-40B6-BE6F-9BC89E48B27A}" dt="2024-07-20T20:00:38.448" v="4719" actId="27636"/>
          <ac:spMkLst>
            <pc:docMk/>
            <pc:sldMk cId="1870570649" sldId="508"/>
            <ac:spMk id="3" creationId="{F6F6B7E0-3032-2475-C957-02165425811C}"/>
          </ac:spMkLst>
        </pc:spChg>
        <pc:picChg chg="add mod">
          <ac:chgData name="Mohammed Fasha" userId="cc64f42d-a1a6-4f08-b97b-0c37f877119f" providerId="ADAL" clId="{FDE0856B-42F7-40B6-BE6F-9BC89E48B27A}" dt="2024-07-20T20:00:44.527" v="4723" actId="1076"/>
          <ac:picMkLst>
            <pc:docMk/>
            <pc:sldMk cId="1870570649" sldId="508"/>
            <ac:picMk id="6146" creationId="{793B645C-CF39-54DB-71EE-8C16355CCF96}"/>
          </ac:picMkLst>
        </pc:picChg>
      </pc:sldChg>
      <pc:sldChg chg="addSp delSp modSp new mod">
        <pc:chgData name="Mohammed Fasha" userId="cc64f42d-a1a6-4f08-b97b-0c37f877119f" providerId="ADAL" clId="{FDE0856B-42F7-40B6-BE6F-9BC89E48B27A}" dt="2024-07-23T11:27:33.831" v="5724" actId="404"/>
        <pc:sldMkLst>
          <pc:docMk/>
          <pc:sldMk cId="2358325437" sldId="508"/>
        </pc:sldMkLst>
        <pc:spChg chg="mod">
          <ac:chgData name="Mohammed Fasha" userId="cc64f42d-a1a6-4f08-b97b-0c37f877119f" providerId="ADAL" clId="{FDE0856B-42F7-40B6-BE6F-9BC89E48B27A}" dt="2024-07-23T11:27:33.831" v="5724" actId="404"/>
          <ac:spMkLst>
            <pc:docMk/>
            <pc:sldMk cId="2358325437" sldId="508"/>
            <ac:spMk id="2" creationId="{73B849AD-3772-FDCA-C77D-3BFD70F6E35C}"/>
          </ac:spMkLst>
        </pc:spChg>
        <pc:spChg chg="del">
          <ac:chgData name="Mohammed Fasha" userId="cc64f42d-a1a6-4f08-b97b-0c37f877119f" providerId="ADAL" clId="{FDE0856B-42F7-40B6-BE6F-9BC89E48B27A}" dt="2024-07-23T11:27:21.915" v="5716"/>
          <ac:spMkLst>
            <pc:docMk/>
            <pc:sldMk cId="2358325437" sldId="508"/>
            <ac:spMk id="3" creationId="{65434644-9B88-93ED-C8D8-40903006C7D5}"/>
          </ac:spMkLst>
        </pc:spChg>
        <pc:picChg chg="add mod">
          <ac:chgData name="Mohammed Fasha" userId="cc64f42d-a1a6-4f08-b97b-0c37f877119f" providerId="ADAL" clId="{FDE0856B-42F7-40B6-BE6F-9BC89E48B27A}" dt="2024-07-23T11:27:21.915" v="5716"/>
          <ac:picMkLst>
            <pc:docMk/>
            <pc:sldMk cId="2358325437" sldId="508"/>
            <ac:picMk id="6146" creationId="{13859C79-69B1-2BA0-19C2-2AF057FEDD8A}"/>
          </ac:picMkLst>
        </pc:picChg>
      </pc:sldChg>
      <pc:sldChg chg="addSp modSp add del mod">
        <pc:chgData name="Mohammed Fasha" userId="cc64f42d-a1a6-4f08-b97b-0c37f877119f" providerId="ADAL" clId="{FDE0856B-42F7-40B6-BE6F-9BC89E48B27A}" dt="2024-07-20T20:18:11.559" v="4851" actId="2696"/>
        <pc:sldMkLst>
          <pc:docMk/>
          <pc:sldMk cId="1247796290" sldId="509"/>
        </pc:sldMkLst>
        <pc:spChg chg="mod">
          <ac:chgData name="Mohammed Fasha" userId="cc64f42d-a1a6-4f08-b97b-0c37f877119f" providerId="ADAL" clId="{FDE0856B-42F7-40B6-BE6F-9BC89E48B27A}" dt="2024-07-20T20:05:24.779" v="4771" actId="14100"/>
          <ac:spMkLst>
            <pc:docMk/>
            <pc:sldMk cId="1247796290" sldId="509"/>
            <ac:spMk id="2" creationId="{8E2CBED4-BEEC-4803-D0A8-FBE826FDFFE9}"/>
          </ac:spMkLst>
        </pc:spChg>
        <pc:spChg chg="mod">
          <ac:chgData name="Mohammed Fasha" userId="cc64f42d-a1a6-4f08-b97b-0c37f877119f" providerId="ADAL" clId="{FDE0856B-42F7-40B6-BE6F-9BC89E48B27A}" dt="2024-07-20T20:04:59.926" v="4763" actId="27636"/>
          <ac:spMkLst>
            <pc:docMk/>
            <pc:sldMk cId="1247796290" sldId="509"/>
            <ac:spMk id="3" creationId="{F6F6B7E0-3032-2475-C957-02165425811C}"/>
          </ac:spMkLst>
        </pc:spChg>
        <pc:picChg chg="add mod">
          <ac:chgData name="Mohammed Fasha" userId="cc64f42d-a1a6-4f08-b97b-0c37f877119f" providerId="ADAL" clId="{FDE0856B-42F7-40B6-BE6F-9BC89E48B27A}" dt="2024-07-20T20:05:26.794" v="4772" actId="1076"/>
          <ac:picMkLst>
            <pc:docMk/>
            <pc:sldMk cId="1247796290" sldId="509"/>
            <ac:picMk id="5" creationId="{674709A4-1E05-681B-4133-280E70EF16F0}"/>
          </ac:picMkLst>
        </pc:picChg>
        <pc:picChg chg="add mod">
          <ac:chgData name="Mohammed Fasha" userId="cc64f42d-a1a6-4f08-b97b-0c37f877119f" providerId="ADAL" clId="{FDE0856B-42F7-40B6-BE6F-9BC89E48B27A}" dt="2024-07-20T20:05:04.850" v="4765" actId="1076"/>
          <ac:picMkLst>
            <pc:docMk/>
            <pc:sldMk cId="1247796290" sldId="509"/>
            <ac:picMk id="7170" creationId="{15C0A7B3-61BC-2236-4052-F37912385855}"/>
          </ac:picMkLst>
        </pc:picChg>
      </pc:sldChg>
      <pc:sldChg chg="addSp delSp modSp new mod">
        <pc:chgData name="Mohammed Fasha" userId="cc64f42d-a1a6-4f08-b97b-0c37f877119f" providerId="ADAL" clId="{FDE0856B-42F7-40B6-BE6F-9BC89E48B27A}" dt="2024-07-23T11:30:31.153" v="5757" actId="404"/>
        <pc:sldMkLst>
          <pc:docMk/>
          <pc:sldMk cId="2562843643" sldId="509"/>
        </pc:sldMkLst>
        <pc:spChg chg="mod">
          <ac:chgData name="Mohammed Fasha" userId="cc64f42d-a1a6-4f08-b97b-0c37f877119f" providerId="ADAL" clId="{FDE0856B-42F7-40B6-BE6F-9BC89E48B27A}" dt="2024-07-23T11:30:31.153" v="5757" actId="404"/>
          <ac:spMkLst>
            <pc:docMk/>
            <pc:sldMk cId="2562843643" sldId="509"/>
            <ac:spMk id="2" creationId="{77888A2C-0D1A-E235-0641-79D15CC2B43D}"/>
          </ac:spMkLst>
        </pc:spChg>
        <pc:spChg chg="del">
          <ac:chgData name="Mohammed Fasha" userId="cc64f42d-a1a6-4f08-b97b-0c37f877119f" providerId="ADAL" clId="{FDE0856B-42F7-40B6-BE6F-9BC89E48B27A}" dt="2024-07-23T11:30:21.848" v="5752"/>
          <ac:spMkLst>
            <pc:docMk/>
            <pc:sldMk cId="2562843643" sldId="509"/>
            <ac:spMk id="3" creationId="{725C02FC-BA84-E2A7-EA59-A838CD4EC5A5}"/>
          </ac:spMkLst>
        </pc:spChg>
        <pc:picChg chg="add mod">
          <ac:chgData name="Mohammed Fasha" userId="cc64f42d-a1a6-4f08-b97b-0c37f877119f" providerId="ADAL" clId="{FDE0856B-42F7-40B6-BE6F-9BC89E48B27A}" dt="2024-07-23T11:30:21.848" v="5752"/>
          <ac:picMkLst>
            <pc:docMk/>
            <pc:sldMk cId="2562843643" sldId="509"/>
            <ac:picMk id="7170" creationId="{61524F4F-F5AE-31FB-08A2-651B31A8E3F8}"/>
          </ac:picMkLst>
        </pc:picChg>
      </pc:sldChg>
      <pc:sldChg chg="addSp delSp modSp new mod modClrScheme chgLayout">
        <pc:chgData name="Mohammed Fasha" userId="cc64f42d-a1a6-4f08-b97b-0c37f877119f" providerId="ADAL" clId="{FDE0856B-42F7-40B6-BE6F-9BC89E48B27A}" dt="2024-07-23T11:38:11.033" v="5769" actId="14100"/>
        <pc:sldMkLst>
          <pc:docMk/>
          <pc:sldMk cId="3285269316" sldId="510"/>
        </pc:sldMkLst>
        <pc:spChg chg="del mod ord">
          <ac:chgData name="Mohammed Fasha" userId="cc64f42d-a1a6-4f08-b97b-0c37f877119f" providerId="ADAL" clId="{FDE0856B-42F7-40B6-BE6F-9BC89E48B27A}" dt="2024-07-23T11:30:51.404" v="5759" actId="700"/>
          <ac:spMkLst>
            <pc:docMk/>
            <pc:sldMk cId="3285269316" sldId="510"/>
            <ac:spMk id="2" creationId="{40CECC3B-7F1A-861E-69AE-BF0E8019BA9B}"/>
          </ac:spMkLst>
        </pc:spChg>
        <pc:spChg chg="del mod ord">
          <ac:chgData name="Mohammed Fasha" userId="cc64f42d-a1a6-4f08-b97b-0c37f877119f" providerId="ADAL" clId="{FDE0856B-42F7-40B6-BE6F-9BC89E48B27A}" dt="2024-07-23T11:30:51.404" v="5759" actId="700"/>
          <ac:spMkLst>
            <pc:docMk/>
            <pc:sldMk cId="3285269316" sldId="510"/>
            <ac:spMk id="3" creationId="{57F0F8DC-81DC-665B-E746-D31AB471624B}"/>
          </ac:spMkLst>
        </pc:spChg>
        <pc:spChg chg="add mod ord">
          <ac:chgData name="Mohammed Fasha" userId="cc64f42d-a1a6-4f08-b97b-0c37f877119f" providerId="ADAL" clId="{FDE0856B-42F7-40B6-BE6F-9BC89E48B27A}" dt="2024-07-23T11:31:01.338" v="5762" actId="27636"/>
          <ac:spMkLst>
            <pc:docMk/>
            <pc:sldMk cId="3285269316" sldId="510"/>
            <ac:spMk id="4" creationId="{6758D934-606A-9BBA-F575-DE2A28818557}"/>
          </ac:spMkLst>
        </pc:spChg>
        <pc:spChg chg="add del mod ord">
          <ac:chgData name="Mohammed Fasha" userId="cc64f42d-a1a6-4f08-b97b-0c37f877119f" providerId="ADAL" clId="{FDE0856B-42F7-40B6-BE6F-9BC89E48B27A}" dt="2024-07-23T11:30:56.250" v="5760"/>
          <ac:spMkLst>
            <pc:docMk/>
            <pc:sldMk cId="3285269316" sldId="510"/>
            <ac:spMk id="5" creationId="{4B30D4DD-6109-F497-53D1-10F5E8245928}"/>
          </ac:spMkLst>
        </pc:spChg>
        <pc:picChg chg="add mod">
          <ac:chgData name="Mohammed Fasha" userId="cc64f42d-a1a6-4f08-b97b-0c37f877119f" providerId="ADAL" clId="{FDE0856B-42F7-40B6-BE6F-9BC89E48B27A}" dt="2024-07-23T11:31:47.807" v="5764"/>
          <ac:picMkLst>
            <pc:docMk/>
            <pc:sldMk cId="3285269316" sldId="510"/>
            <ac:picMk id="6" creationId="{7E375ED8-5DD0-FB83-0501-FE707850C7B0}"/>
          </ac:picMkLst>
        </pc:picChg>
        <pc:picChg chg="add mod">
          <ac:chgData name="Mohammed Fasha" userId="cc64f42d-a1a6-4f08-b97b-0c37f877119f" providerId="ADAL" clId="{FDE0856B-42F7-40B6-BE6F-9BC89E48B27A}" dt="2024-07-23T11:38:11.033" v="5769" actId="14100"/>
          <ac:picMkLst>
            <pc:docMk/>
            <pc:sldMk cId="3285269316" sldId="510"/>
            <ac:picMk id="8" creationId="{BEC2840D-5A68-BD07-2B04-2CFB0D5F3E97}"/>
          </ac:picMkLst>
        </pc:picChg>
        <pc:picChg chg="add mod">
          <ac:chgData name="Mohammed Fasha" userId="cc64f42d-a1a6-4f08-b97b-0c37f877119f" providerId="ADAL" clId="{FDE0856B-42F7-40B6-BE6F-9BC89E48B27A}" dt="2024-07-23T11:30:56.250" v="5760"/>
          <ac:picMkLst>
            <pc:docMk/>
            <pc:sldMk cId="3285269316" sldId="510"/>
            <ac:picMk id="8194" creationId="{08D9C1B5-ACC3-EC0E-E955-8D028E03E177}"/>
          </ac:picMkLst>
        </pc:picChg>
      </pc:sldChg>
      <pc:sldChg chg="addSp delSp modSp new del mod">
        <pc:chgData name="Mohammed Fasha" userId="cc64f42d-a1a6-4f08-b97b-0c37f877119f" providerId="ADAL" clId="{FDE0856B-42F7-40B6-BE6F-9BC89E48B27A}" dt="2024-07-20T20:18:11.559" v="4851" actId="2696"/>
        <pc:sldMkLst>
          <pc:docMk/>
          <pc:sldMk cId="3608674622" sldId="510"/>
        </pc:sldMkLst>
        <pc:spChg chg="mod">
          <ac:chgData name="Mohammed Fasha" userId="cc64f42d-a1a6-4f08-b97b-0c37f877119f" providerId="ADAL" clId="{FDE0856B-42F7-40B6-BE6F-9BC89E48B27A}" dt="2024-07-20T20:07:25.080" v="4801" actId="14100"/>
          <ac:spMkLst>
            <pc:docMk/>
            <pc:sldMk cId="3608674622" sldId="510"/>
            <ac:spMk id="2" creationId="{C055AE28-97AF-DBEC-E8E5-96AFB3A488CC}"/>
          </ac:spMkLst>
        </pc:spChg>
        <pc:spChg chg="mod">
          <ac:chgData name="Mohammed Fasha" userId="cc64f42d-a1a6-4f08-b97b-0c37f877119f" providerId="ADAL" clId="{FDE0856B-42F7-40B6-BE6F-9BC89E48B27A}" dt="2024-07-20T20:08:41.891" v="4815" actId="27636"/>
          <ac:spMkLst>
            <pc:docMk/>
            <pc:sldMk cId="3608674622" sldId="510"/>
            <ac:spMk id="3" creationId="{D12CB8A6-3DF2-BCE7-7BDF-16FF50B8775F}"/>
          </ac:spMkLst>
        </pc:spChg>
        <pc:spChg chg="add">
          <ac:chgData name="Mohammed Fasha" userId="cc64f42d-a1a6-4f08-b97b-0c37f877119f" providerId="ADAL" clId="{FDE0856B-42F7-40B6-BE6F-9BC89E48B27A}" dt="2024-07-20T20:06:40.085" v="4792"/>
          <ac:spMkLst>
            <pc:docMk/>
            <pc:sldMk cId="3608674622" sldId="510"/>
            <ac:spMk id="4" creationId="{5718C654-1D51-1E07-B0D4-63250037C910}"/>
          </ac:spMkLst>
        </pc:spChg>
        <pc:spChg chg="add">
          <ac:chgData name="Mohammed Fasha" userId="cc64f42d-a1a6-4f08-b97b-0c37f877119f" providerId="ADAL" clId="{FDE0856B-42F7-40B6-BE6F-9BC89E48B27A}" dt="2024-07-20T20:06:45.183" v="4793"/>
          <ac:spMkLst>
            <pc:docMk/>
            <pc:sldMk cId="3608674622" sldId="510"/>
            <ac:spMk id="5" creationId="{E9793955-2EB5-9038-B8DB-A3BB66DD566E}"/>
          </ac:spMkLst>
        </pc:spChg>
        <pc:picChg chg="add mod">
          <ac:chgData name="Mohammed Fasha" userId="cc64f42d-a1a6-4f08-b97b-0c37f877119f" providerId="ADAL" clId="{FDE0856B-42F7-40B6-BE6F-9BC89E48B27A}" dt="2024-07-20T20:07:30.994" v="4804" actId="1076"/>
          <ac:picMkLst>
            <pc:docMk/>
            <pc:sldMk cId="3608674622" sldId="510"/>
            <ac:picMk id="7" creationId="{6531B9A7-A0EA-3808-A1E1-790AD223A323}"/>
          </ac:picMkLst>
        </pc:picChg>
        <pc:picChg chg="add del mod">
          <ac:chgData name="Mohammed Fasha" userId="cc64f42d-a1a6-4f08-b97b-0c37f877119f" providerId="ADAL" clId="{FDE0856B-42F7-40B6-BE6F-9BC89E48B27A}" dt="2024-07-20T20:07:21.917" v="4800" actId="478"/>
          <ac:picMkLst>
            <pc:docMk/>
            <pc:sldMk cId="3608674622" sldId="510"/>
            <ac:picMk id="8198" creationId="{1C5928F6-A8BB-2CE6-6536-9EF4EC6BFE64}"/>
          </ac:picMkLst>
        </pc:picChg>
      </pc:sldChg>
      <pc:sldChg chg="modSp new del mod">
        <pc:chgData name="Mohammed Fasha" userId="cc64f42d-a1a6-4f08-b97b-0c37f877119f" providerId="ADAL" clId="{FDE0856B-42F7-40B6-BE6F-9BC89E48B27A}" dt="2024-07-20T20:18:11.559" v="4851" actId="2696"/>
        <pc:sldMkLst>
          <pc:docMk/>
          <pc:sldMk cId="314111597" sldId="511"/>
        </pc:sldMkLst>
        <pc:spChg chg="mod">
          <ac:chgData name="Mohammed Fasha" userId="cc64f42d-a1a6-4f08-b97b-0c37f877119f" providerId="ADAL" clId="{FDE0856B-42F7-40B6-BE6F-9BC89E48B27A}" dt="2024-07-20T18:43:19.518" v="3917"/>
          <ac:spMkLst>
            <pc:docMk/>
            <pc:sldMk cId="314111597" sldId="511"/>
            <ac:spMk id="2" creationId="{33E4A482-61D8-94F7-FD7A-3C57F3E8A77A}"/>
          </ac:spMkLst>
        </pc:spChg>
        <pc:spChg chg="mod">
          <ac:chgData name="Mohammed Fasha" userId="cc64f42d-a1a6-4f08-b97b-0c37f877119f" providerId="ADAL" clId="{FDE0856B-42F7-40B6-BE6F-9BC89E48B27A}" dt="2024-07-20T18:44:24.937" v="3934" actId="20577"/>
          <ac:spMkLst>
            <pc:docMk/>
            <pc:sldMk cId="314111597" sldId="511"/>
            <ac:spMk id="3" creationId="{929FD092-C7DF-BE60-02E4-82403C379989}"/>
          </ac:spMkLst>
        </pc:spChg>
      </pc:sldChg>
      <pc:sldChg chg="new">
        <pc:chgData name="Mohammed Fasha" userId="cc64f42d-a1a6-4f08-b97b-0c37f877119f" providerId="ADAL" clId="{FDE0856B-42F7-40B6-BE6F-9BC89E48B27A}" dt="2024-07-23T11:31:57.669" v="5765" actId="680"/>
        <pc:sldMkLst>
          <pc:docMk/>
          <pc:sldMk cId="2957327477" sldId="511"/>
        </pc:sldMkLst>
      </pc:sldChg>
      <pc:sldChg chg="modSp add del mod">
        <pc:chgData name="Mohammed Fasha" userId="cc64f42d-a1a6-4f08-b97b-0c37f877119f" providerId="ADAL" clId="{FDE0856B-42F7-40B6-BE6F-9BC89E48B27A}" dt="2024-07-20T20:18:11.559" v="4851" actId="2696"/>
        <pc:sldMkLst>
          <pc:docMk/>
          <pc:sldMk cId="3376168615" sldId="512"/>
        </pc:sldMkLst>
        <pc:spChg chg="mod">
          <ac:chgData name="Mohammed Fasha" userId="cc64f42d-a1a6-4f08-b97b-0c37f877119f" providerId="ADAL" clId="{FDE0856B-42F7-40B6-BE6F-9BC89E48B27A}" dt="2024-07-20T18:46:00.566" v="3975" actId="6549"/>
          <ac:spMkLst>
            <pc:docMk/>
            <pc:sldMk cId="3376168615" sldId="512"/>
            <ac:spMk id="2" creationId="{33E4A482-61D8-94F7-FD7A-3C57F3E8A77A}"/>
          </ac:spMkLst>
        </pc:spChg>
        <pc:spChg chg="mod">
          <ac:chgData name="Mohammed Fasha" userId="cc64f42d-a1a6-4f08-b97b-0c37f877119f" providerId="ADAL" clId="{FDE0856B-42F7-40B6-BE6F-9BC89E48B27A}" dt="2024-07-20T18:45:36.065" v="3949" actId="27636"/>
          <ac:spMkLst>
            <pc:docMk/>
            <pc:sldMk cId="3376168615" sldId="512"/>
            <ac:spMk id="3" creationId="{929FD092-C7DF-BE60-02E4-82403C379989}"/>
          </ac:spMkLst>
        </pc:spChg>
      </pc:sldChg>
      <pc:sldChg chg="modSp new del mod">
        <pc:chgData name="Mohammed Fasha" userId="cc64f42d-a1a6-4f08-b97b-0c37f877119f" providerId="ADAL" clId="{FDE0856B-42F7-40B6-BE6F-9BC89E48B27A}" dt="2024-07-20T20:18:11.559" v="4851" actId="2696"/>
        <pc:sldMkLst>
          <pc:docMk/>
          <pc:sldMk cId="1658774114" sldId="513"/>
        </pc:sldMkLst>
        <pc:spChg chg="mod">
          <ac:chgData name="Mohammed Fasha" userId="cc64f42d-a1a6-4f08-b97b-0c37f877119f" providerId="ADAL" clId="{FDE0856B-42F7-40B6-BE6F-9BC89E48B27A}" dt="2024-07-20T19:58:15.004" v="4691"/>
          <ac:spMkLst>
            <pc:docMk/>
            <pc:sldMk cId="1658774114" sldId="513"/>
            <ac:spMk id="2" creationId="{09D49AF0-D019-31CC-3087-C5595EE43009}"/>
          </ac:spMkLst>
        </pc:spChg>
        <pc:spChg chg="mod">
          <ac:chgData name="Mohammed Fasha" userId="cc64f42d-a1a6-4f08-b97b-0c37f877119f" providerId="ADAL" clId="{FDE0856B-42F7-40B6-BE6F-9BC89E48B27A}" dt="2024-07-20T19:58:40.972" v="4698" actId="27636"/>
          <ac:spMkLst>
            <pc:docMk/>
            <pc:sldMk cId="1658774114" sldId="513"/>
            <ac:spMk id="3" creationId="{2824734C-6D2E-6BEE-6B36-9017FF9AA832}"/>
          </ac:spMkLst>
        </pc:spChg>
      </pc:sldChg>
      <pc:sldChg chg="add del">
        <pc:chgData name="Mohammed Fasha" userId="cc64f42d-a1a6-4f08-b97b-0c37f877119f" providerId="ADAL" clId="{FDE0856B-42F7-40B6-BE6F-9BC89E48B27A}" dt="2024-07-20T18:46:04.179" v="3976" actId="47"/>
        <pc:sldMkLst>
          <pc:docMk/>
          <pc:sldMk cId="3256729099" sldId="513"/>
        </pc:sldMkLst>
      </pc:sldChg>
      <pc:sldChg chg="addSp modSp new del mod">
        <pc:chgData name="Mohammed Fasha" userId="cc64f42d-a1a6-4f08-b97b-0c37f877119f" providerId="ADAL" clId="{FDE0856B-42F7-40B6-BE6F-9BC89E48B27A}" dt="2024-07-20T20:18:11.559" v="4851" actId="2696"/>
        <pc:sldMkLst>
          <pc:docMk/>
          <pc:sldMk cId="3447864759" sldId="514"/>
        </pc:sldMkLst>
        <pc:spChg chg="mod">
          <ac:chgData name="Mohammed Fasha" userId="cc64f42d-a1a6-4f08-b97b-0c37f877119f" providerId="ADAL" clId="{FDE0856B-42F7-40B6-BE6F-9BC89E48B27A}" dt="2024-07-20T20:14:48.796" v="4835" actId="14100"/>
          <ac:spMkLst>
            <pc:docMk/>
            <pc:sldMk cId="3447864759" sldId="514"/>
            <ac:spMk id="2" creationId="{4FF82D11-9127-CDA6-9735-656B1619BBC8}"/>
          </ac:spMkLst>
        </pc:spChg>
        <pc:spChg chg="mod">
          <ac:chgData name="Mohammed Fasha" userId="cc64f42d-a1a6-4f08-b97b-0c37f877119f" providerId="ADAL" clId="{FDE0856B-42F7-40B6-BE6F-9BC89E48B27A}" dt="2024-07-20T20:15:29.116" v="4839" actId="14100"/>
          <ac:spMkLst>
            <pc:docMk/>
            <pc:sldMk cId="3447864759" sldId="514"/>
            <ac:spMk id="3" creationId="{DE65CE6B-F9CB-3230-7E2B-C8BFBC3C17DD}"/>
          </ac:spMkLst>
        </pc:spChg>
        <pc:picChg chg="add mod">
          <ac:chgData name="Mohammed Fasha" userId="cc64f42d-a1a6-4f08-b97b-0c37f877119f" providerId="ADAL" clId="{FDE0856B-42F7-40B6-BE6F-9BC89E48B27A}" dt="2024-07-20T20:16:14.474" v="4847" actId="1076"/>
          <ac:picMkLst>
            <pc:docMk/>
            <pc:sldMk cId="3447864759" sldId="514"/>
            <ac:picMk id="5" creationId="{6B2261DF-8AC3-0CEB-0DC1-8ECB26BD0AF5}"/>
          </ac:picMkLst>
        </pc:picChg>
        <pc:picChg chg="add mod">
          <ac:chgData name="Mohammed Fasha" userId="cc64f42d-a1a6-4f08-b97b-0c37f877119f" providerId="ADAL" clId="{FDE0856B-42F7-40B6-BE6F-9BC89E48B27A}" dt="2024-07-20T20:14:53.776" v="4838" actId="1076"/>
          <ac:picMkLst>
            <pc:docMk/>
            <pc:sldMk cId="3447864759" sldId="514"/>
            <ac:picMk id="9218" creationId="{EB112657-C309-89F4-DB2B-80A3977FAEA9}"/>
          </ac:picMkLst>
        </pc:picChg>
        <pc:picChg chg="add mod">
          <ac:chgData name="Mohammed Fasha" userId="cc64f42d-a1a6-4f08-b97b-0c37f877119f" providerId="ADAL" clId="{FDE0856B-42F7-40B6-BE6F-9BC89E48B27A}" dt="2024-07-20T20:15:34.952" v="4842" actId="1076"/>
          <ac:picMkLst>
            <pc:docMk/>
            <pc:sldMk cId="3447864759" sldId="514"/>
            <ac:picMk id="9220" creationId="{5E35F974-02D5-29E0-4833-B55F349B597B}"/>
          </ac:picMkLst>
        </pc:picChg>
      </pc:sldChg>
      <pc:sldChg chg="add del">
        <pc:chgData name="Mohammed Fasha" userId="cc64f42d-a1a6-4f08-b97b-0c37f877119f" providerId="ADAL" clId="{FDE0856B-42F7-40B6-BE6F-9BC89E48B27A}" dt="2024-07-20T18:46:05.382" v="3977" actId="47"/>
        <pc:sldMkLst>
          <pc:docMk/>
          <pc:sldMk cId="3628785826" sldId="514"/>
        </pc:sldMkLst>
      </pc:sldChg>
      <pc:sldChg chg="add del">
        <pc:chgData name="Mohammed Fasha" userId="cc64f42d-a1a6-4f08-b97b-0c37f877119f" providerId="ADAL" clId="{FDE0856B-42F7-40B6-BE6F-9BC89E48B27A}" dt="2024-07-20T18:46:06.617" v="3978" actId="47"/>
        <pc:sldMkLst>
          <pc:docMk/>
          <pc:sldMk cId="4169674626" sldId="515"/>
        </pc:sldMkLst>
      </pc:sldChg>
      <pc:sldChg chg="add del">
        <pc:chgData name="Mohammed Fasha" userId="cc64f42d-a1a6-4f08-b97b-0c37f877119f" providerId="ADAL" clId="{FDE0856B-42F7-40B6-BE6F-9BC89E48B27A}" dt="2024-07-20T18:46:07.368" v="3979" actId="47"/>
        <pc:sldMkLst>
          <pc:docMk/>
          <pc:sldMk cId="3792044906" sldId="516"/>
        </pc:sldMkLst>
      </pc:sldChg>
      <pc:sldMasterChg chg="modSldLayout">
        <pc:chgData name="Mohammed Fasha" userId="cc64f42d-a1a6-4f08-b97b-0c37f877119f" providerId="ADAL" clId="{FDE0856B-42F7-40B6-BE6F-9BC89E48B27A}" dt="2024-07-20T13:09:59.809" v="2575" actId="404"/>
        <pc:sldMasterMkLst>
          <pc:docMk/>
          <pc:sldMasterMk cId="742811419" sldId="2147483648"/>
        </pc:sldMasterMkLst>
        <pc:sldLayoutChg chg="modSp">
          <pc:chgData name="Mohammed Fasha" userId="cc64f42d-a1a6-4f08-b97b-0c37f877119f" providerId="ADAL" clId="{FDE0856B-42F7-40B6-BE6F-9BC89E48B27A}" dt="2024-07-20T13:09:59.809" v="2575" actId="404"/>
          <pc:sldLayoutMkLst>
            <pc:docMk/>
            <pc:sldMasterMk cId="742811419" sldId="2147483648"/>
            <pc:sldLayoutMk cId="3573533501" sldId="2147483650"/>
          </pc:sldLayoutMkLst>
          <pc:spChg chg="mod">
            <ac:chgData name="Mohammed Fasha" userId="cc64f42d-a1a6-4f08-b97b-0c37f877119f" providerId="ADAL" clId="{FDE0856B-42F7-40B6-BE6F-9BC89E48B27A}" dt="2024-07-20T13:09:59.809" v="2575" actId="404"/>
            <ac:spMkLst>
              <pc:docMk/>
              <pc:sldMasterMk cId="742811419" sldId="2147483648"/>
              <pc:sldLayoutMk cId="3573533501" sldId="2147483650"/>
              <ac:spMk id="3" creationId="{93FDCCF6-2612-A73C-C264-680D14569853}"/>
            </ac:spMkLst>
          </pc:spChg>
        </pc:sldLayoutChg>
        <pc:sldLayoutChg chg="modSp">
          <pc:chgData name="Mohammed Fasha" userId="cc64f42d-a1a6-4f08-b97b-0c37f877119f" providerId="ADAL" clId="{FDE0856B-42F7-40B6-BE6F-9BC89E48B27A}" dt="2024-07-20T09:16:34.874" v="873" actId="255"/>
          <pc:sldLayoutMkLst>
            <pc:docMk/>
            <pc:sldMasterMk cId="742811419" sldId="2147483648"/>
            <pc:sldLayoutMk cId="3394545316" sldId="2147483651"/>
          </pc:sldLayoutMkLst>
          <pc:spChg chg="mod">
            <ac:chgData name="Mohammed Fasha" userId="cc64f42d-a1a6-4f08-b97b-0c37f877119f" providerId="ADAL" clId="{FDE0856B-42F7-40B6-BE6F-9BC89E48B27A}" dt="2024-07-20T09:16:34.874" v="873" actId="255"/>
            <ac:spMkLst>
              <pc:docMk/>
              <pc:sldMasterMk cId="742811419" sldId="2147483648"/>
              <pc:sldLayoutMk cId="3394545316" sldId="2147483651"/>
              <ac:spMk id="2" creationId="{A5C3632C-6DEE-7253-7D28-277A733B9623}"/>
            </ac:spMkLst>
          </pc:spChg>
        </pc:sldLayoutChg>
      </pc:sldMasterChg>
    </pc:docChg>
  </pc:docChgLst>
  <pc:docChgLst>
    <pc:chgData name="Mohammed Fasha" userId="cc64f42d-a1a6-4f08-b97b-0c37f877119f" providerId="ADAL" clId="{2C71B5D3-DF7B-4EFC-AD61-B4F414E61556}"/>
    <pc:docChg chg="custSel addSld delSld modSld">
      <pc:chgData name="Mohammed Fasha" userId="cc64f42d-a1a6-4f08-b97b-0c37f877119f" providerId="ADAL" clId="{2C71B5D3-DF7B-4EFC-AD61-B4F414E61556}" dt="2024-07-25T05:25:50.534" v="95" actId="20577"/>
      <pc:docMkLst>
        <pc:docMk/>
      </pc:docMkLst>
      <pc:sldChg chg="del">
        <pc:chgData name="Mohammed Fasha" userId="cc64f42d-a1a6-4f08-b97b-0c37f877119f" providerId="ADAL" clId="{2C71B5D3-DF7B-4EFC-AD61-B4F414E61556}" dt="2024-07-23T11:44:42.681" v="40" actId="2696"/>
        <pc:sldMkLst>
          <pc:docMk/>
          <pc:sldMk cId="0" sldId="257"/>
        </pc:sldMkLst>
      </pc:sldChg>
      <pc:sldChg chg="del">
        <pc:chgData name="Mohammed Fasha" userId="cc64f42d-a1a6-4f08-b97b-0c37f877119f" providerId="ADAL" clId="{2C71B5D3-DF7B-4EFC-AD61-B4F414E61556}" dt="2024-07-23T11:44:42.681" v="40" actId="2696"/>
        <pc:sldMkLst>
          <pc:docMk/>
          <pc:sldMk cId="0" sldId="258"/>
        </pc:sldMkLst>
      </pc:sldChg>
      <pc:sldChg chg="del">
        <pc:chgData name="Mohammed Fasha" userId="cc64f42d-a1a6-4f08-b97b-0c37f877119f" providerId="ADAL" clId="{2C71B5D3-DF7B-4EFC-AD61-B4F414E61556}" dt="2024-07-23T11:44:42.681" v="40" actId="2696"/>
        <pc:sldMkLst>
          <pc:docMk/>
          <pc:sldMk cId="0" sldId="259"/>
        </pc:sldMkLst>
      </pc:sldChg>
      <pc:sldChg chg="del">
        <pc:chgData name="Mohammed Fasha" userId="cc64f42d-a1a6-4f08-b97b-0c37f877119f" providerId="ADAL" clId="{2C71B5D3-DF7B-4EFC-AD61-B4F414E61556}" dt="2024-07-23T11:44:42.681" v="40" actId="2696"/>
        <pc:sldMkLst>
          <pc:docMk/>
          <pc:sldMk cId="0" sldId="260"/>
        </pc:sldMkLst>
      </pc:sldChg>
      <pc:sldChg chg="del">
        <pc:chgData name="Mohammed Fasha" userId="cc64f42d-a1a6-4f08-b97b-0c37f877119f" providerId="ADAL" clId="{2C71B5D3-DF7B-4EFC-AD61-B4F414E61556}" dt="2024-07-23T11:44:42.681" v="40" actId="2696"/>
        <pc:sldMkLst>
          <pc:docMk/>
          <pc:sldMk cId="0" sldId="261"/>
        </pc:sldMkLst>
      </pc:sldChg>
      <pc:sldChg chg="del">
        <pc:chgData name="Mohammed Fasha" userId="cc64f42d-a1a6-4f08-b97b-0c37f877119f" providerId="ADAL" clId="{2C71B5D3-DF7B-4EFC-AD61-B4F414E61556}" dt="2024-07-23T11:44:42.681" v="40" actId="2696"/>
        <pc:sldMkLst>
          <pc:docMk/>
          <pc:sldMk cId="1985314172" sldId="262"/>
        </pc:sldMkLst>
      </pc:sldChg>
      <pc:sldChg chg="del">
        <pc:chgData name="Mohammed Fasha" userId="cc64f42d-a1a6-4f08-b97b-0c37f877119f" providerId="ADAL" clId="{2C71B5D3-DF7B-4EFC-AD61-B4F414E61556}" dt="2024-07-23T11:44:42.681" v="40" actId="2696"/>
        <pc:sldMkLst>
          <pc:docMk/>
          <pc:sldMk cId="0" sldId="263"/>
        </pc:sldMkLst>
      </pc:sldChg>
      <pc:sldChg chg="del">
        <pc:chgData name="Mohammed Fasha" userId="cc64f42d-a1a6-4f08-b97b-0c37f877119f" providerId="ADAL" clId="{2C71B5D3-DF7B-4EFC-AD61-B4F414E61556}" dt="2024-07-23T11:44:42.681" v="40" actId="2696"/>
        <pc:sldMkLst>
          <pc:docMk/>
          <pc:sldMk cId="3982709017" sldId="280"/>
        </pc:sldMkLst>
      </pc:sldChg>
      <pc:sldChg chg="modSp mod">
        <pc:chgData name="Mohammed Fasha" userId="cc64f42d-a1a6-4f08-b97b-0c37f877119f" providerId="ADAL" clId="{2C71B5D3-DF7B-4EFC-AD61-B4F414E61556}" dt="2024-07-23T11:44:28.892" v="39" actId="120"/>
        <pc:sldMkLst>
          <pc:docMk/>
          <pc:sldMk cId="1489447582" sldId="455"/>
        </pc:sldMkLst>
        <pc:spChg chg="mod">
          <ac:chgData name="Mohammed Fasha" userId="cc64f42d-a1a6-4f08-b97b-0c37f877119f" providerId="ADAL" clId="{2C71B5D3-DF7B-4EFC-AD61-B4F414E61556}" dt="2024-07-23T11:44:28.892" v="39" actId="120"/>
          <ac:spMkLst>
            <pc:docMk/>
            <pc:sldMk cId="1489447582" sldId="455"/>
            <ac:spMk id="9" creationId="{F599965F-D781-62F6-30A4-33D89AC89080}"/>
          </ac:spMkLst>
        </pc:spChg>
      </pc:sldChg>
      <pc:sldChg chg="del">
        <pc:chgData name="Mohammed Fasha" userId="cc64f42d-a1a6-4f08-b97b-0c37f877119f" providerId="ADAL" clId="{2C71B5D3-DF7B-4EFC-AD61-B4F414E61556}" dt="2024-07-23T11:44:42.681" v="40" actId="2696"/>
        <pc:sldMkLst>
          <pc:docMk/>
          <pc:sldMk cId="1520811175" sldId="461"/>
        </pc:sldMkLst>
      </pc:sldChg>
      <pc:sldChg chg="del">
        <pc:chgData name="Mohammed Fasha" userId="cc64f42d-a1a6-4f08-b97b-0c37f877119f" providerId="ADAL" clId="{2C71B5D3-DF7B-4EFC-AD61-B4F414E61556}" dt="2024-07-23T11:44:42.681" v="40" actId="2696"/>
        <pc:sldMkLst>
          <pc:docMk/>
          <pc:sldMk cId="2492344261" sldId="462"/>
        </pc:sldMkLst>
      </pc:sldChg>
      <pc:sldChg chg="del">
        <pc:chgData name="Mohammed Fasha" userId="cc64f42d-a1a6-4f08-b97b-0c37f877119f" providerId="ADAL" clId="{2C71B5D3-DF7B-4EFC-AD61-B4F414E61556}" dt="2024-07-23T11:44:42.681" v="40" actId="2696"/>
        <pc:sldMkLst>
          <pc:docMk/>
          <pc:sldMk cId="3169967024" sldId="463"/>
        </pc:sldMkLst>
      </pc:sldChg>
      <pc:sldChg chg="del">
        <pc:chgData name="Mohammed Fasha" userId="cc64f42d-a1a6-4f08-b97b-0c37f877119f" providerId="ADAL" clId="{2C71B5D3-DF7B-4EFC-AD61-B4F414E61556}" dt="2024-07-23T11:44:42.681" v="40" actId="2696"/>
        <pc:sldMkLst>
          <pc:docMk/>
          <pc:sldMk cId="2336960120" sldId="464"/>
        </pc:sldMkLst>
      </pc:sldChg>
      <pc:sldChg chg="del">
        <pc:chgData name="Mohammed Fasha" userId="cc64f42d-a1a6-4f08-b97b-0c37f877119f" providerId="ADAL" clId="{2C71B5D3-DF7B-4EFC-AD61-B4F414E61556}" dt="2024-07-23T11:44:42.681" v="40" actId="2696"/>
        <pc:sldMkLst>
          <pc:docMk/>
          <pc:sldMk cId="700185716" sldId="465"/>
        </pc:sldMkLst>
      </pc:sldChg>
      <pc:sldChg chg="del">
        <pc:chgData name="Mohammed Fasha" userId="cc64f42d-a1a6-4f08-b97b-0c37f877119f" providerId="ADAL" clId="{2C71B5D3-DF7B-4EFC-AD61-B4F414E61556}" dt="2024-07-23T11:44:42.681" v="40" actId="2696"/>
        <pc:sldMkLst>
          <pc:docMk/>
          <pc:sldMk cId="2849205594" sldId="466"/>
        </pc:sldMkLst>
      </pc:sldChg>
      <pc:sldChg chg="del">
        <pc:chgData name="Mohammed Fasha" userId="cc64f42d-a1a6-4f08-b97b-0c37f877119f" providerId="ADAL" clId="{2C71B5D3-DF7B-4EFC-AD61-B4F414E61556}" dt="2024-07-23T11:44:42.681" v="40" actId="2696"/>
        <pc:sldMkLst>
          <pc:docMk/>
          <pc:sldMk cId="1202047402" sldId="467"/>
        </pc:sldMkLst>
      </pc:sldChg>
      <pc:sldChg chg="del">
        <pc:chgData name="Mohammed Fasha" userId="cc64f42d-a1a6-4f08-b97b-0c37f877119f" providerId="ADAL" clId="{2C71B5D3-DF7B-4EFC-AD61-B4F414E61556}" dt="2024-07-23T11:44:42.681" v="40" actId="2696"/>
        <pc:sldMkLst>
          <pc:docMk/>
          <pc:sldMk cId="515248179" sldId="468"/>
        </pc:sldMkLst>
      </pc:sldChg>
      <pc:sldChg chg="del">
        <pc:chgData name="Mohammed Fasha" userId="cc64f42d-a1a6-4f08-b97b-0c37f877119f" providerId="ADAL" clId="{2C71B5D3-DF7B-4EFC-AD61-B4F414E61556}" dt="2024-07-23T11:44:42.681" v="40" actId="2696"/>
        <pc:sldMkLst>
          <pc:docMk/>
          <pc:sldMk cId="588486761" sldId="469"/>
        </pc:sldMkLst>
      </pc:sldChg>
      <pc:sldChg chg="del">
        <pc:chgData name="Mohammed Fasha" userId="cc64f42d-a1a6-4f08-b97b-0c37f877119f" providerId="ADAL" clId="{2C71B5D3-DF7B-4EFC-AD61-B4F414E61556}" dt="2024-07-23T11:43:20.968" v="0" actId="2696"/>
        <pc:sldMkLst>
          <pc:docMk/>
          <pc:sldMk cId="1878274554" sldId="470"/>
        </pc:sldMkLst>
      </pc:sldChg>
      <pc:sldChg chg="del">
        <pc:chgData name="Mohammed Fasha" userId="cc64f42d-a1a6-4f08-b97b-0c37f877119f" providerId="ADAL" clId="{2C71B5D3-DF7B-4EFC-AD61-B4F414E61556}" dt="2024-07-23T11:44:42.681" v="40" actId="2696"/>
        <pc:sldMkLst>
          <pc:docMk/>
          <pc:sldMk cId="3644881119" sldId="472"/>
        </pc:sldMkLst>
      </pc:sldChg>
      <pc:sldChg chg="del">
        <pc:chgData name="Mohammed Fasha" userId="cc64f42d-a1a6-4f08-b97b-0c37f877119f" providerId="ADAL" clId="{2C71B5D3-DF7B-4EFC-AD61-B4F414E61556}" dt="2024-07-23T11:44:42.681" v="40" actId="2696"/>
        <pc:sldMkLst>
          <pc:docMk/>
          <pc:sldMk cId="1397039846" sldId="473"/>
        </pc:sldMkLst>
      </pc:sldChg>
      <pc:sldChg chg="del">
        <pc:chgData name="Mohammed Fasha" userId="cc64f42d-a1a6-4f08-b97b-0c37f877119f" providerId="ADAL" clId="{2C71B5D3-DF7B-4EFC-AD61-B4F414E61556}" dt="2024-07-23T11:44:42.681" v="40" actId="2696"/>
        <pc:sldMkLst>
          <pc:docMk/>
          <pc:sldMk cId="3034205703" sldId="474"/>
        </pc:sldMkLst>
      </pc:sldChg>
      <pc:sldChg chg="del">
        <pc:chgData name="Mohammed Fasha" userId="cc64f42d-a1a6-4f08-b97b-0c37f877119f" providerId="ADAL" clId="{2C71B5D3-DF7B-4EFC-AD61-B4F414E61556}" dt="2024-07-23T11:44:42.681" v="40" actId="2696"/>
        <pc:sldMkLst>
          <pc:docMk/>
          <pc:sldMk cId="2141774450" sldId="475"/>
        </pc:sldMkLst>
      </pc:sldChg>
      <pc:sldChg chg="del">
        <pc:chgData name="Mohammed Fasha" userId="cc64f42d-a1a6-4f08-b97b-0c37f877119f" providerId="ADAL" clId="{2C71B5D3-DF7B-4EFC-AD61-B4F414E61556}" dt="2024-07-23T11:44:42.681" v="40" actId="2696"/>
        <pc:sldMkLst>
          <pc:docMk/>
          <pc:sldMk cId="4148839060" sldId="476"/>
        </pc:sldMkLst>
      </pc:sldChg>
      <pc:sldChg chg="del">
        <pc:chgData name="Mohammed Fasha" userId="cc64f42d-a1a6-4f08-b97b-0c37f877119f" providerId="ADAL" clId="{2C71B5D3-DF7B-4EFC-AD61-B4F414E61556}" dt="2024-07-23T11:44:42.681" v="40" actId="2696"/>
        <pc:sldMkLst>
          <pc:docMk/>
          <pc:sldMk cId="2171453157" sldId="477"/>
        </pc:sldMkLst>
      </pc:sldChg>
      <pc:sldChg chg="del">
        <pc:chgData name="Mohammed Fasha" userId="cc64f42d-a1a6-4f08-b97b-0c37f877119f" providerId="ADAL" clId="{2C71B5D3-DF7B-4EFC-AD61-B4F414E61556}" dt="2024-07-23T11:44:42.681" v="40" actId="2696"/>
        <pc:sldMkLst>
          <pc:docMk/>
          <pc:sldMk cId="760837331" sldId="478"/>
        </pc:sldMkLst>
      </pc:sldChg>
      <pc:sldChg chg="del">
        <pc:chgData name="Mohammed Fasha" userId="cc64f42d-a1a6-4f08-b97b-0c37f877119f" providerId="ADAL" clId="{2C71B5D3-DF7B-4EFC-AD61-B4F414E61556}" dt="2024-07-23T11:44:42.681" v="40" actId="2696"/>
        <pc:sldMkLst>
          <pc:docMk/>
          <pc:sldMk cId="3908672191" sldId="483"/>
        </pc:sldMkLst>
      </pc:sldChg>
      <pc:sldChg chg="del">
        <pc:chgData name="Mohammed Fasha" userId="cc64f42d-a1a6-4f08-b97b-0c37f877119f" providerId="ADAL" clId="{2C71B5D3-DF7B-4EFC-AD61-B4F414E61556}" dt="2024-07-23T11:44:42.681" v="40" actId="2696"/>
        <pc:sldMkLst>
          <pc:docMk/>
          <pc:sldMk cId="1026581973" sldId="484"/>
        </pc:sldMkLst>
      </pc:sldChg>
      <pc:sldChg chg="del">
        <pc:chgData name="Mohammed Fasha" userId="cc64f42d-a1a6-4f08-b97b-0c37f877119f" providerId="ADAL" clId="{2C71B5D3-DF7B-4EFC-AD61-B4F414E61556}" dt="2024-07-23T11:44:42.681" v="40" actId="2696"/>
        <pc:sldMkLst>
          <pc:docMk/>
          <pc:sldMk cId="0" sldId="486"/>
        </pc:sldMkLst>
      </pc:sldChg>
      <pc:sldChg chg="del">
        <pc:chgData name="Mohammed Fasha" userId="cc64f42d-a1a6-4f08-b97b-0c37f877119f" providerId="ADAL" clId="{2C71B5D3-DF7B-4EFC-AD61-B4F414E61556}" dt="2024-07-23T11:44:42.681" v="40" actId="2696"/>
        <pc:sldMkLst>
          <pc:docMk/>
          <pc:sldMk cId="3217007079" sldId="492"/>
        </pc:sldMkLst>
      </pc:sldChg>
      <pc:sldChg chg="del">
        <pc:chgData name="Mohammed Fasha" userId="cc64f42d-a1a6-4f08-b97b-0c37f877119f" providerId="ADAL" clId="{2C71B5D3-DF7B-4EFC-AD61-B4F414E61556}" dt="2024-07-23T11:44:42.681" v="40" actId="2696"/>
        <pc:sldMkLst>
          <pc:docMk/>
          <pc:sldMk cId="623807491" sldId="493"/>
        </pc:sldMkLst>
      </pc:sldChg>
      <pc:sldChg chg="del">
        <pc:chgData name="Mohammed Fasha" userId="cc64f42d-a1a6-4f08-b97b-0c37f877119f" providerId="ADAL" clId="{2C71B5D3-DF7B-4EFC-AD61-B4F414E61556}" dt="2024-07-23T11:44:42.681" v="40" actId="2696"/>
        <pc:sldMkLst>
          <pc:docMk/>
          <pc:sldMk cId="2040467436" sldId="497"/>
        </pc:sldMkLst>
      </pc:sldChg>
      <pc:sldChg chg="del">
        <pc:chgData name="Mohammed Fasha" userId="cc64f42d-a1a6-4f08-b97b-0c37f877119f" providerId="ADAL" clId="{2C71B5D3-DF7B-4EFC-AD61-B4F414E61556}" dt="2024-07-23T11:44:42.681" v="40" actId="2696"/>
        <pc:sldMkLst>
          <pc:docMk/>
          <pc:sldMk cId="824843486" sldId="498"/>
        </pc:sldMkLst>
      </pc:sldChg>
      <pc:sldChg chg="del">
        <pc:chgData name="Mohammed Fasha" userId="cc64f42d-a1a6-4f08-b97b-0c37f877119f" providerId="ADAL" clId="{2C71B5D3-DF7B-4EFC-AD61-B4F414E61556}" dt="2024-07-23T11:44:42.681" v="40" actId="2696"/>
        <pc:sldMkLst>
          <pc:docMk/>
          <pc:sldMk cId="2647852493" sldId="499"/>
        </pc:sldMkLst>
      </pc:sldChg>
      <pc:sldChg chg="del">
        <pc:chgData name="Mohammed Fasha" userId="cc64f42d-a1a6-4f08-b97b-0c37f877119f" providerId="ADAL" clId="{2C71B5D3-DF7B-4EFC-AD61-B4F414E61556}" dt="2024-07-23T11:44:42.681" v="40" actId="2696"/>
        <pc:sldMkLst>
          <pc:docMk/>
          <pc:sldMk cId="839091713" sldId="500"/>
        </pc:sldMkLst>
      </pc:sldChg>
      <pc:sldChg chg="del">
        <pc:chgData name="Mohammed Fasha" userId="cc64f42d-a1a6-4f08-b97b-0c37f877119f" providerId="ADAL" clId="{2C71B5D3-DF7B-4EFC-AD61-B4F414E61556}" dt="2024-07-23T11:44:42.681" v="40" actId="2696"/>
        <pc:sldMkLst>
          <pc:docMk/>
          <pc:sldMk cId="1689129205" sldId="501"/>
        </pc:sldMkLst>
      </pc:sldChg>
      <pc:sldChg chg="del">
        <pc:chgData name="Mohammed Fasha" userId="cc64f42d-a1a6-4f08-b97b-0c37f877119f" providerId="ADAL" clId="{2C71B5D3-DF7B-4EFC-AD61-B4F414E61556}" dt="2024-07-23T11:44:42.681" v="40" actId="2696"/>
        <pc:sldMkLst>
          <pc:docMk/>
          <pc:sldMk cId="845145446" sldId="502"/>
        </pc:sldMkLst>
      </pc:sldChg>
      <pc:sldChg chg="modSp add mod">
        <pc:chgData name="Mohammed Fasha" userId="cc64f42d-a1a6-4f08-b97b-0c37f877119f" providerId="ADAL" clId="{2C71B5D3-DF7B-4EFC-AD61-B4F414E61556}" dt="2024-07-25T05:25:50.534" v="95" actId="20577"/>
        <pc:sldMkLst>
          <pc:docMk/>
          <pc:sldMk cId="886488970" sldId="511"/>
        </pc:sldMkLst>
        <pc:spChg chg="mod">
          <ac:chgData name="Mohammed Fasha" userId="cc64f42d-a1a6-4f08-b97b-0c37f877119f" providerId="ADAL" clId="{2C71B5D3-DF7B-4EFC-AD61-B4F414E61556}" dt="2024-07-25T05:25:50.534" v="95" actId="20577"/>
          <ac:spMkLst>
            <pc:docMk/>
            <pc:sldMk cId="886488970" sldId="511"/>
            <ac:spMk id="2" creationId="{F70C73BD-E8D7-4A26-A84E-F193625838CE}"/>
          </ac:spMkLst>
        </pc:spChg>
        <pc:spChg chg="mod">
          <ac:chgData name="Mohammed Fasha" userId="cc64f42d-a1a6-4f08-b97b-0c37f877119f" providerId="ADAL" clId="{2C71B5D3-DF7B-4EFC-AD61-B4F414E61556}" dt="2024-07-25T05:25:33.318" v="76" actId="20577"/>
          <ac:spMkLst>
            <pc:docMk/>
            <pc:sldMk cId="886488970" sldId="511"/>
            <ac:spMk id="3" creationId="{6CDD1DBA-5344-116F-318B-CD57F83F7CD6}"/>
          </ac:spMkLst>
        </pc:spChg>
      </pc:sldChg>
      <pc:sldChg chg="addSp delSp modSp new del mod">
        <pc:chgData name="Mohammed Fasha" userId="cc64f42d-a1a6-4f08-b97b-0c37f877119f" providerId="ADAL" clId="{2C71B5D3-DF7B-4EFC-AD61-B4F414E61556}" dt="2024-07-25T05:23:09.829" v="74" actId="2696"/>
        <pc:sldMkLst>
          <pc:docMk/>
          <pc:sldMk cId="2688082736" sldId="511"/>
        </pc:sldMkLst>
        <pc:spChg chg="mod">
          <ac:chgData name="Mohammed Fasha" userId="cc64f42d-a1a6-4f08-b97b-0c37f877119f" providerId="ADAL" clId="{2C71B5D3-DF7B-4EFC-AD61-B4F414E61556}" dt="2024-07-25T05:22:56.704" v="73" actId="20577"/>
          <ac:spMkLst>
            <pc:docMk/>
            <pc:sldMk cId="2688082736" sldId="511"/>
            <ac:spMk id="2" creationId="{F70C73BD-E8D7-4A26-A84E-F193625838CE}"/>
          </ac:spMkLst>
        </pc:spChg>
        <pc:spChg chg="add del mod">
          <ac:chgData name="Mohammed Fasha" userId="cc64f42d-a1a6-4f08-b97b-0c37f877119f" providerId="ADAL" clId="{2C71B5D3-DF7B-4EFC-AD61-B4F414E61556}" dt="2024-07-25T05:22:46.350" v="44"/>
          <ac:spMkLst>
            <pc:docMk/>
            <pc:sldMk cId="2688082736" sldId="511"/>
            <ac:spMk id="3" creationId="{6CDD1DBA-5344-116F-318B-CD57F83F7CD6}"/>
          </ac:spMkLst>
        </pc:spChg>
        <pc:spChg chg="add mod">
          <ac:chgData name="Mohammed Fasha" userId="cc64f42d-a1a6-4f08-b97b-0c37f877119f" providerId="ADAL" clId="{2C71B5D3-DF7B-4EFC-AD61-B4F414E61556}" dt="2024-07-25T05:22:20.909" v="43"/>
          <ac:spMkLst>
            <pc:docMk/>
            <pc:sldMk cId="2688082736" sldId="511"/>
            <ac:spMk id="4" creationId="{1243F8AC-B6FA-D05D-91F2-8398053B0FDB}"/>
          </ac:spMkLst>
        </pc:spChg>
      </pc:sldChg>
      <pc:sldChg chg="del">
        <pc:chgData name="Mohammed Fasha" userId="cc64f42d-a1a6-4f08-b97b-0c37f877119f" providerId="ADAL" clId="{2C71B5D3-DF7B-4EFC-AD61-B4F414E61556}" dt="2024-07-23T11:43:20.968" v="0" actId="2696"/>
        <pc:sldMkLst>
          <pc:docMk/>
          <pc:sldMk cId="2957327477" sldId="511"/>
        </pc:sldMkLst>
      </pc:sldChg>
    </pc:docChg>
  </pc:docChgLst>
  <pc:docChgLst>
    <pc:chgData name="Mohammed Fasha" userId="cc64f42d-a1a6-4f08-b97b-0c37f877119f" providerId="ADAL" clId="{BDE98590-4A1E-4E73-B11E-EFF0D9E423BA}"/>
    <pc:docChg chg="custSel addSld modSld">
      <pc:chgData name="Mohammed Fasha" userId="cc64f42d-a1a6-4f08-b97b-0c37f877119f" providerId="ADAL" clId="{BDE98590-4A1E-4E73-B11E-EFF0D9E423BA}" dt="2024-06-06T11:26:37.549" v="341" actId="20577"/>
      <pc:docMkLst>
        <pc:docMk/>
      </pc:docMkLst>
      <pc:sldChg chg="addSp modSp mod">
        <pc:chgData name="Mohammed Fasha" userId="cc64f42d-a1a6-4f08-b97b-0c37f877119f" providerId="ADAL" clId="{BDE98590-4A1E-4E73-B11E-EFF0D9E423BA}" dt="2024-06-06T11:23:36.175" v="182" actId="1076"/>
        <pc:sldMkLst>
          <pc:docMk/>
          <pc:sldMk cId="3645272911" sldId="392"/>
        </pc:sldMkLst>
        <pc:spChg chg="mod">
          <ac:chgData name="Mohammed Fasha" userId="cc64f42d-a1a6-4f08-b97b-0c37f877119f" providerId="ADAL" clId="{BDE98590-4A1E-4E73-B11E-EFF0D9E423BA}" dt="2024-06-06T11:23:33.745" v="181" actId="14100"/>
          <ac:spMkLst>
            <pc:docMk/>
            <pc:sldMk cId="3645272911" sldId="392"/>
            <ac:spMk id="3" creationId="{76156C21-AC52-833C-E3BE-ADFDC02E22E3}"/>
          </ac:spMkLst>
        </pc:spChg>
        <pc:picChg chg="add mod">
          <ac:chgData name="Mohammed Fasha" userId="cc64f42d-a1a6-4f08-b97b-0c37f877119f" providerId="ADAL" clId="{BDE98590-4A1E-4E73-B11E-EFF0D9E423BA}" dt="2024-06-06T11:23:36.175" v="182" actId="1076"/>
          <ac:picMkLst>
            <pc:docMk/>
            <pc:sldMk cId="3645272911" sldId="392"/>
            <ac:picMk id="5" creationId="{66567EE9-62A1-E562-E899-9A87FFAD7515}"/>
          </ac:picMkLst>
        </pc:picChg>
      </pc:sldChg>
      <pc:sldChg chg="modSp mod">
        <pc:chgData name="Mohammed Fasha" userId="cc64f42d-a1a6-4f08-b97b-0c37f877119f" providerId="ADAL" clId="{BDE98590-4A1E-4E73-B11E-EFF0D9E423BA}" dt="2024-06-06T11:26:37.549" v="341" actId="20577"/>
        <pc:sldMkLst>
          <pc:docMk/>
          <pc:sldMk cId="2976191511" sldId="393"/>
        </pc:sldMkLst>
        <pc:spChg chg="mod">
          <ac:chgData name="Mohammed Fasha" userId="cc64f42d-a1a6-4f08-b97b-0c37f877119f" providerId="ADAL" clId="{BDE98590-4A1E-4E73-B11E-EFF0D9E423BA}" dt="2024-06-06T11:26:37.549" v="341" actId="20577"/>
          <ac:spMkLst>
            <pc:docMk/>
            <pc:sldMk cId="2976191511" sldId="393"/>
            <ac:spMk id="3" creationId="{87D01EFB-ECF0-B722-C694-8F0CF19AD94D}"/>
          </ac:spMkLst>
        </pc:spChg>
      </pc:sldChg>
      <pc:sldChg chg="addSp delSp modSp new mod modClrScheme chgLayout">
        <pc:chgData name="Mohammed Fasha" userId="cc64f42d-a1a6-4f08-b97b-0c37f877119f" providerId="ADAL" clId="{BDE98590-4A1E-4E73-B11E-EFF0D9E423BA}" dt="2024-05-18T14:50:18.046" v="6" actId="1076"/>
        <pc:sldMkLst>
          <pc:docMk/>
          <pc:sldMk cId="1501311303" sldId="496"/>
        </pc:sldMkLst>
        <pc:spChg chg="del">
          <ac:chgData name="Mohammed Fasha" userId="cc64f42d-a1a6-4f08-b97b-0c37f877119f" providerId="ADAL" clId="{BDE98590-4A1E-4E73-B11E-EFF0D9E423BA}" dt="2024-05-18T14:50:10.938" v="2" actId="700"/>
          <ac:spMkLst>
            <pc:docMk/>
            <pc:sldMk cId="1501311303" sldId="496"/>
            <ac:spMk id="2" creationId="{D2CEE17A-DDA4-0B5C-B50D-889970C3AE9A}"/>
          </ac:spMkLst>
        </pc:spChg>
        <pc:spChg chg="del">
          <ac:chgData name="Mohammed Fasha" userId="cc64f42d-a1a6-4f08-b97b-0c37f877119f" providerId="ADAL" clId="{BDE98590-4A1E-4E73-B11E-EFF0D9E423BA}" dt="2024-05-18T14:50:05.577" v="1"/>
          <ac:spMkLst>
            <pc:docMk/>
            <pc:sldMk cId="1501311303" sldId="496"/>
            <ac:spMk id="3" creationId="{E4FD7E05-4330-DB34-2C71-CB36AF65F804}"/>
          </ac:spMkLst>
        </pc:spChg>
        <pc:picChg chg="add mod ord">
          <ac:chgData name="Mohammed Fasha" userId="cc64f42d-a1a6-4f08-b97b-0c37f877119f" providerId="ADAL" clId="{BDE98590-4A1E-4E73-B11E-EFF0D9E423BA}" dt="2024-05-18T14:50:18.046" v="6" actId="1076"/>
          <ac:picMkLst>
            <pc:docMk/>
            <pc:sldMk cId="1501311303" sldId="496"/>
            <ac:picMk id="4" creationId="{F876EE48-736B-0B05-3579-CE389267CB3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7/25/2024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normAutofit/>
          </a:bodyPr>
          <a:lstStyle>
            <a:lvl1pPr>
              <a:defRPr sz="5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C509A92F-6EF2-B7BB-1C63-C6812B835CF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net.com/pictures/peeping-inside-googles-data-centers-pictures/" TargetMode="External"/><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hyperlink" Target="https://www.youtube.com/watch?v=avP5d16wEp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307401</a:t>
            </a:r>
            <a:br>
              <a:rPr lang="en-US" sz="3600" dirty="0"/>
            </a:br>
            <a:r>
              <a:rPr lang="en-US" sz="3600" dirty="0"/>
              <a:t>Big Data and Data Warehouses</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a:xfrm>
            <a:off x="1524000" y="3602038"/>
            <a:ext cx="9144000" cy="1220974"/>
          </a:xfrm>
        </p:spPr>
        <p:txBody>
          <a:bodyPr>
            <a:normAutofit fontScale="92500" lnSpcReduction="10000"/>
          </a:bodyPr>
          <a:lstStyle/>
          <a:p>
            <a:r>
              <a:rPr lang="en-US" dirty="0"/>
              <a:t>Inside Google Data Center</a:t>
            </a:r>
          </a:p>
          <a:p>
            <a:pPr algn="l"/>
            <a:r>
              <a:rPr lang="en-US" dirty="0">
                <a:hlinkClick r:id="rId3"/>
              </a:rPr>
              <a:t>https://www.cnet.com/pictures/peeping-inside-googles-data-centers-pictures/</a:t>
            </a:r>
            <a:endParaRPr lang="en-US" dirty="0"/>
          </a:p>
          <a:p>
            <a:pPr algn="l"/>
            <a:r>
              <a:rPr lang="en-US" dirty="0">
                <a:hlinkClick r:id="rId4"/>
              </a:rPr>
              <a:t>https://www.youtube.com/watch?v=avP5d16wEp0</a:t>
            </a:r>
            <a:endParaRPr lang="en-US" dirty="0"/>
          </a:p>
          <a:p>
            <a:endParaRPr lang="en-US" dirty="0"/>
          </a:p>
          <a:p>
            <a:endParaRPr lang="en-US" dirty="0"/>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58D934-606A-9BBA-F575-DE2A28818557}"/>
              </a:ext>
            </a:extLst>
          </p:cNvPr>
          <p:cNvSpPr>
            <a:spLocks noGrp="1"/>
          </p:cNvSpPr>
          <p:nvPr>
            <p:ph type="title"/>
          </p:nvPr>
        </p:nvSpPr>
        <p:spPr/>
        <p:txBody>
          <a:bodyPr>
            <a:normAutofit fontScale="90000"/>
          </a:bodyPr>
          <a:lstStyle/>
          <a:p>
            <a:r>
              <a:rPr lang="en-US" dirty="0"/>
              <a:t>Oklahoma data center from the air</a:t>
            </a:r>
            <a:br>
              <a:rPr lang="en-US" dirty="0"/>
            </a:br>
            <a:r>
              <a:rPr lang="en-US" dirty="0"/>
              <a:t>Google's data center in Pryor, </a:t>
            </a:r>
            <a:r>
              <a:rPr lang="en-US" dirty="0" err="1"/>
              <a:t>Okla</a:t>
            </a:r>
            <a:endParaRPr lang="en-US" dirty="0"/>
          </a:p>
        </p:txBody>
      </p:sp>
      <p:pic>
        <p:nvPicPr>
          <p:cNvPr id="8194" name="Picture 2">
            <a:extLst>
              <a:ext uri="{FF2B5EF4-FFF2-40B4-BE49-F238E27FC236}">
                <a16:creationId xmlns:a16="http://schemas.microsoft.com/office/drawing/2014/main" id="{08D9C1B5-ACC3-EC0E-E955-8D028E03E1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E375ED8-5DD0-FB83-0501-FE707850C7B0}"/>
              </a:ext>
            </a:extLst>
          </p:cNvPr>
          <p:cNvPicPr>
            <a:picLocks noChangeAspect="1"/>
          </p:cNvPicPr>
          <p:nvPr/>
        </p:nvPicPr>
        <p:blipFill>
          <a:blip r:embed="rId3"/>
          <a:stretch>
            <a:fillRect/>
          </a:stretch>
        </p:blipFill>
        <p:spPr>
          <a:xfrm>
            <a:off x="10254643" y="1706563"/>
            <a:ext cx="1005028" cy="1043133"/>
          </a:xfrm>
          <a:prstGeom prst="rect">
            <a:avLst/>
          </a:prstGeom>
        </p:spPr>
      </p:pic>
      <p:pic>
        <p:nvPicPr>
          <p:cNvPr id="8" name="Picture 7">
            <a:extLst>
              <a:ext uri="{FF2B5EF4-FFF2-40B4-BE49-F238E27FC236}">
                <a16:creationId xmlns:a16="http://schemas.microsoft.com/office/drawing/2014/main" id="{BEC2840D-5A68-BD07-2B04-2CFB0D5F3E97}"/>
              </a:ext>
            </a:extLst>
          </p:cNvPr>
          <p:cNvPicPr>
            <a:picLocks noChangeAspect="1"/>
          </p:cNvPicPr>
          <p:nvPr/>
        </p:nvPicPr>
        <p:blipFill>
          <a:blip r:embed="rId4"/>
          <a:stretch>
            <a:fillRect/>
          </a:stretch>
        </p:blipFill>
        <p:spPr>
          <a:xfrm>
            <a:off x="10254643" y="2910528"/>
            <a:ext cx="1005028" cy="1057647"/>
          </a:xfrm>
          <a:prstGeom prst="rect">
            <a:avLst/>
          </a:prstGeom>
        </p:spPr>
      </p:pic>
    </p:spTree>
    <p:extLst>
      <p:ext uri="{BB962C8B-B14F-4D97-AF65-F5344CB8AC3E}">
        <p14:creationId xmlns:p14="http://schemas.microsoft.com/office/powerpoint/2010/main" val="3285269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D3BD3-1AF8-A1E6-C462-5625EF7A63DC}"/>
              </a:ext>
            </a:extLst>
          </p:cNvPr>
          <p:cNvSpPr>
            <a:spLocks noGrp="1"/>
          </p:cNvSpPr>
          <p:nvPr>
            <p:ph type="title"/>
          </p:nvPr>
        </p:nvSpPr>
        <p:spPr/>
        <p:txBody>
          <a:bodyPr>
            <a:noAutofit/>
          </a:bodyPr>
          <a:lstStyle/>
          <a:p>
            <a:r>
              <a:rPr lang="en-US" sz="2000" dirty="0"/>
              <a:t>Google's Atlanta data center by night</a:t>
            </a:r>
            <a:br>
              <a:rPr lang="en-US" sz="2000" dirty="0"/>
            </a:br>
            <a:r>
              <a:rPr lang="en-US" sz="2000" dirty="0"/>
              <a:t>A Google data center outside Atlanta, Ga.</a:t>
            </a:r>
          </a:p>
        </p:txBody>
      </p:sp>
      <p:pic>
        <p:nvPicPr>
          <p:cNvPr id="4098" name="Picture 2">
            <a:extLst>
              <a:ext uri="{FF2B5EF4-FFF2-40B4-BE49-F238E27FC236}">
                <a16:creationId xmlns:a16="http://schemas.microsoft.com/office/drawing/2014/main" id="{A05FA3B2-3F70-F517-D749-D35B010ECD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81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04A0E4-EB23-F864-B19D-F6BDBD6FEA62}"/>
              </a:ext>
            </a:extLst>
          </p:cNvPr>
          <p:cNvSpPr>
            <a:spLocks noGrp="1"/>
          </p:cNvSpPr>
          <p:nvPr>
            <p:ph type="title"/>
          </p:nvPr>
        </p:nvSpPr>
        <p:spPr/>
        <p:txBody>
          <a:bodyPr>
            <a:noAutofit/>
          </a:bodyPr>
          <a:lstStyle/>
          <a:p>
            <a:r>
              <a:rPr lang="en-US" sz="1600" dirty="0"/>
              <a:t>Google data center in Council Bluffs, Iowa</a:t>
            </a:r>
            <a:br>
              <a:rPr lang="en-US" sz="1600" dirty="0"/>
            </a:br>
            <a:r>
              <a:rPr lang="en-US" sz="1600" dirty="0"/>
              <a:t>Google's data centers can be vast. This one in Council Bluffs, Iowa, has more than 115,000 square feet of room.</a:t>
            </a:r>
          </a:p>
        </p:txBody>
      </p:sp>
      <p:pic>
        <p:nvPicPr>
          <p:cNvPr id="2050" name="Picture 2">
            <a:extLst>
              <a:ext uri="{FF2B5EF4-FFF2-40B4-BE49-F238E27FC236}">
                <a16:creationId xmlns:a16="http://schemas.microsoft.com/office/drawing/2014/main" id="{D5C321A3-B76C-ECEB-584F-91E05D77B8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81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A9C5F-188F-CF27-442F-4DA3A89F9619}"/>
              </a:ext>
            </a:extLst>
          </p:cNvPr>
          <p:cNvSpPr>
            <a:spLocks noGrp="1"/>
          </p:cNvSpPr>
          <p:nvPr>
            <p:ph type="title"/>
          </p:nvPr>
        </p:nvSpPr>
        <p:spPr/>
        <p:txBody>
          <a:bodyPr>
            <a:noAutofit/>
          </a:bodyPr>
          <a:lstStyle/>
          <a:p>
            <a:r>
              <a:rPr lang="en-US" sz="1600" dirty="0"/>
              <a:t>Colored cables in Google data center</a:t>
            </a:r>
            <a:br>
              <a:rPr lang="en-US" sz="1600" dirty="0"/>
            </a:br>
            <a:r>
              <a:rPr lang="en-US" sz="1600" dirty="0"/>
              <a:t>Google uses huge numbers of servers, as evidenced by this long shot down one data center aisle. The colored cables are standardized across the company's data centers worldwide so their function is clearer.</a:t>
            </a:r>
          </a:p>
        </p:txBody>
      </p:sp>
      <p:pic>
        <p:nvPicPr>
          <p:cNvPr id="5122" name="Picture 2">
            <a:extLst>
              <a:ext uri="{FF2B5EF4-FFF2-40B4-BE49-F238E27FC236}">
                <a16:creationId xmlns:a16="http://schemas.microsoft.com/office/drawing/2014/main" id="{AF7D05F4-BAA4-6E6C-3A97-765F3F0841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792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5D0F7-12ED-17A6-B0DA-B4601D8E4CAA}"/>
              </a:ext>
            </a:extLst>
          </p:cNvPr>
          <p:cNvSpPr>
            <a:spLocks noGrp="1"/>
          </p:cNvSpPr>
          <p:nvPr>
            <p:ph type="title"/>
          </p:nvPr>
        </p:nvSpPr>
        <p:spPr/>
        <p:txBody>
          <a:bodyPr>
            <a:noAutofit/>
          </a:bodyPr>
          <a:lstStyle/>
          <a:p>
            <a:r>
              <a:rPr lang="en-US" sz="1800" dirty="0"/>
              <a:t>Google's colored pipes</a:t>
            </a:r>
            <a:br>
              <a:rPr lang="en-US" sz="1800" dirty="0"/>
            </a:br>
            <a:r>
              <a:rPr lang="en-US" sz="1800" dirty="0"/>
              <a:t>Google's data centers use color-coded pipes to indicate what they're used for. Pink means water headed for outside cooling towers. Google employees use bicycles to get around their data centers.</a:t>
            </a:r>
          </a:p>
        </p:txBody>
      </p:sp>
      <p:pic>
        <p:nvPicPr>
          <p:cNvPr id="3076" name="Picture 4">
            <a:extLst>
              <a:ext uri="{FF2B5EF4-FFF2-40B4-BE49-F238E27FC236}">
                <a16:creationId xmlns:a16="http://schemas.microsoft.com/office/drawing/2014/main" id="{0155D033-6615-F239-E219-739E8FCE28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757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04A0E4-EB23-F864-B19D-F6BDBD6FEA62}"/>
              </a:ext>
            </a:extLst>
          </p:cNvPr>
          <p:cNvSpPr>
            <a:spLocks noGrp="1"/>
          </p:cNvSpPr>
          <p:nvPr>
            <p:ph type="title"/>
          </p:nvPr>
        </p:nvSpPr>
        <p:spPr/>
        <p:txBody>
          <a:bodyPr>
            <a:noAutofit/>
          </a:bodyPr>
          <a:lstStyle/>
          <a:p>
            <a:r>
              <a:rPr lang="en-US" sz="1600" dirty="0"/>
              <a:t>Fixing a Google server</a:t>
            </a:r>
            <a:br>
              <a:rPr lang="en-US" sz="1600" dirty="0"/>
            </a:br>
            <a:r>
              <a:rPr lang="en-US" sz="1600" dirty="0"/>
              <a:t>Denise Harwood diagnoses an overheating CPU inside a long aisle between racks of computing gear in a Google data center.</a:t>
            </a:r>
          </a:p>
        </p:txBody>
      </p:sp>
      <p:pic>
        <p:nvPicPr>
          <p:cNvPr id="9" name="Picture 2">
            <a:extLst>
              <a:ext uri="{FF2B5EF4-FFF2-40B4-BE49-F238E27FC236}">
                <a16:creationId xmlns:a16="http://schemas.microsoft.com/office/drawing/2014/main" id="{BEAE7D2C-DC67-2545-6BD8-3AA02CA1CA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60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49AD-3772-FDCA-C77D-3BFD70F6E35C}"/>
              </a:ext>
            </a:extLst>
          </p:cNvPr>
          <p:cNvSpPr>
            <a:spLocks noGrp="1"/>
          </p:cNvSpPr>
          <p:nvPr>
            <p:ph type="title"/>
          </p:nvPr>
        </p:nvSpPr>
        <p:spPr/>
        <p:txBody>
          <a:bodyPr>
            <a:noAutofit/>
          </a:bodyPr>
          <a:lstStyle/>
          <a:p>
            <a:r>
              <a:rPr lang="en-US" sz="1800" dirty="0"/>
              <a:t>Google cooling towers</a:t>
            </a:r>
            <a:br>
              <a:rPr lang="en-US" sz="1800" dirty="0"/>
            </a:br>
            <a:r>
              <a:rPr lang="en-US" sz="1800" dirty="0"/>
              <a:t>These are the water tanks and cooling towers for Google's data center in Saint </a:t>
            </a:r>
            <a:r>
              <a:rPr lang="en-US" sz="1800" dirty="0" err="1"/>
              <a:t>Ghislain</a:t>
            </a:r>
            <a:r>
              <a:rPr lang="en-US" sz="1800" dirty="0"/>
              <a:t>, Belgium.</a:t>
            </a:r>
          </a:p>
        </p:txBody>
      </p:sp>
      <p:pic>
        <p:nvPicPr>
          <p:cNvPr id="6146" name="Picture 2">
            <a:extLst>
              <a:ext uri="{FF2B5EF4-FFF2-40B4-BE49-F238E27FC236}">
                <a16:creationId xmlns:a16="http://schemas.microsoft.com/office/drawing/2014/main" id="{13859C79-69B1-2BA0-19C2-2AF057FEDD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325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88A2C-0D1A-E235-0641-79D15CC2B43D}"/>
              </a:ext>
            </a:extLst>
          </p:cNvPr>
          <p:cNvSpPr>
            <a:spLocks noGrp="1"/>
          </p:cNvSpPr>
          <p:nvPr>
            <p:ph type="title"/>
          </p:nvPr>
        </p:nvSpPr>
        <p:spPr/>
        <p:txBody>
          <a:bodyPr>
            <a:noAutofit/>
          </a:bodyPr>
          <a:lstStyle/>
          <a:p>
            <a:r>
              <a:rPr lang="en-US" sz="1800" dirty="0"/>
              <a:t>Cold curtains</a:t>
            </a:r>
            <a:br>
              <a:rPr lang="en-US" sz="1800" dirty="0"/>
            </a:br>
            <a:r>
              <a:rPr lang="en-US" sz="1800" dirty="0"/>
              <a:t>Transparent plastic curtains keep the cool air around servers in a Google data center in Council Bluffs, Iowa.</a:t>
            </a:r>
          </a:p>
        </p:txBody>
      </p:sp>
      <p:pic>
        <p:nvPicPr>
          <p:cNvPr id="7170" name="Picture 2">
            <a:extLst>
              <a:ext uri="{FF2B5EF4-FFF2-40B4-BE49-F238E27FC236}">
                <a16:creationId xmlns:a16="http://schemas.microsoft.com/office/drawing/2014/main" id="{61524F4F-F5AE-31FB-08A2-651B31A8E3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2675" y="1706563"/>
            <a:ext cx="74866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84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C73BD-E8D7-4A26-A84E-F193625838CE}"/>
              </a:ext>
            </a:extLst>
          </p:cNvPr>
          <p:cNvSpPr>
            <a:spLocks noGrp="1"/>
          </p:cNvSpPr>
          <p:nvPr>
            <p:ph type="title"/>
          </p:nvPr>
        </p:nvSpPr>
        <p:spPr/>
        <p:txBody>
          <a:bodyPr/>
          <a:lstStyle/>
          <a:p>
            <a:r>
              <a:rPr lang="en-US" dirty="0"/>
              <a:t>Google Infrastructure – Rough Estimate</a:t>
            </a:r>
          </a:p>
        </p:txBody>
      </p:sp>
      <p:sp>
        <p:nvSpPr>
          <p:cNvPr id="3" name="Content Placeholder 2">
            <a:extLst>
              <a:ext uri="{FF2B5EF4-FFF2-40B4-BE49-F238E27FC236}">
                <a16:creationId xmlns:a16="http://schemas.microsoft.com/office/drawing/2014/main" id="{6CDD1DBA-5344-116F-318B-CD57F83F7CD6}"/>
              </a:ext>
            </a:extLst>
          </p:cNvPr>
          <p:cNvSpPr>
            <a:spLocks noGrp="1"/>
          </p:cNvSpPr>
          <p:nvPr>
            <p:ph idx="1"/>
          </p:nvPr>
        </p:nvSpPr>
        <p:spPr/>
        <p:txBody>
          <a:bodyPr/>
          <a:lstStyle/>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Data Centers</a:t>
            </a:r>
            <a:r>
              <a:rPr lang="en-US" sz="1800" kern="100" dirty="0">
                <a:effectLst/>
                <a:latin typeface="Aptos" panose="020B0004020202020204" pitchFamily="34" charset="0"/>
                <a:ea typeface="Aptos" panose="020B0004020202020204" pitchFamily="34" charset="0"/>
                <a:cs typeface="Arial" panose="020B0604020202020204" pitchFamily="34" charset="0"/>
              </a:rPr>
              <a:t>: Over 70 worldwide</a:t>
            </a:r>
          </a:p>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Servers per Data Center</a:t>
            </a:r>
            <a:r>
              <a:rPr lang="en-US" sz="1800" kern="100" dirty="0">
                <a:effectLst/>
                <a:latin typeface="Aptos" panose="020B0004020202020204" pitchFamily="34" charset="0"/>
                <a:ea typeface="Aptos" panose="020B0004020202020204" pitchFamily="34" charset="0"/>
                <a:cs typeface="Arial" panose="020B0604020202020204" pitchFamily="34" charset="0"/>
              </a:rPr>
              <a:t>: Estimated 50,000 to 200,000</a:t>
            </a:r>
          </a:p>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Total Servers Globally</a:t>
            </a:r>
            <a:r>
              <a:rPr lang="en-US" sz="1800" kern="100" dirty="0">
                <a:effectLst/>
                <a:latin typeface="Aptos" panose="020B0004020202020204" pitchFamily="34" charset="0"/>
                <a:ea typeface="Aptos" panose="020B0004020202020204" pitchFamily="34" charset="0"/>
                <a:cs typeface="Arial" panose="020B0604020202020204" pitchFamily="34" charset="0"/>
              </a:rPr>
              <a:t>: Several million</a:t>
            </a:r>
          </a:p>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Operating System</a:t>
            </a:r>
            <a:r>
              <a:rPr lang="en-US" sz="1800" kern="100" dirty="0">
                <a:effectLst/>
                <a:latin typeface="Aptos" panose="020B0004020202020204" pitchFamily="34" charset="0"/>
                <a:ea typeface="Aptos" panose="020B0004020202020204" pitchFamily="34" charset="0"/>
                <a:cs typeface="Arial" panose="020B0604020202020204" pitchFamily="34" charset="0"/>
              </a:rPr>
              <a:t>: Custom Google Linux distribution</a:t>
            </a:r>
          </a:p>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Regions</a:t>
            </a:r>
            <a:r>
              <a:rPr lang="en-US" sz="1800" kern="100" dirty="0">
                <a:effectLst/>
                <a:latin typeface="Aptos" panose="020B0004020202020204" pitchFamily="34" charset="0"/>
                <a:ea typeface="Aptos" panose="020B0004020202020204" pitchFamily="34" charset="0"/>
                <a:cs typeface="Arial" panose="020B0604020202020204" pitchFamily="34" charset="0"/>
              </a:rPr>
              <a:t>: 34 globally</a:t>
            </a:r>
          </a:p>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Availability Zones</a:t>
            </a:r>
            <a:r>
              <a:rPr lang="en-US" sz="1800" kern="100" dirty="0">
                <a:effectLst/>
                <a:latin typeface="Aptos" panose="020B0004020202020204" pitchFamily="34" charset="0"/>
                <a:ea typeface="Aptos" panose="020B0004020202020204" pitchFamily="34" charset="0"/>
                <a:cs typeface="Arial" panose="020B0604020202020204" pitchFamily="34" charset="0"/>
              </a:rPr>
              <a:t>: Multiple per region</a:t>
            </a:r>
          </a:p>
          <a:p>
            <a:pPr marL="0" marR="0">
              <a:lnSpc>
                <a:spcPct val="107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Arial" panose="020B0604020202020204" pitchFamily="34" charset="0"/>
              </a:rPr>
              <a:t>Example Regions</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US-Central1 (Iowa)</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Europe-West1 (Belgium)</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Asia-East1 (Taiwan)</a:t>
            </a:r>
          </a:p>
          <a:p>
            <a:endParaRPr lang="en-US" dirty="0"/>
          </a:p>
        </p:txBody>
      </p:sp>
    </p:spTree>
    <p:extLst>
      <p:ext uri="{BB962C8B-B14F-4D97-AF65-F5344CB8AC3E}">
        <p14:creationId xmlns:p14="http://schemas.microsoft.com/office/powerpoint/2010/main" val="886488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6462</TotalTime>
  <Words>308</Words>
  <Application>Microsoft Office PowerPoint</Application>
  <PresentationFormat>Widescreen</PresentationFormat>
  <Paragraphs>23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Symbol</vt:lpstr>
      <vt:lpstr>Office Theme</vt:lpstr>
      <vt:lpstr>307401 Big Data and Data Warehouses</vt:lpstr>
      <vt:lpstr>Oklahoma data center from the air Google's data center in Pryor, Okla</vt:lpstr>
      <vt:lpstr>Google's Atlanta data center by night A Google data center outside Atlanta, Ga.</vt:lpstr>
      <vt:lpstr>Google data center in Council Bluffs, Iowa Google's data centers can be vast. This one in Council Bluffs, Iowa, has more than 115,000 square feet of room.</vt:lpstr>
      <vt:lpstr>Colored cables in Google data center Google uses huge numbers of servers, as evidenced by this long shot down one data center aisle. The colored cables are standardized across the company's data centers worldwide so their function is clearer.</vt:lpstr>
      <vt:lpstr>Google's colored pipes Google's data centers use color-coded pipes to indicate what they're used for. Pink means water headed for outside cooling towers. Google employees use bicycles to get around their data centers.</vt:lpstr>
      <vt:lpstr>Fixing a Google server Denise Harwood diagnoses an overheating CPU inside a long aisle between racks of computing gear in a Google data center.</vt:lpstr>
      <vt:lpstr>Google cooling towers These are the water tanks and cooling towers for Google's data center in Saint Ghislain, Belgium.</vt:lpstr>
      <vt:lpstr>Cold curtains Transparent plastic curtains keep the cool air around servers in a Google data center in Council Bluffs, Iowa.</vt:lpstr>
      <vt:lpstr>Google Infrastructure – Rough Estimate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826</cp:revision>
  <dcterms:created xsi:type="dcterms:W3CDTF">2023-03-26T11:17:23Z</dcterms:created>
  <dcterms:modified xsi:type="dcterms:W3CDTF">2024-07-25T05:25:51Z</dcterms:modified>
</cp:coreProperties>
</file>