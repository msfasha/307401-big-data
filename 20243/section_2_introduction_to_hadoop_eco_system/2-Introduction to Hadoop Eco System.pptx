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83" r:id="rId3"/>
    <p:sldId id="350" r:id="rId4"/>
    <p:sldId id="257" r:id="rId5"/>
    <p:sldId id="351" r:id="rId6"/>
    <p:sldId id="352" r:id="rId7"/>
    <p:sldId id="260" r:id="rId8"/>
    <p:sldId id="263" r:id="rId9"/>
    <p:sldId id="353" r:id="rId10"/>
    <p:sldId id="264" r:id="rId11"/>
    <p:sldId id="354" r:id="rId12"/>
    <p:sldId id="265" r:id="rId13"/>
    <p:sldId id="356" r:id="rId14"/>
    <p:sldId id="355" r:id="rId15"/>
    <p:sldId id="358" r:id="rId16"/>
    <p:sldId id="357" r:id="rId17"/>
    <p:sldId id="268" r:id="rId18"/>
    <p:sldId id="327" r:id="rId19"/>
    <p:sldId id="270" r:id="rId20"/>
    <p:sldId id="329" r:id="rId21"/>
    <p:sldId id="272" r:id="rId22"/>
    <p:sldId id="321" r:id="rId23"/>
    <p:sldId id="335" r:id="rId24"/>
    <p:sldId id="328" r:id="rId25"/>
    <p:sldId id="322" r:id="rId26"/>
    <p:sldId id="274" r:id="rId27"/>
    <p:sldId id="330" r:id="rId28"/>
    <p:sldId id="278" r:id="rId29"/>
    <p:sldId id="336" r:id="rId30"/>
    <p:sldId id="346" r:id="rId31"/>
    <p:sldId id="347" r:id="rId32"/>
    <p:sldId id="348" r:id="rId33"/>
    <p:sldId id="315" r:id="rId34"/>
    <p:sldId id="280" r:id="rId35"/>
    <p:sldId id="281" r:id="rId36"/>
    <p:sldId id="282" r:id="rId37"/>
    <p:sldId id="334" r:id="rId38"/>
    <p:sldId id="323" r:id="rId39"/>
    <p:sldId id="324" r:id="rId40"/>
    <p:sldId id="349" r:id="rId41"/>
    <p:sldId id="332" r:id="rId42"/>
    <p:sldId id="33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2F21F4-F6CC-2817-C6DB-E21EFB311B01}" v="99" dt="2025-07-28T21:14:47.413"/>
    <p1510:client id="{2C5724D6-962A-4BB5-B62E-9C76E04FD5FB}" v="96" dt="2025-07-27T09:00:00.881"/>
    <p1510:client id="{64C44BE9-B911-F421-25D4-51B2F9A3A100}" v="413" dt="2025-07-28T20:59:48.5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S::mohammed.fasha@uop.edu.jo::cc64f42d-a1a6-4f08-b97b-0c37f877119f" providerId="AD" clId="Web-{201C7D42-1F1C-B7C2-DD80-837CD0925F1E}"/>
    <pc:docChg chg="addSld delSld modSld">
      <pc:chgData name="Mohammed Fasha" userId="S::mohammed.fasha@uop.edu.jo::cc64f42d-a1a6-4f08-b97b-0c37f877119f" providerId="AD" clId="Web-{201C7D42-1F1C-B7C2-DD80-837CD0925F1E}" dt="2025-03-23T12:36:34.651" v="413" actId="1076"/>
      <pc:docMkLst>
        <pc:docMk/>
      </pc:docMkLst>
      <pc:sldChg chg="addSp modSp">
        <pc:chgData name="Mohammed Fasha" userId="S::mohammed.fasha@uop.edu.jo::cc64f42d-a1a6-4f08-b97b-0c37f877119f" providerId="AD" clId="Web-{201C7D42-1F1C-B7C2-DD80-837CD0925F1E}" dt="2025-03-23T12:35:02.129" v="388" actId="14100"/>
        <pc:sldMkLst>
          <pc:docMk/>
          <pc:sldMk cId="0" sldId="272"/>
        </pc:sldMkLst>
      </pc:sldChg>
      <pc:sldChg chg="modSp">
        <pc:chgData name="Mohammed Fasha" userId="S::mohammed.fasha@uop.edu.jo::cc64f42d-a1a6-4f08-b97b-0c37f877119f" providerId="AD" clId="Web-{201C7D42-1F1C-B7C2-DD80-837CD0925F1E}" dt="2025-03-23T12:36:34.651" v="413" actId="1076"/>
        <pc:sldMkLst>
          <pc:docMk/>
          <pc:sldMk cId="0" sldId="274"/>
        </pc:sldMkLst>
      </pc:sldChg>
      <pc:sldChg chg="addSp delSp modSp del">
        <pc:chgData name="Mohammed Fasha" userId="S::mohammed.fasha@uop.edu.jo::cc64f42d-a1a6-4f08-b97b-0c37f877119f" providerId="AD" clId="Web-{201C7D42-1F1C-B7C2-DD80-837CD0925F1E}" dt="2025-03-23T12:33:44.545" v="354"/>
        <pc:sldMkLst>
          <pc:docMk/>
          <pc:sldMk cId="414281864" sldId="320"/>
        </pc:sldMkLst>
      </pc:sldChg>
      <pc:sldChg chg="addSp delSp modSp">
        <pc:chgData name="Mohammed Fasha" userId="S::mohammed.fasha@uop.edu.jo::cc64f42d-a1a6-4f08-b97b-0c37f877119f" providerId="AD" clId="Web-{201C7D42-1F1C-B7C2-DD80-837CD0925F1E}" dt="2025-03-23T12:32:06.408" v="330"/>
        <pc:sldMkLst>
          <pc:docMk/>
          <pc:sldMk cId="2158520731" sldId="321"/>
        </pc:sldMkLst>
      </pc:sldChg>
      <pc:sldChg chg="addSp delSp modSp">
        <pc:chgData name="Mohammed Fasha" userId="S::mohammed.fasha@uop.edu.jo::cc64f42d-a1a6-4f08-b97b-0c37f877119f" providerId="AD" clId="Web-{201C7D42-1F1C-B7C2-DD80-837CD0925F1E}" dt="2025-03-23T12:20:46.326" v="64"/>
        <pc:sldMkLst>
          <pc:docMk/>
          <pc:sldMk cId="323566195" sldId="323"/>
        </pc:sldMkLst>
      </pc:sldChg>
      <pc:sldChg chg="modSp">
        <pc:chgData name="Mohammed Fasha" userId="S::mohammed.fasha@uop.edu.jo::cc64f42d-a1a6-4f08-b97b-0c37f877119f" providerId="AD" clId="Web-{201C7D42-1F1C-B7C2-DD80-837CD0925F1E}" dt="2025-03-23T12:19:03.928" v="15" actId="20577"/>
        <pc:sldMkLst>
          <pc:docMk/>
          <pc:sldMk cId="2802975669" sldId="324"/>
        </pc:sldMkLst>
      </pc:sldChg>
      <pc:sldChg chg="modSp">
        <pc:chgData name="Mohammed Fasha" userId="S::mohammed.fasha@uop.edu.jo::cc64f42d-a1a6-4f08-b97b-0c37f877119f" providerId="AD" clId="Web-{201C7D42-1F1C-B7C2-DD80-837CD0925F1E}" dt="2025-03-23T12:27:29.419" v="215" actId="20577"/>
        <pc:sldMkLst>
          <pc:docMk/>
          <pc:sldMk cId="932796301" sldId="328"/>
        </pc:sldMkLst>
      </pc:sldChg>
      <pc:sldChg chg="addSp delSp modSp new del">
        <pc:chgData name="Mohammed Fasha" userId="S::mohammed.fasha@uop.edu.jo::cc64f42d-a1a6-4f08-b97b-0c37f877119f" providerId="AD" clId="Web-{201C7D42-1F1C-B7C2-DD80-837CD0925F1E}" dt="2025-03-23T12:23:37.245" v="125"/>
        <pc:sldMkLst>
          <pc:docMk/>
          <pc:sldMk cId="704117908" sldId="331"/>
        </pc:sldMkLst>
      </pc:sldChg>
      <pc:sldChg chg="modSp new">
        <pc:chgData name="Mohammed Fasha" userId="S::mohammed.fasha@uop.edu.jo::cc64f42d-a1a6-4f08-b97b-0c37f877119f" providerId="AD" clId="Web-{201C7D42-1F1C-B7C2-DD80-837CD0925F1E}" dt="2025-03-23T12:23:26.354" v="123" actId="20577"/>
        <pc:sldMkLst>
          <pc:docMk/>
          <pc:sldMk cId="2684285518" sldId="332"/>
        </pc:sldMkLst>
      </pc:sldChg>
      <pc:sldChg chg="addSp delSp modSp new">
        <pc:chgData name="Mohammed Fasha" userId="S::mohammed.fasha@uop.edu.jo::cc64f42d-a1a6-4f08-b97b-0c37f877119f" providerId="AD" clId="Web-{201C7D42-1F1C-B7C2-DD80-837CD0925F1E}" dt="2025-03-23T12:26:17.070" v="197" actId="20577"/>
        <pc:sldMkLst>
          <pc:docMk/>
          <pc:sldMk cId="2087539751" sldId="333"/>
        </pc:sldMkLst>
      </pc:sldChg>
      <pc:sldChg chg="modSp new mod modClrScheme chgLayout">
        <pc:chgData name="Mohammed Fasha" userId="S::mohammed.fasha@uop.edu.jo::cc64f42d-a1a6-4f08-b97b-0c37f877119f" providerId="AD" clId="Web-{201C7D42-1F1C-B7C2-DD80-837CD0925F1E}" dt="2025-03-23T12:26:54.182" v="201" actId="20577"/>
        <pc:sldMkLst>
          <pc:docMk/>
          <pc:sldMk cId="2275966120" sldId="334"/>
        </pc:sldMkLst>
      </pc:sldChg>
      <pc:sldChg chg="addSp modSp new">
        <pc:chgData name="Mohammed Fasha" userId="S::mohammed.fasha@uop.edu.jo::cc64f42d-a1a6-4f08-b97b-0c37f877119f" providerId="AD" clId="Web-{201C7D42-1F1C-B7C2-DD80-837CD0925F1E}" dt="2025-03-23T12:34:23.220" v="365" actId="1076"/>
        <pc:sldMkLst>
          <pc:docMk/>
          <pc:sldMk cId="4251754830" sldId="335"/>
        </pc:sldMkLst>
      </pc:sldChg>
    </pc:docChg>
  </pc:docChgLst>
  <pc:docChgLst>
    <pc:chgData name="Mohammed Fasha" userId="S::mohammed.fasha@uop.edu.jo::cc64f42d-a1a6-4f08-b97b-0c37f877119f" providerId="AD" clId="Web-{048CEBFD-D6A1-FF4F-145A-C5347D00F6D8}"/>
    <pc:docChg chg="addSld delSld modSld">
      <pc:chgData name="Mohammed Fasha" userId="S::mohammed.fasha@uop.edu.jo::cc64f42d-a1a6-4f08-b97b-0c37f877119f" providerId="AD" clId="Web-{048CEBFD-D6A1-FF4F-145A-C5347D00F6D8}" dt="2025-03-23T06:04:22.577" v="1166" actId="20577"/>
      <pc:docMkLst>
        <pc:docMk/>
      </pc:docMkLst>
      <pc:sldChg chg="modSp">
        <pc:chgData name="Mohammed Fasha" userId="S::mohammed.fasha@uop.edu.jo::cc64f42d-a1a6-4f08-b97b-0c37f877119f" providerId="AD" clId="Web-{048CEBFD-D6A1-FF4F-145A-C5347D00F6D8}" dt="2025-03-23T04:07:54.621" v="655" actId="20577"/>
        <pc:sldMkLst>
          <pc:docMk/>
          <pc:sldMk cId="0" sldId="272"/>
        </pc:sldMkLst>
      </pc:sldChg>
      <pc:sldChg chg="del">
        <pc:chgData name="Mohammed Fasha" userId="S::mohammed.fasha@uop.edu.jo::cc64f42d-a1a6-4f08-b97b-0c37f877119f" providerId="AD" clId="Web-{048CEBFD-D6A1-FF4F-145A-C5347D00F6D8}" dt="2025-03-23T03:16:25.599" v="434"/>
        <pc:sldMkLst>
          <pc:docMk/>
          <pc:sldMk cId="441052949" sldId="309"/>
        </pc:sldMkLst>
      </pc:sldChg>
      <pc:sldChg chg="del">
        <pc:chgData name="Mohammed Fasha" userId="S::mohammed.fasha@uop.edu.jo::cc64f42d-a1a6-4f08-b97b-0c37f877119f" providerId="AD" clId="Web-{048CEBFD-D6A1-FF4F-145A-C5347D00F6D8}" dt="2025-03-23T03:16:27.646" v="435"/>
        <pc:sldMkLst>
          <pc:docMk/>
          <pc:sldMk cId="4115587381" sldId="311"/>
        </pc:sldMkLst>
      </pc:sldChg>
      <pc:sldChg chg="del">
        <pc:chgData name="Mohammed Fasha" userId="S::mohammed.fasha@uop.edu.jo::cc64f42d-a1a6-4f08-b97b-0c37f877119f" providerId="AD" clId="Web-{048CEBFD-D6A1-FF4F-145A-C5347D00F6D8}" dt="2025-03-23T03:16:34.240" v="436"/>
        <pc:sldMkLst>
          <pc:docMk/>
          <pc:sldMk cId="1008151712" sldId="313"/>
        </pc:sldMkLst>
      </pc:sldChg>
      <pc:sldChg chg="modSp">
        <pc:chgData name="Mohammed Fasha" userId="S::mohammed.fasha@uop.edu.jo::cc64f42d-a1a6-4f08-b97b-0c37f877119f" providerId="AD" clId="Web-{048CEBFD-D6A1-FF4F-145A-C5347D00F6D8}" dt="2025-03-23T06:04:22.577" v="1166" actId="20577"/>
        <pc:sldMkLst>
          <pc:docMk/>
          <pc:sldMk cId="1864506158" sldId="314"/>
        </pc:sldMkLst>
      </pc:sldChg>
      <pc:sldChg chg="modSp">
        <pc:chgData name="Mohammed Fasha" userId="S::mohammed.fasha@uop.edu.jo::cc64f42d-a1a6-4f08-b97b-0c37f877119f" providerId="AD" clId="Web-{048CEBFD-D6A1-FF4F-145A-C5347D00F6D8}" dt="2025-03-23T03:13:33.830" v="401" actId="20577"/>
        <pc:sldMkLst>
          <pc:docMk/>
          <pc:sldMk cId="2845841377" sldId="315"/>
        </pc:sldMkLst>
      </pc:sldChg>
      <pc:sldChg chg="del">
        <pc:chgData name="Mohammed Fasha" userId="S::mohammed.fasha@uop.edu.jo::cc64f42d-a1a6-4f08-b97b-0c37f877119f" providerId="AD" clId="Web-{048CEBFD-D6A1-FF4F-145A-C5347D00F6D8}" dt="2025-03-23T02:57:56.519" v="0"/>
        <pc:sldMkLst>
          <pc:docMk/>
          <pc:sldMk cId="4201170802" sldId="316"/>
        </pc:sldMkLst>
      </pc:sldChg>
      <pc:sldChg chg="del">
        <pc:chgData name="Mohammed Fasha" userId="S::mohammed.fasha@uop.edu.jo::cc64f42d-a1a6-4f08-b97b-0c37f877119f" providerId="AD" clId="Web-{048CEBFD-D6A1-FF4F-145A-C5347D00F6D8}" dt="2025-03-23T03:16:16.630" v="433"/>
        <pc:sldMkLst>
          <pc:docMk/>
          <pc:sldMk cId="3352190066" sldId="317"/>
        </pc:sldMkLst>
      </pc:sldChg>
      <pc:sldChg chg="modSp new del">
        <pc:chgData name="Mohammed Fasha" userId="S::mohammed.fasha@uop.edu.jo::cc64f42d-a1a6-4f08-b97b-0c37f877119f" providerId="AD" clId="Web-{048CEBFD-D6A1-FF4F-145A-C5347D00F6D8}" dt="2025-03-23T03:10:23.882" v="393"/>
        <pc:sldMkLst>
          <pc:docMk/>
          <pc:sldMk cId="4008238018" sldId="318"/>
        </pc:sldMkLst>
      </pc:sldChg>
      <pc:sldChg chg="addSp delSp modSp new del">
        <pc:chgData name="Mohammed Fasha" userId="S::mohammed.fasha@uop.edu.jo::cc64f42d-a1a6-4f08-b97b-0c37f877119f" providerId="AD" clId="Web-{048CEBFD-D6A1-FF4F-145A-C5347D00F6D8}" dt="2025-03-23T04:04:13.661" v="626"/>
        <pc:sldMkLst>
          <pc:docMk/>
          <pc:sldMk cId="3382703493" sldId="319"/>
        </pc:sldMkLst>
      </pc:sldChg>
      <pc:sldChg chg="addSp delSp modSp new">
        <pc:chgData name="Mohammed Fasha" userId="S::mohammed.fasha@uop.edu.jo::cc64f42d-a1a6-4f08-b97b-0c37f877119f" providerId="AD" clId="Web-{048CEBFD-D6A1-FF4F-145A-C5347D00F6D8}" dt="2025-03-23T03:59:21.366" v="441" actId="1076"/>
        <pc:sldMkLst>
          <pc:docMk/>
          <pc:sldMk cId="414281864" sldId="320"/>
        </pc:sldMkLst>
      </pc:sldChg>
      <pc:sldChg chg="addSp delSp modSp new">
        <pc:chgData name="Mohammed Fasha" userId="S::mohammed.fasha@uop.edu.jo::cc64f42d-a1a6-4f08-b97b-0c37f877119f" providerId="AD" clId="Web-{048CEBFD-D6A1-FF4F-145A-C5347D00F6D8}" dt="2025-03-23T04:04:06.582" v="625"/>
        <pc:sldMkLst>
          <pc:docMk/>
          <pc:sldMk cId="2158520731" sldId="321"/>
        </pc:sldMkLst>
      </pc:sldChg>
      <pc:sldChg chg="addSp delSp modSp new">
        <pc:chgData name="Mohammed Fasha" userId="S::mohammed.fasha@uop.edu.jo::cc64f42d-a1a6-4f08-b97b-0c37f877119f" providerId="AD" clId="Web-{048CEBFD-D6A1-FF4F-145A-C5347D00F6D8}" dt="2025-03-23T04:10:25.939" v="692"/>
        <pc:sldMkLst>
          <pc:docMk/>
          <pc:sldMk cId="3486990666" sldId="322"/>
        </pc:sldMkLst>
      </pc:sldChg>
      <pc:sldChg chg="addSp delSp modSp new">
        <pc:chgData name="Mohammed Fasha" userId="S::mohammed.fasha@uop.edu.jo::cc64f42d-a1a6-4f08-b97b-0c37f877119f" providerId="AD" clId="Web-{048CEBFD-D6A1-FF4F-145A-C5347D00F6D8}" dt="2025-03-23T06:02:22.542" v="1162"/>
        <pc:sldMkLst>
          <pc:docMk/>
          <pc:sldMk cId="323566195" sldId="323"/>
        </pc:sldMkLst>
      </pc:sldChg>
      <pc:sldChg chg="modSp add replId">
        <pc:chgData name="Mohammed Fasha" userId="S::mohammed.fasha@uop.edu.jo::cc64f42d-a1a6-4f08-b97b-0c37f877119f" providerId="AD" clId="Web-{048CEBFD-D6A1-FF4F-145A-C5347D00F6D8}" dt="2025-03-23T06:02:28.917" v="1163"/>
        <pc:sldMkLst>
          <pc:docMk/>
          <pc:sldMk cId="2802975669" sldId="324"/>
        </pc:sldMkLst>
      </pc:sldChg>
      <pc:sldChg chg="modSp new mod modClrScheme chgLayout">
        <pc:chgData name="Mohammed Fasha" userId="S::mohammed.fasha@uop.edu.jo::cc64f42d-a1a6-4f08-b97b-0c37f877119f" providerId="AD" clId="Web-{048CEBFD-D6A1-FF4F-145A-C5347D00F6D8}" dt="2025-03-23T06:01:57.150" v="1158" actId="20577"/>
        <pc:sldMkLst>
          <pc:docMk/>
          <pc:sldMk cId="1195465549" sldId="325"/>
        </pc:sldMkLst>
      </pc:sldChg>
    </pc:docChg>
  </pc:docChgLst>
  <pc:docChgLst>
    <pc:chgData name="Mohammed Fasha" userId="S::mohammed.fasha@uop.edu.jo::cc64f42d-a1a6-4f08-b97b-0c37f877119f" providerId="AD" clId="Web-{272F21F4-F6CC-2817-C6DB-E21EFB311B01}"/>
    <pc:docChg chg="addSld delSld modSld">
      <pc:chgData name="Mohammed Fasha" userId="S::mohammed.fasha@uop.edu.jo::cc64f42d-a1a6-4f08-b97b-0c37f877119f" providerId="AD" clId="Web-{272F21F4-F6CC-2817-C6DB-E21EFB311B01}" dt="2025-07-28T21:14:47.413" v="91"/>
      <pc:docMkLst>
        <pc:docMk/>
      </pc:docMkLst>
      <pc:sldChg chg="modSp">
        <pc:chgData name="Mohammed Fasha" userId="S::mohammed.fasha@uop.edu.jo::cc64f42d-a1a6-4f08-b97b-0c37f877119f" providerId="AD" clId="Web-{272F21F4-F6CC-2817-C6DB-E21EFB311B01}" dt="2025-07-28T21:05:28.345" v="25" actId="14100"/>
        <pc:sldMkLst>
          <pc:docMk/>
          <pc:sldMk cId="0" sldId="265"/>
        </pc:sldMkLst>
        <pc:spChg chg="mod">
          <ac:chgData name="Mohammed Fasha" userId="S::mohammed.fasha@uop.edu.jo::cc64f42d-a1a6-4f08-b97b-0c37f877119f" providerId="AD" clId="Web-{272F21F4-F6CC-2817-C6DB-E21EFB311B01}" dt="2025-07-28T21:04:46.937" v="18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Mohammed Fasha" userId="S::mohammed.fasha@uop.edu.jo::cc64f42d-a1a6-4f08-b97b-0c37f877119f" providerId="AD" clId="Web-{272F21F4-F6CC-2817-C6DB-E21EFB311B01}" dt="2025-07-28T21:05:20.829" v="24" actId="20577"/>
          <ac:spMkLst>
            <pc:docMk/>
            <pc:sldMk cId="0" sldId="265"/>
            <ac:spMk id="6" creationId="{2E356761-E49C-6DF2-10A7-172015E8F069}"/>
          </ac:spMkLst>
        </pc:spChg>
        <pc:picChg chg="mod">
          <ac:chgData name="Mohammed Fasha" userId="S::mohammed.fasha@uop.edu.jo::cc64f42d-a1a6-4f08-b97b-0c37f877119f" providerId="AD" clId="Web-{272F21F4-F6CC-2817-C6DB-E21EFB311B01}" dt="2025-07-28T21:05:28.345" v="25" actId="14100"/>
          <ac:picMkLst>
            <pc:docMk/>
            <pc:sldMk cId="0" sldId="265"/>
            <ac:picMk id="4" creationId="{00000000-0000-0000-0000-000000000000}"/>
          </ac:picMkLst>
        </pc:picChg>
      </pc:sldChg>
      <pc:sldChg chg="del">
        <pc:chgData name="Mohammed Fasha" userId="S::mohammed.fasha@uop.edu.jo::cc64f42d-a1a6-4f08-b97b-0c37f877119f" providerId="AD" clId="Web-{272F21F4-F6CC-2817-C6DB-E21EFB311B01}" dt="2025-07-28T21:09:45.151" v="52"/>
        <pc:sldMkLst>
          <pc:docMk/>
          <pc:sldMk cId="1864506158" sldId="314"/>
        </pc:sldMkLst>
      </pc:sldChg>
      <pc:sldChg chg="del">
        <pc:chgData name="Mohammed Fasha" userId="S::mohammed.fasha@uop.edu.jo::cc64f42d-a1a6-4f08-b97b-0c37f877119f" providerId="AD" clId="Web-{272F21F4-F6CC-2817-C6DB-E21EFB311B01}" dt="2025-07-28T21:14:47.413" v="91"/>
        <pc:sldMkLst>
          <pc:docMk/>
          <pc:sldMk cId="78335346" sldId="343"/>
        </pc:sldMkLst>
      </pc:sldChg>
      <pc:sldChg chg="del">
        <pc:chgData name="Mohammed Fasha" userId="S::mohammed.fasha@uop.edu.jo::cc64f42d-a1a6-4f08-b97b-0c37f877119f" providerId="AD" clId="Web-{272F21F4-F6CC-2817-C6DB-E21EFB311B01}" dt="2025-07-28T21:14:42.756" v="90"/>
        <pc:sldMkLst>
          <pc:docMk/>
          <pc:sldMk cId="1605944735" sldId="345"/>
        </pc:sldMkLst>
      </pc:sldChg>
      <pc:sldChg chg="modSp">
        <pc:chgData name="Mohammed Fasha" userId="S::mohammed.fasha@uop.edu.jo::cc64f42d-a1a6-4f08-b97b-0c37f877119f" providerId="AD" clId="Web-{272F21F4-F6CC-2817-C6DB-E21EFB311B01}" dt="2025-07-28T21:13:23.847" v="89"/>
        <pc:sldMkLst>
          <pc:docMk/>
          <pc:sldMk cId="432623296" sldId="355"/>
        </pc:sldMkLst>
        <pc:spChg chg="mod">
          <ac:chgData name="Mohammed Fasha" userId="S::mohammed.fasha@uop.edu.jo::cc64f42d-a1a6-4f08-b97b-0c37f877119f" providerId="AD" clId="Web-{272F21F4-F6CC-2817-C6DB-E21EFB311B01}" dt="2025-07-28T21:13:07.878" v="88" actId="20577"/>
          <ac:spMkLst>
            <pc:docMk/>
            <pc:sldMk cId="432623296" sldId="355"/>
            <ac:spMk id="2" creationId="{482A8FAD-74D5-1F00-DAB6-AB04C6944521}"/>
          </ac:spMkLst>
        </pc:spChg>
        <pc:spChg chg="mod">
          <ac:chgData name="Mohammed Fasha" userId="S::mohammed.fasha@uop.edu.jo::cc64f42d-a1a6-4f08-b97b-0c37f877119f" providerId="AD" clId="Web-{272F21F4-F6CC-2817-C6DB-E21EFB311B01}" dt="2025-07-28T21:13:23.847" v="89"/>
          <ac:spMkLst>
            <pc:docMk/>
            <pc:sldMk cId="432623296" sldId="355"/>
            <ac:spMk id="3" creationId="{97BF1F2E-E89C-6E6F-D879-53B06D8AE74F}"/>
          </ac:spMkLst>
        </pc:spChg>
      </pc:sldChg>
      <pc:sldChg chg="modSp">
        <pc:chgData name="Mohammed Fasha" userId="S::mohammed.fasha@uop.edu.jo::cc64f42d-a1a6-4f08-b97b-0c37f877119f" providerId="AD" clId="Web-{272F21F4-F6CC-2817-C6DB-E21EFB311B01}" dt="2025-07-28T21:13:02.393" v="84" actId="20577"/>
        <pc:sldMkLst>
          <pc:docMk/>
          <pc:sldMk cId="2825717555" sldId="356"/>
        </pc:sldMkLst>
        <pc:spChg chg="mod">
          <ac:chgData name="Mohammed Fasha" userId="S::mohammed.fasha@uop.edu.jo::cc64f42d-a1a6-4f08-b97b-0c37f877119f" providerId="AD" clId="Web-{272F21F4-F6CC-2817-C6DB-E21EFB311B01}" dt="2025-07-28T21:13:02.393" v="84" actId="20577"/>
          <ac:spMkLst>
            <pc:docMk/>
            <pc:sldMk cId="2825717555" sldId="356"/>
            <ac:spMk id="2" creationId="{58D2E57F-4802-4B1B-3FBA-B6A1C5CBD737}"/>
          </ac:spMkLst>
        </pc:spChg>
        <pc:spChg chg="mod">
          <ac:chgData name="Mohammed Fasha" userId="S::mohammed.fasha@uop.edu.jo::cc64f42d-a1a6-4f08-b97b-0c37f877119f" providerId="AD" clId="Web-{272F21F4-F6CC-2817-C6DB-E21EFB311B01}" dt="2025-07-28T21:06:01.190" v="26" actId="20577"/>
          <ac:spMkLst>
            <pc:docMk/>
            <pc:sldMk cId="2825717555" sldId="356"/>
            <ac:spMk id="3" creationId="{FE170A16-43E9-EB1C-F2CF-D9150AFDC9D3}"/>
          </ac:spMkLst>
        </pc:spChg>
      </pc:sldChg>
      <pc:sldChg chg="modSp new">
        <pc:chgData name="Mohammed Fasha" userId="S::mohammed.fasha@uop.edu.jo::cc64f42d-a1a6-4f08-b97b-0c37f877119f" providerId="AD" clId="Web-{272F21F4-F6CC-2817-C6DB-E21EFB311B01}" dt="2025-07-28T21:09:43.761" v="51" actId="20577"/>
        <pc:sldMkLst>
          <pc:docMk/>
          <pc:sldMk cId="2152468339" sldId="357"/>
        </pc:sldMkLst>
        <pc:spChg chg="mod">
          <ac:chgData name="Mohammed Fasha" userId="S::mohammed.fasha@uop.edu.jo::cc64f42d-a1a6-4f08-b97b-0c37f877119f" providerId="AD" clId="Web-{272F21F4-F6CC-2817-C6DB-E21EFB311B01}" dt="2025-07-28T21:08:40.212" v="34" actId="20577"/>
          <ac:spMkLst>
            <pc:docMk/>
            <pc:sldMk cId="2152468339" sldId="357"/>
            <ac:spMk id="2" creationId="{363939AB-1C3B-7408-86EE-DF14365B9113}"/>
          </ac:spMkLst>
        </pc:spChg>
        <pc:spChg chg="mod">
          <ac:chgData name="Mohammed Fasha" userId="S::mohammed.fasha@uop.edu.jo::cc64f42d-a1a6-4f08-b97b-0c37f877119f" providerId="AD" clId="Web-{272F21F4-F6CC-2817-C6DB-E21EFB311B01}" dt="2025-07-28T21:09:43.761" v="51" actId="20577"/>
          <ac:spMkLst>
            <pc:docMk/>
            <pc:sldMk cId="2152468339" sldId="357"/>
            <ac:spMk id="3" creationId="{0F006BBE-650D-D862-6B5E-6B7DA5EE9FA8}"/>
          </ac:spMkLst>
        </pc:spChg>
      </pc:sldChg>
      <pc:sldChg chg="addSp modSp new">
        <pc:chgData name="Mohammed Fasha" userId="S::mohammed.fasha@uop.edu.jo::cc64f42d-a1a6-4f08-b97b-0c37f877119f" providerId="AD" clId="Web-{272F21F4-F6CC-2817-C6DB-E21EFB311B01}" dt="2025-07-28T21:12:07.547" v="80" actId="1076"/>
        <pc:sldMkLst>
          <pc:docMk/>
          <pc:sldMk cId="4020417730" sldId="358"/>
        </pc:sldMkLst>
        <pc:spChg chg="mod">
          <ac:chgData name="Mohammed Fasha" userId="S::mohammed.fasha@uop.edu.jo::cc64f42d-a1a6-4f08-b97b-0c37f877119f" providerId="AD" clId="Web-{272F21F4-F6CC-2817-C6DB-E21EFB311B01}" dt="2025-07-28T21:10:27.590" v="59" actId="20577"/>
          <ac:spMkLst>
            <pc:docMk/>
            <pc:sldMk cId="4020417730" sldId="358"/>
            <ac:spMk id="2" creationId="{70B55694-8EFF-17A1-1D47-A99E58720965}"/>
          </ac:spMkLst>
        </pc:spChg>
        <pc:spChg chg="mod">
          <ac:chgData name="Mohammed Fasha" userId="S::mohammed.fasha@uop.edu.jo::cc64f42d-a1a6-4f08-b97b-0c37f877119f" providerId="AD" clId="Web-{272F21F4-F6CC-2817-C6DB-E21EFB311B01}" dt="2025-07-28T21:12:03.969" v="78" actId="20577"/>
          <ac:spMkLst>
            <pc:docMk/>
            <pc:sldMk cId="4020417730" sldId="358"/>
            <ac:spMk id="3" creationId="{FCBE8B94-59A0-6049-3D5F-C7ADC8484786}"/>
          </ac:spMkLst>
        </pc:spChg>
        <pc:picChg chg="add mod">
          <ac:chgData name="Mohammed Fasha" userId="S::mohammed.fasha@uop.edu.jo::cc64f42d-a1a6-4f08-b97b-0c37f877119f" providerId="AD" clId="Web-{272F21F4-F6CC-2817-C6DB-E21EFB311B01}" dt="2025-07-28T21:12:07.547" v="80" actId="1076"/>
          <ac:picMkLst>
            <pc:docMk/>
            <pc:sldMk cId="4020417730" sldId="358"/>
            <ac:picMk id="5" creationId="{FAE67601-B1F2-C032-E5AC-C48E2B17E9EB}"/>
          </ac:picMkLst>
        </pc:picChg>
      </pc:sldChg>
    </pc:docChg>
  </pc:docChgLst>
  <pc:docChgLst>
    <pc:chgData name="Mohammed Fasha" userId="S::mohammed.fasha@uop.edu.jo::cc64f42d-a1a6-4f08-b97b-0c37f877119f" providerId="AD" clId="Web-{3873209A-CB00-400D-D158-6330B83C4A7A}"/>
    <pc:docChg chg="addSld delSld modSld">
      <pc:chgData name="Mohammed Fasha" userId="S::mohammed.fasha@uop.edu.jo::cc64f42d-a1a6-4f08-b97b-0c37f877119f" providerId="AD" clId="Web-{3873209A-CB00-400D-D158-6330B83C4A7A}" dt="2025-03-19T03:11:02.319" v="274" actId="20577"/>
      <pc:docMkLst>
        <pc:docMk/>
      </pc:docMkLst>
      <pc:sldChg chg="modSp">
        <pc:chgData name="Mohammed Fasha" userId="S::mohammed.fasha@uop.edu.jo::cc64f42d-a1a6-4f08-b97b-0c37f877119f" providerId="AD" clId="Web-{3873209A-CB00-400D-D158-6330B83C4A7A}" dt="2025-03-19T03:03:32.760" v="103" actId="14100"/>
        <pc:sldMkLst>
          <pc:docMk/>
          <pc:sldMk cId="0" sldId="278"/>
        </pc:sldMkLst>
      </pc:sldChg>
      <pc:sldChg chg="addSp delSp modSp new">
        <pc:chgData name="Mohammed Fasha" userId="S::mohammed.fasha@uop.edu.jo::cc64f42d-a1a6-4f08-b97b-0c37f877119f" providerId="AD" clId="Web-{3873209A-CB00-400D-D158-6330B83C4A7A}" dt="2025-03-19T03:11:02.319" v="274" actId="20577"/>
        <pc:sldMkLst>
          <pc:docMk/>
          <pc:sldMk cId="441052949" sldId="309"/>
        </pc:sldMkLst>
      </pc:sldChg>
      <pc:sldChg chg="add del replId">
        <pc:chgData name="Mohammed Fasha" userId="S::mohammed.fasha@uop.edu.jo::cc64f42d-a1a6-4f08-b97b-0c37f877119f" providerId="AD" clId="Web-{3873209A-CB00-400D-D158-6330B83C4A7A}" dt="2025-03-19T03:02:14.461" v="73"/>
        <pc:sldMkLst>
          <pc:docMk/>
          <pc:sldMk cId="3859015806" sldId="310"/>
        </pc:sldMkLst>
      </pc:sldChg>
      <pc:sldChg chg="addSp delSp modSp add replId">
        <pc:chgData name="Mohammed Fasha" userId="S::mohammed.fasha@uop.edu.jo::cc64f42d-a1a6-4f08-b97b-0c37f877119f" providerId="AD" clId="Web-{3873209A-CB00-400D-D158-6330B83C4A7A}" dt="2025-03-19T03:08:53.628" v="161" actId="20577"/>
        <pc:sldMkLst>
          <pc:docMk/>
          <pc:sldMk cId="4115587381" sldId="311"/>
        </pc:sldMkLst>
      </pc:sldChg>
      <pc:sldChg chg="addSp delSp modSp new del">
        <pc:chgData name="Mohammed Fasha" userId="S::mohammed.fasha@uop.edu.jo::cc64f42d-a1a6-4f08-b97b-0c37f877119f" providerId="AD" clId="Web-{3873209A-CB00-400D-D158-6330B83C4A7A}" dt="2025-03-19T03:07:33.079" v="142"/>
        <pc:sldMkLst>
          <pc:docMk/>
          <pc:sldMk cId="1952534702" sldId="312"/>
        </pc:sldMkLst>
      </pc:sldChg>
    </pc:docChg>
  </pc:docChgLst>
  <pc:docChgLst>
    <pc:chgData name="Mohammed Fasha" userId="cc64f42d-a1a6-4f08-b97b-0c37f877119f" providerId="ADAL" clId="{E3189476-60BF-4BD3-A575-175D5A28A69C}"/>
    <pc:docChg chg="undo custSel addSld delSld modSld sldOrd">
      <pc:chgData name="Mohammed Fasha" userId="cc64f42d-a1a6-4f08-b97b-0c37f877119f" providerId="ADAL" clId="{E3189476-60BF-4BD3-A575-175D5A28A69C}" dt="2025-03-26T09:13:05.669" v="394" actId="1076"/>
      <pc:docMkLst>
        <pc:docMk/>
      </pc:docMkLst>
      <pc:sldChg chg="addSp delSp modSp mod">
        <pc:chgData name="Mohammed Fasha" userId="cc64f42d-a1a6-4f08-b97b-0c37f877119f" providerId="ADAL" clId="{E3189476-60BF-4BD3-A575-175D5A28A69C}" dt="2025-03-26T08:04:30.144" v="309" actId="27636"/>
        <pc:sldMkLst>
          <pc:docMk/>
          <pc:sldMk cId="2158520731" sldId="321"/>
        </pc:sldMkLst>
      </pc:sldChg>
      <pc:sldChg chg="modSp del mod">
        <pc:chgData name="Mohammed Fasha" userId="cc64f42d-a1a6-4f08-b97b-0c37f877119f" providerId="ADAL" clId="{E3189476-60BF-4BD3-A575-175D5A28A69C}" dt="2025-03-25T08:17:30.655" v="70" actId="2696"/>
        <pc:sldMkLst>
          <pc:docMk/>
          <pc:sldMk cId="3694445782" sldId="326"/>
        </pc:sldMkLst>
      </pc:sldChg>
      <pc:sldChg chg="modSp mod">
        <pc:chgData name="Mohammed Fasha" userId="cc64f42d-a1a6-4f08-b97b-0c37f877119f" providerId="ADAL" clId="{E3189476-60BF-4BD3-A575-175D5A28A69C}" dt="2025-03-25T08:07:23.645" v="28" actId="20577"/>
        <pc:sldMkLst>
          <pc:docMk/>
          <pc:sldMk cId="2059959534" sldId="330"/>
        </pc:sldMkLst>
      </pc:sldChg>
      <pc:sldChg chg="modSp mod">
        <pc:chgData name="Mohammed Fasha" userId="cc64f42d-a1a6-4f08-b97b-0c37f877119f" providerId="ADAL" clId="{E3189476-60BF-4BD3-A575-175D5A28A69C}" dt="2025-03-26T08:05:04.940" v="317" actId="20577"/>
        <pc:sldMkLst>
          <pc:docMk/>
          <pc:sldMk cId="4251754830" sldId="335"/>
        </pc:sldMkLst>
      </pc:sldChg>
      <pc:sldChg chg="addSp delSp modSp new del mod">
        <pc:chgData name="Mohammed Fasha" userId="cc64f42d-a1a6-4f08-b97b-0c37f877119f" providerId="ADAL" clId="{E3189476-60BF-4BD3-A575-175D5A28A69C}" dt="2025-03-25T08:16:02.768" v="51" actId="680"/>
        <pc:sldMkLst>
          <pc:docMk/>
          <pc:sldMk cId="991667372" sldId="336"/>
        </pc:sldMkLst>
      </pc:sldChg>
      <pc:sldChg chg="addSp delSp modSp new mod">
        <pc:chgData name="Mohammed Fasha" userId="cc64f42d-a1a6-4f08-b97b-0c37f877119f" providerId="ADAL" clId="{E3189476-60BF-4BD3-A575-175D5A28A69C}" dt="2025-03-26T09:12:12.290" v="378" actId="2711"/>
        <pc:sldMkLst>
          <pc:docMk/>
          <pc:sldMk cId="2914298022" sldId="336"/>
        </pc:sldMkLst>
      </pc:sldChg>
      <pc:sldChg chg="modSp new mod">
        <pc:chgData name="Mohammed Fasha" userId="cc64f42d-a1a6-4f08-b97b-0c37f877119f" providerId="ADAL" clId="{E3189476-60BF-4BD3-A575-175D5A28A69C}" dt="2025-03-25T08:17:53.199" v="79" actId="207"/>
        <pc:sldMkLst>
          <pc:docMk/>
          <pc:sldMk cId="2164727706" sldId="337"/>
        </pc:sldMkLst>
      </pc:sldChg>
      <pc:sldChg chg="modSp add del mod">
        <pc:chgData name="Mohammed Fasha" userId="cc64f42d-a1a6-4f08-b97b-0c37f877119f" providerId="ADAL" clId="{E3189476-60BF-4BD3-A575-175D5A28A69C}" dt="2025-03-26T09:12:55.746" v="388" actId="47"/>
        <pc:sldMkLst>
          <pc:docMk/>
          <pc:sldMk cId="59626595" sldId="338"/>
        </pc:sldMkLst>
      </pc:sldChg>
      <pc:sldChg chg="modSp add del mod">
        <pc:chgData name="Mohammed Fasha" userId="cc64f42d-a1a6-4f08-b97b-0c37f877119f" providerId="ADAL" clId="{E3189476-60BF-4BD3-A575-175D5A28A69C}" dt="2025-03-26T09:12:56.404" v="389" actId="47"/>
        <pc:sldMkLst>
          <pc:docMk/>
          <pc:sldMk cId="4067745355" sldId="339"/>
        </pc:sldMkLst>
      </pc:sldChg>
      <pc:sldChg chg="modSp add del mod">
        <pc:chgData name="Mohammed Fasha" userId="cc64f42d-a1a6-4f08-b97b-0c37f877119f" providerId="ADAL" clId="{E3189476-60BF-4BD3-A575-175D5A28A69C}" dt="2025-03-26T09:12:57.123" v="390" actId="47"/>
        <pc:sldMkLst>
          <pc:docMk/>
          <pc:sldMk cId="2996144740" sldId="340"/>
        </pc:sldMkLst>
      </pc:sldChg>
      <pc:sldChg chg="modSp add del mod">
        <pc:chgData name="Mohammed Fasha" userId="cc64f42d-a1a6-4f08-b97b-0c37f877119f" providerId="ADAL" clId="{E3189476-60BF-4BD3-A575-175D5A28A69C}" dt="2025-03-26T09:12:57.767" v="391" actId="47"/>
        <pc:sldMkLst>
          <pc:docMk/>
          <pc:sldMk cId="1106511272" sldId="341"/>
        </pc:sldMkLst>
      </pc:sldChg>
      <pc:sldChg chg="modSp new del mod">
        <pc:chgData name="Mohammed Fasha" userId="cc64f42d-a1a6-4f08-b97b-0c37f877119f" providerId="ADAL" clId="{E3189476-60BF-4BD3-A575-175D5A28A69C}" dt="2025-03-26T09:12:59.198" v="392" actId="47"/>
        <pc:sldMkLst>
          <pc:docMk/>
          <pc:sldMk cId="3443736079" sldId="342"/>
        </pc:sldMkLst>
      </pc:sldChg>
      <pc:sldChg chg="addSp delSp modSp new mod">
        <pc:chgData name="Mohammed Fasha" userId="cc64f42d-a1a6-4f08-b97b-0c37f877119f" providerId="ADAL" clId="{E3189476-60BF-4BD3-A575-175D5A28A69C}" dt="2025-03-26T09:13:05.669" v="394" actId="1076"/>
        <pc:sldMkLst>
          <pc:docMk/>
          <pc:sldMk cId="78335346" sldId="343"/>
        </pc:sldMkLst>
      </pc:sldChg>
      <pc:sldChg chg="add del">
        <pc:chgData name="Mohammed Fasha" userId="cc64f42d-a1a6-4f08-b97b-0c37f877119f" providerId="ADAL" clId="{E3189476-60BF-4BD3-A575-175D5A28A69C}" dt="2025-03-26T08:03:08.852" v="301" actId="47"/>
        <pc:sldMkLst>
          <pc:docMk/>
          <pc:sldMk cId="1722615342" sldId="343"/>
        </pc:sldMkLst>
      </pc:sldChg>
      <pc:sldChg chg="add del">
        <pc:chgData name="Mohammed Fasha" userId="cc64f42d-a1a6-4f08-b97b-0c37f877119f" providerId="ADAL" clId="{E3189476-60BF-4BD3-A575-175D5A28A69C}" dt="2025-03-26T09:12:51.690" v="387" actId="47"/>
        <pc:sldMkLst>
          <pc:docMk/>
          <pc:sldMk cId="3749953585" sldId="344"/>
        </pc:sldMkLst>
      </pc:sldChg>
      <pc:sldChg chg="addSp delSp modSp add mod ord">
        <pc:chgData name="Mohammed Fasha" userId="cc64f42d-a1a6-4f08-b97b-0c37f877119f" providerId="ADAL" clId="{E3189476-60BF-4BD3-A575-175D5A28A69C}" dt="2025-03-26T09:09:07.191" v="354"/>
        <pc:sldMkLst>
          <pc:docMk/>
          <pc:sldMk cId="1605944735" sldId="345"/>
        </pc:sldMkLst>
      </pc:sldChg>
    </pc:docChg>
  </pc:docChgLst>
  <pc:docChgLst>
    <pc:chgData name="Mohammed Fasha" userId="cc64f42d-a1a6-4f08-b97b-0c37f877119f" providerId="ADAL" clId="{12C0646C-DE2C-4492-8B53-5F65EF722386}"/>
    <pc:docChg chg="undo redo custSel addSld delSld modSld sldOrd">
      <pc:chgData name="Mohammed Fasha" userId="cc64f42d-a1a6-4f08-b97b-0c37f877119f" providerId="ADAL" clId="{12C0646C-DE2C-4492-8B53-5F65EF722386}" dt="2025-03-19T09:12:33.880" v="390" actId="2696"/>
      <pc:docMkLst>
        <pc:docMk/>
      </pc:docMkLst>
      <pc:sldChg chg="modSp mod">
        <pc:chgData name="Mohammed Fasha" userId="cc64f42d-a1a6-4f08-b97b-0c37f877119f" providerId="ADAL" clId="{12C0646C-DE2C-4492-8B53-5F65EF722386}" dt="2025-03-17T10:03:21.731" v="170" actId="1076"/>
        <pc:sldMkLst>
          <pc:docMk/>
          <pc:sldMk cId="0" sldId="263"/>
        </pc:sldMkLst>
      </pc:sldChg>
      <pc:sldChg chg="ord">
        <pc:chgData name="Mohammed Fasha" userId="cc64f42d-a1a6-4f08-b97b-0c37f877119f" providerId="ADAL" clId="{12C0646C-DE2C-4492-8B53-5F65EF722386}" dt="2025-03-16T08:15:00.148" v="1"/>
        <pc:sldMkLst>
          <pc:docMk/>
          <pc:sldMk cId="0" sldId="264"/>
        </pc:sldMkLst>
      </pc:sldChg>
      <pc:sldChg chg="modSp mod">
        <pc:chgData name="Mohammed Fasha" userId="cc64f42d-a1a6-4f08-b97b-0c37f877119f" providerId="ADAL" clId="{12C0646C-DE2C-4492-8B53-5F65EF722386}" dt="2025-03-17T10:03:35.983" v="172" actId="1076"/>
        <pc:sldMkLst>
          <pc:docMk/>
          <pc:sldMk cId="0" sldId="265"/>
        </pc:sldMkLst>
      </pc:sldChg>
      <pc:sldChg chg="del">
        <pc:chgData name="Mohammed Fasha" userId="cc64f42d-a1a6-4f08-b97b-0c37f877119f" providerId="ADAL" clId="{12C0646C-DE2C-4492-8B53-5F65EF722386}" dt="2025-03-17T09:03:29.846" v="2" actId="2696"/>
        <pc:sldMkLst>
          <pc:docMk/>
          <pc:sldMk cId="0" sldId="266"/>
        </pc:sldMkLst>
      </pc:sldChg>
      <pc:sldChg chg="add">
        <pc:chgData name="Mohammed Fasha" userId="cc64f42d-a1a6-4f08-b97b-0c37f877119f" providerId="ADAL" clId="{12C0646C-DE2C-4492-8B53-5F65EF722386}" dt="2025-03-17T09:05:51.748" v="7"/>
        <pc:sldMkLst>
          <pc:docMk/>
          <pc:sldMk cId="2051082680" sldId="266"/>
        </pc:sldMkLst>
      </pc:sldChg>
      <pc:sldChg chg="modSp mod">
        <pc:chgData name="Mohammed Fasha" userId="cc64f42d-a1a6-4f08-b97b-0c37f877119f" providerId="ADAL" clId="{12C0646C-DE2C-4492-8B53-5F65EF722386}" dt="2025-03-17T09:09:25.710" v="105" actId="207"/>
        <pc:sldMkLst>
          <pc:docMk/>
          <pc:sldMk cId="0" sldId="268"/>
        </pc:sldMkLst>
      </pc:sldChg>
      <pc:sldChg chg="modSp mod">
        <pc:chgData name="Mohammed Fasha" userId="cc64f42d-a1a6-4f08-b97b-0c37f877119f" providerId="ADAL" clId="{12C0646C-DE2C-4492-8B53-5F65EF722386}" dt="2025-03-17T09:09:14.766" v="104" actId="207"/>
        <pc:sldMkLst>
          <pc:docMk/>
          <pc:sldMk cId="0" sldId="270"/>
        </pc:sldMkLst>
      </pc:sldChg>
      <pc:sldChg chg="modSp mod">
        <pc:chgData name="Mohammed Fasha" userId="cc64f42d-a1a6-4f08-b97b-0c37f877119f" providerId="ADAL" clId="{12C0646C-DE2C-4492-8B53-5F65EF722386}" dt="2025-03-17T09:09:57.093" v="106" actId="207"/>
        <pc:sldMkLst>
          <pc:docMk/>
          <pc:sldMk cId="0" sldId="272"/>
        </pc:sldMkLst>
      </pc:sldChg>
      <pc:sldChg chg="modSp mod">
        <pc:chgData name="Mohammed Fasha" userId="cc64f42d-a1a6-4f08-b97b-0c37f877119f" providerId="ADAL" clId="{12C0646C-DE2C-4492-8B53-5F65EF722386}" dt="2025-03-19T09:06:31.568" v="362" actId="1076"/>
        <pc:sldMkLst>
          <pc:docMk/>
          <pc:sldMk cId="0" sldId="274"/>
        </pc:sldMkLst>
      </pc:sldChg>
      <pc:sldChg chg="modSp mod">
        <pc:chgData name="Mohammed Fasha" userId="cc64f42d-a1a6-4f08-b97b-0c37f877119f" providerId="ADAL" clId="{12C0646C-DE2C-4492-8B53-5F65EF722386}" dt="2025-03-19T09:05:19.368" v="359" actId="6549"/>
        <pc:sldMkLst>
          <pc:docMk/>
          <pc:sldMk cId="0" sldId="275"/>
        </pc:sldMkLst>
      </pc:sldChg>
      <pc:sldChg chg="addSp modSp mod">
        <pc:chgData name="Mohammed Fasha" userId="cc64f42d-a1a6-4f08-b97b-0c37f877119f" providerId="ADAL" clId="{12C0646C-DE2C-4492-8B53-5F65EF722386}" dt="2025-03-19T09:00:34.488" v="287" actId="1036"/>
        <pc:sldMkLst>
          <pc:docMk/>
          <pc:sldMk cId="0" sldId="276"/>
        </pc:sldMkLst>
      </pc:sldChg>
      <pc:sldChg chg="modSp mod">
        <pc:chgData name="Mohammed Fasha" userId="cc64f42d-a1a6-4f08-b97b-0c37f877119f" providerId="ADAL" clId="{12C0646C-DE2C-4492-8B53-5F65EF722386}" dt="2025-03-19T09:03:17.368" v="349" actId="113"/>
        <pc:sldMkLst>
          <pc:docMk/>
          <pc:sldMk cId="0" sldId="277"/>
        </pc:sldMkLst>
      </pc:sldChg>
      <pc:sldChg chg="addSp modSp mod ord">
        <pc:chgData name="Mohammed Fasha" userId="cc64f42d-a1a6-4f08-b97b-0c37f877119f" providerId="ADAL" clId="{12C0646C-DE2C-4492-8B53-5F65EF722386}" dt="2025-03-19T08:08:27.015" v="232"/>
        <pc:sldMkLst>
          <pc:docMk/>
          <pc:sldMk cId="0" sldId="278"/>
        </pc:sldMkLst>
      </pc:sldChg>
      <pc:sldChg chg="modSp mod">
        <pc:chgData name="Mohammed Fasha" userId="cc64f42d-a1a6-4f08-b97b-0c37f877119f" providerId="ADAL" clId="{12C0646C-DE2C-4492-8B53-5F65EF722386}" dt="2025-03-19T09:11:29.996" v="388" actId="1076"/>
        <pc:sldMkLst>
          <pc:docMk/>
          <pc:sldMk cId="0" sldId="279"/>
        </pc:sldMkLst>
      </pc:sldChg>
      <pc:sldChg chg="modSp mod">
        <pc:chgData name="Mohammed Fasha" userId="cc64f42d-a1a6-4f08-b97b-0c37f877119f" providerId="ADAL" clId="{12C0646C-DE2C-4492-8B53-5F65EF722386}" dt="2025-03-17T09:14:11.054" v="154" actId="27636"/>
        <pc:sldMkLst>
          <pc:docMk/>
          <pc:sldMk cId="0" sldId="280"/>
        </pc:sldMkLst>
      </pc:sldChg>
      <pc:sldChg chg="modSp mod">
        <pc:chgData name="Mohammed Fasha" userId="cc64f42d-a1a6-4f08-b97b-0c37f877119f" providerId="ADAL" clId="{12C0646C-DE2C-4492-8B53-5F65EF722386}" dt="2025-03-19T09:02:40.822" v="343" actId="27636"/>
        <pc:sldMkLst>
          <pc:docMk/>
          <pc:sldMk cId="0" sldId="281"/>
        </pc:sldMkLst>
      </pc:sldChg>
      <pc:sldChg chg="modSp mod">
        <pc:chgData name="Mohammed Fasha" userId="cc64f42d-a1a6-4f08-b97b-0c37f877119f" providerId="ADAL" clId="{12C0646C-DE2C-4492-8B53-5F65EF722386}" dt="2025-03-17T09:15:21.712" v="168" actId="166"/>
        <pc:sldMkLst>
          <pc:docMk/>
          <pc:sldMk cId="0" sldId="282"/>
        </pc:sldMkLst>
      </pc:sldChg>
      <pc:sldChg chg="del">
        <pc:chgData name="Mohammed Fasha" userId="cc64f42d-a1a6-4f08-b97b-0c37f877119f" providerId="ADAL" clId="{12C0646C-DE2C-4492-8B53-5F65EF722386}" dt="2025-03-19T09:12:27.453" v="389" actId="2696"/>
        <pc:sldMkLst>
          <pc:docMk/>
          <pc:sldMk cId="3590006600" sldId="287"/>
        </pc:sldMkLst>
      </pc:sldChg>
      <pc:sldChg chg="del">
        <pc:chgData name="Mohammed Fasha" userId="cc64f42d-a1a6-4f08-b97b-0c37f877119f" providerId="ADAL" clId="{12C0646C-DE2C-4492-8B53-5F65EF722386}" dt="2025-03-19T09:12:33.880" v="390" actId="2696"/>
        <pc:sldMkLst>
          <pc:docMk/>
          <pc:sldMk cId="4191150406" sldId="289"/>
        </pc:sldMkLst>
      </pc:sldChg>
      <pc:sldChg chg="modSp mod">
        <pc:chgData name="Mohammed Fasha" userId="cc64f42d-a1a6-4f08-b97b-0c37f877119f" providerId="ADAL" clId="{12C0646C-DE2C-4492-8B53-5F65EF722386}" dt="2025-03-17T09:06:41.256" v="38" actId="20577"/>
        <pc:sldMkLst>
          <pc:docMk/>
          <pc:sldMk cId="2822153299" sldId="296"/>
        </pc:sldMkLst>
      </pc:sldChg>
      <pc:sldChg chg="modSp mod">
        <pc:chgData name="Mohammed Fasha" userId="cc64f42d-a1a6-4f08-b97b-0c37f877119f" providerId="ADAL" clId="{12C0646C-DE2C-4492-8B53-5F65EF722386}" dt="2025-03-17T09:06:49.710" v="39" actId="6549"/>
        <pc:sldMkLst>
          <pc:docMk/>
          <pc:sldMk cId="1461366896" sldId="297"/>
        </pc:sldMkLst>
      </pc:sldChg>
      <pc:sldChg chg="modSp mod">
        <pc:chgData name="Mohammed Fasha" userId="cc64f42d-a1a6-4f08-b97b-0c37f877119f" providerId="ADAL" clId="{12C0646C-DE2C-4492-8B53-5F65EF722386}" dt="2025-03-17T10:04:49.704" v="228" actId="20577"/>
        <pc:sldMkLst>
          <pc:docMk/>
          <pc:sldMk cId="3053666628" sldId="303"/>
        </pc:sldMkLst>
      </pc:sldChg>
      <pc:sldChg chg="ord">
        <pc:chgData name="Mohammed Fasha" userId="cc64f42d-a1a6-4f08-b97b-0c37f877119f" providerId="ADAL" clId="{12C0646C-DE2C-4492-8B53-5F65EF722386}" dt="2025-03-17T09:08:22.365" v="98"/>
        <pc:sldMkLst>
          <pc:docMk/>
          <pc:sldMk cId="3673227071" sldId="305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7T09:07:44.327" v="80" actId="20577"/>
        <pc:sldMkLst>
          <pc:docMk/>
          <pc:sldMk cId="41320333" sldId="306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7T09:07:22.274" v="67" actId="20577"/>
        <pc:sldMkLst>
          <pc:docMk/>
          <pc:sldMk cId="4041194208" sldId="307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7T09:07:56.222" v="96" actId="20577"/>
        <pc:sldMkLst>
          <pc:docMk/>
          <pc:sldMk cId="3844551123" sldId="308"/>
        </pc:sldMkLst>
      </pc:sldChg>
      <pc:sldChg chg="modSp mod">
        <pc:chgData name="Mohammed Fasha" userId="cc64f42d-a1a6-4f08-b97b-0c37f877119f" providerId="ADAL" clId="{12C0646C-DE2C-4492-8B53-5F65EF722386}" dt="2025-03-19T09:10:10.713" v="366" actId="207"/>
        <pc:sldMkLst>
          <pc:docMk/>
          <pc:sldMk cId="22495289" sldId="315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9T08:09:16.709" v="248" actId="20577"/>
        <pc:sldMkLst>
          <pc:docMk/>
          <pc:sldMk cId="196329700" sldId="316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9T08:09:58.074" v="276" actId="20577"/>
        <pc:sldMkLst>
          <pc:docMk/>
          <pc:sldMk cId="3080687933" sldId="317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9T09:01:59.435" v="330" actId="20577"/>
        <pc:sldMkLst>
          <pc:docMk/>
          <pc:sldMk cId="3702164412" sldId="318"/>
        </pc:sldMkLst>
      </pc:sldChg>
    </pc:docChg>
  </pc:docChgLst>
  <pc:docChgLst>
    <pc:chgData name="Mohammed Fasha" userId="S::mohammed.fasha@uop.edu.jo::cc64f42d-a1a6-4f08-b97b-0c37f877119f" providerId="AD" clId="Web-{37180445-8C36-3D61-B421-DE7B4B97BDB9}"/>
    <pc:docChg chg="addSld delSld modSld sldOrd">
      <pc:chgData name="Mohammed Fasha" userId="S::mohammed.fasha@uop.edu.jo::cc64f42d-a1a6-4f08-b97b-0c37f877119f" providerId="AD" clId="Web-{37180445-8C36-3D61-B421-DE7B4B97BDB9}" dt="2025-03-19T03:36:22.093" v="327" actId="1076"/>
      <pc:docMkLst>
        <pc:docMk/>
      </pc:docMkLst>
      <pc:sldChg chg="modSp">
        <pc:chgData name="Mohammed Fasha" userId="S::mohammed.fasha@uop.edu.jo::cc64f42d-a1a6-4f08-b97b-0c37f877119f" providerId="AD" clId="Web-{37180445-8C36-3D61-B421-DE7B4B97BDB9}" dt="2025-03-19T03:30:37.066" v="274" actId="20577"/>
        <pc:sldMkLst>
          <pc:docMk/>
          <pc:sldMk cId="0" sldId="276"/>
        </pc:sldMkLst>
      </pc:sldChg>
      <pc:sldChg chg="modSp ord">
        <pc:chgData name="Mohammed Fasha" userId="S::mohammed.fasha@uop.edu.jo::cc64f42d-a1a6-4f08-b97b-0c37f877119f" providerId="AD" clId="Web-{37180445-8C36-3D61-B421-DE7B4B97BDB9}" dt="2025-03-19T03:26:50.183" v="239" actId="20577"/>
        <pc:sldMkLst>
          <pc:docMk/>
          <pc:sldMk cId="0" sldId="278"/>
        </pc:sldMkLst>
      </pc:sldChg>
      <pc:sldChg chg="modSp">
        <pc:chgData name="Mohammed Fasha" userId="S::mohammed.fasha@uop.edu.jo::cc64f42d-a1a6-4f08-b97b-0c37f877119f" providerId="AD" clId="Web-{37180445-8C36-3D61-B421-DE7B4B97BDB9}" dt="2025-03-19T03:19:09.496" v="127" actId="20577"/>
        <pc:sldMkLst>
          <pc:docMk/>
          <pc:sldMk cId="0" sldId="280"/>
        </pc:sldMkLst>
      </pc:sldChg>
      <pc:sldChg chg="addSp modSp">
        <pc:chgData name="Mohammed Fasha" userId="S::mohammed.fasha@uop.edu.jo::cc64f42d-a1a6-4f08-b97b-0c37f877119f" providerId="AD" clId="Web-{37180445-8C36-3D61-B421-DE7B4B97BDB9}" dt="2025-03-19T03:21:50.361" v="182" actId="20577"/>
        <pc:sldMkLst>
          <pc:docMk/>
          <pc:sldMk cId="441052949" sldId="309"/>
        </pc:sldMkLst>
      </pc:sldChg>
      <pc:sldChg chg="addSp delSp modSp add del replId">
        <pc:chgData name="Mohammed Fasha" userId="S::mohammed.fasha@uop.edu.jo::cc64f42d-a1a6-4f08-b97b-0c37f877119f" providerId="AD" clId="Web-{37180445-8C36-3D61-B421-DE7B4B97BDB9}" dt="2025-03-19T03:17:37.368" v="121"/>
        <pc:sldMkLst>
          <pc:docMk/>
          <pc:sldMk cId="1021713399" sldId="312"/>
        </pc:sldMkLst>
      </pc:sldChg>
      <pc:sldChg chg="addSp modSp new">
        <pc:chgData name="Mohammed Fasha" userId="S::mohammed.fasha@uop.edu.jo::cc64f42d-a1a6-4f08-b97b-0c37f877119f" providerId="AD" clId="Web-{37180445-8C36-3D61-B421-DE7B4B97BDB9}" dt="2025-03-19T03:24:21.850" v="219" actId="20577"/>
        <pc:sldMkLst>
          <pc:docMk/>
          <pc:sldMk cId="1008151712" sldId="313"/>
        </pc:sldMkLst>
      </pc:sldChg>
      <pc:sldChg chg="addSp delSp modSp new">
        <pc:chgData name="Mohammed Fasha" userId="S::mohammed.fasha@uop.edu.jo::cc64f42d-a1a6-4f08-b97b-0c37f877119f" providerId="AD" clId="Web-{37180445-8C36-3D61-B421-DE7B4B97BDB9}" dt="2025-03-19T03:31:22.739" v="283" actId="20577"/>
        <pc:sldMkLst>
          <pc:docMk/>
          <pc:sldMk cId="618074235" sldId="314"/>
        </pc:sldMkLst>
      </pc:sldChg>
      <pc:sldChg chg="addSp modSp new">
        <pc:chgData name="Mohammed Fasha" userId="S::mohammed.fasha@uop.edu.jo::cc64f42d-a1a6-4f08-b97b-0c37f877119f" providerId="AD" clId="Web-{37180445-8C36-3D61-B421-DE7B4B97BDB9}" dt="2025-03-19T03:36:22.093" v="327" actId="1076"/>
        <pc:sldMkLst>
          <pc:docMk/>
          <pc:sldMk cId="22495289" sldId="315"/>
        </pc:sldMkLst>
      </pc:sldChg>
    </pc:docChg>
  </pc:docChgLst>
  <pc:docChgLst>
    <pc:chgData name="Mohammed Fasha" userId="cc64f42d-a1a6-4f08-b97b-0c37f877119f" providerId="ADAL" clId="{33A44248-7984-4750-8CBD-503C66D5F8B6}"/>
    <pc:docChg chg="custSel addSld modSld">
      <pc:chgData name="Mohammed Fasha" userId="cc64f42d-a1a6-4f08-b97b-0c37f877119f" providerId="ADAL" clId="{33A44248-7984-4750-8CBD-503C66D5F8B6}" dt="2025-03-05T09:13:55.803" v="21" actId="1076"/>
      <pc:docMkLst>
        <pc:docMk/>
      </pc:docMkLst>
      <pc:sldChg chg="addSp delSp modSp add">
        <pc:chgData name="Mohammed Fasha" userId="cc64f42d-a1a6-4f08-b97b-0c37f877119f" providerId="ADAL" clId="{33A44248-7984-4750-8CBD-503C66D5F8B6}" dt="2025-03-05T09:13:55.803" v="21" actId="1076"/>
        <pc:sldMkLst>
          <pc:docMk/>
          <pc:sldMk cId="2982934387" sldId="520"/>
        </pc:sldMkLst>
      </pc:sldChg>
    </pc:docChg>
  </pc:docChgLst>
  <pc:docChgLst>
    <pc:chgData name="Mohammed Fasha" userId="S::mohammed.fasha@uop.edu.jo::cc64f42d-a1a6-4f08-b97b-0c37f877119f" providerId="AD" clId="Web-{CFB52BA1-027E-4A5C-51C2-A494885CE8B6}"/>
    <pc:docChg chg="addSld delSld modSld">
      <pc:chgData name="Mohammed Fasha" userId="S::mohammed.fasha@uop.edu.jo::cc64f42d-a1a6-4f08-b97b-0c37f877119f" providerId="AD" clId="Web-{CFB52BA1-027E-4A5C-51C2-A494885CE8B6}" dt="2025-03-16T14:45:18.235" v="45" actId="1076"/>
      <pc:docMkLst>
        <pc:docMk/>
      </pc:docMkLst>
      <pc:sldChg chg="modSp">
        <pc:chgData name="Mohammed Fasha" userId="S::mohammed.fasha@uop.edu.jo::cc64f42d-a1a6-4f08-b97b-0c37f877119f" providerId="AD" clId="Web-{CFB52BA1-027E-4A5C-51C2-A494885CE8B6}" dt="2025-03-16T14:45:05.391" v="43" actId="1076"/>
        <pc:sldMkLst>
          <pc:docMk/>
          <pc:sldMk cId="0" sldId="269"/>
        </pc:sldMkLst>
      </pc:sldChg>
      <pc:sldChg chg="modSp">
        <pc:chgData name="Mohammed Fasha" userId="S::mohammed.fasha@uop.edu.jo::cc64f42d-a1a6-4f08-b97b-0c37f877119f" providerId="AD" clId="Web-{CFB52BA1-027E-4A5C-51C2-A494885CE8B6}" dt="2025-03-16T14:45:18.235" v="45" actId="1076"/>
        <pc:sldMkLst>
          <pc:docMk/>
          <pc:sldMk cId="0" sldId="270"/>
        </pc:sldMkLst>
      </pc:sldChg>
      <pc:sldChg chg="modSp">
        <pc:chgData name="Mohammed Fasha" userId="S::mohammed.fasha@uop.edu.jo::cc64f42d-a1a6-4f08-b97b-0c37f877119f" providerId="AD" clId="Web-{CFB52BA1-027E-4A5C-51C2-A494885CE8B6}" dt="2025-03-16T14:44:57.469" v="42" actId="20577"/>
        <pc:sldMkLst>
          <pc:docMk/>
          <pc:sldMk cId="0" sldId="272"/>
        </pc:sldMkLst>
      </pc:sldChg>
      <pc:sldChg chg="modSp">
        <pc:chgData name="Mohammed Fasha" userId="S::mohammed.fasha@uop.edu.jo::cc64f42d-a1a6-4f08-b97b-0c37f877119f" providerId="AD" clId="Web-{CFB52BA1-027E-4A5C-51C2-A494885CE8B6}" dt="2025-03-16T14:44:48.500" v="41" actId="14100"/>
        <pc:sldMkLst>
          <pc:docMk/>
          <pc:sldMk cId="0" sldId="274"/>
        </pc:sldMkLst>
      </pc:sldChg>
      <pc:sldChg chg="addSp delSp modSp del">
        <pc:chgData name="Mohammed Fasha" userId="S::mohammed.fasha@uop.edu.jo::cc64f42d-a1a6-4f08-b97b-0c37f877119f" providerId="AD" clId="Web-{CFB52BA1-027E-4A5C-51C2-A494885CE8B6}" dt="2025-03-16T14:44:02.201" v="36"/>
        <pc:sldMkLst>
          <pc:docMk/>
          <pc:sldMk cId="3476611510" sldId="290"/>
        </pc:sldMkLst>
      </pc:sldChg>
      <pc:sldChg chg="addSp delSp modSp new">
        <pc:chgData name="Mohammed Fasha" userId="S::mohammed.fasha@uop.edu.jo::cc64f42d-a1a6-4f08-b97b-0c37f877119f" providerId="AD" clId="Web-{CFB52BA1-027E-4A5C-51C2-A494885CE8B6}" dt="2025-03-16T14:42:40.261" v="8" actId="20577"/>
        <pc:sldMkLst>
          <pc:docMk/>
          <pc:sldMk cId="1663389758" sldId="302"/>
        </pc:sldMkLst>
      </pc:sldChg>
      <pc:sldChg chg="addSp modSp new">
        <pc:chgData name="Mohammed Fasha" userId="S::mohammed.fasha@uop.edu.jo::cc64f42d-a1a6-4f08-b97b-0c37f877119f" providerId="AD" clId="Web-{CFB52BA1-027E-4A5C-51C2-A494885CE8B6}" dt="2025-03-16T14:44:23.343" v="40" actId="1076"/>
        <pc:sldMkLst>
          <pc:docMk/>
          <pc:sldMk cId="3053666628" sldId="303"/>
        </pc:sldMkLst>
      </pc:sldChg>
    </pc:docChg>
  </pc:docChgLst>
  <pc:docChgLst>
    <pc:chgData name="Mohammed Fasha" userId="cc64f42d-a1a6-4f08-b97b-0c37f877119f" providerId="ADAL" clId="{F2AA505E-0DD7-FD47-806A-FB027185E6B5}"/>
    <pc:docChg chg="undo custSel modSld">
      <pc:chgData name="Mohammed Fasha" userId="cc64f42d-a1a6-4f08-b97b-0c37f877119f" providerId="ADAL" clId="{F2AA505E-0DD7-FD47-806A-FB027185E6B5}" dt="2025-03-26T07:36:02.604" v="147" actId="478"/>
      <pc:docMkLst>
        <pc:docMk/>
      </pc:docMkLst>
      <pc:sldChg chg="addSp delSp modSp">
        <pc:chgData name="Mohammed Fasha" userId="cc64f42d-a1a6-4f08-b97b-0c37f877119f" providerId="ADAL" clId="{F2AA505E-0DD7-FD47-806A-FB027185E6B5}" dt="2025-03-26T07:36:02.604" v="147" actId="478"/>
        <pc:sldMkLst>
          <pc:docMk/>
          <pc:sldMk cId="0" sldId="272"/>
        </pc:sldMkLst>
      </pc:sldChg>
      <pc:sldChg chg="addSp delSp modSp">
        <pc:chgData name="Mohammed Fasha" userId="cc64f42d-a1a6-4f08-b97b-0c37f877119f" providerId="ADAL" clId="{F2AA505E-0DD7-FD47-806A-FB027185E6B5}" dt="2025-03-26T07:34:07.487" v="139" actId="20577"/>
        <pc:sldMkLst>
          <pc:docMk/>
          <pc:sldMk cId="2158520731" sldId="321"/>
        </pc:sldMkLst>
      </pc:sldChg>
    </pc:docChg>
  </pc:docChgLst>
  <pc:docChgLst>
    <pc:chgData name="Mohammed Fasha" userId="cc64f42d-a1a6-4f08-b97b-0c37f877119f" providerId="ADAL" clId="{2C5724D6-962A-4BB5-B62E-9C76E04FD5FB}"/>
    <pc:docChg chg="undo custSel addSld delSld modSld sldOrd">
      <pc:chgData name="Mohammed Fasha" userId="cc64f42d-a1a6-4f08-b97b-0c37f877119f" providerId="ADAL" clId="{2C5724D6-962A-4BB5-B62E-9C76E04FD5FB}" dt="2025-07-27T09:00:32.028" v="781" actId="20577"/>
      <pc:docMkLst>
        <pc:docMk/>
      </pc:docMkLst>
      <pc:sldChg chg="modSp mod">
        <pc:chgData name="Mohammed Fasha" userId="cc64f42d-a1a6-4f08-b97b-0c37f877119f" providerId="ADAL" clId="{2C5724D6-962A-4BB5-B62E-9C76E04FD5FB}" dt="2025-07-26T18:15:59.354" v="33" actId="1076"/>
        <pc:sldMkLst>
          <pc:docMk/>
          <pc:sldMk cId="0" sldId="256"/>
        </pc:sldMkLst>
        <pc:picChg chg="mod">
          <ac:chgData name="Mohammed Fasha" userId="cc64f42d-a1a6-4f08-b97b-0c37f877119f" providerId="ADAL" clId="{2C5724D6-962A-4BB5-B62E-9C76E04FD5FB}" dt="2025-07-26T18:15:59.354" v="33" actId="1076"/>
          <ac:picMkLst>
            <pc:docMk/>
            <pc:sldMk cId="0" sldId="256"/>
            <ac:picMk id="4" creationId="{00000000-0000-0000-0000-000000000000}"/>
          </ac:picMkLst>
        </pc:picChg>
      </pc:sldChg>
      <pc:sldChg chg="addSp delSp modSp mod chgLayout">
        <pc:chgData name="Mohammed Fasha" userId="cc64f42d-a1a6-4f08-b97b-0c37f877119f" providerId="ADAL" clId="{2C5724D6-962A-4BB5-B62E-9C76E04FD5FB}" dt="2025-07-27T09:00:32.028" v="781" actId="20577"/>
        <pc:sldMkLst>
          <pc:docMk/>
          <pc:sldMk cId="0" sldId="257"/>
        </pc:sldMkLst>
        <pc:spChg chg="mod ord">
          <ac:chgData name="Mohammed Fasha" userId="cc64f42d-a1a6-4f08-b97b-0c37f877119f" providerId="ADAL" clId="{2C5724D6-962A-4BB5-B62E-9C76E04FD5FB}" dt="2025-07-26T18:16:18.054" v="38" actId="700"/>
          <ac:spMkLst>
            <pc:docMk/>
            <pc:sldMk cId="0" sldId="257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2C5724D6-962A-4BB5-B62E-9C76E04FD5FB}" dt="2025-07-27T09:00:32.028" v="781" actId="20577"/>
          <ac:spMkLst>
            <pc:docMk/>
            <pc:sldMk cId="0" sldId="257"/>
            <ac:spMk id="5" creationId="{DE2A400C-9E9B-4CEF-74E2-1D904EACC46B}"/>
          </ac:spMkLst>
        </pc:spChg>
      </pc:sldChg>
      <pc:sldChg chg="del">
        <pc:chgData name="Mohammed Fasha" userId="cc64f42d-a1a6-4f08-b97b-0c37f877119f" providerId="ADAL" clId="{2C5724D6-962A-4BB5-B62E-9C76E04FD5FB}" dt="2025-07-27T09:00:07.208" v="735" actId="2696"/>
        <pc:sldMkLst>
          <pc:docMk/>
          <pc:sldMk cId="0" sldId="258"/>
        </pc:sldMkLst>
      </pc:sldChg>
      <pc:sldChg chg="modSp mod chgLayout">
        <pc:chgData name="Mohammed Fasha" userId="cc64f42d-a1a6-4f08-b97b-0c37f877119f" providerId="ADAL" clId="{2C5724D6-962A-4BB5-B62E-9C76E04FD5FB}" dt="2025-07-26T18:17:06.246" v="52" actId="27636"/>
        <pc:sldMkLst>
          <pc:docMk/>
          <pc:sldMk cId="0" sldId="263"/>
        </pc:sldMkLst>
        <pc:spChg chg="mod ord">
          <ac:chgData name="Mohammed Fasha" userId="cc64f42d-a1a6-4f08-b97b-0c37f877119f" providerId="ADAL" clId="{2C5724D6-962A-4BB5-B62E-9C76E04FD5FB}" dt="2025-07-26T18:16:59.480" v="49" actId="700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Mohammed Fasha" userId="cc64f42d-a1a6-4f08-b97b-0c37f877119f" providerId="ADAL" clId="{2C5724D6-962A-4BB5-B62E-9C76E04FD5FB}" dt="2025-07-26T18:17:06.246" v="52" actId="27636"/>
          <ac:spMkLst>
            <pc:docMk/>
            <pc:sldMk cId="0" sldId="263"/>
            <ac:spMk id="4" creationId="{DE05939E-0567-B79A-4161-7B333B52B923}"/>
          </ac:spMkLst>
        </pc:spChg>
        <pc:picChg chg="mod">
          <ac:chgData name="Mohammed Fasha" userId="cc64f42d-a1a6-4f08-b97b-0c37f877119f" providerId="ADAL" clId="{2C5724D6-962A-4BB5-B62E-9C76E04FD5FB}" dt="2025-07-26T18:16:54.813" v="48" actId="1076"/>
          <ac:picMkLst>
            <pc:docMk/>
            <pc:sldMk cId="0" sldId="263"/>
            <ac:picMk id="5" creationId="{00000000-0000-0000-0000-000000000000}"/>
          </ac:picMkLst>
        </pc:picChg>
        <pc:picChg chg="mod">
          <ac:chgData name="Mohammed Fasha" userId="cc64f42d-a1a6-4f08-b97b-0c37f877119f" providerId="ADAL" clId="{2C5724D6-962A-4BB5-B62E-9C76E04FD5FB}" dt="2025-07-26T18:16:50.962" v="47" actId="1076"/>
          <ac:picMkLst>
            <pc:docMk/>
            <pc:sldMk cId="0" sldId="263"/>
            <ac:picMk id="6" creationId="{00000000-0000-0000-0000-000000000000}"/>
          </ac:picMkLst>
        </pc:picChg>
      </pc:sldChg>
      <pc:sldChg chg="modSp mod chgLayout">
        <pc:chgData name="Mohammed Fasha" userId="cc64f42d-a1a6-4f08-b97b-0c37f877119f" providerId="ADAL" clId="{2C5724D6-962A-4BB5-B62E-9C76E04FD5FB}" dt="2025-07-26T18:17:36.746" v="61" actId="27636"/>
        <pc:sldMkLst>
          <pc:docMk/>
          <pc:sldMk cId="0" sldId="264"/>
        </pc:sldMkLst>
        <pc:spChg chg="mod ord">
          <ac:chgData name="Mohammed Fasha" userId="cc64f42d-a1a6-4f08-b97b-0c37f877119f" providerId="ADAL" clId="{2C5724D6-962A-4BB5-B62E-9C76E04FD5FB}" dt="2025-07-26T18:15:14.728" v="19" actId="700"/>
          <ac:spMkLst>
            <pc:docMk/>
            <pc:sldMk cId="0" sldId="264"/>
            <ac:spMk id="4" creationId="{00000000-0000-0000-0000-000000000000}"/>
          </ac:spMkLst>
        </pc:spChg>
        <pc:spChg chg="mod ord">
          <ac:chgData name="Mohammed Fasha" userId="cc64f42d-a1a6-4f08-b97b-0c37f877119f" providerId="ADAL" clId="{2C5724D6-962A-4BB5-B62E-9C76E04FD5FB}" dt="2025-07-26T18:17:36.746" v="61" actId="27636"/>
          <ac:spMkLst>
            <pc:docMk/>
            <pc:sldMk cId="0" sldId="264"/>
            <ac:spMk id="6" creationId="{03562A3C-DF2A-B49E-1B9F-8566CD52A1F9}"/>
          </ac:spMkLst>
        </pc:spChg>
      </pc:sldChg>
      <pc:sldChg chg="addSp delSp modSp mod chgLayout">
        <pc:chgData name="Mohammed Fasha" userId="cc64f42d-a1a6-4f08-b97b-0c37f877119f" providerId="ADAL" clId="{2C5724D6-962A-4BB5-B62E-9C76E04FD5FB}" dt="2025-07-26T18:17:53.709" v="65" actId="27636"/>
        <pc:sldMkLst>
          <pc:docMk/>
          <pc:sldMk cId="0" sldId="265"/>
        </pc:sldMkLst>
        <pc:spChg chg="mod ord">
          <ac:chgData name="Mohammed Fasha" userId="cc64f42d-a1a6-4f08-b97b-0c37f877119f" providerId="ADAL" clId="{2C5724D6-962A-4BB5-B62E-9C76E04FD5FB}" dt="2025-07-26T18:15:36.343" v="25" actId="700"/>
          <ac:spMkLst>
            <pc:docMk/>
            <pc:sldMk cId="0" sldId="265"/>
            <ac:spMk id="3" creationId="{00000000-0000-0000-0000-000000000000}"/>
          </ac:spMkLst>
        </pc:spChg>
        <pc:spChg chg="mod ord">
          <ac:chgData name="Mohammed Fasha" userId="cc64f42d-a1a6-4f08-b97b-0c37f877119f" providerId="ADAL" clId="{2C5724D6-962A-4BB5-B62E-9C76E04FD5FB}" dt="2025-07-26T18:17:53.709" v="65" actId="27636"/>
          <ac:spMkLst>
            <pc:docMk/>
            <pc:sldMk cId="0" sldId="265"/>
            <ac:spMk id="6" creationId="{2E356761-E49C-6DF2-10A7-172015E8F069}"/>
          </ac:spMkLst>
        </pc:spChg>
        <pc:picChg chg="mod">
          <ac:chgData name="Mohammed Fasha" userId="cc64f42d-a1a6-4f08-b97b-0c37f877119f" providerId="ADAL" clId="{2C5724D6-962A-4BB5-B62E-9C76E04FD5FB}" dt="2025-07-26T18:17:49.863" v="63" actId="1076"/>
          <ac:picMkLst>
            <pc:docMk/>
            <pc:sldMk cId="0" sldId="265"/>
            <ac:picMk id="4" creationId="{00000000-0000-0000-0000-000000000000}"/>
          </ac:picMkLst>
        </pc:picChg>
        <pc:picChg chg="add mod">
          <ac:chgData name="Mohammed Fasha" userId="cc64f42d-a1a6-4f08-b97b-0c37f877119f" providerId="ADAL" clId="{2C5724D6-962A-4BB5-B62E-9C76E04FD5FB}" dt="2025-07-26T18:15:47.160" v="31" actId="1076"/>
          <ac:picMkLst>
            <pc:docMk/>
            <pc:sldMk cId="0" sldId="265"/>
            <ac:picMk id="5" creationId="{00000000-0000-0000-0000-000000000000}"/>
          </ac:picMkLst>
        </pc:picChg>
      </pc:sldChg>
      <pc:sldChg chg="modSp mod chgLayout">
        <pc:chgData name="Mohammed Fasha" userId="cc64f42d-a1a6-4f08-b97b-0c37f877119f" providerId="ADAL" clId="{2C5724D6-962A-4BB5-B62E-9C76E04FD5FB}" dt="2025-07-26T18:20:03.746" v="86" actId="1076"/>
        <pc:sldMkLst>
          <pc:docMk/>
          <pc:sldMk cId="0" sldId="268"/>
        </pc:sldMkLst>
        <pc:spChg chg="mod ord">
          <ac:chgData name="Mohammed Fasha" userId="cc64f42d-a1a6-4f08-b97b-0c37f877119f" providerId="ADAL" clId="{2C5724D6-962A-4BB5-B62E-9C76E04FD5FB}" dt="2025-07-26T18:18:18.533" v="71" actId="700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Mohammed Fasha" userId="cc64f42d-a1a6-4f08-b97b-0c37f877119f" providerId="ADAL" clId="{2C5724D6-962A-4BB5-B62E-9C76E04FD5FB}" dt="2025-07-26T18:18:25.053" v="74" actId="27636"/>
          <ac:spMkLst>
            <pc:docMk/>
            <pc:sldMk cId="0" sldId="268"/>
            <ac:spMk id="5" creationId="{606C1567-AF39-CAED-E122-5F02B98CB8E2}"/>
          </ac:spMkLst>
        </pc:spChg>
        <pc:picChg chg="mod">
          <ac:chgData name="Mohammed Fasha" userId="cc64f42d-a1a6-4f08-b97b-0c37f877119f" providerId="ADAL" clId="{2C5724D6-962A-4BB5-B62E-9C76E04FD5FB}" dt="2025-07-26T18:20:03.746" v="86" actId="1076"/>
          <ac:picMkLst>
            <pc:docMk/>
            <pc:sldMk cId="0" sldId="268"/>
            <ac:picMk id="4" creationId="{8938F170-AA00-1377-3C2D-9C4BA79F0B63}"/>
          </ac:picMkLst>
        </pc:picChg>
        <pc:picChg chg="mod">
          <ac:chgData name="Mohammed Fasha" userId="cc64f42d-a1a6-4f08-b97b-0c37f877119f" providerId="ADAL" clId="{2C5724D6-962A-4BB5-B62E-9C76E04FD5FB}" dt="2025-07-26T18:18:15.060" v="70" actId="1076"/>
          <ac:picMkLst>
            <pc:docMk/>
            <pc:sldMk cId="0" sldId="268"/>
            <ac:picMk id="1026" creationId="{6F3CBA0F-1E6C-643F-B94A-E0D29A10F4F2}"/>
          </ac:picMkLst>
        </pc:picChg>
        <pc:picChg chg="mod">
          <ac:chgData name="Mohammed Fasha" userId="cc64f42d-a1a6-4f08-b97b-0c37f877119f" providerId="ADAL" clId="{2C5724D6-962A-4BB5-B62E-9C76E04FD5FB}" dt="2025-07-26T18:18:11.881" v="69" actId="1076"/>
          <ac:picMkLst>
            <pc:docMk/>
            <pc:sldMk cId="0" sldId="268"/>
            <ac:picMk id="3074" creationId="{CA531F7F-21C5-71FB-D0ED-F868724378F4}"/>
          </ac:picMkLst>
        </pc:picChg>
      </pc:sldChg>
      <pc:sldChg chg="modSp mod chgLayout">
        <pc:chgData name="Mohammed Fasha" userId="cc64f42d-a1a6-4f08-b97b-0c37f877119f" providerId="ADAL" clId="{2C5724D6-962A-4BB5-B62E-9C76E04FD5FB}" dt="2025-07-26T18:19:07.761" v="79" actId="1076"/>
        <pc:sldMkLst>
          <pc:docMk/>
          <pc:sldMk cId="0" sldId="270"/>
        </pc:sldMkLst>
        <pc:spChg chg="mod ord">
          <ac:chgData name="Mohammed Fasha" userId="cc64f42d-a1a6-4f08-b97b-0c37f877119f" providerId="ADAL" clId="{2C5724D6-962A-4BB5-B62E-9C76E04FD5FB}" dt="2025-07-26T18:19:03.675" v="78" actId="700"/>
          <ac:spMkLst>
            <pc:docMk/>
            <pc:sldMk cId="0" sldId="270"/>
            <ac:spMk id="2" creationId="{00000000-0000-0000-0000-000000000000}"/>
          </ac:spMkLst>
        </pc:spChg>
        <pc:spChg chg="mod ord">
          <ac:chgData name="Mohammed Fasha" userId="cc64f42d-a1a6-4f08-b97b-0c37f877119f" providerId="ADAL" clId="{2C5724D6-962A-4BB5-B62E-9C76E04FD5FB}" dt="2025-07-26T18:19:03.675" v="78" actId="700"/>
          <ac:spMkLst>
            <pc:docMk/>
            <pc:sldMk cId="0" sldId="270"/>
            <ac:spMk id="3" creationId="{00000000-0000-0000-0000-000000000000}"/>
          </ac:spMkLst>
        </pc:spChg>
        <pc:spChg chg="mod">
          <ac:chgData name="Mohammed Fasha" userId="cc64f42d-a1a6-4f08-b97b-0c37f877119f" providerId="ADAL" clId="{2C5724D6-962A-4BB5-B62E-9C76E04FD5FB}" dt="2025-07-26T18:15:06.160" v="18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Mohammed Fasha" userId="cc64f42d-a1a6-4f08-b97b-0c37f877119f" providerId="ADAL" clId="{2C5724D6-962A-4BB5-B62E-9C76E04FD5FB}" dt="2025-07-26T18:15:02.949" v="17" actId="1076"/>
          <ac:spMkLst>
            <pc:docMk/>
            <pc:sldMk cId="0" sldId="270"/>
            <ac:spMk id="7" creationId="{00000000-0000-0000-0000-000000000000}"/>
          </ac:spMkLst>
        </pc:spChg>
        <pc:picChg chg="mod">
          <ac:chgData name="Mohammed Fasha" userId="cc64f42d-a1a6-4f08-b97b-0c37f877119f" providerId="ADAL" clId="{2C5724D6-962A-4BB5-B62E-9C76E04FD5FB}" dt="2025-07-26T18:19:07.761" v="79" actId="1076"/>
          <ac:picMkLst>
            <pc:docMk/>
            <pc:sldMk cId="0" sldId="270"/>
            <ac:picMk id="4" creationId="{00000000-0000-0000-0000-000000000000}"/>
          </ac:picMkLst>
        </pc:picChg>
        <pc:picChg chg="mod">
          <ac:chgData name="Mohammed Fasha" userId="cc64f42d-a1a6-4f08-b97b-0c37f877119f" providerId="ADAL" clId="{2C5724D6-962A-4BB5-B62E-9C76E04FD5FB}" dt="2025-07-26T18:14:57.888" v="16" actId="1076"/>
          <ac:picMkLst>
            <pc:docMk/>
            <pc:sldMk cId="0" sldId="270"/>
            <ac:picMk id="6" creationId="{00000000-0000-0000-0000-000000000000}"/>
          </ac:picMkLst>
        </pc:picChg>
        <pc:picChg chg="mod">
          <ac:chgData name="Mohammed Fasha" userId="cc64f42d-a1a6-4f08-b97b-0c37f877119f" providerId="ADAL" clId="{2C5724D6-962A-4BB5-B62E-9C76E04FD5FB}" dt="2025-07-26T18:18:56.525" v="76" actId="1076"/>
          <ac:picMkLst>
            <pc:docMk/>
            <pc:sldMk cId="0" sldId="270"/>
            <ac:picMk id="15" creationId="{4E22367B-B754-648E-0B22-AC55F28E1729}"/>
          </ac:picMkLst>
        </pc:picChg>
      </pc:sldChg>
      <pc:sldChg chg="modSp mod chgLayout">
        <pc:chgData name="Mohammed Fasha" userId="cc64f42d-a1a6-4f08-b97b-0c37f877119f" providerId="ADAL" clId="{2C5724D6-962A-4BB5-B62E-9C76E04FD5FB}" dt="2025-07-26T18:20:24.202" v="91" actId="14100"/>
        <pc:sldMkLst>
          <pc:docMk/>
          <pc:sldMk cId="0" sldId="272"/>
        </pc:sldMkLst>
        <pc:spChg chg="mod ord">
          <ac:chgData name="Mohammed Fasha" userId="cc64f42d-a1a6-4f08-b97b-0c37f877119f" providerId="ADAL" clId="{2C5724D6-962A-4BB5-B62E-9C76E04FD5FB}" dt="2025-07-26T18:20:20.108" v="90" actId="700"/>
          <ac:spMkLst>
            <pc:docMk/>
            <pc:sldMk cId="0" sldId="272"/>
            <ac:spMk id="2" creationId="{00000000-0000-0000-0000-000000000000}"/>
          </ac:spMkLst>
        </pc:spChg>
        <pc:spChg chg="mod ord">
          <ac:chgData name="Mohammed Fasha" userId="cc64f42d-a1a6-4f08-b97b-0c37f877119f" providerId="ADAL" clId="{2C5724D6-962A-4BB5-B62E-9C76E04FD5FB}" dt="2025-07-26T18:20:24.202" v="91" actId="14100"/>
          <ac:spMkLst>
            <pc:docMk/>
            <pc:sldMk cId="0" sldId="272"/>
            <ac:spMk id="7" creationId="{BD008676-47C8-D88A-CD4A-65BB83D57162}"/>
          </ac:spMkLst>
        </pc:spChg>
        <pc:spChg chg="mod">
          <ac:chgData name="Mohammed Fasha" userId="cc64f42d-a1a6-4f08-b97b-0c37f877119f" providerId="ADAL" clId="{2C5724D6-962A-4BB5-B62E-9C76E04FD5FB}" dt="2025-07-26T18:20:14.126" v="88" actId="1076"/>
          <ac:spMkLst>
            <pc:docMk/>
            <pc:sldMk cId="0" sldId="272"/>
            <ac:spMk id="8" creationId="{98B7FB4A-DB0E-01C4-3C0E-032767DA24F4}"/>
          </ac:spMkLst>
        </pc:spChg>
        <pc:picChg chg="mod">
          <ac:chgData name="Mohammed Fasha" userId="cc64f42d-a1a6-4f08-b97b-0c37f877119f" providerId="ADAL" clId="{2C5724D6-962A-4BB5-B62E-9C76E04FD5FB}" dt="2025-07-26T18:20:16.001" v="89" actId="1076"/>
          <ac:picMkLst>
            <pc:docMk/>
            <pc:sldMk cId="0" sldId="272"/>
            <ac:picMk id="3" creationId="{00000000-0000-0000-0000-000000000000}"/>
          </ac:picMkLst>
        </pc:picChg>
        <pc:picChg chg="mod">
          <ac:chgData name="Mohammed Fasha" userId="cc64f42d-a1a6-4f08-b97b-0c37f877119f" providerId="ADAL" clId="{2C5724D6-962A-4BB5-B62E-9C76E04FD5FB}" dt="2025-07-26T18:20:11.121" v="87" actId="1076"/>
          <ac:picMkLst>
            <pc:docMk/>
            <pc:sldMk cId="0" sldId="272"/>
            <ac:picMk id="4" creationId="{00000000-0000-0000-0000-000000000000}"/>
          </ac:picMkLst>
        </pc:picChg>
      </pc:sldChg>
      <pc:sldChg chg="modSp mod chgLayout">
        <pc:chgData name="Mohammed Fasha" userId="cc64f42d-a1a6-4f08-b97b-0c37f877119f" providerId="ADAL" clId="{2C5724D6-962A-4BB5-B62E-9C76E04FD5FB}" dt="2025-07-26T18:21:02.034" v="98" actId="14100"/>
        <pc:sldMkLst>
          <pc:docMk/>
          <pc:sldMk cId="0" sldId="274"/>
        </pc:sldMkLst>
        <pc:spChg chg="mod ord">
          <ac:chgData name="Mohammed Fasha" userId="cc64f42d-a1a6-4f08-b97b-0c37f877119f" providerId="ADAL" clId="{2C5724D6-962A-4BB5-B62E-9C76E04FD5FB}" dt="2025-07-26T18:20:58.885" v="97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Mohammed Fasha" userId="cc64f42d-a1a6-4f08-b97b-0c37f877119f" providerId="ADAL" clId="{2C5724D6-962A-4BB5-B62E-9C76E04FD5FB}" dt="2025-07-26T18:21:02.034" v="98" actId="14100"/>
          <ac:spMkLst>
            <pc:docMk/>
            <pc:sldMk cId="0" sldId="274"/>
            <ac:spMk id="7" creationId="{CF4277E2-2BAC-D76F-20C6-A50B542D2495}"/>
          </ac:spMkLst>
        </pc:spChg>
        <pc:picChg chg="mod">
          <ac:chgData name="Mohammed Fasha" userId="cc64f42d-a1a6-4f08-b97b-0c37f877119f" providerId="ADAL" clId="{2C5724D6-962A-4BB5-B62E-9C76E04FD5FB}" dt="2025-07-26T18:20:55.066" v="96" actId="1076"/>
          <ac:picMkLst>
            <pc:docMk/>
            <pc:sldMk cId="0" sldId="274"/>
            <ac:picMk id="4" creationId="{00000000-0000-0000-0000-000000000000}"/>
          </ac:picMkLst>
        </pc:picChg>
        <pc:picChg chg="mod">
          <ac:chgData name="Mohammed Fasha" userId="cc64f42d-a1a6-4f08-b97b-0c37f877119f" providerId="ADAL" clId="{2C5724D6-962A-4BB5-B62E-9C76E04FD5FB}" dt="2025-07-26T18:20:51.972" v="94" actId="1076"/>
          <ac:picMkLst>
            <pc:docMk/>
            <pc:sldMk cId="0" sldId="274"/>
            <ac:picMk id="5" creationId="{00000000-0000-0000-0000-000000000000}"/>
          </ac:picMkLst>
        </pc:picChg>
        <pc:picChg chg="mod">
          <ac:chgData name="Mohammed Fasha" userId="cc64f42d-a1a6-4f08-b97b-0c37f877119f" providerId="ADAL" clId="{2C5724D6-962A-4BB5-B62E-9C76E04FD5FB}" dt="2025-07-26T18:20:53.432" v="95" actId="1076"/>
          <ac:picMkLst>
            <pc:docMk/>
            <pc:sldMk cId="0" sldId="274"/>
            <ac:picMk id="6" creationId="{00000000-0000-0000-0000-000000000000}"/>
          </ac:picMkLst>
        </pc:picChg>
      </pc:sldChg>
      <pc:sldChg chg="modSp">
        <pc:chgData name="Mohammed Fasha" userId="cc64f42d-a1a6-4f08-b97b-0c37f877119f" providerId="ADAL" clId="{2C5724D6-962A-4BB5-B62E-9C76E04FD5FB}" dt="2025-07-26T20:03:59.856" v="525" actId="1076"/>
        <pc:sldMkLst>
          <pc:docMk/>
          <pc:sldMk cId="0" sldId="278"/>
        </pc:sldMkLst>
        <pc:picChg chg="mod">
          <ac:chgData name="Mohammed Fasha" userId="cc64f42d-a1a6-4f08-b97b-0c37f877119f" providerId="ADAL" clId="{2C5724D6-962A-4BB5-B62E-9C76E04FD5FB}" dt="2025-07-26T20:03:59.856" v="525" actId="1076"/>
          <ac:picMkLst>
            <pc:docMk/>
            <pc:sldMk cId="0" sldId="278"/>
            <ac:picMk id="2050" creationId="{232D760D-CBEA-0B66-CBCC-A5D70A94C927}"/>
          </ac:picMkLst>
        </pc:picChg>
      </pc:sldChg>
      <pc:sldChg chg="modSp mod chgLayout">
        <pc:chgData name="Mohammed Fasha" userId="cc64f42d-a1a6-4f08-b97b-0c37f877119f" providerId="ADAL" clId="{2C5724D6-962A-4BB5-B62E-9C76E04FD5FB}" dt="2025-07-26T18:21:46.792" v="106" actId="27636"/>
        <pc:sldMkLst>
          <pc:docMk/>
          <pc:sldMk cId="0" sldId="280"/>
        </pc:sldMkLst>
        <pc:spChg chg="mod ord">
          <ac:chgData name="Mohammed Fasha" userId="cc64f42d-a1a6-4f08-b97b-0c37f877119f" providerId="ADAL" clId="{2C5724D6-962A-4BB5-B62E-9C76E04FD5FB}" dt="2025-07-26T18:21:42.494" v="103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Mohammed Fasha" userId="cc64f42d-a1a6-4f08-b97b-0c37f877119f" providerId="ADAL" clId="{2C5724D6-962A-4BB5-B62E-9C76E04FD5FB}" dt="2025-07-26T18:21:46.792" v="106" actId="27636"/>
          <ac:spMkLst>
            <pc:docMk/>
            <pc:sldMk cId="0" sldId="280"/>
            <ac:spMk id="6" creationId="{CC4C1BC0-7E6B-75C8-0965-79DE721E7639}"/>
          </ac:spMkLst>
        </pc:spChg>
        <pc:picChg chg="mod">
          <ac:chgData name="Mohammed Fasha" userId="cc64f42d-a1a6-4f08-b97b-0c37f877119f" providerId="ADAL" clId="{2C5724D6-962A-4BB5-B62E-9C76E04FD5FB}" dt="2025-07-26T18:21:37.084" v="101" actId="1076"/>
          <ac:picMkLst>
            <pc:docMk/>
            <pc:sldMk cId="0" sldId="280"/>
            <ac:picMk id="4" creationId="{00000000-0000-0000-0000-000000000000}"/>
          </ac:picMkLst>
        </pc:picChg>
        <pc:picChg chg="mod">
          <ac:chgData name="Mohammed Fasha" userId="cc64f42d-a1a6-4f08-b97b-0c37f877119f" providerId="ADAL" clId="{2C5724D6-962A-4BB5-B62E-9C76E04FD5FB}" dt="2025-07-26T18:21:39.451" v="102" actId="1076"/>
          <ac:picMkLst>
            <pc:docMk/>
            <pc:sldMk cId="0" sldId="280"/>
            <ac:picMk id="5" creationId="{00000000-0000-0000-0000-000000000000}"/>
          </ac:picMkLst>
        </pc:picChg>
      </pc:sldChg>
      <pc:sldChg chg="modSp mod chgLayout">
        <pc:chgData name="Mohammed Fasha" userId="cc64f42d-a1a6-4f08-b97b-0c37f877119f" providerId="ADAL" clId="{2C5724D6-962A-4BB5-B62E-9C76E04FD5FB}" dt="2025-07-26T18:21:59.792" v="112" actId="27636"/>
        <pc:sldMkLst>
          <pc:docMk/>
          <pc:sldMk cId="0" sldId="281"/>
        </pc:sldMkLst>
        <pc:spChg chg="mod ord">
          <ac:chgData name="Mohammed Fasha" userId="cc64f42d-a1a6-4f08-b97b-0c37f877119f" providerId="ADAL" clId="{2C5724D6-962A-4BB5-B62E-9C76E04FD5FB}" dt="2025-07-26T18:21:56.186" v="109" actId="700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Mohammed Fasha" userId="cc64f42d-a1a6-4f08-b97b-0c37f877119f" providerId="ADAL" clId="{2C5724D6-962A-4BB5-B62E-9C76E04FD5FB}" dt="2025-07-26T18:21:59.792" v="112" actId="27636"/>
          <ac:spMkLst>
            <pc:docMk/>
            <pc:sldMk cId="0" sldId="281"/>
            <ac:spMk id="6" creationId="{EB8485EF-5B2E-B9FA-D743-D618D652D00C}"/>
          </ac:spMkLst>
        </pc:spChg>
        <pc:picChg chg="mod">
          <ac:chgData name="Mohammed Fasha" userId="cc64f42d-a1a6-4f08-b97b-0c37f877119f" providerId="ADAL" clId="{2C5724D6-962A-4BB5-B62E-9C76E04FD5FB}" dt="2025-07-26T18:21:52.589" v="108" actId="1076"/>
          <ac:picMkLst>
            <pc:docMk/>
            <pc:sldMk cId="0" sldId="281"/>
            <ac:picMk id="4" creationId="{00000000-0000-0000-0000-000000000000}"/>
          </ac:picMkLst>
        </pc:picChg>
        <pc:picChg chg="mod">
          <ac:chgData name="Mohammed Fasha" userId="cc64f42d-a1a6-4f08-b97b-0c37f877119f" providerId="ADAL" clId="{2C5724D6-962A-4BB5-B62E-9C76E04FD5FB}" dt="2025-07-26T18:21:50.890" v="107" actId="1076"/>
          <ac:picMkLst>
            <pc:docMk/>
            <pc:sldMk cId="0" sldId="281"/>
            <ac:picMk id="5" creationId="{00000000-0000-0000-0000-000000000000}"/>
          </ac:picMkLst>
        </pc:picChg>
      </pc:sldChg>
      <pc:sldChg chg="modSp mod chgLayout">
        <pc:chgData name="Mohammed Fasha" userId="cc64f42d-a1a6-4f08-b97b-0c37f877119f" providerId="ADAL" clId="{2C5724D6-962A-4BB5-B62E-9C76E04FD5FB}" dt="2025-07-26T18:22:37.398" v="121" actId="27636"/>
        <pc:sldMkLst>
          <pc:docMk/>
          <pc:sldMk cId="0" sldId="282"/>
        </pc:sldMkLst>
        <pc:spChg chg="mod ord">
          <ac:chgData name="Mohammed Fasha" userId="cc64f42d-a1a6-4f08-b97b-0c37f877119f" providerId="ADAL" clId="{2C5724D6-962A-4BB5-B62E-9C76E04FD5FB}" dt="2025-07-26T18:22:31.784" v="118" actId="700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Mohammed Fasha" userId="cc64f42d-a1a6-4f08-b97b-0c37f877119f" providerId="ADAL" clId="{2C5724D6-962A-4BB5-B62E-9C76E04FD5FB}" dt="2025-07-26T18:22:37.398" v="121" actId="27636"/>
          <ac:spMkLst>
            <pc:docMk/>
            <pc:sldMk cId="0" sldId="282"/>
            <ac:spMk id="7" creationId="{3951CDAE-FE5A-5CF3-E54D-996CD266DF38}"/>
          </ac:spMkLst>
        </pc:spChg>
        <pc:picChg chg="mod">
          <ac:chgData name="Mohammed Fasha" userId="cc64f42d-a1a6-4f08-b97b-0c37f877119f" providerId="ADAL" clId="{2C5724D6-962A-4BB5-B62E-9C76E04FD5FB}" dt="2025-07-26T18:22:28.198" v="117" actId="1076"/>
          <ac:picMkLst>
            <pc:docMk/>
            <pc:sldMk cId="0" sldId="282"/>
            <ac:picMk id="4" creationId="{00000000-0000-0000-0000-000000000000}"/>
          </ac:picMkLst>
        </pc:picChg>
        <pc:picChg chg="mod">
          <ac:chgData name="Mohammed Fasha" userId="cc64f42d-a1a6-4f08-b97b-0c37f877119f" providerId="ADAL" clId="{2C5724D6-962A-4BB5-B62E-9C76E04FD5FB}" dt="2025-07-26T18:22:25.656" v="116" actId="1076"/>
          <ac:picMkLst>
            <pc:docMk/>
            <pc:sldMk cId="0" sldId="282"/>
            <ac:picMk id="5" creationId="{00000000-0000-0000-0000-000000000000}"/>
          </ac:picMkLst>
        </pc:picChg>
        <pc:picChg chg="mod">
          <ac:chgData name="Mohammed Fasha" userId="cc64f42d-a1a6-4f08-b97b-0c37f877119f" providerId="ADAL" clId="{2C5724D6-962A-4BB5-B62E-9C76E04FD5FB}" dt="2025-07-26T18:22:23.547" v="115" actId="1076"/>
          <ac:picMkLst>
            <pc:docMk/>
            <pc:sldMk cId="0" sldId="282"/>
            <ac:picMk id="6" creationId="{00000000-0000-0000-0000-000000000000}"/>
          </ac:picMkLst>
        </pc:picChg>
      </pc:sldChg>
      <pc:sldChg chg="modSp mod">
        <pc:chgData name="Mohammed Fasha" userId="cc64f42d-a1a6-4f08-b97b-0c37f877119f" providerId="ADAL" clId="{2C5724D6-962A-4BB5-B62E-9C76E04FD5FB}" dt="2025-07-27T08:45:02.950" v="563" actId="14100"/>
        <pc:sldMkLst>
          <pc:docMk/>
          <pc:sldMk cId="1180887711" sldId="283"/>
        </pc:sldMkLst>
        <pc:picChg chg="mod">
          <ac:chgData name="Mohammed Fasha" userId="cc64f42d-a1a6-4f08-b97b-0c37f877119f" providerId="ADAL" clId="{2C5724D6-962A-4BB5-B62E-9C76E04FD5FB}" dt="2025-07-27T08:45:02.950" v="563" actId="14100"/>
          <ac:picMkLst>
            <pc:docMk/>
            <pc:sldMk cId="1180887711" sldId="283"/>
            <ac:picMk id="20" creationId="{842D6109-309C-0C16-24AA-D861D462313C}"/>
          </ac:picMkLst>
        </pc:picChg>
      </pc:sldChg>
      <pc:sldChg chg="addSp delSp modSp mod">
        <pc:chgData name="Mohammed Fasha" userId="cc64f42d-a1a6-4f08-b97b-0c37f877119f" providerId="ADAL" clId="{2C5724D6-962A-4BB5-B62E-9C76E04FD5FB}" dt="2025-07-27T08:54:16.660" v="623"/>
        <pc:sldMkLst>
          <pc:docMk/>
          <pc:sldMk cId="3902878762" sldId="284"/>
        </pc:sldMkLst>
        <pc:spChg chg="mod">
          <ac:chgData name="Mohammed Fasha" userId="cc64f42d-a1a6-4f08-b97b-0c37f877119f" providerId="ADAL" clId="{2C5724D6-962A-4BB5-B62E-9C76E04FD5FB}" dt="2025-07-27T08:54:16.660" v="623"/>
          <ac:spMkLst>
            <pc:docMk/>
            <pc:sldMk cId="3902878762" sldId="284"/>
            <ac:spMk id="2" creationId="{28AF675C-3963-4D6A-1306-49A13120C036}"/>
          </ac:spMkLst>
        </pc:spChg>
        <pc:spChg chg="add del mod">
          <ac:chgData name="Mohammed Fasha" userId="cc64f42d-a1a6-4f08-b97b-0c37f877119f" providerId="ADAL" clId="{2C5724D6-962A-4BB5-B62E-9C76E04FD5FB}" dt="2025-07-27T08:53:28.840" v="617" actId="22"/>
          <ac:spMkLst>
            <pc:docMk/>
            <pc:sldMk cId="3902878762" sldId="284"/>
            <ac:spMk id="4" creationId="{42EBDD07-0ABB-6E45-BD86-483CC448372B}"/>
          </ac:spMkLst>
        </pc:spChg>
        <pc:picChg chg="del mod">
          <ac:chgData name="Mohammed Fasha" userId="cc64f42d-a1a6-4f08-b97b-0c37f877119f" providerId="ADAL" clId="{2C5724D6-962A-4BB5-B62E-9C76E04FD5FB}" dt="2025-07-27T08:50:55.147" v="616" actId="21"/>
          <ac:picMkLst>
            <pc:docMk/>
            <pc:sldMk cId="3902878762" sldId="284"/>
            <ac:picMk id="5" creationId="{A95C5826-1816-6A55-9BE7-F70077964440}"/>
          </ac:picMkLst>
        </pc:picChg>
        <pc:picChg chg="add mod ord">
          <ac:chgData name="Mohammed Fasha" userId="cc64f42d-a1a6-4f08-b97b-0c37f877119f" providerId="ADAL" clId="{2C5724D6-962A-4BB5-B62E-9C76E04FD5FB}" dt="2025-07-27T08:53:34.202" v="618" actId="1076"/>
          <ac:picMkLst>
            <pc:docMk/>
            <pc:sldMk cId="3902878762" sldId="284"/>
            <ac:picMk id="7" creationId="{1D6EAB4A-C9EE-F73F-751D-CC60549D3FD8}"/>
          </ac:picMkLst>
        </pc:picChg>
        <pc:picChg chg="add mod">
          <ac:chgData name="Mohammed Fasha" userId="cc64f42d-a1a6-4f08-b97b-0c37f877119f" providerId="ADAL" clId="{2C5724D6-962A-4BB5-B62E-9C76E04FD5FB}" dt="2025-07-27T08:54:10.144" v="622" actId="1076"/>
          <ac:picMkLst>
            <pc:docMk/>
            <pc:sldMk cId="3902878762" sldId="284"/>
            <ac:picMk id="9" creationId="{0CFCCFC6-5138-49FE-4214-8143A1A1EB2C}"/>
          </ac:picMkLst>
        </pc:picChg>
      </pc:sldChg>
      <pc:sldChg chg="add del">
        <pc:chgData name="Mohammed Fasha" userId="cc64f42d-a1a6-4f08-b97b-0c37f877119f" providerId="ADAL" clId="{2C5724D6-962A-4BB5-B62E-9C76E04FD5FB}" dt="2025-07-26T18:26:11.548" v="123" actId="2696"/>
        <pc:sldMkLst>
          <pc:docMk/>
          <pc:sldMk cId="22495289" sldId="315"/>
        </pc:sldMkLst>
      </pc:sldChg>
      <pc:sldChg chg="add">
        <pc:chgData name="Mohammed Fasha" userId="cc64f42d-a1a6-4f08-b97b-0c37f877119f" providerId="ADAL" clId="{2C5724D6-962A-4BB5-B62E-9C76E04FD5FB}" dt="2025-07-26T18:26:19.193" v="124"/>
        <pc:sldMkLst>
          <pc:docMk/>
          <pc:sldMk cId="2691600374" sldId="315"/>
        </pc:sldMkLst>
      </pc:sldChg>
      <pc:sldChg chg="modSp mod">
        <pc:chgData name="Mohammed Fasha" userId="cc64f42d-a1a6-4f08-b97b-0c37f877119f" providerId="ADAL" clId="{2C5724D6-962A-4BB5-B62E-9C76E04FD5FB}" dt="2025-07-26T19:40:11.861" v="470" actId="20577"/>
        <pc:sldMkLst>
          <pc:docMk/>
          <pc:sldMk cId="323566195" sldId="323"/>
        </pc:sldMkLst>
        <pc:spChg chg="mod">
          <ac:chgData name="Mohammed Fasha" userId="cc64f42d-a1a6-4f08-b97b-0c37f877119f" providerId="ADAL" clId="{2C5724D6-962A-4BB5-B62E-9C76E04FD5FB}" dt="2025-07-26T19:40:11.861" v="470" actId="20577"/>
          <ac:spMkLst>
            <pc:docMk/>
            <pc:sldMk cId="323566195" sldId="323"/>
            <ac:spMk id="2" creationId="{595498DF-D91B-3039-6A35-B1D5FAB6D692}"/>
          </ac:spMkLst>
        </pc:spChg>
      </pc:sldChg>
      <pc:sldChg chg="del">
        <pc:chgData name="Mohammed Fasha" userId="cc64f42d-a1a6-4f08-b97b-0c37f877119f" providerId="ADAL" clId="{2C5724D6-962A-4BB5-B62E-9C76E04FD5FB}" dt="2025-07-26T19:45:11.023" v="521" actId="2696"/>
        <pc:sldMkLst>
          <pc:docMk/>
          <pc:sldMk cId="1195465549" sldId="325"/>
        </pc:sldMkLst>
      </pc:sldChg>
      <pc:sldChg chg="modSp">
        <pc:chgData name="Mohammed Fasha" userId="cc64f42d-a1a6-4f08-b97b-0c37f877119f" providerId="ADAL" clId="{2C5724D6-962A-4BB5-B62E-9C76E04FD5FB}" dt="2025-07-26T20:03:52.352" v="523" actId="1076"/>
        <pc:sldMkLst>
          <pc:docMk/>
          <pc:sldMk cId="932796301" sldId="328"/>
        </pc:sldMkLst>
        <pc:picChg chg="mod">
          <ac:chgData name="Mohammed Fasha" userId="cc64f42d-a1a6-4f08-b97b-0c37f877119f" providerId="ADAL" clId="{2C5724D6-962A-4BB5-B62E-9C76E04FD5FB}" dt="2025-07-26T20:03:52.352" v="523" actId="1076"/>
          <ac:picMkLst>
            <pc:docMk/>
            <pc:sldMk cId="932796301" sldId="328"/>
            <ac:picMk id="4098" creationId="{0CAA22BE-1351-B1A5-188C-DD41EC29B52D}"/>
          </ac:picMkLst>
        </pc:picChg>
      </pc:sldChg>
      <pc:sldChg chg="modSp mod">
        <pc:chgData name="Mohammed Fasha" userId="cc64f42d-a1a6-4f08-b97b-0c37f877119f" providerId="ADAL" clId="{2C5724D6-962A-4BB5-B62E-9C76E04FD5FB}" dt="2025-07-27T08:54:16.735" v="624" actId="27636"/>
        <pc:sldMkLst>
          <pc:docMk/>
          <pc:sldMk cId="3366111495" sldId="329"/>
        </pc:sldMkLst>
        <pc:spChg chg="mod">
          <ac:chgData name="Mohammed Fasha" userId="cc64f42d-a1a6-4f08-b97b-0c37f877119f" providerId="ADAL" clId="{2C5724D6-962A-4BB5-B62E-9C76E04FD5FB}" dt="2025-07-27T08:54:16.735" v="624" actId="27636"/>
          <ac:spMkLst>
            <pc:docMk/>
            <pc:sldMk cId="3366111495" sldId="329"/>
            <ac:spMk id="3" creationId="{9D118BE8-48E4-84B1-F7A3-AE58B873B879}"/>
          </ac:spMkLst>
        </pc:spChg>
        <pc:picChg chg="mod">
          <ac:chgData name="Mohammed Fasha" userId="cc64f42d-a1a6-4f08-b97b-0c37f877119f" providerId="ADAL" clId="{2C5724D6-962A-4BB5-B62E-9C76E04FD5FB}" dt="2025-07-26T18:19:18.330" v="83" actId="27636"/>
          <ac:picMkLst>
            <pc:docMk/>
            <pc:sldMk cId="3366111495" sldId="329"/>
            <ac:picMk id="5122" creationId="{9029A929-644F-B232-0F2F-8E746CA5A374}"/>
          </ac:picMkLst>
        </pc:picChg>
      </pc:sldChg>
      <pc:sldChg chg="ord">
        <pc:chgData name="Mohammed Fasha" userId="cc64f42d-a1a6-4f08-b97b-0c37f877119f" providerId="ADAL" clId="{2C5724D6-962A-4BB5-B62E-9C76E04FD5FB}" dt="2025-07-26T19:44:35.963" v="520"/>
        <pc:sldMkLst>
          <pc:docMk/>
          <pc:sldMk cId="2275966120" sldId="334"/>
        </pc:sldMkLst>
      </pc:sldChg>
      <pc:sldChg chg="modSp mod">
        <pc:chgData name="Mohammed Fasha" userId="cc64f42d-a1a6-4f08-b97b-0c37f877119f" providerId="ADAL" clId="{2C5724D6-962A-4BB5-B62E-9C76E04FD5FB}" dt="2025-07-26T18:20:36.563" v="92" actId="113"/>
        <pc:sldMkLst>
          <pc:docMk/>
          <pc:sldMk cId="4251754830" sldId="335"/>
        </pc:sldMkLst>
        <pc:spChg chg="mod">
          <ac:chgData name="Mohammed Fasha" userId="cc64f42d-a1a6-4f08-b97b-0c37f877119f" providerId="ADAL" clId="{2C5724D6-962A-4BB5-B62E-9C76E04FD5FB}" dt="2025-07-26T18:20:36.563" v="92" actId="113"/>
          <ac:spMkLst>
            <pc:docMk/>
            <pc:sldMk cId="4251754830" sldId="335"/>
            <ac:spMk id="2" creationId="{880BEA05-F32B-B175-AA7B-47CBCB32C4E0}"/>
          </ac:spMkLst>
        </pc:spChg>
      </pc:sldChg>
      <pc:sldChg chg="modSp mod">
        <pc:chgData name="Mohammed Fasha" userId="cc64f42d-a1a6-4f08-b97b-0c37f877119f" providerId="ADAL" clId="{2C5724D6-962A-4BB5-B62E-9C76E04FD5FB}" dt="2025-07-26T18:26:32.023" v="126" actId="5793"/>
        <pc:sldMkLst>
          <pc:docMk/>
          <pc:sldMk cId="2914298022" sldId="336"/>
        </pc:sldMkLst>
        <pc:spChg chg="mod">
          <ac:chgData name="Mohammed Fasha" userId="cc64f42d-a1a6-4f08-b97b-0c37f877119f" providerId="ADAL" clId="{2C5724D6-962A-4BB5-B62E-9C76E04FD5FB}" dt="2025-07-26T18:26:32.023" v="126" actId="5793"/>
          <ac:spMkLst>
            <pc:docMk/>
            <pc:sldMk cId="2914298022" sldId="336"/>
            <ac:spMk id="3" creationId="{01C6437A-A221-4888-A133-89AFA711B850}"/>
          </ac:spMkLst>
        </pc:spChg>
      </pc:sldChg>
      <pc:sldChg chg="addSp delSp modSp del mod">
        <pc:chgData name="Mohammed Fasha" userId="cc64f42d-a1a6-4f08-b97b-0c37f877119f" providerId="ADAL" clId="{2C5724D6-962A-4BB5-B62E-9C76E04FD5FB}" dt="2025-07-26T18:28:09.901" v="140" actId="2696"/>
        <pc:sldMkLst>
          <pc:docMk/>
          <pc:sldMk cId="2164727706" sldId="337"/>
        </pc:sldMkLst>
      </pc:sldChg>
      <pc:sldChg chg="addSp modSp mod">
        <pc:chgData name="Mohammed Fasha" userId="cc64f42d-a1a6-4f08-b97b-0c37f877119f" providerId="ADAL" clId="{2C5724D6-962A-4BB5-B62E-9C76E04FD5FB}" dt="2025-07-26T20:05:03.779" v="529" actId="790"/>
        <pc:sldMkLst>
          <pc:docMk/>
          <pc:sldMk cId="78335346" sldId="343"/>
        </pc:sldMkLst>
        <pc:spChg chg="add mod">
          <ac:chgData name="Mohammed Fasha" userId="cc64f42d-a1a6-4f08-b97b-0c37f877119f" providerId="ADAL" clId="{2C5724D6-962A-4BB5-B62E-9C76E04FD5FB}" dt="2025-07-26T20:05:03.779" v="529" actId="790"/>
          <ac:spMkLst>
            <pc:docMk/>
            <pc:sldMk cId="78335346" sldId="343"/>
            <ac:spMk id="3" creationId="{0874E313-B8F4-4CC1-A604-3C82F5A688A3}"/>
          </ac:spMkLst>
        </pc:spChg>
        <pc:spChg chg="mod">
          <ac:chgData name="Mohammed Fasha" userId="cc64f42d-a1a6-4f08-b97b-0c37f877119f" providerId="ADAL" clId="{2C5724D6-962A-4BB5-B62E-9C76E04FD5FB}" dt="2025-07-26T18:27:23.125" v="127" actId="1076"/>
          <ac:spMkLst>
            <pc:docMk/>
            <pc:sldMk cId="78335346" sldId="343"/>
            <ac:spMk id="8" creationId="{6937C874-4F20-4FF7-8AA0-5588E59D195C}"/>
          </ac:spMkLst>
        </pc:spChg>
      </pc:sldChg>
      <pc:sldChg chg="modSp mod">
        <pc:chgData name="Mohammed Fasha" userId="cc64f42d-a1a6-4f08-b97b-0c37f877119f" providerId="ADAL" clId="{2C5724D6-962A-4BB5-B62E-9C76E04FD5FB}" dt="2025-07-26T20:04:40.233" v="528" actId="20577"/>
        <pc:sldMkLst>
          <pc:docMk/>
          <pc:sldMk cId="1605944735" sldId="345"/>
        </pc:sldMkLst>
      </pc:sldChg>
      <pc:sldChg chg="addSp delSp modSp new mod">
        <pc:chgData name="Mohammed Fasha" userId="cc64f42d-a1a6-4f08-b97b-0c37f877119f" providerId="ADAL" clId="{2C5724D6-962A-4BB5-B62E-9C76E04FD5FB}" dt="2025-07-26T19:15:58.020" v="204" actId="27636"/>
        <pc:sldMkLst>
          <pc:docMk/>
          <pc:sldMk cId="1026122330" sldId="346"/>
        </pc:sldMkLst>
        <pc:spChg chg="mod">
          <ac:chgData name="Mohammed Fasha" userId="cc64f42d-a1a6-4f08-b97b-0c37f877119f" providerId="ADAL" clId="{2C5724D6-962A-4BB5-B62E-9C76E04FD5FB}" dt="2025-07-26T19:15:50.320" v="201" actId="113"/>
          <ac:spMkLst>
            <pc:docMk/>
            <pc:sldMk cId="1026122330" sldId="346"/>
            <ac:spMk id="2" creationId="{170D6F9A-2348-B360-8E14-0C3C944FDD82}"/>
          </ac:spMkLst>
        </pc:spChg>
        <pc:spChg chg="add del mod">
          <ac:chgData name="Mohammed Fasha" userId="cc64f42d-a1a6-4f08-b97b-0c37f877119f" providerId="ADAL" clId="{2C5724D6-962A-4BB5-B62E-9C76E04FD5FB}" dt="2025-07-26T19:15:58.020" v="204" actId="27636"/>
          <ac:spMkLst>
            <pc:docMk/>
            <pc:sldMk cId="1026122330" sldId="346"/>
            <ac:spMk id="3" creationId="{F6F16E01-2357-57A8-F73D-5B0A21E0FEEE}"/>
          </ac:spMkLst>
        </pc:spChg>
      </pc:sldChg>
      <pc:sldChg chg="addSp delSp modSp new mod">
        <pc:chgData name="Mohammed Fasha" userId="cc64f42d-a1a6-4f08-b97b-0c37f877119f" providerId="ADAL" clId="{2C5724D6-962A-4BB5-B62E-9C76E04FD5FB}" dt="2025-07-26T19:25:49.193" v="419" actId="21"/>
        <pc:sldMkLst>
          <pc:docMk/>
          <pc:sldMk cId="3339569234" sldId="347"/>
        </pc:sldMkLst>
        <pc:spChg chg="mod">
          <ac:chgData name="Mohammed Fasha" userId="cc64f42d-a1a6-4f08-b97b-0c37f877119f" providerId="ADAL" clId="{2C5724D6-962A-4BB5-B62E-9C76E04FD5FB}" dt="2025-07-26T19:25:49.193" v="419" actId="21"/>
          <ac:spMkLst>
            <pc:docMk/>
            <pc:sldMk cId="3339569234" sldId="347"/>
            <ac:spMk id="2" creationId="{FCF00CDB-1A99-D735-46CE-D6D8E3926B47}"/>
          </ac:spMkLst>
        </pc:spChg>
        <pc:spChg chg="add mod">
          <ac:chgData name="Mohammed Fasha" userId="cc64f42d-a1a6-4f08-b97b-0c37f877119f" providerId="ADAL" clId="{2C5724D6-962A-4BB5-B62E-9C76E04FD5FB}" dt="2025-07-26T19:22:18.150" v="330" actId="1076"/>
          <ac:spMkLst>
            <pc:docMk/>
            <pc:sldMk cId="3339569234" sldId="347"/>
            <ac:spMk id="4" creationId="{A6EEA6C2-C8BF-56C5-0A56-555B6FC2D414}"/>
          </ac:spMkLst>
        </pc:spChg>
        <pc:spChg chg="add mod">
          <ac:chgData name="Mohammed Fasha" userId="cc64f42d-a1a6-4f08-b97b-0c37f877119f" providerId="ADAL" clId="{2C5724D6-962A-4BB5-B62E-9C76E04FD5FB}" dt="2025-07-26T19:22:00.935" v="326" actId="404"/>
          <ac:spMkLst>
            <pc:docMk/>
            <pc:sldMk cId="3339569234" sldId="347"/>
            <ac:spMk id="12" creationId="{E767932F-5902-8068-D309-FE5368A3D76E}"/>
          </ac:spMkLst>
        </pc:spChg>
      </pc:sldChg>
      <pc:sldChg chg="addSp modSp new mod">
        <pc:chgData name="Mohammed Fasha" userId="cc64f42d-a1a6-4f08-b97b-0c37f877119f" providerId="ADAL" clId="{2C5724D6-962A-4BB5-B62E-9C76E04FD5FB}" dt="2025-07-26T19:26:33.335" v="429" actId="1076"/>
        <pc:sldMkLst>
          <pc:docMk/>
          <pc:sldMk cId="4267104251" sldId="348"/>
        </pc:sldMkLst>
        <pc:spChg chg="mod">
          <ac:chgData name="Mohammed Fasha" userId="cc64f42d-a1a6-4f08-b97b-0c37f877119f" providerId="ADAL" clId="{2C5724D6-962A-4BB5-B62E-9C76E04FD5FB}" dt="2025-07-26T19:25:52.251" v="420"/>
          <ac:spMkLst>
            <pc:docMk/>
            <pc:sldMk cId="4267104251" sldId="348"/>
            <ac:spMk id="2" creationId="{1044ABED-DC71-E5BD-65F8-3FBE7C0FCD93}"/>
          </ac:spMkLst>
        </pc:spChg>
        <pc:spChg chg="mod">
          <ac:chgData name="Mohammed Fasha" userId="cc64f42d-a1a6-4f08-b97b-0c37f877119f" providerId="ADAL" clId="{2C5724D6-962A-4BB5-B62E-9C76E04FD5FB}" dt="2025-07-26T19:26:28.754" v="428" actId="14100"/>
          <ac:spMkLst>
            <pc:docMk/>
            <pc:sldMk cId="4267104251" sldId="348"/>
            <ac:spMk id="3" creationId="{938296C8-8E28-572F-1F9E-9B2873D0EFD1}"/>
          </ac:spMkLst>
        </pc:spChg>
        <pc:spChg chg="add mod">
          <ac:chgData name="Mohammed Fasha" userId="cc64f42d-a1a6-4f08-b97b-0c37f877119f" providerId="ADAL" clId="{2C5724D6-962A-4BB5-B62E-9C76E04FD5FB}" dt="2025-07-26T19:26:33.335" v="429" actId="1076"/>
          <ac:spMkLst>
            <pc:docMk/>
            <pc:sldMk cId="4267104251" sldId="348"/>
            <ac:spMk id="7" creationId="{93458626-ACAE-987F-4656-5A72386887EE}"/>
          </ac:spMkLst>
        </pc:spChg>
      </pc:sldChg>
      <pc:sldChg chg="addSp delSp modSp new mod ord modClrScheme chgLayout">
        <pc:chgData name="Mohammed Fasha" userId="cc64f42d-a1a6-4f08-b97b-0c37f877119f" providerId="ADAL" clId="{2C5724D6-962A-4BB5-B62E-9C76E04FD5FB}" dt="2025-07-26T20:08:42.842" v="561" actId="14734"/>
        <pc:sldMkLst>
          <pc:docMk/>
          <pc:sldMk cId="1415635931" sldId="349"/>
        </pc:sldMkLst>
        <pc:spChg chg="add mod ord">
          <ac:chgData name="Mohammed Fasha" userId="cc64f42d-a1a6-4f08-b97b-0c37f877119f" providerId="ADAL" clId="{2C5724D6-962A-4BB5-B62E-9C76E04FD5FB}" dt="2025-07-26T19:41:29.868" v="512" actId="20577"/>
          <ac:spMkLst>
            <pc:docMk/>
            <pc:sldMk cId="1415635931" sldId="349"/>
            <ac:spMk id="4" creationId="{334C8CC7-78EF-4A0E-A00B-57725A4E1CF0}"/>
          </ac:spMkLst>
        </pc:spChg>
        <pc:graphicFrameChg chg="add mod modGraphic">
          <ac:chgData name="Mohammed Fasha" userId="cc64f42d-a1a6-4f08-b97b-0c37f877119f" providerId="ADAL" clId="{2C5724D6-962A-4BB5-B62E-9C76E04FD5FB}" dt="2025-07-26T20:08:42.842" v="561" actId="14734"/>
          <ac:graphicFrameMkLst>
            <pc:docMk/>
            <pc:sldMk cId="1415635931" sldId="349"/>
            <ac:graphicFrameMk id="6" creationId="{E13A4C29-0209-FE53-12D8-C68FEFCD6AC6}"/>
          </ac:graphicFrameMkLst>
        </pc:graphicFrameChg>
      </pc:sldChg>
      <pc:sldChg chg="addSp delSp modSp new mod">
        <pc:chgData name="Mohammed Fasha" userId="cc64f42d-a1a6-4f08-b97b-0c37f877119f" providerId="ADAL" clId="{2C5724D6-962A-4BB5-B62E-9C76E04FD5FB}" dt="2025-07-27T08:50:49.198" v="615" actId="1076"/>
        <pc:sldMkLst>
          <pc:docMk/>
          <pc:sldMk cId="1628564671" sldId="350"/>
        </pc:sldMkLst>
        <pc:spChg chg="mod">
          <ac:chgData name="Mohammed Fasha" userId="cc64f42d-a1a6-4f08-b97b-0c37f877119f" providerId="ADAL" clId="{2C5724D6-962A-4BB5-B62E-9C76E04FD5FB}" dt="2025-07-27T08:50:43.999" v="614" actId="20577"/>
          <ac:spMkLst>
            <pc:docMk/>
            <pc:sldMk cId="1628564671" sldId="350"/>
            <ac:spMk id="2" creationId="{1A35D340-29FC-02B2-01E5-4EFF174FECBC}"/>
          </ac:spMkLst>
        </pc:spChg>
        <pc:spChg chg="del">
          <ac:chgData name="Mohammed Fasha" userId="cc64f42d-a1a6-4f08-b97b-0c37f877119f" providerId="ADAL" clId="{2C5724D6-962A-4BB5-B62E-9C76E04FD5FB}" dt="2025-07-27T08:47:25.116" v="565" actId="22"/>
          <ac:spMkLst>
            <pc:docMk/>
            <pc:sldMk cId="1628564671" sldId="350"/>
            <ac:spMk id="3" creationId="{72B4D06C-395F-9982-2C2B-F06E4345F2C4}"/>
          </ac:spMkLst>
        </pc:spChg>
        <pc:spChg chg="add del mod">
          <ac:chgData name="Mohammed Fasha" userId="cc64f42d-a1a6-4f08-b97b-0c37f877119f" providerId="ADAL" clId="{2C5724D6-962A-4BB5-B62E-9C76E04FD5FB}" dt="2025-07-27T08:50:15.705" v="568" actId="22"/>
          <ac:spMkLst>
            <pc:docMk/>
            <pc:sldMk cId="1628564671" sldId="350"/>
            <ac:spMk id="7" creationId="{EE2D644A-5BBB-ACF7-917E-F322896F178F}"/>
          </ac:spMkLst>
        </pc:spChg>
        <pc:spChg chg="add del mod">
          <ac:chgData name="Mohammed Fasha" userId="cc64f42d-a1a6-4f08-b97b-0c37f877119f" providerId="ADAL" clId="{2C5724D6-962A-4BB5-B62E-9C76E04FD5FB}" dt="2025-07-27T08:50:35.018" v="571" actId="22"/>
          <ac:spMkLst>
            <pc:docMk/>
            <pc:sldMk cId="1628564671" sldId="350"/>
            <ac:spMk id="11" creationId="{8E1F58D3-5B1D-25DF-3220-311311278BCF}"/>
          </ac:spMkLst>
        </pc:spChg>
        <pc:picChg chg="add del mod ord">
          <ac:chgData name="Mohammed Fasha" userId="cc64f42d-a1a6-4f08-b97b-0c37f877119f" providerId="ADAL" clId="{2C5724D6-962A-4BB5-B62E-9C76E04FD5FB}" dt="2025-07-27T08:50:12.934" v="567" actId="478"/>
          <ac:picMkLst>
            <pc:docMk/>
            <pc:sldMk cId="1628564671" sldId="350"/>
            <ac:picMk id="5" creationId="{90153D7A-91F9-131B-9387-28BF53BB219C}"/>
          </ac:picMkLst>
        </pc:picChg>
        <pc:picChg chg="add del mod ord">
          <ac:chgData name="Mohammed Fasha" userId="cc64f42d-a1a6-4f08-b97b-0c37f877119f" providerId="ADAL" clId="{2C5724D6-962A-4BB5-B62E-9C76E04FD5FB}" dt="2025-07-27T08:50:33.359" v="570" actId="478"/>
          <ac:picMkLst>
            <pc:docMk/>
            <pc:sldMk cId="1628564671" sldId="350"/>
            <ac:picMk id="9" creationId="{8FE1D467-6513-E5B0-F0E0-3F7EB2C92F23}"/>
          </ac:picMkLst>
        </pc:picChg>
        <pc:picChg chg="add mod ord">
          <ac:chgData name="Mohammed Fasha" userId="cc64f42d-a1a6-4f08-b97b-0c37f877119f" providerId="ADAL" clId="{2C5724D6-962A-4BB5-B62E-9C76E04FD5FB}" dt="2025-07-27T08:50:49.198" v="615" actId="1076"/>
          <ac:picMkLst>
            <pc:docMk/>
            <pc:sldMk cId="1628564671" sldId="350"/>
            <ac:picMk id="13" creationId="{998C2C00-2F9B-B9B5-A7EF-72072E66383A}"/>
          </ac:picMkLst>
        </pc:picChg>
      </pc:sldChg>
      <pc:sldChg chg="modSp add del mod ord">
        <pc:chgData name="Mohammed Fasha" userId="cc64f42d-a1a6-4f08-b97b-0c37f877119f" providerId="ADAL" clId="{2C5724D6-962A-4BB5-B62E-9C76E04FD5FB}" dt="2025-07-26T20:06:51.577" v="551" actId="2696"/>
        <pc:sldMkLst>
          <pc:docMk/>
          <pc:sldMk cId="2432870720" sldId="350"/>
        </pc:sldMkLst>
      </pc:sldChg>
      <pc:sldChg chg="addSp modSp new mod">
        <pc:chgData name="Mohammed Fasha" userId="cc64f42d-a1a6-4f08-b97b-0c37f877119f" providerId="ADAL" clId="{2C5724D6-962A-4BB5-B62E-9C76E04FD5FB}" dt="2025-07-27T08:59:51.793" v="728" actId="5793"/>
        <pc:sldMkLst>
          <pc:docMk/>
          <pc:sldMk cId="3013824090" sldId="351"/>
        </pc:sldMkLst>
        <pc:spChg chg="mod">
          <ac:chgData name="Mohammed Fasha" userId="cc64f42d-a1a6-4f08-b97b-0c37f877119f" providerId="ADAL" clId="{2C5724D6-962A-4BB5-B62E-9C76E04FD5FB}" dt="2025-07-27T08:56:42.281" v="706"/>
          <ac:spMkLst>
            <pc:docMk/>
            <pc:sldMk cId="3013824090" sldId="351"/>
            <ac:spMk id="2" creationId="{E86ADCCE-C39E-7D9B-CE74-1605D56148CE}"/>
          </ac:spMkLst>
        </pc:spChg>
        <pc:spChg chg="mod">
          <ac:chgData name="Mohammed Fasha" userId="cc64f42d-a1a6-4f08-b97b-0c37f877119f" providerId="ADAL" clId="{2C5724D6-962A-4BB5-B62E-9C76E04FD5FB}" dt="2025-07-27T08:59:51.793" v="728" actId="5793"/>
          <ac:spMkLst>
            <pc:docMk/>
            <pc:sldMk cId="3013824090" sldId="351"/>
            <ac:spMk id="3" creationId="{38F0107B-6F7F-057A-3C8C-2B5A0C148560}"/>
          </ac:spMkLst>
        </pc:spChg>
        <pc:spChg chg="add mod">
          <ac:chgData name="Mohammed Fasha" userId="cc64f42d-a1a6-4f08-b97b-0c37f877119f" providerId="ADAL" clId="{2C5724D6-962A-4BB5-B62E-9C76E04FD5FB}" dt="2025-07-27T08:57:04.451" v="709" actId="1076"/>
          <ac:spMkLst>
            <pc:docMk/>
            <pc:sldMk cId="3013824090" sldId="351"/>
            <ac:spMk id="6" creationId="{616986F2-750C-24DA-DB71-A1B82BF1EAB5}"/>
          </ac:spMkLst>
        </pc:spChg>
        <pc:spChg chg="add mod">
          <ac:chgData name="Mohammed Fasha" userId="cc64f42d-a1a6-4f08-b97b-0c37f877119f" providerId="ADAL" clId="{2C5724D6-962A-4BB5-B62E-9C76E04FD5FB}" dt="2025-07-27T08:57:04.451" v="709" actId="1076"/>
          <ac:spMkLst>
            <pc:docMk/>
            <pc:sldMk cId="3013824090" sldId="351"/>
            <ac:spMk id="7" creationId="{D0BA59AA-3F91-75D6-F129-80F985C7FC48}"/>
          </ac:spMkLst>
        </pc:spChg>
        <pc:picChg chg="add mod">
          <ac:chgData name="Mohammed Fasha" userId="cc64f42d-a1a6-4f08-b97b-0c37f877119f" providerId="ADAL" clId="{2C5724D6-962A-4BB5-B62E-9C76E04FD5FB}" dt="2025-07-27T08:57:04.451" v="709" actId="1076"/>
          <ac:picMkLst>
            <pc:docMk/>
            <pc:sldMk cId="3013824090" sldId="351"/>
            <ac:picMk id="4" creationId="{AD787B95-25EC-7F49-3975-7AC0A6133716}"/>
          </ac:picMkLst>
        </pc:picChg>
        <pc:picChg chg="add mod">
          <ac:chgData name="Mohammed Fasha" userId="cc64f42d-a1a6-4f08-b97b-0c37f877119f" providerId="ADAL" clId="{2C5724D6-962A-4BB5-B62E-9C76E04FD5FB}" dt="2025-07-27T08:57:04.451" v="709" actId="1076"/>
          <ac:picMkLst>
            <pc:docMk/>
            <pc:sldMk cId="3013824090" sldId="351"/>
            <ac:picMk id="5" creationId="{F76F2237-D96F-BC2A-1EF6-F96CE23A52D1}"/>
          </ac:picMkLst>
        </pc:picChg>
      </pc:sldChg>
      <pc:sldChg chg="modSp new mod">
        <pc:chgData name="Mohammed Fasha" userId="cc64f42d-a1a6-4f08-b97b-0c37f877119f" providerId="ADAL" clId="{2C5724D6-962A-4BB5-B62E-9C76E04FD5FB}" dt="2025-07-27T09:00:05.704" v="734" actId="5793"/>
        <pc:sldMkLst>
          <pc:docMk/>
          <pc:sldMk cId="3080738018" sldId="352"/>
        </pc:sldMkLst>
        <pc:spChg chg="mod">
          <ac:chgData name="Mohammed Fasha" userId="cc64f42d-a1a6-4f08-b97b-0c37f877119f" providerId="ADAL" clId="{2C5724D6-962A-4BB5-B62E-9C76E04FD5FB}" dt="2025-07-27T08:56:39.817" v="705" actId="113"/>
          <ac:spMkLst>
            <pc:docMk/>
            <pc:sldMk cId="3080738018" sldId="352"/>
            <ac:spMk id="2" creationId="{31E8A1AC-D43D-31B7-7D0E-BB8B7299BBF2}"/>
          </ac:spMkLst>
        </pc:spChg>
        <pc:spChg chg="mod">
          <ac:chgData name="Mohammed Fasha" userId="cc64f42d-a1a6-4f08-b97b-0c37f877119f" providerId="ADAL" clId="{2C5724D6-962A-4BB5-B62E-9C76E04FD5FB}" dt="2025-07-27T09:00:05.704" v="734" actId="5793"/>
          <ac:spMkLst>
            <pc:docMk/>
            <pc:sldMk cId="3080738018" sldId="352"/>
            <ac:spMk id="3" creationId="{6A230E35-5186-9200-AE9E-946E5EDD1C76}"/>
          </ac:spMkLst>
        </pc:spChg>
      </pc:sldChg>
    </pc:docChg>
  </pc:docChgLst>
  <pc:docChgLst>
    <pc:chgData name="Mohammed Fasha" userId="S::mohammed.fasha@uop.edu.jo::cc64f42d-a1a6-4f08-b97b-0c37f877119f" providerId="AD" clId="Web-{64C44BE9-B911-F421-25D4-51B2F9A3A100}"/>
    <pc:docChg chg="addSld delSld modSld sldOrd">
      <pc:chgData name="Mohammed Fasha" userId="S::mohammed.fasha@uop.edu.jo::cc64f42d-a1a6-4f08-b97b-0c37f877119f" providerId="AD" clId="Web-{64C44BE9-B911-F421-25D4-51B2F9A3A100}" dt="2025-07-28T20:59:48.598" v="407" actId="20577"/>
      <pc:docMkLst>
        <pc:docMk/>
      </pc:docMkLst>
      <pc:sldChg chg="delSp">
        <pc:chgData name="Mohammed Fasha" userId="S::mohammed.fasha@uop.edu.jo::cc64f42d-a1a6-4f08-b97b-0c37f877119f" providerId="AD" clId="Web-{64C44BE9-B911-F421-25D4-51B2F9A3A100}" dt="2025-07-28T15:25:15.162" v="95"/>
        <pc:sldMkLst>
          <pc:docMk/>
          <pc:sldMk cId="0" sldId="263"/>
        </pc:sldMkLst>
        <pc:spChg chg="del">
          <ac:chgData name="Mohammed Fasha" userId="S::mohammed.fasha@uop.edu.jo::cc64f42d-a1a6-4f08-b97b-0c37f877119f" providerId="AD" clId="Web-{64C44BE9-B911-F421-25D4-51B2F9A3A100}" dt="2025-07-28T15:25:15.162" v="95"/>
          <ac:spMkLst>
            <pc:docMk/>
            <pc:sldMk cId="0" sldId="263"/>
            <ac:spMk id="38" creationId="{9DF82E4D-F670-4282-BAE7-C7495F79CCDF}"/>
          </ac:spMkLst>
        </pc:spChg>
      </pc:sldChg>
      <pc:sldChg chg="delSp">
        <pc:chgData name="Mohammed Fasha" userId="S::mohammed.fasha@uop.edu.jo::cc64f42d-a1a6-4f08-b97b-0c37f877119f" providerId="AD" clId="Web-{64C44BE9-B911-F421-25D4-51B2F9A3A100}" dt="2025-07-28T15:32:57.445" v="197"/>
        <pc:sldMkLst>
          <pc:docMk/>
          <pc:sldMk cId="0" sldId="264"/>
        </pc:sldMkLst>
        <pc:spChg chg="del">
          <ac:chgData name="Mohammed Fasha" userId="S::mohammed.fasha@uop.edu.jo::cc64f42d-a1a6-4f08-b97b-0c37f877119f" providerId="AD" clId="Web-{64C44BE9-B911-F421-25D4-51B2F9A3A100}" dt="2025-07-28T15:32:57.445" v="197"/>
          <ac:spMkLst>
            <pc:docMk/>
            <pc:sldMk cId="0" sldId="264"/>
            <ac:spMk id="7" creationId="{037A93A7-942A-06C0-4C09-F9DE377D5C10}"/>
          </ac:spMkLst>
        </pc:spChg>
      </pc:sldChg>
      <pc:sldChg chg="modSp">
        <pc:chgData name="Mohammed Fasha" userId="S::mohammed.fasha@uop.edu.jo::cc64f42d-a1a6-4f08-b97b-0c37f877119f" providerId="AD" clId="Web-{64C44BE9-B911-F421-25D4-51B2F9A3A100}" dt="2025-07-28T15:33:08.571" v="198" actId="14100"/>
        <pc:sldMkLst>
          <pc:docMk/>
          <pc:sldMk cId="0" sldId="265"/>
        </pc:sldMkLst>
        <pc:picChg chg="mod">
          <ac:chgData name="Mohammed Fasha" userId="S::mohammed.fasha@uop.edu.jo::cc64f42d-a1a6-4f08-b97b-0c37f877119f" providerId="AD" clId="Web-{64C44BE9-B911-F421-25D4-51B2F9A3A100}" dt="2025-07-28T15:33:08.571" v="198" actId="14100"/>
          <ac:picMkLst>
            <pc:docMk/>
            <pc:sldMk cId="0" sldId="265"/>
            <ac:picMk id="4" creationId="{00000000-0000-0000-0000-000000000000}"/>
          </ac:picMkLst>
        </pc:picChg>
      </pc:sldChg>
      <pc:sldChg chg="addSp delSp modSp del mod modClrScheme chgLayout">
        <pc:chgData name="Mohammed Fasha" userId="S::mohammed.fasha@uop.edu.jo::cc64f42d-a1a6-4f08-b97b-0c37f877119f" providerId="AD" clId="Web-{64C44BE9-B911-F421-25D4-51B2F9A3A100}" dt="2025-07-28T15:11:12.459" v="23"/>
        <pc:sldMkLst>
          <pc:docMk/>
          <pc:sldMk cId="3902878762" sldId="284"/>
        </pc:sldMkLst>
        <pc:spChg chg="del mod ord">
          <ac:chgData name="Mohammed Fasha" userId="S::mohammed.fasha@uop.edu.jo::cc64f42d-a1a6-4f08-b97b-0c37f877119f" providerId="AD" clId="Web-{64C44BE9-B911-F421-25D4-51B2F9A3A100}" dt="2025-07-28T15:09:35.455" v="9"/>
          <ac:spMkLst>
            <pc:docMk/>
            <pc:sldMk cId="3902878762" sldId="284"/>
            <ac:spMk id="2" creationId="{28AF675C-3963-4D6A-1306-49A13120C036}"/>
          </ac:spMkLst>
        </pc:spChg>
        <pc:spChg chg="add del mod">
          <ac:chgData name="Mohammed Fasha" userId="S::mohammed.fasha@uop.edu.jo::cc64f42d-a1a6-4f08-b97b-0c37f877119f" providerId="AD" clId="Web-{64C44BE9-B911-F421-25D4-51B2F9A3A100}" dt="2025-07-28T15:08:42.719" v="3"/>
          <ac:spMkLst>
            <pc:docMk/>
            <pc:sldMk cId="3902878762" sldId="284"/>
            <ac:spMk id="4" creationId="{7F46DE9B-4014-C551-FD38-251594E054B3}"/>
          </ac:spMkLst>
        </pc:spChg>
        <pc:picChg chg="add del mod ord">
          <ac:chgData name="Mohammed Fasha" userId="S::mohammed.fasha@uop.edu.jo::cc64f42d-a1a6-4f08-b97b-0c37f877119f" providerId="AD" clId="Web-{64C44BE9-B911-F421-25D4-51B2F9A3A100}" dt="2025-07-28T15:10:57.333" v="17"/>
          <ac:picMkLst>
            <pc:docMk/>
            <pc:sldMk cId="3902878762" sldId="284"/>
            <ac:picMk id="5" creationId="{46499865-2761-0595-5387-C355F96EDED9}"/>
          </ac:picMkLst>
        </pc:picChg>
        <pc:picChg chg="add del mod">
          <ac:chgData name="Mohammed Fasha" userId="S::mohammed.fasha@uop.edu.jo::cc64f42d-a1a6-4f08-b97b-0c37f877119f" providerId="AD" clId="Web-{64C44BE9-B911-F421-25D4-51B2F9A3A100}" dt="2025-07-28T15:10:55.708" v="16"/>
          <ac:picMkLst>
            <pc:docMk/>
            <pc:sldMk cId="3902878762" sldId="284"/>
            <ac:picMk id="6" creationId="{C1159DE6-BAE8-DEDA-8C77-A99B216B466C}"/>
          </ac:picMkLst>
        </pc:picChg>
        <pc:picChg chg="del mod">
          <ac:chgData name="Mohammed Fasha" userId="S::mohammed.fasha@uop.edu.jo::cc64f42d-a1a6-4f08-b97b-0c37f877119f" providerId="AD" clId="Web-{64C44BE9-B911-F421-25D4-51B2F9A3A100}" dt="2025-07-28T15:08:41.359" v="2"/>
          <ac:picMkLst>
            <pc:docMk/>
            <pc:sldMk cId="3902878762" sldId="284"/>
            <ac:picMk id="7" creationId="{1D6EAB4A-C9EE-F73F-751D-CC60549D3FD8}"/>
          </ac:picMkLst>
        </pc:picChg>
        <pc:picChg chg="del">
          <ac:chgData name="Mohammed Fasha" userId="S::mohammed.fasha@uop.edu.jo::cc64f42d-a1a6-4f08-b97b-0c37f877119f" providerId="AD" clId="Web-{64C44BE9-B911-F421-25D4-51B2F9A3A100}" dt="2025-07-28T15:08:46.141" v="5"/>
          <ac:picMkLst>
            <pc:docMk/>
            <pc:sldMk cId="3902878762" sldId="284"/>
            <ac:picMk id="9" creationId="{0CFCCFC6-5138-49FE-4214-8143A1A1EB2C}"/>
          </ac:picMkLst>
        </pc:picChg>
      </pc:sldChg>
      <pc:sldChg chg="addSp modSp">
        <pc:chgData name="Mohammed Fasha" userId="S::mohammed.fasha@uop.edu.jo::cc64f42d-a1a6-4f08-b97b-0c37f877119f" providerId="AD" clId="Web-{64C44BE9-B911-F421-25D4-51B2F9A3A100}" dt="2025-07-28T15:11:10.459" v="22" actId="1076"/>
        <pc:sldMkLst>
          <pc:docMk/>
          <pc:sldMk cId="1628564671" sldId="350"/>
        </pc:sldMkLst>
        <pc:picChg chg="add mod">
          <ac:chgData name="Mohammed Fasha" userId="S::mohammed.fasha@uop.edu.jo::cc64f42d-a1a6-4f08-b97b-0c37f877119f" providerId="AD" clId="Web-{64C44BE9-B911-F421-25D4-51B2F9A3A100}" dt="2025-07-28T15:11:10.459" v="22" actId="1076"/>
          <ac:picMkLst>
            <pc:docMk/>
            <pc:sldMk cId="1628564671" sldId="350"/>
            <ac:picMk id="3" creationId="{E0FA2D9C-B449-3E3A-EA3A-AA759A369F78}"/>
          </ac:picMkLst>
        </pc:picChg>
      </pc:sldChg>
      <pc:sldChg chg="addSp delSp modSp new">
        <pc:chgData name="Mohammed Fasha" userId="S::mohammed.fasha@uop.edu.jo::cc64f42d-a1a6-4f08-b97b-0c37f877119f" providerId="AD" clId="Web-{64C44BE9-B911-F421-25D4-51B2F9A3A100}" dt="2025-07-28T15:25:06.990" v="94" actId="20577"/>
        <pc:sldMkLst>
          <pc:docMk/>
          <pc:sldMk cId="2306655017" sldId="353"/>
        </pc:sldMkLst>
        <pc:spChg chg="mod">
          <ac:chgData name="Mohammed Fasha" userId="S::mohammed.fasha@uop.edu.jo::cc64f42d-a1a6-4f08-b97b-0c37f877119f" providerId="AD" clId="Web-{64C44BE9-B911-F421-25D4-51B2F9A3A100}" dt="2025-07-28T15:21:45.248" v="42" actId="14100"/>
          <ac:spMkLst>
            <pc:docMk/>
            <pc:sldMk cId="2306655017" sldId="353"/>
            <ac:spMk id="2" creationId="{9DC4FEBF-4587-0B0E-7361-451733EC9923}"/>
          </ac:spMkLst>
        </pc:spChg>
        <pc:spChg chg="mod">
          <ac:chgData name="Mohammed Fasha" userId="S::mohammed.fasha@uop.edu.jo::cc64f42d-a1a6-4f08-b97b-0c37f877119f" providerId="AD" clId="Web-{64C44BE9-B911-F421-25D4-51B2F9A3A100}" dt="2025-07-28T15:24:02.644" v="81" actId="20577"/>
          <ac:spMkLst>
            <pc:docMk/>
            <pc:sldMk cId="2306655017" sldId="353"/>
            <ac:spMk id="3" creationId="{7BA7FE4E-1F87-5EA4-F0C0-53581E4B0248}"/>
          </ac:spMkLst>
        </pc:spChg>
        <pc:spChg chg="add mod">
          <ac:chgData name="Mohammed Fasha" userId="S::mohammed.fasha@uop.edu.jo::cc64f42d-a1a6-4f08-b97b-0c37f877119f" providerId="AD" clId="Web-{64C44BE9-B911-F421-25D4-51B2F9A3A100}" dt="2025-07-28T15:22:05.468" v="58" actId="1076"/>
          <ac:spMkLst>
            <pc:docMk/>
            <pc:sldMk cId="2306655017" sldId="353"/>
            <ac:spMk id="5" creationId="{16D0CDAE-A65E-4767-18E4-0B5550ED45DF}"/>
          </ac:spMkLst>
        </pc:spChg>
        <pc:spChg chg="add del mod">
          <ac:chgData name="Mohammed Fasha" userId="S::mohammed.fasha@uop.edu.jo::cc64f42d-a1a6-4f08-b97b-0c37f877119f" providerId="AD" clId="Web-{64C44BE9-B911-F421-25D4-51B2F9A3A100}" dt="2025-07-28T15:24:09.269" v="83"/>
          <ac:spMkLst>
            <pc:docMk/>
            <pc:sldMk cId="2306655017" sldId="353"/>
            <ac:spMk id="7" creationId="{E2BC7021-8B6B-8520-7007-935339F663E1}"/>
          </ac:spMkLst>
        </pc:spChg>
        <pc:spChg chg="add mod">
          <ac:chgData name="Mohammed Fasha" userId="S::mohammed.fasha@uop.edu.jo::cc64f42d-a1a6-4f08-b97b-0c37f877119f" providerId="AD" clId="Web-{64C44BE9-B911-F421-25D4-51B2F9A3A100}" dt="2025-07-28T15:25:06.990" v="94" actId="20577"/>
          <ac:spMkLst>
            <pc:docMk/>
            <pc:sldMk cId="2306655017" sldId="353"/>
            <ac:spMk id="9" creationId="{8C5F9710-8661-A766-EF73-682DDE5602A3}"/>
          </ac:spMkLst>
        </pc:spChg>
      </pc:sldChg>
      <pc:sldChg chg="modSp new">
        <pc:chgData name="Mohammed Fasha" userId="S::mohammed.fasha@uop.edu.jo::cc64f42d-a1a6-4f08-b97b-0c37f877119f" providerId="AD" clId="Web-{64C44BE9-B911-F421-25D4-51B2F9A3A100}" dt="2025-07-28T15:32:36.492" v="196"/>
        <pc:sldMkLst>
          <pc:docMk/>
          <pc:sldMk cId="1625137313" sldId="354"/>
        </pc:sldMkLst>
        <pc:spChg chg="mod">
          <ac:chgData name="Mohammed Fasha" userId="S::mohammed.fasha@uop.edu.jo::cc64f42d-a1a6-4f08-b97b-0c37f877119f" providerId="AD" clId="Web-{64C44BE9-B911-F421-25D4-51B2F9A3A100}" dt="2025-07-28T15:26:44.978" v="106" actId="20577"/>
          <ac:spMkLst>
            <pc:docMk/>
            <pc:sldMk cId="1625137313" sldId="354"/>
            <ac:spMk id="2" creationId="{CA59EE5A-67F9-CF42-191D-038C25637B9D}"/>
          </ac:spMkLst>
        </pc:spChg>
        <pc:spChg chg="mod">
          <ac:chgData name="Mohammed Fasha" userId="S::mohammed.fasha@uop.edu.jo::cc64f42d-a1a6-4f08-b97b-0c37f877119f" providerId="AD" clId="Web-{64C44BE9-B911-F421-25D4-51B2F9A3A100}" dt="2025-07-28T15:32:36.492" v="196"/>
          <ac:spMkLst>
            <pc:docMk/>
            <pc:sldMk cId="1625137313" sldId="354"/>
            <ac:spMk id="3" creationId="{F24AC5B7-50B6-D690-102D-1CE668145269}"/>
          </ac:spMkLst>
        </pc:spChg>
      </pc:sldChg>
      <pc:sldChg chg="modSp new">
        <pc:chgData name="Mohammed Fasha" userId="S::mohammed.fasha@uop.edu.jo::cc64f42d-a1a6-4f08-b97b-0c37f877119f" providerId="AD" clId="Web-{64C44BE9-B911-F421-25D4-51B2F9A3A100}" dt="2025-07-28T20:59:25.800" v="402" actId="20577"/>
        <pc:sldMkLst>
          <pc:docMk/>
          <pc:sldMk cId="432623296" sldId="355"/>
        </pc:sldMkLst>
        <pc:spChg chg="mod">
          <ac:chgData name="Mohammed Fasha" userId="S::mohammed.fasha@uop.edu.jo::cc64f42d-a1a6-4f08-b97b-0c37f877119f" providerId="AD" clId="Web-{64C44BE9-B911-F421-25D4-51B2F9A3A100}" dt="2025-07-28T15:38:14.145" v="208" actId="20577"/>
          <ac:spMkLst>
            <pc:docMk/>
            <pc:sldMk cId="432623296" sldId="355"/>
            <ac:spMk id="2" creationId="{482A8FAD-74D5-1F00-DAB6-AB04C6944521}"/>
          </ac:spMkLst>
        </pc:spChg>
        <pc:spChg chg="mod">
          <ac:chgData name="Mohammed Fasha" userId="S::mohammed.fasha@uop.edu.jo::cc64f42d-a1a6-4f08-b97b-0c37f877119f" providerId="AD" clId="Web-{64C44BE9-B911-F421-25D4-51B2F9A3A100}" dt="2025-07-28T20:59:25.800" v="402" actId="20577"/>
          <ac:spMkLst>
            <pc:docMk/>
            <pc:sldMk cId="432623296" sldId="355"/>
            <ac:spMk id="3" creationId="{97BF1F2E-E89C-6E6F-D879-53B06D8AE74F}"/>
          </ac:spMkLst>
        </pc:spChg>
      </pc:sldChg>
      <pc:sldChg chg="modSp add del replId">
        <pc:chgData name="Mohammed Fasha" userId="S::mohammed.fasha@uop.edu.jo::cc64f42d-a1a6-4f08-b97b-0c37f877119f" providerId="AD" clId="Web-{64C44BE9-B911-F421-25D4-51B2F9A3A100}" dt="2025-07-28T16:51:57.199" v="370"/>
        <pc:sldMkLst>
          <pc:docMk/>
          <pc:sldMk cId="1159801221" sldId="356"/>
        </pc:sldMkLst>
        <pc:spChg chg="mod">
          <ac:chgData name="Mohammed Fasha" userId="S::mohammed.fasha@uop.edu.jo::cc64f42d-a1a6-4f08-b97b-0c37f877119f" providerId="AD" clId="Web-{64C44BE9-B911-F421-25D4-51B2F9A3A100}" dt="2025-07-28T16:51:38.761" v="367" actId="20577"/>
          <ac:spMkLst>
            <pc:docMk/>
            <pc:sldMk cId="1159801221" sldId="356"/>
            <ac:spMk id="3" creationId="{EF18040B-1210-3368-4C30-B881D22C184F}"/>
          </ac:spMkLst>
        </pc:spChg>
      </pc:sldChg>
      <pc:sldChg chg="modSp add ord replId">
        <pc:chgData name="Mohammed Fasha" userId="S::mohammed.fasha@uop.edu.jo::cc64f42d-a1a6-4f08-b97b-0c37f877119f" providerId="AD" clId="Web-{64C44BE9-B911-F421-25D4-51B2F9A3A100}" dt="2025-07-28T20:59:48.598" v="407" actId="20577"/>
        <pc:sldMkLst>
          <pc:docMk/>
          <pc:sldMk cId="2825717555" sldId="356"/>
        </pc:sldMkLst>
        <pc:spChg chg="mod">
          <ac:chgData name="Mohammed Fasha" userId="S::mohammed.fasha@uop.edu.jo::cc64f42d-a1a6-4f08-b97b-0c37f877119f" providerId="AD" clId="Web-{64C44BE9-B911-F421-25D4-51B2F9A3A100}" dt="2025-07-28T20:59:48.598" v="407" actId="20577"/>
          <ac:spMkLst>
            <pc:docMk/>
            <pc:sldMk cId="2825717555" sldId="356"/>
            <ac:spMk id="3" creationId="{FE170A16-43E9-EB1C-F2CF-D9150AFDC9D3}"/>
          </ac:spMkLst>
        </pc:spChg>
      </pc:sldChg>
    </pc:docChg>
  </pc:docChgLst>
  <pc:docChgLst>
    <pc:chgData name="Mohammed Fasha" userId="cc64f42d-a1a6-4f08-b97b-0c37f877119f" providerId="ADAL" clId="{E8D62E87-A939-4BEA-B882-7E8D1ACA2800}"/>
    <pc:docChg chg="undo redo custSel addSld delSld modSld sldOrd modMainMaster">
      <pc:chgData name="Mohammed Fasha" userId="cc64f42d-a1a6-4f08-b97b-0c37f877119f" providerId="ADAL" clId="{E8D62E87-A939-4BEA-B882-7E8D1ACA2800}" dt="2025-03-19T01:48:14.773" v="2599" actId="20577"/>
      <pc:docMkLst>
        <pc:docMk/>
      </pc:docMkLst>
      <pc:sldChg chg="add">
        <pc:chgData name="Mohammed Fasha" userId="cc64f42d-a1a6-4f08-b97b-0c37f877119f" providerId="ADAL" clId="{E8D62E87-A939-4BEA-B882-7E8D1ACA2800}" dt="2025-03-11T17:36:51.895" v="20"/>
        <pc:sldMkLst>
          <pc:docMk/>
          <pc:sldMk cId="0" sldId="256"/>
        </pc:sldMkLst>
      </pc:sldChg>
      <pc:sldChg chg="addSp delSp modSp add mod chgLayout">
        <pc:chgData name="Mohammed Fasha" userId="cc64f42d-a1a6-4f08-b97b-0c37f877119f" providerId="ADAL" clId="{E8D62E87-A939-4BEA-B882-7E8D1ACA2800}" dt="2025-03-11T17:38:27.728" v="35" actId="14100"/>
        <pc:sldMkLst>
          <pc:docMk/>
          <pc:sldMk cId="0" sldId="257"/>
        </pc:sldMkLst>
      </pc:sldChg>
      <pc:sldChg chg="addSp delSp modSp add mod chgLayout">
        <pc:chgData name="Mohammed Fasha" userId="cc64f42d-a1a6-4f08-b97b-0c37f877119f" providerId="ADAL" clId="{E8D62E87-A939-4BEA-B882-7E8D1ACA2800}" dt="2025-03-11T17:38:18.237" v="33" actId="21"/>
        <pc:sldMkLst>
          <pc:docMk/>
          <pc:sldMk cId="0" sldId="258"/>
        </pc:sldMkLst>
      </pc:sldChg>
      <pc:sldChg chg="addSp delSp modSp add mod chgLayout">
        <pc:chgData name="Mohammed Fasha" userId="cc64f42d-a1a6-4f08-b97b-0c37f877119f" providerId="ADAL" clId="{E8D62E87-A939-4BEA-B882-7E8D1ACA2800}" dt="2025-03-11T17:47:39.799" v="189" actId="5793"/>
        <pc:sldMkLst>
          <pc:docMk/>
          <pc:sldMk cId="0" sldId="260"/>
        </pc:sldMkLst>
      </pc:sldChg>
      <pc:sldChg chg="addSp delSp modSp add mod chgLayout">
        <pc:chgData name="Mohammed Fasha" userId="cc64f42d-a1a6-4f08-b97b-0c37f877119f" providerId="ADAL" clId="{E8D62E87-A939-4BEA-B882-7E8D1ACA2800}" dt="2025-03-11T17:38:57.849" v="47"/>
        <pc:sldMkLst>
          <pc:docMk/>
          <pc:sldMk cId="0" sldId="263"/>
        </pc:sldMkLst>
      </pc:sldChg>
      <pc:sldChg chg="addSp delSp modSp add mod chgLayout">
        <pc:chgData name="Mohammed Fasha" userId="cc64f42d-a1a6-4f08-b97b-0c37f877119f" providerId="ADAL" clId="{E8D62E87-A939-4BEA-B882-7E8D1ACA2800}" dt="2025-03-11T17:48:36.941" v="211" actId="403"/>
        <pc:sldMkLst>
          <pc:docMk/>
          <pc:sldMk cId="0" sldId="264"/>
        </pc:sldMkLst>
      </pc:sldChg>
      <pc:sldChg chg="addSp delSp modSp add mod ord chgLayout">
        <pc:chgData name="Mohammed Fasha" userId="cc64f42d-a1a6-4f08-b97b-0c37f877119f" providerId="ADAL" clId="{E8D62E87-A939-4BEA-B882-7E8D1ACA2800}" dt="2025-03-16T04:05:56.646" v="827"/>
        <pc:sldMkLst>
          <pc:docMk/>
          <pc:sldMk cId="0" sldId="265"/>
        </pc:sldMkLst>
      </pc:sldChg>
      <pc:sldChg chg="modSp add mod ord modClrScheme chgLayout">
        <pc:chgData name="Mohammed Fasha" userId="cc64f42d-a1a6-4f08-b97b-0c37f877119f" providerId="ADAL" clId="{E8D62E87-A939-4BEA-B882-7E8D1ACA2800}" dt="2025-03-16T13:13:43.870" v="1778"/>
        <pc:sldMkLst>
          <pc:docMk/>
          <pc:sldMk cId="0" sldId="266"/>
        </pc:sldMkLst>
      </pc:sldChg>
      <pc:sldChg chg="addSp modSp add del mod modClrScheme chgLayout">
        <pc:chgData name="Mohammed Fasha" userId="cc64f42d-a1a6-4f08-b97b-0c37f877119f" providerId="ADAL" clId="{E8D62E87-A939-4BEA-B882-7E8D1ACA2800}" dt="2025-03-16T13:10:26.951" v="1748" actId="2696"/>
        <pc:sldMkLst>
          <pc:docMk/>
          <pc:sldMk cId="0" sldId="267"/>
        </pc:sldMkLst>
      </pc:sldChg>
      <pc:sldChg chg="add ord">
        <pc:chgData name="Mohammed Fasha" userId="cc64f42d-a1a6-4f08-b97b-0c37f877119f" providerId="ADAL" clId="{E8D62E87-A939-4BEA-B882-7E8D1ACA2800}" dt="2025-03-16T13:23:52.572" v="1780"/>
        <pc:sldMkLst>
          <pc:docMk/>
          <pc:sldMk cId="3262872071" sldId="267"/>
        </pc:sldMkLst>
      </pc:sldChg>
      <pc:sldChg chg="addSp delSp modSp add mod ord chgLayout">
        <pc:chgData name="Mohammed Fasha" userId="cc64f42d-a1a6-4f08-b97b-0c37f877119f" providerId="ADAL" clId="{E8D62E87-A939-4BEA-B882-7E8D1ACA2800}" dt="2025-03-16T14:05:01.520" v="2018" actId="6549"/>
        <pc:sldMkLst>
          <pc:docMk/>
          <pc:sldMk cId="0" sldId="268"/>
        </pc:sldMkLst>
      </pc:sldChg>
      <pc:sldChg chg="addSp delSp modSp add mod ord chgLayout">
        <pc:chgData name="Mohammed Fasha" userId="cc64f42d-a1a6-4f08-b97b-0c37f877119f" providerId="ADAL" clId="{E8D62E87-A939-4BEA-B882-7E8D1ACA2800}" dt="2025-03-16T14:32:56.135" v="2215" actId="1076"/>
        <pc:sldMkLst>
          <pc:docMk/>
          <pc:sldMk cId="0" sldId="269"/>
        </pc:sldMkLst>
      </pc:sldChg>
      <pc:sldChg chg="addSp delSp modSp add mod ord chgLayout">
        <pc:chgData name="Mohammed Fasha" userId="cc64f42d-a1a6-4f08-b97b-0c37f877119f" providerId="ADAL" clId="{E8D62E87-A939-4BEA-B882-7E8D1ACA2800}" dt="2025-03-16T14:33:14.668" v="2218" actId="1076"/>
        <pc:sldMkLst>
          <pc:docMk/>
          <pc:sldMk cId="0" sldId="270"/>
        </pc:sldMkLst>
      </pc:sldChg>
      <pc:sldChg chg="addSp delSp modSp add mod chgLayout">
        <pc:chgData name="Mohammed Fasha" userId="cc64f42d-a1a6-4f08-b97b-0c37f877119f" providerId="ADAL" clId="{E8D62E87-A939-4BEA-B882-7E8D1ACA2800}" dt="2025-03-16T14:35:19.691" v="2268" actId="1076"/>
        <pc:sldMkLst>
          <pc:docMk/>
          <pc:sldMk cId="0" sldId="271"/>
        </pc:sldMkLst>
      </pc:sldChg>
      <pc:sldChg chg="addSp modSp add mod chgLayout">
        <pc:chgData name="Mohammed Fasha" userId="cc64f42d-a1a6-4f08-b97b-0c37f877119f" providerId="ADAL" clId="{E8D62E87-A939-4BEA-B882-7E8D1ACA2800}" dt="2025-03-16T14:33:33.481" v="2223" actId="14100"/>
        <pc:sldMkLst>
          <pc:docMk/>
          <pc:sldMk cId="0" sldId="272"/>
        </pc:sldMkLst>
      </pc:sldChg>
      <pc:sldChg chg="addSp delSp modSp add mod chgLayout">
        <pc:chgData name="Mohammed Fasha" userId="cc64f42d-a1a6-4f08-b97b-0c37f877119f" providerId="ADAL" clId="{E8D62E87-A939-4BEA-B882-7E8D1ACA2800}" dt="2025-03-16T14:08:26.888" v="2113" actId="14100"/>
        <pc:sldMkLst>
          <pc:docMk/>
          <pc:sldMk cId="0" sldId="273"/>
        </pc:sldMkLst>
      </pc:sldChg>
      <pc:sldChg chg="addSp delSp modSp add mod chgLayout">
        <pc:chgData name="Mohammed Fasha" userId="cc64f42d-a1a6-4f08-b97b-0c37f877119f" providerId="ADAL" clId="{E8D62E87-A939-4BEA-B882-7E8D1ACA2800}" dt="2025-03-16T14:08:56.717" v="2116" actId="1076"/>
        <pc:sldMkLst>
          <pc:docMk/>
          <pc:sldMk cId="0" sldId="274"/>
        </pc:sldMkLst>
      </pc:sldChg>
      <pc:sldChg chg="addSp delSp modSp add mod modClrScheme chgLayout">
        <pc:chgData name="Mohammed Fasha" userId="cc64f42d-a1a6-4f08-b97b-0c37f877119f" providerId="ADAL" clId="{E8D62E87-A939-4BEA-B882-7E8D1ACA2800}" dt="2025-03-11T17:44:30.436" v="130"/>
        <pc:sldMkLst>
          <pc:docMk/>
          <pc:sldMk cId="0" sldId="275"/>
        </pc:sldMkLst>
      </pc:sldChg>
      <pc:sldChg chg="addSp delSp modSp add mod chgLayout">
        <pc:chgData name="Mohammed Fasha" userId="cc64f42d-a1a6-4f08-b97b-0c37f877119f" providerId="ADAL" clId="{E8D62E87-A939-4BEA-B882-7E8D1ACA2800}" dt="2025-03-19T01:37:52.188" v="2301" actId="27636"/>
        <pc:sldMkLst>
          <pc:docMk/>
          <pc:sldMk cId="0" sldId="276"/>
        </pc:sldMkLst>
      </pc:sldChg>
      <pc:sldChg chg="addSp delSp modSp add mod chgLayout">
        <pc:chgData name="Mohammed Fasha" userId="cc64f42d-a1a6-4f08-b97b-0c37f877119f" providerId="ADAL" clId="{E8D62E87-A939-4BEA-B882-7E8D1ACA2800}" dt="2025-03-19T01:47:41.574" v="2582" actId="14100"/>
        <pc:sldMkLst>
          <pc:docMk/>
          <pc:sldMk cId="0" sldId="277"/>
        </pc:sldMkLst>
      </pc:sldChg>
      <pc:sldChg chg="addSp delSp modSp add mod chgLayout">
        <pc:chgData name="Mohammed Fasha" userId="cc64f42d-a1a6-4f08-b97b-0c37f877119f" providerId="ADAL" clId="{E8D62E87-A939-4BEA-B882-7E8D1ACA2800}" dt="2025-03-19T01:48:14.773" v="2599" actId="20577"/>
        <pc:sldMkLst>
          <pc:docMk/>
          <pc:sldMk cId="0" sldId="278"/>
        </pc:sldMkLst>
      </pc:sldChg>
      <pc:sldChg chg="addSp delSp modSp add mod ord chgLayout">
        <pc:chgData name="Mohammed Fasha" userId="cc64f42d-a1a6-4f08-b97b-0c37f877119f" providerId="ADAL" clId="{E8D62E87-A939-4BEA-B882-7E8D1ACA2800}" dt="2025-03-19T01:41:57.662" v="2403" actId="20577"/>
        <pc:sldMkLst>
          <pc:docMk/>
          <pc:sldMk cId="0" sldId="279"/>
        </pc:sldMkLst>
      </pc:sldChg>
      <pc:sldChg chg="addSp delSp modSp add mod chgLayout">
        <pc:chgData name="Mohammed Fasha" userId="cc64f42d-a1a6-4f08-b97b-0c37f877119f" providerId="ADAL" clId="{E8D62E87-A939-4BEA-B882-7E8D1ACA2800}" dt="2025-03-16T14:25:29.778" v="2210" actId="1076"/>
        <pc:sldMkLst>
          <pc:docMk/>
          <pc:sldMk cId="0" sldId="280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982709017" sldId="280"/>
        </pc:sldMkLst>
      </pc:sldChg>
      <pc:sldChg chg="addSp delSp modSp add mod chgLayout">
        <pc:chgData name="Mohammed Fasha" userId="cc64f42d-a1a6-4f08-b97b-0c37f877119f" providerId="ADAL" clId="{E8D62E87-A939-4BEA-B882-7E8D1ACA2800}" dt="2025-03-16T14:22:00.120" v="2130" actId="27636"/>
        <pc:sldMkLst>
          <pc:docMk/>
          <pc:sldMk cId="0" sldId="281"/>
        </pc:sldMkLst>
      </pc:sldChg>
      <pc:sldChg chg="addSp delSp modSp add mod chgLayout">
        <pc:chgData name="Mohammed Fasha" userId="cc64f42d-a1a6-4f08-b97b-0c37f877119f" providerId="ADAL" clId="{E8D62E87-A939-4BEA-B882-7E8D1ACA2800}" dt="2025-03-16T14:22:09.863" v="2132" actId="1076"/>
        <pc:sldMkLst>
          <pc:docMk/>
          <pc:sldMk cId="0" sldId="282"/>
        </pc:sldMkLst>
      </pc:sldChg>
      <pc:sldChg chg="addSp delSp modSp new mod ord">
        <pc:chgData name="Mohammed Fasha" userId="cc64f42d-a1a6-4f08-b97b-0c37f877119f" providerId="ADAL" clId="{E8D62E87-A939-4BEA-B882-7E8D1ACA2800}" dt="2025-03-12T05:20:32.571" v="266"/>
        <pc:sldMkLst>
          <pc:docMk/>
          <pc:sldMk cId="1180887711" sldId="283"/>
        </pc:sldMkLst>
      </pc:sldChg>
      <pc:sldChg chg="new del">
        <pc:chgData name="Mohammed Fasha" userId="cc64f42d-a1a6-4f08-b97b-0c37f877119f" providerId="ADAL" clId="{E8D62E87-A939-4BEA-B882-7E8D1ACA2800}" dt="2025-03-12T05:27:46.813" v="268" actId="680"/>
        <pc:sldMkLst>
          <pc:docMk/>
          <pc:sldMk cId="2805000312" sldId="284"/>
        </pc:sldMkLst>
      </pc:sldChg>
      <pc:sldChg chg="addSp delSp modSp new mod">
        <pc:chgData name="Mohammed Fasha" userId="cc64f42d-a1a6-4f08-b97b-0c37f877119f" providerId="ADAL" clId="{E8D62E87-A939-4BEA-B882-7E8D1ACA2800}" dt="2025-03-12T05:27:57.613" v="285" actId="20577"/>
        <pc:sldMkLst>
          <pc:docMk/>
          <pc:sldMk cId="3902878762" sldId="284"/>
        </pc:sldMkLst>
      </pc:sldChg>
      <pc:sldChg chg="addSp delSp modSp new del mod">
        <pc:chgData name="Mohammed Fasha" userId="cc64f42d-a1a6-4f08-b97b-0c37f877119f" providerId="ADAL" clId="{E8D62E87-A939-4BEA-B882-7E8D1ACA2800}" dt="2025-03-16T03:54:43.664" v="289" actId="2696"/>
        <pc:sldMkLst>
          <pc:docMk/>
          <pc:sldMk cId="1655166171" sldId="285"/>
        </pc:sldMkLst>
      </pc:sldChg>
      <pc:sldChg chg="addSp delSp modSp new mod modClrScheme chgLayout">
        <pc:chgData name="Mohammed Fasha" userId="cc64f42d-a1a6-4f08-b97b-0c37f877119f" providerId="ADAL" clId="{E8D62E87-A939-4BEA-B882-7E8D1ACA2800}" dt="2025-03-16T03:55:19.662" v="350" actId="20577"/>
        <pc:sldMkLst>
          <pc:docMk/>
          <pc:sldMk cId="1987061240" sldId="285"/>
        </pc:sldMkLst>
      </pc:sldChg>
      <pc:sldChg chg="new del">
        <pc:chgData name="Mohammed Fasha" userId="cc64f42d-a1a6-4f08-b97b-0c37f877119f" providerId="ADAL" clId="{E8D62E87-A939-4BEA-B882-7E8D1ACA2800}" dt="2025-03-16T03:54:43.664" v="289" actId="2696"/>
        <pc:sldMkLst>
          <pc:docMk/>
          <pc:sldMk cId="691620826" sldId="286"/>
        </pc:sldMkLst>
      </pc:sldChg>
      <pc:sldChg chg="addSp delSp modSp new mod">
        <pc:chgData name="Mohammed Fasha" userId="cc64f42d-a1a6-4f08-b97b-0c37f877119f" providerId="ADAL" clId="{E8D62E87-A939-4BEA-B882-7E8D1ACA2800}" dt="2025-03-16T04:07:24.338" v="931" actId="14100"/>
        <pc:sldMkLst>
          <pc:docMk/>
          <pc:sldMk cId="3672303097" sldId="286"/>
        </pc:sldMkLst>
      </pc:sldChg>
      <pc:sldChg chg="addSp delSp modSp new mod ord">
        <pc:chgData name="Mohammed Fasha" userId="cc64f42d-a1a6-4f08-b97b-0c37f877119f" providerId="ADAL" clId="{E8D62E87-A939-4BEA-B882-7E8D1ACA2800}" dt="2025-03-16T04:40:54.473" v="1747" actId="20577"/>
        <pc:sldMkLst>
          <pc:docMk/>
          <pc:sldMk cId="3590006600" sldId="287"/>
        </pc:sldMkLst>
      </pc:sldChg>
      <pc:sldChg chg="addSp delSp modSp add mod ord">
        <pc:chgData name="Mohammed Fasha" userId="cc64f42d-a1a6-4f08-b97b-0c37f877119f" providerId="ADAL" clId="{E8D62E87-A939-4BEA-B882-7E8D1ACA2800}" dt="2025-03-16T04:05:42.716" v="825" actId="20577"/>
        <pc:sldMkLst>
          <pc:docMk/>
          <pc:sldMk cId="2815558283" sldId="288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89"/>
        </pc:sldMkLst>
      </pc:sldChg>
      <pc:sldChg chg="addSp delSp modSp add mod">
        <pc:chgData name="Mohammed Fasha" userId="cc64f42d-a1a6-4f08-b97b-0c37f877119f" providerId="ADAL" clId="{E8D62E87-A939-4BEA-B882-7E8D1ACA2800}" dt="2025-03-16T04:30:22.293" v="1446" actId="21"/>
        <pc:sldMkLst>
          <pc:docMk/>
          <pc:sldMk cId="4191150406" sldId="289"/>
        </pc:sldMkLst>
      </pc:sldChg>
      <pc:sldChg chg="addSp delSp modSp new mod modClrScheme chgLayout">
        <pc:chgData name="Mohammed Fasha" userId="cc64f42d-a1a6-4f08-b97b-0c37f877119f" providerId="ADAL" clId="{E8D62E87-A939-4BEA-B882-7E8D1ACA2800}" dt="2025-03-16T04:34:38.880" v="1644" actId="1076"/>
        <pc:sldMkLst>
          <pc:docMk/>
          <pc:sldMk cId="3476611510" sldId="290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91"/>
        </pc:sldMkLst>
      </pc:sldChg>
      <pc:sldChg chg="addSp delSp modSp add mod">
        <pc:chgData name="Mohammed Fasha" userId="cc64f42d-a1a6-4f08-b97b-0c37f877119f" providerId="ADAL" clId="{E8D62E87-A939-4BEA-B882-7E8D1ACA2800}" dt="2025-03-16T04:11:03.496" v="996" actId="1076"/>
        <pc:sldMkLst>
          <pc:docMk/>
          <pc:sldMk cId="2206556809" sldId="291"/>
        </pc:sldMkLst>
      </pc:sldChg>
      <pc:sldChg chg="addSp delSp modSp add mod">
        <pc:chgData name="Mohammed Fasha" userId="cc64f42d-a1a6-4f08-b97b-0c37f877119f" providerId="ADAL" clId="{E8D62E87-A939-4BEA-B882-7E8D1ACA2800}" dt="2025-03-16T04:12:01.434" v="1051" actId="20577"/>
        <pc:sldMkLst>
          <pc:docMk/>
          <pc:sldMk cId="3989139448" sldId="292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93"/>
        </pc:sldMkLst>
      </pc:sldChg>
      <pc:sldChg chg="addSp delSp modSp add mod">
        <pc:chgData name="Mohammed Fasha" userId="cc64f42d-a1a6-4f08-b97b-0c37f877119f" providerId="ADAL" clId="{E8D62E87-A939-4BEA-B882-7E8D1ACA2800}" dt="2025-03-16T04:14:52.272" v="1186" actId="14100"/>
        <pc:sldMkLst>
          <pc:docMk/>
          <pc:sldMk cId="2181059690" sldId="293"/>
        </pc:sldMkLst>
      </pc:sldChg>
      <pc:sldChg chg="addSp delSp modSp add mod">
        <pc:chgData name="Mohammed Fasha" userId="cc64f42d-a1a6-4f08-b97b-0c37f877119f" providerId="ADAL" clId="{E8D62E87-A939-4BEA-B882-7E8D1ACA2800}" dt="2025-03-16T04:18:27.363" v="1328" actId="14100"/>
        <pc:sldMkLst>
          <pc:docMk/>
          <pc:sldMk cId="2418130453" sldId="294"/>
        </pc:sldMkLst>
      </pc:sldChg>
      <pc:sldChg chg="addSp delSp modSp add mod">
        <pc:chgData name="Mohammed Fasha" userId="cc64f42d-a1a6-4f08-b97b-0c37f877119f" providerId="ADAL" clId="{E8D62E87-A939-4BEA-B882-7E8D1ACA2800}" dt="2025-03-16T04:25:06.824" v="1423" actId="20577"/>
        <pc:sldMkLst>
          <pc:docMk/>
          <pc:sldMk cId="43200119" sldId="295"/>
        </pc:sldMkLst>
      </pc:sldChg>
      <pc:sldChg chg="addSp delSp modSp add del mod">
        <pc:chgData name="Mohammed Fasha" userId="cc64f42d-a1a6-4f08-b97b-0c37f877119f" providerId="ADAL" clId="{E8D62E87-A939-4BEA-B882-7E8D1ACA2800}" dt="2025-03-16T04:32:54.753" v="1586" actId="2696"/>
        <pc:sldMkLst>
          <pc:docMk/>
          <pc:sldMk cId="1239140328" sldId="296"/>
        </pc:sldMkLst>
      </pc:sldChg>
      <pc:sldChg chg="add">
        <pc:chgData name="Mohammed Fasha" userId="cc64f42d-a1a6-4f08-b97b-0c37f877119f" providerId="ADAL" clId="{E8D62E87-A939-4BEA-B882-7E8D1ACA2800}" dt="2025-03-16T04:33:07.630" v="1587"/>
        <pc:sldMkLst>
          <pc:docMk/>
          <pc:sldMk cId="2822153299" sldId="296"/>
        </pc:sldMkLst>
      </pc:sldChg>
      <pc:sldChg chg="addSp delSp modSp add del mod">
        <pc:chgData name="Mohammed Fasha" userId="cc64f42d-a1a6-4f08-b97b-0c37f877119f" providerId="ADAL" clId="{E8D62E87-A939-4BEA-B882-7E8D1ACA2800}" dt="2025-03-16T04:32:54.753" v="1586" actId="2696"/>
        <pc:sldMkLst>
          <pc:docMk/>
          <pc:sldMk cId="1259530466" sldId="297"/>
        </pc:sldMkLst>
      </pc:sldChg>
      <pc:sldChg chg="add">
        <pc:chgData name="Mohammed Fasha" userId="cc64f42d-a1a6-4f08-b97b-0c37f877119f" providerId="ADAL" clId="{E8D62E87-A939-4BEA-B882-7E8D1ACA2800}" dt="2025-03-16T04:33:07.630" v="1587"/>
        <pc:sldMkLst>
          <pc:docMk/>
          <pc:sldMk cId="1461366896" sldId="297"/>
        </pc:sldMkLst>
      </pc:sldChg>
      <pc:sldChg chg="add">
        <pc:chgData name="Mohammed Fasha" userId="cc64f42d-a1a6-4f08-b97b-0c37f877119f" providerId="ADAL" clId="{E8D62E87-A939-4BEA-B882-7E8D1ACA2800}" dt="2025-03-16T04:33:07.630" v="1587"/>
        <pc:sldMkLst>
          <pc:docMk/>
          <pc:sldMk cId="2475909420" sldId="298"/>
        </pc:sldMkLst>
      </pc:sldChg>
      <pc:sldChg chg="addSp delSp modSp add del mod ord">
        <pc:chgData name="Mohammed Fasha" userId="cc64f42d-a1a6-4f08-b97b-0c37f877119f" providerId="ADAL" clId="{E8D62E87-A939-4BEA-B882-7E8D1ACA2800}" dt="2025-03-16T04:32:54.753" v="1586" actId="2696"/>
        <pc:sldMkLst>
          <pc:docMk/>
          <pc:sldMk cId="3437754413" sldId="298"/>
        </pc:sldMkLst>
      </pc:sldChg>
      <pc:sldChg chg="addSp delSp modSp add del mod">
        <pc:chgData name="Mohammed Fasha" userId="cc64f42d-a1a6-4f08-b97b-0c37f877119f" providerId="ADAL" clId="{E8D62E87-A939-4BEA-B882-7E8D1ACA2800}" dt="2025-03-16T04:34:40.998" v="1645" actId="2696"/>
        <pc:sldMkLst>
          <pc:docMk/>
          <pc:sldMk cId="485754770" sldId="299"/>
        </pc:sldMkLst>
      </pc:sldChg>
      <pc:sldChg chg="addSp delSp modSp new del mod">
        <pc:chgData name="Mohammed Fasha" userId="cc64f42d-a1a6-4f08-b97b-0c37f877119f" providerId="ADAL" clId="{E8D62E87-A939-4BEA-B882-7E8D1ACA2800}" dt="2025-03-16T04:32:54.753" v="1586" actId="2696"/>
        <pc:sldMkLst>
          <pc:docMk/>
          <pc:sldMk cId="3335410099" sldId="299"/>
        </pc:sldMkLst>
      </pc:sldChg>
      <pc:sldChg chg="addSp delSp modSp new mod ord">
        <pc:chgData name="Mohammed Fasha" userId="cc64f42d-a1a6-4f08-b97b-0c37f877119f" providerId="ADAL" clId="{E8D62E87-A939-4BEA-B882-7E8D1ACA2800}" dt="2025-03-16T13:52:40.693" v="1782"/>
        <pc:sldMkLst>
          <pc:docMk/>
          <pc:sldMk cId="3540064806" sldId="300"/>
        </pc:sldMkLst>
      </pc:sldChg>
      <pc:sldChg chg="modSp new mod">
        <pc:chgData name="Mohammed Fasha" userId="cc64f42d-a1a6-4f08-b97b-0c37f877119f" providerId="ADAL" clId="{E8D62E87-A939-4BEA-B882-7E8D1ACA2800}" dt="2025-03-16T15:47:55.212" v="2297" actId="20577"/>
        <pc:sldMkLst>
          <pc:docMk/>
          <pc:sldMk cId="3115715400" sldId="301"/>
        </pc:sldMkLst>
      </pc:sldChg>
      <pc:sldChg chg="addSp modSp del mod">
        <pc:chgData name="Mohammed Fasha" userId="cc64f42d-a1a6-4f08-b97b-0c37f877119f" providerId="ADAL" clId="{E8D62E87-A939-4BEA-B882-7E8D1ACA2800}" dt="2025-03-11T17:37:36.272" v="26" actId="2696"/>
        <pc:sldMkLst>
          <pc:docMk/>
          <pc:sldMk cId="1489447582" sldId="455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492344261" sldId="462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574210855" sldId="46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908672191" sldId="48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1032783492" sldId="50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436502279" sldId="508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875373168" sldId="509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624540926" sldId="510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42384264" sldId="512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862507572" sldId="51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539197233" sldId="514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464321651" sldId="515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80093838" sldId="516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55427782" sldId="517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663943781" sldId="518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345974267" sldId="519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982934387" sldId="520"/>
        </pc:sldMkLst>
      </pc:sldChg>
      <pc:sldMasterChg chg="modSldLayout">
        <pc:chgData name="Mohammed Fasha" userId="cc64f42d-a1a6-4f08-b97b-0c37f877119f" providerId="ADAL" clId="{E8D62E87-A939-4BEA-B882-7E8D1ACA2800}" dt="2025-03-11T17:37:56.779" v="31" actId="14100"/>
        <pc:sldMasterMkLst>
          <pc:docMk/>
          <pc:sldMasterMk cId="742811419" sldId="2147483648"/>
        </pc:sldMasterMkLst>
        <pc:sldLayoutChg chg="modSp mod">
          <pc:chgData name="Mohammed Fasha" userId="cc64f42d-a1a6-4f08-b97b-0c37f877119f" providerId="ADAL" clId="{E8D62E87-A939-4BEA-B882-7E8D1ACA2800}" dt="2025-03-11T17:37:56.779" v="31" actId="14100"/>
          <pc:sldLayoutMkLst>
            <pc:docMk/>
            <pc:sldMasterMk cId="742811419" sldId="2147483648"/>
            <pc:sldLayoutMk cId="3573533501" sldId="2147483650"/>
          </pc:sldLayoutMkLst>
        </pc:sldLayoutChg>
      </pc:sldMasterChg>
    </pc:docChg>
  </pc:docChgLst>
  <pc:docChgLst>
    <pc:chgData name="Mohammed Fasha" userId="cc64f42d-a1a6-4f08-b97b-0c37f877119f" providerId="ADAL" clId="{52B7A16F-CAD0-4D4D-9F9C-A24C8678CAD7}"/>
    <pc:docChg chg="undo custSel addSld delSld modSld">
      <pc:chgData name="Mohammed Fasha" userId="cc64f42d-a1a6-4f08-b97b-0c37f877119f" providerId="ADAL" clId="{52B7A16F-CAD0-4D4D-9F9C-A24C8678CAD7}" dt="2025-03-23T08:12:51.858" v="440" actId="167"/>
      <pc:docMkLst>
        <pc:docMk/>
      </pc:docMkLst>
      <pc:sldChg chg="modSp mod">
        <pc:chgData name="Mohammed Fasha" userId="cc64f42d-a1a6-4f08-b97b-0c37f877119f" providerId="ADAL" clId="{52B7A16F-CAD0-4D4D-9F9C-A24C8678CAD7}" dt="2025-03-23T07:38:06.248" v="0" actId="1076"/>
        <pc:sldMkLst>
          <pc:docMk/>
          <pc:sldMk cId="0" sldId="260"/>
        </pc:sldMkLst>
      </pc:sldChg>
      <pc:sldChg chg="addSp delSp modSp mod">
        <pc:chgData name="Mohammed Fasha" userId="cc64f42d-a1a6-4f08-b97b-0c37f877119f" providerId="ADAL" clId="{52B7A16F-CAD0-4D4D-9F9C-A24C8678CAD7}" dt="2025-03-23T07:53:24.379" v="210" actId="1037"/>
        <pc:sldMkLst>
          <pc:docMk/>
          <pc:sldMk cId="0" sldId="268"/>
        </pc:sldMkLst>
      </pc:sldChg>
      <pc:sldChg chg="modSp mod">
        <pc:chgData name="Mohammed Fasha" userId="cc64f42d-a1a6-4f08-b97b-0c37f877119f" providerId="ADAL" clId="{52B7A16F-CAD0-4D4D-9F9C-A24C8678CAD7}" dt="2025-03-23T08:04:37.151" v="351" actId="1076"/>
        <pc:sldMkLst>
          <pc:docMk/>
          <pc:sldMk cId="0" sldId="272"/>
        </pc:sldMkLst>
      </pc:sldChg>
      <pc:sldChg chg="addSp delSp modSp mod">
        <pc:chgData name="Mohammed Fasha" userId="cc64f42d-a1a6-4f08-b97b-0c37f877119f" providerId="ADAL" clId="{52B7A16F-CAD0-4D4D-9F9C-A24C8678CAD7}" dt="2025-03-23T07:57:49.782" v="247" actId="113"/>
        <pc:sldMkLst>
          <pc:docMk/>
          <pc:sldMk cId="1864506158" sldId="314"/>
        </pc:sldMkLst>
      </pc:sldChg>
      <pc:sldChg chg="del">
        <pc:chgData name="Mohammed Fasha" userId="cc64f42d-a1a6-4f08-b97b-0c37f877119f" providerId="ADAL" clId="{52B7A16F-CAD0-4D4D-9F9C-A24C8678CAD7}" dt="2025-03-23T07:50:32.125" v="135" actId="2696"/>
        <pc:sldMkLst>
          <pc:docMk/>
          <pc:sldMk cId="2845841377" sldId="315"/>
        </pc:sldMkLst>
      </pc:sldChg>
      <pc:sldChg chg="addSp delSp modSp mod">
        <pc:chgData name="Mohammed Fasha" userId="cc64f42d-a1a6-4f08-b97b-0c37f877119f" providerId="ADAL" clId="{52B7A16F-CAD0-4D4D-9F9C-A24C8678CAD7}" dt="2025-03-23T08:12:51.858" v="440" actId="167"/>
        <pc:sldMkLst>
          <pc:docMk/>
          <pc:sldMk cId="3694445782" sldId="326"/>
        </pc:sldMkLst>
      </pc:sldChg>
      <pc:sldChg chg="addSp delSp modSp mod">
        <pc:chgData name="Mohammed Fasha" userId="cc64f42d-a1a6-4f08-b97b-0c37f877119f" providerId="ADAL" clId="{52B7A16F-CAD0-4D4D-9F9C-A24C8678CAD7}" dt="2025-03-23T07:57:59.284" v="248" actId="113"/>
        <pc:sldMkLst>
          <pc:docMk/>
          <pc:sldMk cId="659685489" sldId="327"/>
        </pc:sldMkLst>
      </pc:sldChg>
      <pc:sldChg chg="modSp add">
        <pc:chgData name="Mohammed Fasha" userId="cc64f42d-a1a6-4f08-b97b-0c37f877119f" providerId="ADAL" clId="{52B7A16F-CAD0-4D4D-9F9C-A24C8678CAD7}" dt="2025-03-23T08:06:38.777" v="363" actId="1035"/>
        <pc:sldMkLst>
          <pc:docMk/>
          <pc:sldMk cId="932796301" sldId="328"/>
        </pc:sldMkLst>
      </pc:sldChg>
      <pc:sldChg chg="addSp modSp del mod">
        <pc:chgData name="Mohammed Fasha" userId="cc64f42d-a1a6-4f08-b97b-0c37f877119f" providerId="ADAL" clId="{52B7A16F-CAD0-4D4D-9F9C-A24C8678CAD7}" dt="2025-03-23T08:06:20.763" v="361" actId="2696"/>
        <pc:sldMkLst>
          <pc:docMk/>
          <pc:sldMk cId="4072578661" sldId="328"/>
        </pc:sldMkLst>
      </pc:sldChg>
      <pc:sldChg chg="addSp modSp mod">
        <pc:chgData name="Mohammed Fasha" userId="cc64f42d-a1a6-4f08-b97b-0c37f877119f" providerId="ADAL" clId="{52B7A16F-CAD0-4D4D-9F9C-A24C8678CAD7}" dt="2025-03-23T08:05:29.878" v="358" actId="14100"/>
        <pc:sldMkLst>
          <pc:docMk/>
          <pc:sldMk cId="3366111495" sldId="329"/>
        </pc:sldMkLst>
      </pc:sldChg>
    </pc:docChg>
  </pc:docChgLst>
  <pc:docChgLst>
    <pc:chgData name="Mohammed Fasha" userId="cc64f42d-a1a6-4f08-b97b-0c37f877119f" providerId="ADAL" clId="{90B6B862-2DC7-460D-AAB2-4136282EE665}"/>
    <pc:docChg chg="undo redo custSel addSld delSld modSld">
      <pc:chgData name="Mohammed Fasha" userId="cc64f42d-a1a6-4f08-b97b-0c37f877119f" providerId="ADAL" clId="{90B6B862-2DC7-460D-AAB2-4136282EE665}" dt="2025-03-22T15:52:20.415" v="389" actId="207"/>
      <pc:docMkLst>
        <pc:docMk/>
      </pc:docMkLst>
      <pc:sldChg chg="modSp mod">
        <pc:chgData name="Mohammed Fasha" userId="cc64f42d-a1a6-4f08-b97b-0c37f877119f" providerId="ADAL" clId="{90B6B862-2DC7-460D-AAB2-4136282EE665}" dt="2025-03-21T12:24:31.044" v="30" actId="20577"/>
        <pc:sldMkLst>
          <pc:docMk/>
          <pc:sldMk cId="0" sldId="265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051082680" sldId="26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262872071" sldId="267"/>
        </pc:sldMkLst>
      </pc:sldChg>
      <pc:sldChg chg="addSp delSp modSp mod">
        <pc:chgData name="Mohammed Fasha" userId="cc64f42d-a1a6-4f08-b97b-0c37f877119f" providerId="ADAL" clId="{90B6B862-2DC7-460D-AAB2-4136282EE665}" dt="2025-03-22T15:25:56.335" v="120" actId="14100"/>
        <pc:sldMkLst>
          <pc:docMk/>
          <pc:sldMk cId="0" sldId="268"/>
        </pc:sldMkLst>
      </pc:sldChg>
      <pc:sldChg chg="add del">
        <pc:chgData name="Mohammed Fasha" userId="cc64f42d-a1a6-4f08-b97b-0c37f877119f" providerId="ADAL" clId="{90B6B862-2DC7-460D-AAB2-4136282EE665}" dt="2025-03-21T12:22:29.862" v="10" actId="47"/>
        <pc:sldMkLst>
          <pc:docMk/>
          <pc:sldMk cId="0" sldId="269"/>
        </pc:sldMkLst>
      </pc:sldChg>
      <pc:sldChg chg="modSp mod">
        <pc:chgData name="Mohammed Fasha" userId="cc64f42d-a1a6-4f08-b97b-0c37f877119f" providerId="ADAL" clId="{90B6B862-2DC7-460D-AAB2-4136282EE665}" dt="2025-03-21T12:24:43.128" v="32" actId="6549"/>
        <pc:sldMkLst>
          <pc:docMk/>
          <pc:sldMk cId="0" sldId="270"/>
        </pc:sldMkLst>
      </pc:sldChg>
      <pc:sldChg chg="add del">
        <pc:chgData name="Mohammed Fasha" userId="cc64f42d-a1a6-4f08-b97b-0c37f877119f" providerId="ADAL" clId="{90B6B862-2DC7-460D-AAB2-4136282EE665}" dt="2025-03-21T12:22:31.211" v="11" actId="47"/>
        <pc:sldMkLst>
          <pc:docMk/>
          <pc:sldMk cId="0" sldId="271"/>
        </pc:sldMkLst>
      </pc:sldChg>
      <pc:sldChg chg="modSp mod">
        <pc:chgData name="Mohammed Fasha" userId="cc64f42d-a1a6-4f08-b97b-0c37f877119f" providerId="ADAL" clId="{90B6B862-2DC7-460D-AAB2-4136282EE665}" dt="2025-03-22T15:52:20.415" v="389" actId="207"/>
        <pc:sldMkLst>
          <pc:docMk/>
          <pc:sldMk cId="0" sldId="272"/>
        </pc:sldMkLst>
      </pc:sldChg>
      <pc:sldChg chg="add del">
        <pc:chgData name="Mohammed Fasha" userId="cc64f42d-a1a6-4f08-b97b-0c37f877119f" providerId="ADAL" clId="{90B6B862-2DC7-460D-AAB2-4136282EE665}" dt="2025-03-21T12:22:32.502" v="12" actId="47"/>
        <pc:sldMkLst>
          <pc:docMk/>
          <pc:sldMk cId="0" sldId="273"/>
        </pc:sldMkLst>
      </pc:sldChg>
      <pc:sldChg chg="modSp mod">
        <pc:chgData name="Mohammed Fasha" userId="cc64f42d-a1a6-4f08-b97b-0c37f877119f" providerId="ADAL" clId="{90B6B862-2DC7-460D-AAB2-4136282EE665}" dt="2025-03-22T15:52:14.726" v="388" actId="113"/>
        <pc:sldMkLst>
          <pc:docMk/>
          <pc:sldMk cId="0" sldId="274"/>
        </pc:sldMkLst>
      </pc:sldChg>
      <pc:sldChg chg="add del">
        <pc:chgData name="Mohammed Fasha" userId="cc64f42d-a1a6-4f08-b97b-0c37f877119f" providerId="ADAL" clId="{90B6B862-2DC7-460D-AAB2-4136282EE665}" dt="2025-03-21T12:22:36.640" v="14" actId="47"/>
        <pc:sldMkLst>
          <pc:docMk/>
          <pc:sldMk cId="0" sldId="275"/>
        </pc:sldMkLst>
      </pc:sldChg>
      <pc:sldChg chg="del">
        <pc:chgData name="Mohammed Fasha" userId="cc64f42d-a1a6-4f08-b97b-0c37f877119f" providerId="ADAL" clId="{90B6B862-2DC7-460D-AAB2-4136282EE665}" dt="2025-03-21T12:22:37.879" v="15" actId="47"/>
        <pc:sldMkLst>
          <pc:docMk/>
          <pc:sldMk cId="0" sldId="276"/>
        </pc:sldMkLst>
      </pc:sldChg>
      <pc:sldChg chg="del">
        <pc:chgData name="Mohammed Fasha" userId="cc64f42d-a1a6-4f08-b97b-0c37f877119f" providerId="ADAL" clId="{90B6B862-2DC7-460D-AAB2-4136282EE665}" dt="2025-03-21T12:22:43.487" v="20" actId="47"/>
        <pc:sldMkLst>
          <pc:docMk/>
          <pc:sldMk cId="0" sldId="277"/>
        </pc:sldMkLst>
      </pc:sldChg>
      <pc:sldChg chg="del">
        <pc:chgData name="Mohammed Fasha" userId="cc64f42d-a1a6-4f08-b97b-0c37f877119f" providerId="ADAL" clId="{90B6B862-2DC7-460D-AAB2-4136282EE665}" dt="2025-03-21T12:22:42.339" v="19" actId="47"/>
        <pc:sldMkLst>
          <pc:docMk/>
          <pc:sldMk cId="0" sldId="279"/>
        </pc:sldMkLst>
      </pc:sldChg>
      <pc:sldChg chg="add del">
        <pc:chgData name="Mohammed Fasha" userId="cc64f42d-a1a6-4f08-b97b-0c37f877119f" providerId="ADAL" clId="{90B6B862-2DC7-460D-AAB2-4136282EE665}" dt="2025-03-21T12:23:12.598" v="26" actId="2696"/>
        <pc:sldMkLst>
          <pc:docMk/>
          <pc:sldMk cId="1987061240" sldId="285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672303097" sldId="28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815558283" sldId="288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206556809" sldId="291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989139448" sldId="292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181059690" sldId="293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418130453" sldId="294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43200119" sldId="295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822153299" sldId="29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1461366896" sldId="297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475909420" sldId="298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540064806" sldId="300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115715400" sldId="301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1663389758" sldId="302"/>
        </pc:sldMkLst>
      </pc:sldChg>
      <pc:sldChg chg="add del">
        <pc:chgData name="Mohammed Fasha" userId="cc64f42d-a1a6-4f08-b97b-0c37f877119f" providerId="ADAL" clId="{90B6B862-2DC7-460D-AAB2-4136282EE665}" dt="2025-03-21T12:23:12.598" v="26" actId="2696"/>
        <pc:sldMkLst>
          <pc:docMk/>
          <pc:sldMk cId="3053666628" sldId="303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133918167" sldId="304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673227071" sldId="305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41320333" sldId="30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4041194208" sldId="307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844551123" sldId="308"/>
        </pc:sldMkLst>
      </pc:sldChg>
      <pc:sldChg chg="del">
        <pc:chgData name="Mohammed Fasha" userId="cc64f42d-a1a6-4f08-b97b-0c37f877119f" providerId="ADAL" clId="{90B6B862-2DC7-460D-AAB2-4136282EE665}" dt="2025-03-21T12:22:39.905" v="17" actId="47"/>
        <pc:sldMkLst>
          <pc:docMk/>
          <pc:sldMk cId="618074235" sldId="314"/>
        </pc:sldMkLst>
      </pc:sldChg>
      <pc:sldChg chg="modSp new mod">
        <pc:chgData name="Mohammed Fasha" userId="cc64f42d-a1a6-4f08-b97b-0c37f877119f" providerId="ADAL" clId="{90B6B862-2DC7-460D-AAB2-4136282EE665}" dt="2025-03-22T15:43:34.061" v="323" actId="20577"/>
        <pc:sldMkLst>
          <pc:docMk/>
          <pc:sldMk cId="1864506158" sldId="314"/>
        </pc:sldMkLst>
      </pc:sldChg>
      <pc:sldChg chg="del">
        <pc:chgData name="Mohammed Fasha" userId="cc64f42d-a1a6-4f08-b97b-0c37f877119f" providerId="ADAL" clId="{90B6B862-2DC7-460D-AAB2-4136282EE665}" dt="2025-03-21T12:22:38.828" v="16" actId="47"/>
        <pc:sldMkLst>
          <pc:docMk/>
          <pc:sldMk cId="22495289" sldId="315"/>
        </pc:sldMkLst>
      </pc:sldChg>
      <pc:sldChg chg="addSp modSp new mod">
        <pc:chgData name="Mohammed Fasha" userId="cc64f42d-a1a6-4f08-b97b-0c37f877119f" providerId="ADAL" clId="{90B6B862-2DC7-460D-AAB2-4136282EE665}" dt="2025-03-22T15:30:57.316" v="159" actId="20577"/>
        <pc:sldMkLst>
          <pc:docMk/>
          <pc:sldMk cId="2845841377" sldId="315"/>
        </pc:sldMkLst>
      </pc:sldChg>
      <pc:sldChg chg="del">
        <pc:chgData name="Mohammed Fasha" userId="cc64f42d-a1a6-4f08-b97b-0c37f877119f" providerId="ADAL" clId="{90B6B862-2DC7-460D-AAB2-4136282EE665}" dt="2025-03-21T12:22:41.191" v="18" actId="47"/>
        <pc:sldMkLst>
          <pc:docMk/>
          <pc:sldMk cId="196329700" sldId="316"/>
        </pc:sldMkLst>
      </pc:sldChg>
      <pc:sldChg chg="modSp new mod">
        <pc:chgData name="Mohammed Fasha" userId="cc64f42d-a1a6-4f08-b97b-0c37f877119f" providerId="ADAL" clId="{90B6B862-2DC7-460D-AAB2-4136282EE665}" dt="2025-03-22T15:41:03.063" v="315"/>
        <pc:sldMkLst>
          <pc:docMk/>
          <pc:sldMk cId="4201170802" sldId="316"/>
        </pc:sldMkLst>
      </pc:sldChg>
      <pc:sldChg chg="add del">
        <pc:chgData name="Mohammed Fasha" userId="cc64f42d-a1a6-4f08-b97b-0c37f877119f" providerId="ADAL" clId="{90B6B862-2DC7-460D-AAB2-4136282EE665}" dt="2025-03-21T12:22:35.158" v="13" actId="47"/>
        <pc:sldMkLst>
          <pc:docMk/>
          <pc:sldMk cId="3080687933" sldId="317"/>
        </pc:sldMkLst>
      </pc:sldChg>
      <pc:sldChg chg="new">
        <pc:chgData name="Mohammed Fasha" userId="cc64f42d-a1a6-4f08-b97b-0c37f877119f" providerId="ADAL" clId="{90B6B862-2DC7-460D-AAB2-4136282EE665}" dt="2025-03-22T15:45:42.049" v="344" actId="680"/>
        <pc:sldMkLst>
          <pc:docMk/>
          <pc:sldMk cId="3352190066" sldId="317"/>
        </pc:sldMkLst>
      </pc:sldChg>
      <pc:sldChg chg="del">
        <pc:chgData name="Mohammed Fasha" userId="cc64f42d-a1a6-4f08-b97b-0c37f877119f" providerId="ADAL" clId="{90B6B862-2DC7-460D-AAB2-4136282EE665}" dt="2025-03-21T12:22:49.353" v="21" actId="47"/>
        <pc:sldMkLst>
          <pc:docMk/>
          <pc:sldMk cId="3702164412" sldId="318"/>
        </pc:sldMkLst>
      </pc:sldChg>
    </pc:docChg>
  </pc:docChgLst>
  <pc:docChgLst>
    <pc:chgData name="Mohammed Fasha" userId="S::mohammed.fasha@uop.edu.jo::cc64f42d-a1a6-4f08-b97b-0c37f877119f" providerId="AD" clId="Web-{2F52505F-0676-E1F8-3A9C-C74E2F5553F9}"/>
    <pc:docChg chg="addSld modSld">
      <pc:chgData name="Mohammed Fasha" userId="S::mohammed.fasha@uop.edu.jo::cc64f42d-a1a6-4f08-b97b-0c37f877119f" providerId="AD" clId="Web-{2F52505F-0676-E1F8-3A9C-C74E2F5553F9}" dt="2025-03-23T06:07:25.672" v="25" actId="20577"/>
      <pc:docMkLst>
        <pc:docMk/>
      </pc:docMkLst>
      <pc:sldChg chg="modSp">
        <pc:chgData name="Mohammed Fasha" userId="S::mohammed.fasha@uop.edu.jo::cc64f42d-a1a6-4f08-b97b-0c37f877119f" providerId="AD" clId="Web-{2F52505F-0676-E1F8-3A9C-C74E2F5553F9}" dt="2025-03-23T06:05:34.685" v="4" actId="20577"/>
        <pc:sldMkLst>
          <pc:docMk/>
          <pc:sldMk cId="1864506158" sldId="314"/>
        </pc:sldMkLst>
      </pc:sldChg>
      <pc:sldChg chg="modSp new">
        <pc:chgData name="Mohammed Fasha" userId="S::mohammed.fasha@uop.edu.jo::cc64f42d-a1a6-4f08-b97b-0c37f877119f" providerId="AD" clId="Web-{2F52505F-0676-E1F8-3A9C-C74E2F5553F9}" dt="2025-03-23T06:06:23.139" v="13" actId="20577"/>
        <pc:sldMkLst>
          <pc:docMk/>
          <pc:sldMk cId="3694445782" sldId="326"/>
        </pc:sldMkLst>
      </pc:sldChg>
      <pc:sldChg chg="modSp new">
        <pc:chgData name="Mohammed Fasha" userId="S::mohammed.fasha@uop.edu.jo::cc64f42d-a1a6-4f08-b97b-0c37f877119f" providerId="AD" clId="Web-{2F52505F-0676-E1F8-3A9C-C74E2F5553F9}" dt="2025-03-23T06:06:39.452" v="17" actId="20577"/>
        <pc:sldMkLst>
          <pc:docMk/>
          <pc:sldMk cId="659685489" sldId="327"/>
        </pc:sldMkLst>
      </pc:sldChg>
      <pc:sldChg chg="modSp new">
        <pc:chgData name="Mohammed Fasha" userId="S::mohammed.fasha@uop.edu.jo::cc64f42d-a1a6-4f08-b97b-0c37f877119f" providerId="AD" clId="Web-{2F52505F-0676-E1F8-3A9C-C74E2F5553F9}" dt="2025-03-23T06:07:22.532" v="22" actId="20577"/>
        <pc:sldMkLst>
          <pc:docMk/>
          <pc:sldMk cId="4072578661" sldId="328"/>
        </pc:sldMkLst>
      </pc:sldChg>
      <pc:sldChg chg="modSp new">
        <pc:chgData name="Mohammed Fasha" userId="S::mohammed.fasha@uop.edu.jo::cc64f42d-a1a6-4f08-b97b-0c37f877119f" providerId="AD" clId="Web-{2F52505F-0676-E1F8-3A9C-C74E2F5553F9}" dt="2025-03-23T06:07:25.672" v="25" actId="20577"/>
        <pc:sldMkLst>
          <pc:docMk/>
          <pc:sldMk cId="3366111495" sldId="329"/>
        </pc:sldMkLst>
      </pc:sldChg>
    </pc:docChg>
  </pc:docChgLst>
  <pc:docChgLst>
    <pc:chgData name="Mohammed Fasha" userId="S::mohammed.fasha@uop.edu.jo::cc64f42d-a1a6-4f08-b97b-0c37f877119f" providerId="AD" clId="Web-{411F16AF-03A3-6BA1-B79B-E9FB6FBED36A}"/>
    <pc:docChg chg="addSld delSld modSld">
      <pc:chgData name="Mohammed Fasha" userId="S::mohammed.fasha@uop.edu.jo::cc64f42d-a1a6-4f08-b97b-0c37f877119f" providerId="AD" clId="Web-{411F16AF-03A3-6BA1-B79B-E9FB6FBED36A}" dt="2025-03-17T05:47:39.406" v="102"/>
      <pc:docMkLst>
        <pc:docMk/>
      </pc:docMkLst>
      <pc:sldChg chg="add del">
        <pc:chgData name="Mohammed Fasha" userId="S::mohammed.fasha@uop.edu.jo::cc64f42d-a1a6-4f08-b97b-0c37f877119f" providerId="AD" clId="Web-{411F16AF-03A3-6BA1-B79B-E9FB6FBED36A}" dt="2025-03-17T05:47:39.406" v="102"/>
        <pc:sldMkLst>
          <pc:docMk/>
          <pc:sldMk cId="3262872071" sldId="267"/>
        </pc:sldMkLst>
      </pc:sldChg>
      <pc:sldChg chg="addSp delSp modSp new add del">
        <pc:chgData name="Mohammed Fasha" userId="S::mohammed.fasha@uop.edu.jo::cc64f42d-a1a6-4f08-b97b-0c37f877119f" providerId="AD" clId="Web-{411F16AF-03A3-6BA1-B79B-E9FB6FBED36A}" dt="2025-03-17T05:47:39.406" v="101"/>
        <pc:sldMkLst>
          <pc:docMk/>
          <pc:sldMk cId="3133918167" sldId="304"/>
        </pc:sldMkLst>
      </pc:sldChg>
      <pc:sldChg chg="addSp delSp modSp new add del">
        <pc:chgData name="Mohammed Fasha" userId="S::mohammed.fasha@uop.edu.jo::cc64f42d-a1a6-4f08-b97b-0c37f877119f" providerId="AD" clId="Web-{411F16AF-03A3-6BA1-B79B-E9FB6FBED36A}" dt="2025-03-17T05:47:39.406" v="100"/>
        <pc:sldMkLst>
          <pc:docMk/>
          <pc:sldMk cId="3673227071" sldId="305"/>
        </pc:sldMkLst>
      </pc:sldChg>
    </pc:docChg>
  </pc:docChgLst>
  <pc:docChgLst>
    <pc:chgData name="Mohammed Fasha" userId="S::mohammed.fasha@uop.edu.jo::cc64f42d-a1a6-4f08-b97b-0c37f877119f" providerId="AD" clId="Web-{36B9E10C-9544-F05A-23A9-185BAFD9898D}"/>
    <pc:docChg chg="addSld modSld">
      <pc:chgData name="Mohammed Fasha" userId="S::mohammed.fasha@uop.edu.jo::cc64f42d-a1a6-4f08-b97b-0c37f877119f" providerId="AD" clId="Web-{36B9E10C-9544-F05A-23A9-185BAFD9898D}" dt="2025-03-23T12:04:32.957" v="76"/>
      <pc:docMkLst>
        <pc:docMk/>
      </pc:docMkLst>
      <pc:sldChg chg="addSp delSp modSp">
        <pc:chgData name="Mohammed Fasha" userId="S::mohammed.fasha@uop.edu.jo::cc64f42d-a1a6-4f08-b97b-0c37f877119f" providerId="AD" clId="Web-{36B9E10C-9544-F05A-23A9-185BAFD9898D}" dt="2025-03-23T12:04:32.957" v="76"/>
        <pc:sldMkLst>
          <pc:docMk/>
          <pc:sldMk cId="0" sldId="274"/>
        </pc:sldMkLst>
      </pc:sldChg>
      <pc:sldChg chg="addSp modSp new">
        <pc:chgData name="Mohammed Fasha" userId="S::mohammed.fasha@uop.edu.jo::cc64f42d-a1a6-4f08-b97b-0c37f877119f" providerId="AD" clId="Web-{36B9E10C-9544-F05A-23A9-185BAFD9898D}" dt="2025-03-23T12:02:36.938" v="60" actId="1076"/>
        <pc:sldMkLst>
          <pc:docMk/>
          <pc:sldMk cId="2059959534" sldId="3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797523"/>
            <a:ext cx="11069715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11069715" cy="499103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>
            <a:norm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9875" y="103822"/>
            <a:ext cx="403123" cy="52901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189" y="188463"/>
            <a:ext cx="2020001" cy="5724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58618" y="45690"/>
            <a:ext cx="1163591" cy="58603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38800" y="279209"/>
            <a:ext cx="914400" cy="12049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3645" y="2380310"/>
            <a:ext cx="5664708" cy="1068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9520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608733"/>
            <a:ext cx="4972685" cy="473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380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C727CE-6255-82CB-CFCB-7738B389789F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92622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2/06/getting-started-with-apache-pig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hyperlink" Target="https://www.geeksforgeeks.org/difference-between-pig-and-hive/" TargetMode="Externa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aler.com/topics/hadoop/hbase-architecture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dpanda.com/blog/data-stream-processing-spark-flink-ksqldb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4105"/>
              </a:lnSpc>
              <a:spcBef>
                <a:spcPts val="100"/>
              </a:spcBef>
            </a:pPr>
            <a:r>
              <a:rPr sz="3600" spc="-10"/>
              <a:t>307401</a:t>
            </a:r>
            <a:endParaRPr sz="3600"/>
          </a:p>
          <a:p>
            <a:pPr marL="2540" algn="ctr">
              <a:lnSpc>
                <a:spcPts val="4105"/>
              </a:lnSpc>
            </a:pPr>
            <a:r>
              <a:rPr sz="3600"/>
              <a:t>Big</a:t>
            </a:r>
            <a:r>
              <a:rPr sz="3600" spc="-105"/>
              <a:t> </a:t>
            </a:r>
            <a:r>
              <a:rPr sz="3600"/>
              <a:t>Data</a:t>
            </a:r>
            <a:r>
              <a:rPr sz="3600" spc="-95"/>
              <a:t> </a:t>
            </a:r>
            <a:r>
              <a:rPr sz="3600"/>
              <a:t>and</a:t>
            </a:r>
            <a:r>
              <a:rPr sz="3600" spc="-100"/>
              <a:t> </a:t>
            </a:r>
            <a:r>
              <a:rPr sz="3600"/>
              <a:t>Data</a:t>
            </a:r>
            <a:r>
              <a:rPr sz="3600" spc="-95"/>
              <a:t> </a:t>
            </a:r>
            <a:r>
              <a:rPr sz="3600" spc="-10"/>
              <a:t>Warehouses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27626" y="3579367"/>
            <a:ext cx="293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Introduction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Hadoop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7414" y="4520438"/>
            <a:ext cx="2756027" cy="6551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040B-91AB-8FE8-4C82-1572292F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Processing in Computing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42D6109-309C-0C16-24AA-D861D4623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712" y="2168165"/>
            <a:ext cx="9412999" cy="3694349"/>
          </a:xfrm>
        </p:spPr>
      </p:pic>
    </p:spTree>
    <p:extLst>
      <p:ext uri="{BB962C8B-B14F-4D97-AF65-F5344CB8AC3E}">
        <p14:creationId xmlns:p14="http://schemas.microsoft.com/office/powerpoint/2010/main" val="118088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5D340-29FC-02B2-01E5-4EFF174F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Speedup in Parallel Computing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98C2C00-2F9B-B9B5-A7EF-72072E663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085" y="1672187"/>
            <a:ext cx="4984480" cy="4991100"/>
          </a:xfrm>
        </p:spPr>
      </p:pic>
      <p:pic>
        <p:nvPicPr>
          <p:cNvPr id="3" name="Picture 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E0FA2D9C-B449-3E3A-EA3A-AA759A369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433" y="1547517"/>
            <a:ext cx="4648285" cy="530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6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10">
                <a:solidFill>
                  <a:srgbClr val="FFFFFF"/>
                </a:solidFill>
              </a:rPr>
              <a:t>Introduction</a:t>
            </a:r>
            <a:r>
              <a:rPr sz="2800" spc="-85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to</a:t>
            </a:r>
            <a:r>
              <a:rPr sz="2800" spc="-8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Hadoop</a:t>
            </a:r>
            <a:endParaRPr sz="28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2A400C-9E9B-4CEF-74E2-1D904EACC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cs typeface="Calibri"/>
              </a:rPr>
              <a:t>Hadoop</a:t>
            </a:r>
            <a:r>
              <a:rPr lang="en-US" spc="-55" dirty="0">
                <a:cs typeface="Calibri"/>
              </a:rPr>
              <a:t> </a:t>
            </a:r>
            <a:r>
              <a:rPr lang="en-US" dirty="0">
                <a:cs typeface="Calibri"/>
              </a:rPr>
              <a:t>is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an</a:t>
            </a:r>
            <a:r>
              <a:rPr lang="en-US" spc="-3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open-</a:t>
            </a:r>
            <a:r>
              <a:rPr lang="en-US" dirty="0">
                <a:cs typeface="Calibri"/>
              </a:rPr>
              <a:t>source</a:t>
            </a:r>
            <a:r>
              <a:rPr lang="en-US" spc="-5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framework</a:t>
            </a:r>
            <a:r>
              <a:rPr lang="en-US" spc="-3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overseen </a:t>
            </a:r>
            <a:r>
              <a:rPr lang="en-US" dirty="0">
                <a:cs typeface="Calibri"/>
              </a:rPr>
              <a:t>by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Apache</a:t>
            </a:r>
            <a:r>
              <a:rPr lang="en-US" spc="-4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cs typeface="Calibri"/>
              </a:rPr>
              <a:t>Software</a:t>
            </a:r>
            <a:r>
              <a:rPr lang="en-US" spc="-4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Foundation</a:t>
            </a:r>
            <a:r>
              <a:rPr lang="en-US" spc="-45" dirty="0">
                <a:cs typeface="Calibri"/>
              </a:rPr>
              <a:t> </a:t>
            </a:r>
            <a:r>
              <a:rPr lang="en-US" dirty="0">
                <a:cs typeface="Calibri"/>
              </a:rPr>
              <a:t>which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is</a:t>
            </a:r>
            <a:r>
              <a:rPr lang="en-US" spc="-3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written</a:t>
            </a:r>
            <a:endParaRPr lang="en-US" dirty="0"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lang="en-US" dirty="0">
                <a:cs typeface="Calibri"/>
              </a:rPr>
              <a:t>in</a:t>
            </a:r>
            <a:r>
              <a:rPr lang="en-US" spc="-50" dirty="0"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Java</a:t>
            </a:r>
            <a:r>
              <a:rPr lang="en-US" spc="-6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cs typeface="Calibri"/>
              </a:rPr>
              <a:t>for</a:t>
            </a:r>
            <a:r>
              <a:rPr lang="en-US" spc="-65" dirty="0"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storing</a:t>
            </a:r>
            <a:r>
              <a:rPr lang="en-US" spc="-4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and</a:t>
            </a:r>
            <a:r>
              <a:rPr lang="en-US" spc="-5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processing</a:t>
            </a:r>
            <a:r>
              <a:rPr lang="en-US" spc="-4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cs typeface="Calibri"/>
              </a:rPr>
              <a:t>of</a:t>
            </a:r>
            <a:r>
              <a:rPr lang="en-US" spc="-55" dirty="0"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huge</a:t>
            </a:r>
            <a:r>
              <a:rPr lang="en-US" spc="-8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datasets</a:t>
            </a:r>
            <a:r>
              <a:rPr lang="en-US" spc="-3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cs typeface="Calibri"/>
              </a:rPr>
              <a:t>with</a:t>
            </a:r>
            <a:r>
              <a:rPr lang="en-US" spc="-45" dirty="0">
                <a:cs typeface="Calibri"/>
              </a:rPr>
              <a:t> </a:t>
            </a:r>
            <a:r>
              <a:rPr lang="en-US" dirty="0">
                <a:cs typeface="Calibri"/>
              </a:rPr>
              <a:t>the</a:t>
            </a:r>
            <a:r>
              <a:rPr lang="en-US" spc="-55" dirty="0"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cluster</a:t>
            </a:r>
            <a:r>
              <a:rPr lang="en-US" spc="-3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cs typeface="Calibri"/>
              </a:rPr>
              <a:t>of</a:t>
            </a:r>
            <a:r>
              <a:rPr lang="en-US" spc="-60" dirty="0"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commodity</a:t>
            </a:r>
            <a:r>
              <a:rPr lang="en-US" spc="-6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cs typeface="Calibri"/>
              </a:rPr>
              <a:t>hardware</a:t>
            </a:r>
            <a:r>
              <a:rPr lang="en-US" spc="-10" dirty="0">
                <a:cs typeface="Calibri"/>
              </a:rPr>
              <a:t>.</a:t>
            </a:r>
            <a:endParaRPr lang="en-US" dirty="0"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cs typeface="Calibri"/>
              </a:rPr>
              <a:t>There</a:t>
            </a:r>
            <a:r>
              <a:rPr lang="en-US" spc="-45" dirty="0">
                <a:cs typeface="Calibri"/>
              </a:rPr>
              <a:t> </a:t>
            </a:r>
            <a:r>
              <a:rPr lang="en-US" dirty="0">
                <a:cs typeface="Calibri"/>
              </a:rPr>
              <a:t>are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mainly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two</a:t>
            </a:r>
            <a:r>
              <a:rPr lang="en-US" spc="-50" dirty="0">
                <a:cs typeface="Calibri"/>
              </a:rPr>
              <a:t> </a:t>
            </a:r>
            <a:r>
              <a:rPr lang="en-US" dirty="0">
                <a:cs typeface="Calibri"/>
              </a:rPr>
              <a:t>problems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with</a:t>
            </a:r>
            <a:r>
              <a:rPr lang="en-US" spc="-45" dirty="0">
                <a:cs typeface="Calibri"/>
              </a:rPr>
              <a:t> </a:t>
            </a:r>
            <a:r>
              <a:rPr lang="en-US" dirty="0">
                <a:cs typeface="Calibri"/>
              </a:rPr>
              <a:t>the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big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data</a:t>
            </a:r>
            <a:r>
              <a:rPr lang="en-US" spc="-45" dirty="0">
                <a:cs typeface="Calibri"/>
              </a:rPr>
              <a:t> </a:t>
            </a:r>
            <a:r>
              <a:rPr lang="en-US" dirty="0">
                <a:cs typeface="Calibri"/>
              </a:rPr>
              <a:t>that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Hadoop</a:t>
            </a:r>
            <a:r>
              <a:rPr lang="en-US" spc="-6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addresses:</a:t>
            </a:r>
            <a:endParaRPr lang="en-US" dirty="0"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295"/>
              </a:spcBef>
              <a:buAutoNum type="arabicPeriod"/>
              <a:tabLst>
                <a:tab pos="927100" algn="l"/>
              </a:tabLst>
            </a:pPr>
            <a:r>
              <a:rPr lang="en-US" dirty="0">
                <a:solidFill>
                  <a:srgbClr val="006FC0"/>
                </a:solidFill>
                <a:cs typeface="Calibri"/>
              </a:rPr>
              <a:t>The</a:t>
            </a:r>
            <a:r>
              <a:rPr lang="en-US" spc="-45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dirty="0">
                <a:solidFill>
                  <a:srgbClr val="006FC0"/>
                </a:solidFill>
                <a:cs typeface="Calibri"/>
              </a:rPr>
              <a:t>need</a:t>
            </a:r>
            <a:r>
              <a:rPr lang="en-US" spc="-30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dirty="0">
                <a:solidFill>
                  <a:srgbClr val="006FC0"/>
                </a:solidFill>
                <a:cs typeface="Calibri"/>
              </a:rPr>
              <a:t>to</a:t>
            </a:r>
            <a:r>
              <a:rPr lang="en-US" spc="-45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dirty="0">
                <a:solidFill>
                  <a:srgbClr val="006FC0"/>
                </a:solidFill>
                <a:cs typeface="Calibri"/>
              </a:rPr>
              <a:t>store</a:t>
            </a:r>
            <a:r>
              <a:rPr lang="en-US" spc="-40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dirty="0">
                <a:solidFill>
                  <a:srgbClr val="006FC0"/>
                </a:solidFill>
                <a:cs typeface="Calibri"/>
              </a:rPr>
              <a:t>huge</a:t>
            </a:r>
            <a:r>
              <a:rPr lang="en-US" spc="-45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dirty="0">
                <a:solidFill>
                  <a:srgbClr val="006FC0"/>
                </a:solidFill>
                <a:cs typeface="Calibri"/>
              </a:rPr>
              <a:t>amount</a:t>
            </a:r>
            <a:r>
              <a:rPr lang="en-US" spc="-35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dirty="0">
                <a:solidFill>
                  <a:srgbClr val="006FC0"/>
                </a:solidFill>
                <a:cs typeface="Calibri"/>
              </a:rPr>
              <a:t>of</a:t>
            </a:r>
            <a:r>
              <a:rPr lang="en-US" spc="-50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spc="-10" dirty="0">
                <a:solidFill>
                  <a:srgbClr val="006FC0"/>
                </a:solidFill>
                <a:cs typeface="Calibri"/>
              </a:rPr>
              <a:t>data.</a:t>
            </a:r>
            <a:endParaRPr lang="en-US" dirty="0"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927100" algn="l"/>
              </a:tabLst>
            </a:pPr>
            <a:r>
              <a:rPr lang="en-US" dirty="0">
                <a:solidFill>
                  <a:srgbClr val="006FC0"/>
                </a:solidFill>
                <a:cs typeface="Calibri"/>
              </a:rPr>
              <a:t>The</a:t>
            </a:r>
            <a:r>
              <a:rPr lang="en-US" spc="-55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dirty="0">
                <a:solidFill>
                  <a:srgbClr val="006FC0"/>
                </a:solidFill>
                <a:cs typeface="Calibri"/>
              </a:rPr>
              <a:t>need</a:t>
            </a:r>
            <a:r>
              <a:rPr lang="en-US" spc="-35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dirty="0">
                <a:solidFill>
                  <a:srgbClr val="006FC0"/>
                </a:solidFill>
                <a:cs typeface="Calibri"/>
              </a:rPr>
              <a:t>to</a:t>
            </a:r>
            <a:r>
              <a:rPr lang="en-US" spc="-55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dirty="0">
                <a:solidFill>
                  <a:srgbClr val="006FC0"/>
                </a:solidFill>
                <a:cs typeface="Calibri"/>
              </a:rPr>
              <a:t>process</a:t>
            </a:r>
            <a:r>
              <a:rPr lang="en-US" spc="-50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dirty="0">
                <a:solidFill>
                  <a:srgbClr val="006FC0"/>
                </a:solidFill>
                <a:cs typeface="Calibri"/>
              </a:rPr>
              <a:t>that</a:t>
            </a:r>
            <a:r>
              <a:rPr lang="en-US" spc="-55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dirty="0">
                <a:solidFill>
                  <a:srgbClr val="006FC0"/>
                </a:solidFill>
                <a:cs typeface="Calibri"/>
              </a:rPr>
              <a:t>stored</a:t>
            </a:r>
            <a:r>
              <a:rPr lang="en-US" spc="-55" dirty="0">
                <a:solidFill>
                  <a:srgbClr val="006FC0"/>
                </a:solidFill>
                <a:cs typeface="Calibri"/>
              </a:rPr>
              <a:t> </a:t>
            </a:r>
            <a:r>
              <a:rPr lang="en-US" spc="-10" dirty="0">
                <a:solidFill>
                  <a:srgbClr val="006FC0"/>
                </a:solidFill>
                <a:cs typeface="Calibri"/>
              </a:rPr>
              <a:t>data.</a:t>
            </a:r>
            <a:endParaRPr lang="en-US" dirty="0"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cs typeface="Calibri"/>
              </a:rPr>
              <a:t>The</a:t>
            </a:r>
            <a:r>
              <a:rPr lang="en-US" spc="-4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traditional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approach</a:t>
            </a:r>
            <a:r>
              <a:rPr lang="en-US" spc="-50" dirty="0">
                <a:cs typeface="Calibri"/>
              </a:rPr>
              <a:t> </a:t>
            </a:r>
            <a:r>
              <a:rPr lang="en-US" dirty="0">
                <a:cs typeface="Calibri"/>
              </a:rPr>
              <a:t>like</a:t>
            </a:r>
            <a:r>
              <a:rPr lang="en-US" spc="-25" dirty="0"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RDBMS</a:t>
            </a:r>
            <a:r>
              <a:rPr lang="en-US" spc="-5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is</a:t>
            </a:r>
            <a:r>
              <a:rPr lang="en-US" spc="-5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not</a:t>
            </a:r>
            <a:r>
              <a:rPr lang="en-US" spc="-4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cs typeface="Calibri"/>
              </a:rPr>
              <a:t>sufficient</a:t>
            </a:r>
            <a:r>
              <a:rPr lang="en-US" spc="-5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dirty="0">
                <a:cs typeface="Calibri"/>
              </a:rPr>
              <a:t>due</a:t>
            </a:r>
            <a:r>
              <a:rPr lang="en-US" spc="-55" dirty="0">
                <a:cs typeface="Calibri"/>
              </a:rPr>
              <a:t> </a:t>
            </a:r>
            <a:r>
              <a:rPr lang="en-US" dirty="0">
                <a:cs typeface="Calibri"/>
              </a:rPr>
              <a:t>to the 5-Vs related to </a:t>
            </a:r>
            <a:r>
              <a:rPr lang="en-US" spc="-10" dirty="0">
                <a:cs typeface="Calibri"/>
              </a:rPr>
              <a:t>data.</a:t>
            </a:r>
            <a:endParaRPr lang="en-US" dirty="0">
              <a:cs typeface="Calibri"/>
            </a:endParaRPr>
          </a:p>
          <a:p>
            <a:pPr marL="241300" marR="29209" indent="-22923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cs typeface="Calibri"/>
              </a:rPr>
              <a:t>Hadoop</a:t>
            </a:r>
            <a:r>
              <a:rPr lang="en-US" spc="-50" dirty="0">
                <a:cs typeface="Calibri"/>
              </a:rPr>
              <a:t> </a:t>
            </a:r>
            <a:r>
              <a:rPr lang="en-US" dirty="0">
                <a:cs typeface="Calibri"/>
              </a:rPr>
              <a:t>serve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as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the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solution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to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the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problem</a:t>
            </a:r>
            <a:r>
              <a:rPr lang="en-US" spc="-45" dirty="0">
                <a:cs typeface="Calibri"/>
              </a:rPr>
              <a:t> </a:t>
            </a:r>
            <a:r>
              <a:rPr lang="en-US" dirty="0">
                <a:cs typeface="Calibri"/>
              </a:rPr>
              <a:t>of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big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data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i.e.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storing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and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processing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big</a:t>
            </a:r>
            <a:r>
              <a:rPr lang="en-US" spc="-45" dirty="0">
                <a:cs typeface="Calibri"/>
              </a:rPr>
              <a:t> </a:t>
            </a:r>
            <a:r>
              <a:rPr lang="en-US" spc="-20" dirty="0">
                <a:cs typeface="Calibri"/>
              </a:rPr>
              <a:t>data.</a:t>
            </a:r>
            <a:endParaRPr lang="en-US" dirty="0">
              <a:cs typeface="Calibri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DCCE-C39E-7D9B-CE74-1605D5614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Hadoop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0107B-6F7F-057A-3C8C-2B5A0C148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5997792" cy="49910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2002–2003: Early Beginnings</a:t>
            </a:r>
          </a:p>
          <a:p>
            <a:r>
              <a:rPr lang="en-US" dirty="0"/>
              <a:t>Doug Cutting and Mike Cafarella start the </a:t>
            </a:r>
            <a:r>
              <a:rPr lang="en-US" b="1" dirty="0" err="1"/>
              <a:t>Nutch</a:t>
            </a:r>
            <a:r>
              <a:rPr lang="en-US" b="1" dirty="0"/>
              <a:t> Project</a:t>
            </a:r>
            <a:r>
              <a:rPr lang="en-US" dirty="0"/>
              <a:t>, an open-source search engine.</a:t>
            </a:r>
          </a:p>
          <a:p>
            <a:r>
              <a:rPr lang="en-US" dirty="0"/>
              <a:t>They encounter challenges processing large-scale web data efficiently.</a:t>
            </a:r>
          </a:p>
          <a:p>
            <a:pPr marL="0" indent="0">
              <a:buNone/>
            </a:pPr>
            <a:r>
              <a:rPr lang="en-US" b="1" dirty="0"/>
              <a:t>2003–2004: Influence from Google</a:t>
            </a:r>
          </a:p>
          <a:p>
            <a:r>
              <a:rPr lang="en-US" dirty="0"/>
              <a:t>Google publishes papers on the </a:t>
            </a:r>
            <a:r>
              <a:rPr lang="en-US" b="1" dirty="0"/>
              <a:t>Google File System (GFS)</a:t>
            </a:r>
            <a:r>
              <a:rPr lang="en-US" dirty="0"/>
              <a:t> and </a:t>
            </a:r>
            <a:r>
              <a:rPr lang="en-US" b="1" dirty="0"/>
              <a:t>MapReduce</a:t>
            </a:r>
            <a:r>
              <a:rPr lang="en-US" dirty="0"/>
              <a:t>.</a:t>
            </a:r>
          </a:p>
          <a:p>
            <a:r>
              <a:rPr lang="en-US" dirty="0"/>
              <a:t>These papers inspire the foundational architecture for Hadoop.</a:t>
            </a:r>
          </a:p>
          <a:p>
            <a:pPr marL="0" indent="0">
              <a:buNone/>
            </a:pPr>
            <a:r>
              <a:rPr lang="en-US" b="1" dirty="0"/>
              <a:t>2005–2006: Birth of Hadoop</a:t>
            </a:r>
          </a:p>
          <a:p>
            <a:r>
              <a:rPr lang="en-US" dirty="0"/>
              <a:t>Doug Cutting separates Hadoop from </a:t>
            </a:r>
            <a:r>
              <a:rPr lang="en-US" dirty="0" err="1"/>
              <a:t>Nutch</a:t>
            </a:r>
            <a:r>
              <a:rPr lang="en-US" dirty="0"/>
              <a:t> as its own project.</a:t>
            </a:r>
          </a:p>
          <a:p>
            <a:pPr marL="0" indent="0">
              <a:buNone/>
            </a:pPr>
            <a:r>
              <a:rPr lang="en-US" b="1" dirty="0"/>
              <a:t>Yahoo! hires Doug Cutting</a:t>
            </a:r>
            <a:r>
              <a:rPr lang="en-US" dirty="0"/>
              <a:t> and begins heavily investing in Hadoop development.</a:t>
            </a:r>
          </a:p>
          <a:p>
            <a:r>
              <a:rPr lang="en-US" dirty="0"/>
              <a:t>The project is named </a:t>
            </a:r>
            <a:r>
              <a:rPr lang="en-US" b="1" dirty="0"/>
              <a:t>“Hadoop” after Cutting’s son’s toy elephant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2008: Apache Hadoop Becomes Official</a:t>
            </a:r>
          </a:p>
          <a:p>
            <a:r>
              <a:rPr lang="en-US" dirty="0"/>
              <a:t>Hadoop becomes a </a:t>
            </a:r>
            <a:r>
              <a:rPr lang="en-US" b="1" dirty="0"/>
              <a:t>top-level Apache project</a:t>
            </a:r>
            <a:r>
              <a:rPr lang="en-US" dirty="0"/>
              <a:t>.</a:t>
            </a:r>
          </a:p>
          <a:p>
            <a:r>
              <a:rPr lang="en-US" dirty="0"/>
              <a:t>Two main components formalized:</a:t>
            </a:r>
          </a:p>
          <a:p>
            <a:pPr lvl="1"/>
            <a:r>
              <a:rPr lang="en-US" b="1" dirty="0"/>
              <a:t>HDFS</a:t>
            </a:r>
            <a:r>
              <a:rPr lang="en-US" dirty="0"/>
              <a:t> (Hadoop Distributed File System)</a:t>
            </a:r>
          </a:p>
          <a:p>
            <a:pPr lvl="1"/>
            <a:r>
              <a:rPr lang="en-US" b="1" dirty="0"/>
              <a:t>MapReduce</a:t>
            </a:r>
            <a:r>
              <a:rPr lang="en-US" dirty="0"/>
              <a:t> (data processing model)</a:t>
            </a:r>
          </a:p>
          <a:p>
            <a:r>
              <a:rPr lang="en-US" dirty="0"/>
              <a:t>Community contributions and adoption begin to accelerate.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D787B95-25EC-7F49-3975-7AC0A61337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1749" y="1618805"/>
            <a:ext cx="1932051" cy="187388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76F2237-D96F-BC2A-1EF6-F96CE23A52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31686" y="1618805"/>
            <a:ext cx="2318385" cy="1873885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616986F2-750C-24DA-DB71-A1B82BF1EAB5}"/>
              </a:ext>
            </a:extLst>
          </p:cNvPr>
          <p:cNvSpPr txBox="1"/>
          <p:nvPr/>
        </p:nvSpPr>
        <p:spPr>
          <a:xfrm>
            <a:off x="6281877" y="3464782"/>
            <a:ext cx="2404110" cy="5473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123315">
              <a:lnSpc>
                <a:spcPct val="100000"/>
              </a:lnSpc>
              <a:spcBef>
                <a:spcPts val="585"/>
              </a:spcBef>
            </a:pPr>
            <a:r>
              <a:rPr sz="1100">
                <a:latin typeface="Calibri"/>
                <a:cs typeface="Calibri"/>
              </a:rPr>
              <a:t>Doug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Cutting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>
                <a:latin typeface="Calibri"/>
                <a:cs typeface="Calibri"/>
              </a:rPr>
              <a:t>Early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Beginnings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(2002-2003):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0BA59AA-3F91-75D6-F129-80F985C7FC48}"/>
              </a:ext>
            </a:extLst>
          </p:cNvPr>
          <p:cNvSpPr txBox="1"/>
          <p:nvPr/>
        </p:nvSpPr>
        <p:spPr>
          <a:xfrm>
            <a:off x="9830943" y="3511359"/>
            <a:ext cx="8432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>
                <a:latin typeface="Calibri"/>
                <a:cs typeface="Calibri"/>
              </a:rPr>
              <a:t>Mike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Cafarella</a:t>
            </a:r>
            <a:endParaRPr sz="11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382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A1AC-D43D-31B7-7D0E-BB8B7299B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 of Hadoop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30E35-5186-9200-AE9E-946E5EDD1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2009–2011: Ecosystem Expansion</a:t>
            </a:r>
          </a:p>
          <a:p>
            <a:r>
              <a:rPr lang="en-US" dirty="0"/>
              <a:t>Emergence of new ecosystem projects: </a:t>
            </a:r>
            <a:r>
              <a:rPr lang="en-US" b="1" dirty="0"/>
              <a:t>Hive</a:t>
            </a:r>
            <a:r>
              <a:rPr lang="en-US" dirty="0"/>
              <a:t>, </a:t>
            </a:r>
            <a:r>
              <a:rPr lang="en-US" b="1" dirty="0"/>
              <a:t>Pig</a:t>
            </a:r>
            <a:r>
              <a:rPr lang="en-US" dirty="0"/>
              <a:t>, </a:t>
            </a:r>
            <a:r>
              <a:rPr lang="en-US" b="1" dirty="0"/>
              <a:t>HBase</a:t>
            </a:r>
            <a:r>
              <a:rPr lang="en-US" dirty="0"/>
              <a:t>, </a:t>
            </a:r>
            <a:r>
              <a:rPr lang="en-US" b="1" dirty="0"/>
              <a:t>Zookeeper</a:t>
            </a:r>
            <a:r>
              <a:rPr lang="en-US" dirty="0"/>
              <a:t>.</a:t>
            </a:r>
          </a:p>
          <a:p>
            <a:r>
              <a:rPr lang="en-US" dirty="0"/>
              <a:t>Formation of commercial companies like </a:t>
            </a:r>
            <a:r>
              <a:rPr lang="en-US" b="1" dirty="0"/>
              <a:t>Cloudera</a:t>
            </a:r>
            <a:r>
              <a:rPr lang="en-US" dirty="0"/>
              <a:t> for enterprise support.</a:t>
            </a:r>
          </a:p>
          <a:p>
            <a:pPr marL="0" indent="0">
              <a:buNone/>
            </a:pPr>
            <a:r>
              <a:rPr lang="en-US" b="1" dirty="0"/>
              <a:t>2012–2014: Industry-Wide Adoption</a:t>
            </a:r>
          </a:p>
          <a:p>
            <a:r>
              <a:rPr lang="en-US" dirty="0"/>
              <a:t>Major companies such as </a:t>
            </a:r>
            <a:r>
              <a:rPr lang="en-US" b="1" dirty="0"/>
              <a:t>Facebook, LinkedIn, and eBay</a:t>
            </a:r>
            <a:r>
              <a:rPr lang="en-US" dirty="0"/>
              <a:t> deploy Hadoop at scale.</a:t>
            </a:r>
          </a:p>
          <a:p>
            <a:r>
              <a:rPr lang="en-US" dirty="0"/>
              <a:t>Release of </a:t>
            </a:r>
            <a:r>
              <a:rPr lang="en-US" b="1" dirty="0"/>
              <a:t>Hadoop 2.0</a:t>
            </a:r>
            <a:r>
              <a:rPr lang="en-US" dirty="0"/>
              <a:t> with </a:t>
            </a:r>
            <a:r>
              <a:rPr lang="en-US" b="1" dirty="0"/>
              <a:t>YARN (Yet Another Resource Negotiator)</a:t>
            </a:r>
            <a:r>
              <a:rPr lang="en-US" dirty="0"/>
              <a:t>, enabling better resource management.</a:t>
            </a:r>
          </a:p>
          <a:p>
            <a:r>
              <a:rPr lang="en-US" dirty="0"/>
              <a:t>Launch of </a:t>
            </a:r>
            <a:r>
              <a:rPr lang="en-US" b="1" dirty="0"/>
              <a:t>Hadoop Summit</a:t>
            </a:r>
            <a:r>
              <a:rPr lang="en-US" dirty="0"/>
              <a:t>, a major industry conference.</a:t>
            </a:r>
          </a:p>
          <a:p>
            <a:pPr marL="0" indent="0">
              <a:buNone/>
            </a:pPr>
            <a:r>
              <a:rPr lang="en-US" b="1" dirty="0"/>
              <a:t>2015–Present: Modern Era</a:t>
            </a:r>
          </a:p>
          <a:p>
            <a:r>
              <a:rPr lang="en-US" dirty="0"/>
              <a:t>Widespread use in enterprise big data solutions.</a:t>
            </a:r>
          </a:p>
          <a:p>
            <a:r>
              <a:rPr lang="en-US" dirty="0"/>
              <a:t>Deep integration with </a:t>
            </a:r>
            <a:r>
              <a:rPr lang="en-US" b="1" dirty="0"/>
              <a:t>cloud platforms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AWS EMR</a:t>
            </a:r>
            <a:r>
              <a:rPr lang="en-US" dirty="0"/>
              <a:t>, </a:t>
            </a:r>
            <a:r>
              <a:rPr lang="en-US" b="1" dirty="0"/>
              <a:t>Google Cloud </a:t>
            </a:r>
            <a:r>
              <a:rPr lang="en-US" b="1" dirty="0" err="1"/>
              <a:t>Dataproc</a:t>
            </a:r>
            <a:r>
              <a:rPr lang="en-US" dirty="0"/>
              <a:t>, </a:t>
            </a:r>
            <a:r>
              <a:rPr lang="en-US" b="1" dirty="0"/>
              <a:t>Azure HDInsight</a:t>
            </a:r>
            <a:endParaRPr lang="en-US" dirty="0"/>
          </a:p>
          <a:p>
            <a:r>
              <a:rPr lang="en-US" dirty="0"/>
              <a:t>Continued innovation in the ecosystem: improved performance, security, and scalability.</a:t>
            </a:r>
          </a:p>
          <a:p>
            <a:pPr marL="0" indent="0">
              <a:buNone/>
            </a:pPr>
            <a:r>
              <a:rPr lang="en-US" b="1" dirty="0"/>
              <a:t>Impact Summary</a:t>
            </a:r>
          </a:p>
          <a:p>
            <a:r>
              <a:rPr lang="en-US" dirty="0"/>
              <a:t>Hadoop </a:t>
            </a:r>
            <a:r>
              <a:rPr lang="en-US" b="1" dirty="0"/>
              <a:t>pioneered the Big Data revolution</a:t>
            </a:r>
            <a:r>
              <a:rPr lang="en-US" dirty="0"/>
              <a:t>.</a:t>
            </a:r>
          </a:p>
          <a:p>
            <a:r>
              <a:rPr lang="en-US" dirty="0"/>
              <a:t>Enabled cost-effective, scalable, and distributed data processing.</a:t>
            </a:r>
          </a:p>
          <a:p>
            <a:r>
              <a:rPr lang="en-US" dirty="0"/>
              <a:t>Built a vibrant </a:t>
            </a:r>
            <a:r>
              <a:rPr lang="en-US" b="1" dirty="0"/>
              <a:t>open-source ecosystem and community</a:t>
            </a:r>
            <a:r>
              <a:rPr lang="en-US" dirty="0"/>
              <a:t> that influenced countless modern data tools.</a:t>
            </a:r>
          </a:p>
        </p:txBody>
      </p:sp>
    </p:spTree>
    <p:extLst>
      <p:ext uri="{BB962C8B-B14F-4D97-AF65-F5344CB8AC3E}">
        <p14:creationId xmlns:p14="http://schemas.microsoft.com/office/powerpoint/2010/main" val="3080738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lang="en-US" sz="2800">
                <a:solidFill>
                  <a:srgbClr val="FFFFFF"/>
                </a:solidFill>
              </a:rPr>
              <a:t>Hadoop Echo System</a:t>
            </a:r>
            <a:endParaRPr sz="28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BF7DF-DEAD-3193-0AA9-7B245BE33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5354715" cy="4991039"/>
          </a:xfrm>
        </p:spPr>
        <p:txBody>
          <a:bodyPr>
            <a:normAutofit fontScale="85000" lnSpcReduction="10000"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Hadoop</a:t>
            </a:r>
            <a:r>
              <a:rPr lang="en-US"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ecosystem</a:t>
            </a:r>
            <a:r>
              <a:rPr lang="en-US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suite</a:t>
            </a:r>
            <a:r>
              <a:rPr lang="en-US" sz="2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tools</a:t>
            </a:r>
            <a:r>
              <a:rPr lang="en-US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frameworks</a:t>
            </a:r>
            <a:r>
              <a:rPr lang="en-US" sz="20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that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enables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Hadoop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handle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large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amounts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data.  </a:t>
            </a:r>
          </a:p>
          <a:p>
            <a:pPr marL="0" indent="0">
              <a:lnSpc>
                <a:spcPts val="2280"/>
              </a:lnSpc>
              <a:spcBef>
                <a:spcPts val="105"/>
              </a:spcBef>
              <a:buNone/>
            </a:pPr>
            <a:r>
              <a:rPr lang="en-US" sz="2000">
                <a:latin typeface="Calibri"/>
                <a:cs typeface="Calibri"/>
              </a:rPr>
              <a:t>Basically, Hadoop has the following three components:</a:t>
            </a:r>
            <a:endParaRPr lang="en-US" sz="2000">
              <a:solidFill>
                <a:srgbClr val="006FC0"/>
              </a:solidFill>
              <a:latin typeface="Calibri"/>
              <a:cs typeface="Calibri"/>
            </a:endParaRPr>
          </a:p>
          <a:p>
            <a:pPr marL="228600" marR="7620" indent="-215900">
              <a:spcBef>
                <a:spcPts val="1040"/>
              </a:spcBef>
              <a:buAutoNum type="arabicPeriod"/>
              <a:tabLst>
                <a:tab pos="514350" algn="l"/>
              </a:tabLst>
            </a:pP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HDFS</a:t>
            </a:r>
            <a:r>
              <a:rPr lang="en-US"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(Hadoop</a:t>
            </a:r>
            <a:r>
              <a:rPr lang="en-US" sz="2000" spc="-9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Distributed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File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System):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distributed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file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system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that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provides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high-</a:t>
            </a:r>
            <a:r>
              <a:rPr lang="en-US" sz="2000" spc="-10">
                <a:latin typeface="Calibri"/>
                <a:cs typeface="Calibri"/>
              </a:rPr>
              <a:t>throughput </a:t>
            </a:r>
            <a:r>
              <a:rPr lang="en-US" sz="2000">
                <a:latin typeface="Calibri"/>
                <a:cs typeface="Calibri"/>
              </a:rPr>
              <a:t>access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application</a:t>
            </a:r>
            <a:r>
              <a:rPr lang="en-US" sz="2000" spc="-70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data.</a:t>
            </a:r>
            <a:endParaRPr lang="en-US" sz="2000">
              <a:latin typeface="Calibri"/>
              <a:cs typeface="Calibri"/>
            </a:endParaRPr>
          </a:p>
          <a:p>
            <a:pPr marL="228600" indent="-215900">
              <a:spcBef>
                <a:spcPts val="725"/>
              </a:spcBef>
              <a:buAutoNum type="arabicPeriod"/>
              <a:tabLst>
                <a:tab pos="514350" algn="l"/>
              </a:tabLst>
            </a:pP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MapReduce</a:t>
            </a:r>
            <a:r>
              <a:rPr lang="en-US" sz="2000">
                <a:latin typeface="Calibri"/>
                <a:cs typeface="Calibri"/>
              </a:rPr>
              <a:t>:</a:t>
            </a:r>
            <a:r>
              <a:rPr lang="en-US" sz="2000" spc="-8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framework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parallel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processing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large</a:t>
            </a:r>
            <a:r>
              <a:rPr lang="en-US" sz="2000" spc="-7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sets.</a:t>
            </a:r>
            <a:endParaRPr lang="en-US" sz="2000">
              <a:latin typeface="Calibri"/>
              <a:cs typeface="Calibri"/>
            </a:endParaRPr>
          </a:p>
          <a:p>
            <a:pPr marL="228600" indent="-215900">
              <a:spcBef>
                <a:spcPts val="760"/>
              </a:spcBef>
              <a:buAutoNum type="arabicPeriod"/>
              <a:tabLst>
                <a:tab pos="514350" algn="l"/>
              </a:tabLst>
            </a:pPr>
            <a:r>
              <a:rPr lang="en-US" sz="2000" spc="-20">
                <a:solidFill>
                  <a:srgbClr val="FF0000"/>
                </a:solidFill>
                <a:latin typeface="Calibri"/>
                <a:cs typeface="Calibri"/>
              </a:rPr>
              <a:t>YARN</a:t>
            </a:r>
            <a:r>
              <a:rPr lang="en-US" sz="2000" spc="-20">
                <a:latin typeface="Calibri"/>
                <a:cs typeface="Calibri"/>
              </a:rPr>
              <a:t>,</a:t>
            </a:r>
            <a:r>
              <a:rPr lang="en-US" sz="2000" spc="-9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Resource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Manager.</a:t>
            </a:r>
            <a:endParaRPr lang="en-US" sz="2000">
              <a:latin typeface="Calibri"/>
              <a:cs typeface="Calibri"/>
            </a:endParaRPr>
          </a:p>
          <a:p>
            <a:pPr marL="0" indent="0">
              <a:lnSpc>
                <a:spcPct val="150000"/>
              </a:lnSpc>
              <a:spcBef>
                <a:spcPts val="765"/>
              </a:spcBef>
              <a:buNone/>
            </a:pPr>
            <a:r>
              <a:rPr lang="en-US" sz="2000">
                <a:latin typeface="Calibri"/>
                <a:cs typeface="Calibri"/>
              </a:rPr>
              <a:t>Other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ecosystem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components: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Hive,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Pig,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HBase,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Storm,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Spark,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Kafka,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Flume,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Sqoop,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Oozie, Zookeeper…etc. </a:t>
            </a:r>
            <a:r>
              <a:rPr lang="en-US" sz="2000">
                <a:latin typeface="Calibri"/>
                <a:cs typeface="Calibri"/>
              </a:rPr>
              <a:t>These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components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alibri"/>
                <a:cs typeface="Calibri"/>
              </a:rPr>
              <a:t>work</a:t>
            </a:r>
            <a:r>
              <a:rPr lang="en-US" sz="2000" b="1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alibri"/>
                <a:cs typeface="Calibri"/>
              </a:rPr>
              <a:t>together</a:t>
            </a:r>
            <a:r>
              <a:rPr lang="en-US" sz="2000" b="1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provide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comprehensive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solution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managing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25">
                <a:latin typeface="Calibri"/>
                <a:cs typeface="Calibri"/>
              </a:rPr>
              <a:t>and </a:t>
            </a:r>
            <a:r>
              <a:rPr lang="en-US" sz="2000">
                <a:latin typeface="Calibri"/>
                <a:cs typeface="Calibri"/>
              </a:rPr>
              <a:t>processing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large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sets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in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distributed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computing</a:t>
            </a:r>
            <a:r>
              <a:rPr lang="en-US" sz="2000" spc="-8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environment.</a:t>
            </a:r>
            <a:endParaRPr lang="en-US" sz="2000">
              <a:latin typeface="Calibri"/>
              <a:cs typeface="Calibri"/>
            </a:endParaRPr>
          </a:p>
          <a:p>
            <a:endParaRPr lang="en-US"/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1706007"/>
            <a:ext cx="6267449" cy="47601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HDFS</a:t>
            </a:r>
            <a:r>
              <a:rPr sz="2800" spc="-55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–</a:t>
            </a:r>
            <a:r>
              <a:rPr sz="2800" spc="-7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Hadoop</a:t>
            </a:r>
            <a:r>
              <a:rPr sz="2800" spc="-7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Distributed</a:t>
            </a:r>
            <a:r>
              <a:rPr sz="2800" spc="-5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File</a:t>
            </a:r>
            <a:r>
              <a:rPr sz="2800" spc="-65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System</a:t>
            </a:r>
            <a:endParaRPr sz="28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5939E-0567-B79A-4161-7B333B52B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6596613" cy="499103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What is HDFS?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 dirty="0"/>
              <a:t>Hadoop Distributed File System (HDFS)</a:t>
            </a:r>
            <a:r>
              <a:rPr lang="en-US" dirty="0"/>
              <a:t> is the storage layer in Hadoop.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It enables </a:t>
            </a:r>
            <a:r>
              <a:rPr lang="en-US" b="1" dirty="0"/>
              <a:t>distributed storage</a:t>
            </a:r>
            <a:r>
              <a:rPr lang="en-US" dirty="0"/>
              <a:t> and </a:t>
            </a:r>
            <a:r>
              <a:rPr lang="en-US" b="1" dirty="0"/>
              <a:t>fault tolerance</a:t>
            </a:r>
            <a:r>
              <a:rPr lang="en-US" dirty="0"/>
              <a:t> by replicating data across multiple nodes.</a:t>
            </a:r>
          </a:p>
          <a:p>
            <a:r>
              <a:rPr lang="en-US" b="1" dirty="0"/>
              <a:t>Key Components of HDFS</a:t>
            </a:r>
          </a:p>
          <a:p>
            <a:pPr>
              <a:buNone/>
            </a:pPr>
            <a:r>
              <a:rPr lang="en-US" b="1" dirty="0"/>
              <a:t>1. </a:t>
            </a:r>
            <a:r>
              <a:rPr lang="en-US" b="1" dirty="0" err="1"/>
              <a:t>NameNode</a:t>
            </a:r>
            <a:endParaRPr lang="en-US" b="1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Acts as the </a:t>
            </a:r>
            <a:r>
              <a:rPr lang="en-US" b="1" dirty="0"/>
              <a:t>master node</a:t>
            </a:r>
            <a:r>
              <a:rPr lang="en-US" dirty="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Manages </a:t>
            </a:r>
            <a:r>
              <a:rPr lang="en-US" b="1" dirty="0"/>
              <a:t>metadata</a:t>
            </a:r>
            <a:r>
              <a:rPr lang="en-US" dirty="0"/>
              <a:t> (file locations, permissions, and structure).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Does not store actual data.</a:t>
            </a:r>
          </a:p>
          <a:p>
            <a:pPr>
              <a:buNone/>
            </a:pPr>
            <a:r>
              <a:rPr lang="en-US" b="1" dirty="0"/>
              <a:t>2. </a:t>
            </a:r>
            <a:r>
              <a:rPr lang="en-US" b="1" dirty="0" err="1"/>
              <a:t>DataNodes</a:t>
            </a:r>
            <a:endParaRPr lang="en-US" b="1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Store actual data in </a:t>
            </a:r>
            <a:r>
              <a:rPr lang="en-US" b="1" dirty="0"/>
              <a:t>blocks</a:t>
            </a:r>
            <a:r>
              <a:rPr lang="en-US" dirty="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Handle read/write requests from clients.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Perform </a:t>
            </a:r>
            <a:r>
              <a:rPr lang="en-US" b="1" dirty="0"/>
              <a:t>data replication</a:t>
            </a:r>
            <a:r>
              <a:rPr lang="en-US" dirty="0"/>
              <a:t> to ensure fault tolerance.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8073" y="1619221"/>
            <a:ext cx="2164620" cy="8097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4200" y="2551458"/>
            <a:ext cx="5162233" cy="26873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FEBF-4587-0B0E-7361-451733EC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797523"/>
            <a:ext cx="5243450" cy="748208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sz="1900" dirty="0">
                <a:latin typeface="Calibri"/>
                <a:ea typeface="Calibri"/>
                <a:cs typeface="Calibri"/>
              </a:rPr>
              <a:t>Steps When a File Is Uploaded to HDFS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7FE4E-1F87-5EA4-F0C0-53581E4B0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12750"/>
            <a:ext cx="5243450" cy="498429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en-US" sz="1200" b="1" dirty="0">
                <a:ea typeface="+mn-lt"/>
                <a:cs typeface="+mn-lt"/>
              </a:rPr>
              <a:t>Client Application Initiates Upload</a:t>
            </a:r>
            <a:br>
              <a:rPr lang="en-US" sz="1200" b="1" dirty="0">
                <a:ea typeface="+mn-lt"/>
                <a:cs typeface="+mn-lt"/>
              </a:rPr>
            </a:br>
            <a:r>
              <a:rPr lang="en-US" sz="1200" b="1" dirty="0">
                <a:ea typeface="+mn-lt"/>
                <a:cs typeface="+mn-lt"/>
              </a:rPr>
              <a:t>A client application</a:t>
            </a:r>
            <a:r>
              <a:rPr lang="en-US" sz="1200" dirty="0">
                <a:ea typeface="+mn-lt"/>
                <a:cs typeface="+mn-lt"/>
              </a:rPr>
              <a:t> (such as a command-line tool or custom software using the HDFS API) initiates a file upload by contacting the </a:t>
            </a:r>
            <a:r>
              <a:rPr lang="en-US" sz="1200" b="1" err="1">
                <a:ea typeface="+mn-lt"/>
                <a:cs typeface="+mn-lt"/>
              </a:rPr>
              <a:t>NameNode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buAutoNum type="arabicPeriod"/>
            </a:pPr>
            <a:r>
              <a:rPr lang="en-US" sz="1200" b="1" err="1">
                <a:ea typeface="+mn-lt"/>
                <a:cs typeface="+mn-lt"/>
              </a:rPr>
              <a:t>NameNode</a:t>
            </a:r>
            <a:r>
              <a:rPr lang="en-US" sz="1200" b="1" dirty="0">
                <a:ea typeface="+mn-lt"/>
                <a:cs typeface="+mn-lt"/>
              </a:rPr>
              <a:t> Responds with Block Allocation</a:t>
            </a:r>
            <a:br>
              <a:rPr lang="en-US" sz="1200" b="1" dirty="0">
                <a:ea typeface="+mn-lt"/>
                <a:cs typeface="+mn-lt"/>
              </a:rPr>
            </a:br>
            <a:r>
              <a:rPr lang="en-US" sz="1200" b="1" dirty="0">
                <a:ea typeface="+mn-lt"/>
                <a:cs typeface="+mn-lt"/>
              </a:rPr>
              <a:t>The </a:t>
            </a:r>
            <a:r>
              <a:rPr lang="en-US" sz="1200" b="1" err="1">
                <a:ea typeface="+mn-lt"/>
                <a:cs typeface="+mn-lt"/>
              </a:rPr>
              <a:t>NameNode</a:t>
            </a:r>
            <a:r>
              <a:rPr lang="en-US" sz="1200" dirty="0">
                <a:ea typeface="+mn-lt"/>
                <a:cs typeface="+mn-lt"/>
              </a:rPr>
              <a:t> calculates </a:t>
            </a:r>
            <a:r>
              <a:rPr lang="en-US" sz="1200" b="1" dirty="0">
                <a:ea typeface="+mn-lt"/>
                <a:cs typeface="+mn-lt"/>
              </a:rPr>
              <a:t>how many blocks</a:t>
            </a:r>
            <a:r>
              <a:rPr lang="en-US" sz="1200" dirty="0">
                <a:ea typeface="+mn-lt"/>
                <a:cs typeface="+mn-lt"/>
              </a:rPr>
              <a:t> will be needed based on the file size and the configured block size (e.g., 128 MB), and then assigns which </a:t>
            </a:r>
            <a:r>
              <a:rPr lang="en-US" sz="1200" b="1" err="1">
                <a:ea typeface="+mn-lt"/>
                <a:cs typeface="+mn-lt"/>
              </a:rPr>
              <a:t>DataNodes</a:t>
            </a:r>
            <a:r>
              <a:rPr lang="en-US" sz="1200" dirty="0">
                <a:ea typeface="+mn-lt"/>
                <a:cs typeface="+mn-lt"/>
              </a:rPr>
              <a:t> should store each block and its replicas.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en-US" sz="1200" b="1" dirty="0">
                <a:ea typeface="+mn-lt"/>
                <a:cs typeface="+mn-lt"/>
              </a:rPr>
              <a:t>Client Writes Data Blocks to </a:t>
            </a:r>
            <a:r>
              <a:rPr lang="en-US" sz="1200" b="1" err="1">
                <a:ea typeface="+mn-lt"/>
                <a:cs typeface="+mn-lt"/>
              </a:rPr>
              <a:t>DataNodes</a:t>
            </a:r>
            <a:br>
              <a:rPr lang="en-US" sz="1200" b="1" dirty="0">
                <a:ea typeface="+mn-lt"/>
                <a:cs typeface="+mn-lt"/>
              </a:rPr>
            </a:br>
            <a:r>
              <a:rPr lang="en-US" sz="1200" b="1" dirty="0">
                <a:ea typeface="+mn-lt"/>
                <a:cs typeface="+mn-lt"/>
              </a:rPr>
              <a:t> The client</a:t>
            </a:r>
            <a:r>
              <a:rPr lang="en-US" sz="1200" dirty="0">
                <a:ea typeface="+mn-lt"/>
                <a:cs typeface="+mn-lt"/>
              </a:rPr>
              <a:t> begins writing each block to the first assigned </a:t>
            </a:r>
            <a:r>
              <a:rPr lang="en-US" sz="1200" b="1" err="1">
                <a:ea typeface="+mn-lt"/>
                <a:cs typeface="+mn-lt"/>
              </a:rPr>
              <a:t>DataNode</a:t>
            </a:r>
            <a:r>
              <a:rPr lang="en-US" sz="1200" dirty="0">
                <a:ea typeface="+mn-lt"/>
                <a:cs typeface="+mn-lt"/>
              </a:rPr>
              <a:t>. That </a:t>
            </a:r>
            <a:r>
              <a:rPr lang="en-US" sz="1200" err="1">
                <a:ea typeface="+mn-lt"/>
                <a:cs typeface="+mn-lt"/>
              </a:rPr>
              <a:t>DataNode</a:t>
            </a:r>
            <a:r>
              <a:rPr lang="en-US" sz="1200" dirty="0">
                <a:ea typeface="+mn-lt"/>
                <a:cs typeface="+mn-lt"/>
              </a:rPr>
              <a:t> then forwards the block to the second, and then the third (in a </a:t>
            </a:r>
            <a:r>
              <a:rPr lang="en-US" sz="1200" b="1" dirty="0">
                <a:ea typeface="+mn-lt"/>
                <a:cs typeface="+mn-lt"/>
              </a:rPr>
              <a:t>pipeline fashion</a:t>
            </a:r>
            <a:r>
              <a:rPr lang="en-US" sz="1200" dirty="0">
                <a:ea typeface="+mn-lt"/>
                <a:cs typeface="+mn-lt"/>
              </a:rPr>
              <a:t>) to meet the replication requirement.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buAutoNum type="arabicPeriod"/>
            </a:pPr>
            <a:r>
              <a:rPr lang="en-US" sz="1200" b="1" dirty="0">
                <a:ea typeface="+mn-lt"/>
                <a:cs typeface="+mn-lt"/>
              </a:rPr>
              <a:t>Data Replication Happens Automatically</a:t>
            </a:r>
            <a:br>
              <a:rPr lang="en-US" sz="1200" b="1" dirty="0">
                <a:ea typeface="+mn-lt"/>
                <a:cs typeface="+mn-lt"/>
              </a:rPr>
            </a:br>
            <a:r>
              <a:rPr lang="en-US" sz="1200" b="1" dirty="0">
                <a:ea typeface="+mn-lt"/>
                <a:cs typeface="+mn-lt"/>
              </a:rPr>
              <a:t>Replicas of each block are written to multiple </a:t>
            </a:r>
            <a:r>
              <a:rPr lang="en-US" sz="1200" b="1" dirty="0" err="1">
                <a:ea typeface="+mn-lt"/>
                <a:cs typeface="+mn-lt"/>
              </a:rPr>
              <a:t>DataNodes</a:t>
            </a:r>
            <a:r>
              <a:rPr lang="en-US" sz="1200" dirty="0">
                <a:ea typeface="+mn-lt"/>
                <a:cs typeface="+mn-lt"/>
              </a:rPr>
              <a:t>, typically three, to ensure </a:t>
            </a:r>
            <a:r>
              <a:rPr lang="en-US" sz="1200" b="1" dirty="0">
                <a:ea typeface="+mn-lt"/>
                <a:cs typeface="+mn-lt"/>
              </a:rPr>
              <a:t>fault tolerance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buAutoNum type="arabicPeriod"/>
            </a:pPr>
            <a:r>
              <a:rPr lang="en-US" sz="1200" b="1" err="1">
                <a:ea typeface="+mn-lt"/>
                <a:cs typeface="+mn-lt"/>
              </a:rPr>
              <a:t>DataNodes</a:t>
            </a:r>
            <a:r>
              <a:rPr lang="en-US" sz="1200" b="1" dirty="0">
                <a:ea typeface="+mn-lt"/>
                <a:cs typeface="+mn-lt"/>
              </a:rPr>
              <a:t> Send Block Reports</a:t>
            </a:r>
            <a:br>
              <a:rPr lang="en-US" sz="1200" b="1" dirty="0">
                <a:ea typeface="+mn-lt"/>
                <a:cs typeface="+mn-lt"/>
              </a:rPr>
            </a:br>
            <a:r>
              <a:rPr lang="en-US" sz="1200" b="1" dirty="0">
                <a:ea typeface="+mn-lt"/>
                <a:cs typeface="+mn-lt"/>
              </a:rPr>
              <a:t>After storing the blocks, the </a:t>
            </a:r>
            <a:r>
              <a:rPr lang="en-US" sz="1200" b="1" err="1">
                <a:ea typeface="+mn-lt"/>
                <a:cs typeface="+mn-lt"/>
              </a:rPr>
              <a:t>DataNodes</a:t>
            </a:r>
            <a:r>
              <a:rPr lang="en-US" sz="1200" dirty="0">
                <a:ea typeface="+mn-lt"/>
                <a:cs typeface="+mn-lt"/>
              </a:rPr>
              <a:t> send reports back to the </a:t>
            </a:r>
            <a:r>
              <a:rPr lang="en-US" sz="1200" b="1" err="1">
                <a:ea typeface="+mn-lt"/>
                <a:cs typeface="+mn-lt"/>
              </a:rPr>
              <a:t>NameNode</a:t>
            </a:r>
            <a:r>
              <a:rPr lang="en-US" sz="1200" dirty="0">
                <a:ea typeface="+mn-lt"/>
                <a:cs typeface="+mn-lt"/>
              </a:rPr>
              <a:t>, confirming the block storage and replication status.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buAutoNum type="arabicPeriod"/>
            </a:pPr>
            <a:r>
              <a:rPr lang="en-US" sz="1200" b="1" dirty="0">
                <a:ea typeface="+mn-lt"/>
                <a:cs typeface="+mn-lt"/>
              </a:rPr>
              <a:t>Upload Completion</a:t>
            </a:r>
            <a:br>
              <a:rPr lang="en-US" sz="1200" b="1" dirty="0">
                <a:ea typeface="+mn-lt"/>
                <a:cs typeface="+mn-lt"/>
              </a:rPr>
            </a:br>
            <a:r>
              <a:rPr lang="en-US" sz="1200" b="1" dirty="0">
                <a:ea typeface="+mn-lt"/>
                <a:cs typeface="+mn-lt"/>
              </a:rPr>
              <a:t>Once all blocks are successfully written and acknowledged, the client</a:t>
            </a:r>
            <a:r>
              <a:rPr lang="en-US" sz="1200" dirty="0">
                <a:ea typeface="+mn-lt"/>
                <a:cs typeface="+mn-lt"/>
              </a:rPr>
              <a:t> receives confirmation. The file is now stored and available in </a:t>
            </a:r>
            <a:r>
              <a:rPr lang="en-US" sz="1200" b="1" dirty="0">
                <a:ea typeface="+mn-lt"/>
                <a:cs typeface="+mn-lt"/>
              </a:rPr>
              <a:t>HDFS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pPr>
              <a:buAutoNum type="arabicPeriod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D0CDAE-A65E-4767-18E4-0B5550ED45DF}"/>
              </a:ext>
            </a:extLst>
          </p:cNvPr>
          <p:cNvSpPr txBox="1">
            <a:spLocks/>
          </p:cNvSpPr>
          <p:nvPr/>
        </p:nvSpPr>
        <p:spPr>
          <a:xfrm>
            <a:off x="6141370" y="788083"/>
            <a:ext cx="5243450" cy="748208"/>
          </a:xfrm>
          <a:prstGeom prst="rect">
            <a:avLst/>
          </a:prstGeom>
          <a:solidFill>
            <a:srgbClr val="67337A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1900" dirty="0">
                <a:latin typeface="Calibri"/>
                <a:ea typeface="Calibri"/>
                <a:cs typeface="Calibri"/>
              </a:rPr>
              <a:t>Steps When a File Is Downloaded from HDFS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5F9710-8661-A766-EF73-682DDE5602A3}"/>
              </a:ext>
            </a:extLst>
          </p:cNvPr>
          <p:cNvSpPr txBox="1">
            <a:spLocks/>
          </p:cNvSpPr>
          <p:nvPr/>
        </p:nvSpPr>
        <p:spPr>
          <a:xfrm>
            <a:off x="6141370" y="1710053"/>
            <a:ext cx="5243450" cy="49842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ea typeface="+mn-lt"/>
                <a:cs typeface="+mn-lt"/>
              </a:rPr>
              <a:t>Client Application Sends Read Request to </a:t>
            </a:r>
            <a:r>
              <a:rPr lang="en-US" sz="1000" b="1" err="1">
                <a:ea typeface="+mn-lt"/>
                <a:cs typeface="+mn-lt"/>
              </a:rPr>
              <a:t>NameNode</a:t>
            </a:r>
            <a:br>
              <a:rPr lang="en-US" sz="1000" b="1" dirty="0">
                <a:ea typeface="+mn-lt"/>
                <a:cs typeface="+mn-lt"/>
              </a:rPr>
            </a:br>
            <a:r>
              <a:rPr lang="en-US" sz="1000" b="1" dirty="0">
                <a:ea typeface="+mn-lt"/>
                <a:cs typeface="+mn-lt"/>
              </a:rPr>
              <a:t>A client application</a:t>
            </a:r>
            <a:r>
              <a:rPr lang="en-US" sz="1000" dirty="0">
                <a:ea typeface="+mn-lt"/>
                <a:cs typeface="+mn-lt"/>
              </a:rPr>
              <a:t> (e.g., a user command or a program using the HDFS API) requests to read a file by contacting the </a:t>
            </a:r>
            <a:r>
              <a:rPr lang="en-US" sz="1000" b="1" err="1">
                <a:ea typeface="+mn-lt"/>
                <a:cs typeface="+mn-lt"/>
              </a:rPr>
              <a:t>NameNode</a:t>
            </a:r>
            <a:r>
              <a:rPr lang="en-US" sz="1000" dirty="0">
                <a:ea typeface="+mn-lt"/>
                <a:cs typeface="+mn-lt"/>
              </a:rPr>
              <a:t>.</a:t>
            </a:r>
            <a:endParaRPr lang="en-US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 err="1">
                <a:ea typeface="+mn-lt"/>
                <a:cs typeface="+mn-lt"/>
              </a:rPr>
              <a:t>NameNode</a:t>
            </a:r>
            <a:r>
              <a:rPr lang="en-US" sz="1000" b="1" dirty="0">
                <a:ea typeface="+mn-lt"/>
                <a:cs typeface="+mn-lt"/>
              </a:rPr>
              <a:t> Returns Block Metadata</a:t>
            </a:r>
            <a:br>
              <a:rPr lang="en-US" sz="1000" b="1" dirty="0">
                <a:ea typeface="+mn-lt"/>
                <a:cs typeface="+mn-lt"/>
              </a:rPr>
            </a:br>
            <a:r>
              <a:rPr lang="en-US" sz="1000" b="1" dirty="0">
                <a:ea typeface="+mn-lt"/>
                <a:cs typeface="+mn-lt"/>
              </a:rPr>
              <a:t>The </a:t>
            </a:r>
            <a:r>
              <a:rPr lang="en-US" sz="1000" b="1" dirty="0" err="1">
                <a:ea typeface="+mn-lt"/>
                <a:cs typeface="+mn-lt"/>
              </a:rPr>
              <a:t>NameNode</a:t>
            </a:r>
            <a:r>
              <a:rPr lang="en-US" sz="1000" dirty="0">
                <a:ea typeface="+mn-lt"/>
                <a:cs typeface="+mn-lt"/>
              </a:rPr>
              <a:t> checks its metadata and returns the list of </a:t>
            </a:r>
            <a:r>
              <a:rPr lang="en-US" sz="1000" b="1" dirty="0">
                <a:ea typeface="+mn-lt"/>
                <a:cs typeface="+mn-lt"/>
              </a:rPr>
              <a:t>block locations</a:t>
            </a:r>
            <a:r>
              <a:rPr lang="en-US" sz="1000" dirty="0">
                <a:ea typeface="+mn-lt"/>
                <a:cs typeface="+mn-lt"/>
              </a:rPr>
              <a:t> for the requested file, including the addresses of the </a:t>
            </a:r>
            <a:r>
              <a:rPr lang="en-US" sz="1000" b="1" dirty="0" err="1">
                <a:ea typeface="+mn-lt"/>
                <a:cs typeface="+mn-lt"/>
              </a:rPr>
              <a:t>DataNodes</a:t>
            </a:r>
            <a:r>
              <a:rPr lang="en-US" sz="1000" dirty="0">
                <a:ea typeface="+mn-lt"/>
                <a:cs typeface="+mn-lt"/>
              </a:rPr>
              <a:t> that store each block.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ea typeface="+mn-lt"/>
                <a:cs typeface="+mn-lt"/>
              </a:rPr>
              <a:t>Client Reads Data Blocks from </a:t>
            </a:r>
            <a:r>
              <a:rPr lang="en-US" sz="1000" b="1" err="1">
                <a:ea typeface="+mn-lt"/>
                <a:cs typeface="+mn-lt"/>
              </a:rPr>
              <a:t>DataNodes</a:t>
            </a:r>
            <a:br>
              <a:rPr lang="en-US" sz="1000" b="1" dirty="0">
                <a:ea typeface="+mn-lt"/>
                <a:cs typeface="+mn-lt"/>
              </a:rPr>
            </a:br>
            <a:r>
              <a:rPr lang="en-US" sz="1000" b="1" dirty="0">
                <a:ea typeface="+mn-lt"/>
                <a:cs typeface="+mn-lt"/>
              </a:rPr>
              <a:t>The client</a:t>
            </a:r>
            <a:r>
              <a:rPr lang="en-US" sz="1000" dirty="0">
                <a:ea typeface="+mn-lt"/>
                <a:cs typeface="+mn-lt"/>
              </a:rPr>
              <a:t> directly contacts the appropriate </a:t>
            </a:r>
            <a:r>
              <a:rPr lang="en-US" sz="1000" b="1" err="1">
                <a:ea typeface="+mn-lt"/>
                <a:cs typeface="+mn-lt"/>
              </a:rPr>
              <a:t>DataNodes</a:t>
            </a:r>
            <a:r>
              <a:rPr lang="en-US" sz="1000" dirty="0">
                <a:ea typeface="+mn-lt"/>
                <a:cs typeface="+mn-lt"/>
              </a:rPr>
              <a:t> to read the actual data blocks. It can choose the closest replica to reduce latency.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ea typeface="+mn-lt"/>
                <a:cs typeface="+mn-lt"/>
              </a:rPr>
              <a:t>Client Reassembles the File</a:t>
            </a:r>
            <a:br>
              <a:rPr lang="en-US" sz="1000" b="1" dirty="0">
                <a:ea typeface="+mn-lt"/>
                <a:cs typeface="+mn-lt"/>
              </a:rPr>
            </a:br>
            <a:r>
              <a:rPr lang="en-US" sz="1000" b="1" dirty="0">
                <a:ea typeface="+mn-lt"/>
                <a:cs typeface="+mn-lt"/>
              </a:rPr>
              <a:t>The client</a:t>
            </a:r>
            <a:r>
              <a:rPr lang="en-US" sz="1000" dirty="0">
                <a:ea typeface="+mn-lt"/>
                <a:cs typeface="+mn-lt"/>
              </a:rPr>
              <a:t> assembles the blocks in the correct order to reconstruct the full file in memory or on local storage.</a:t>
            </a:r>
          </a:p>
          <a:p>
            <a:pPr>
              <a:lnSpc>
                <a:spcPct val="150000"/>
              </a:lnSpc>
              <a:buAutoNum type="arabicPeriod"/>
            </a:pPr>
            <a:endParaRPr lang="en-US" sz="10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06655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8004" y="865141"/>
            <a:ext cx="1810851" cy="65766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25">
                <a:solidFill>
                  <a:srgbClr val="FFFFFF"/>
                </a:solidFill>
              </a:rPr>
              <a:t>YARN,</a:t>
            </a:r>
            <a:r>
              <a:rPr sz="2800" spc="-100">
                <a:solidFill>
                  <a:srgbClr val="FFFFFF"/>
                </a:solidFill>
              </a:rPr>
              <a:t> </a:t>
            </a:r>
            <a:r>
              <a:rPr sz="2800" spc="-40">
                <a:solidFill>
                  <a:srgbClr val="FFFFFF"/>
                </a:solidFill>
              </a:rPr>
              <a:t>Yet</a:t>
            </a:r>
            <a:r>
              <a:rPr sz="2800" spc="-10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Another</a:t>
            </a:r>
            <a:r>
              <a:rPr sz="2800" spc="-105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Resource</a:t>
            </a:r>
            <a:r>
              <a:rPr sz="2800" spc="-11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Negotiator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62A3C-DF2A-B49E-1B9F-8566CD52A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6110230" cy="499103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/>
              <a:t>What is YARN?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YARN (Yet Another Resource Negotiator) is the resource management layer in Hadoop. 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It efficiently allocates resources and schedules tasks for processing big data jobs.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Key Components of YARN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1. Resource Manager (RM) - </a:t>
            </a:r>
            <a:r>
              <a:rPr lang="en-US" sz="1400" dirty="0"/>
              <a:t>Central component managing resource allocation.</a:t>
            </a:r>
          </a:p>
          <a:p>
            <a:pPr marL="228600">
              <a:lnSpc>
                <a:spcPct val="120000"/>
              </a:lnSpc>
            </a:pPr>
            <a:r>
              <a:rPr lang="en-US" sz="1400" dirty="0"/>
              <a:t>It has two main parts: </a:t>
            </a:r>
          </a:p>
          <a:p>
            <a:pPr marL="571500" lvl="1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Application Manager</a:t>
            </a:r>
            <a:r>
              <a:rPr lang="en-US" sz="1400" dirty="0"/>
              <a:t> – Manages job submission and execution.</a:t>
            </a:r>
          </a:p>
          <a:p>
            <a:pPr marL="571500" lvl="1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Scheduler</a:t>
            </a:r>
            <a:r>
              <a:rPr lang="en-US" sz="1400" dirty="0"/>
              <a:t> – Allocates resources to tasks based on policies.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2. Node Managers (NM)</a:t>
            </a:r>
          </a:p>
          <a:p>
            <a:pPr marL="57150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Runs on each </a:t>
            </a:r>
            <a:r>
              <a:rPr lang="en-US" sz="1400" dirty="0" err="1"/>
              <a:t>DataNode</a:t>
            </a:r>
            <a:r>
              <a:rPr lang="en-US" sz="1400" dirty="0"/>
              <a:t> to execute tasks.</a:t>
            </a:r>
          </a:p>
          <a:p>
            <a:pPr marL="57150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Manages </a:t>
            </a:r>
            <a:r>
              <a:rPr lang="en-US" sz="1400" b="1" dirty="0"/>
              <a:t>Containers</a:t>
            </a:r>
            <a:r>
              <a:rPr lang="en-US" sz="1400" dirty="0"/>
              <a:t>, which are allocated resources for executing tasks.</a:t>
            </a:r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3. Application Master (AM)</a:t>
            </a:r>
          </a:p>
          <a:p>
            <a:pPr marL="57150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Runs within a container and coordinates job execution.</a:t>
            </a:r>
          </a:p>
          <a:p>
            <a:pPr marL="57150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Communicates with the Resource Manager and Node Managers.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120000"/>
              </a:lnSpc>
            </a:pPr>
            <a:endParaRPr lang="en-US" sz="160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8760" y="1828800"/>
            <a:ext cx="5332265" cy="26141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9EE5A-67F9-CF42-191D-038C25637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 sz="1400" dirty="0">
                <a:latin typeface="Calibri"/>
                <a:ea typeface="Calibri"/>
                <a:cs typeface="Calibri"/>
              </a:rPr>
              <a:t>Steps for Resource Allocation in YARN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AC5B7-50B6-D690-102D-1CE668145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652060"/>
            <a:ext cx="11069715" cy="499103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lnSpc>
                <a:spcPct val="160000"/>
              </a:lnSpc>
              <a:spcBef>
                <a:spcPts val="800"/>
              </a:spcBef>
              <a:buAutoNum type="arabicPeriod"/>
            </a:pPr>
            <a:r>
              <a:rPr lang="en-US" sz="1400" b="1" dirty="0">
                <a:ea typeface="+mn-lt"/>
                <a:cs typeface="+mn-lt"/>
              </a:rPr>
              <a:t>A client application</a:t>
            </a:r>
            <a:r>
              <a:rPr lang="en-US" sz="1400" dirty="0">
                <a:ea typeface="+mn-lt"/>
                <a:cs typeface="+mn-lt"/>
              </a:rPr>
              <a:t> submits a job (application) to the </a:t>
            </a:r>
            <a:r>
              <a:rPr lang="en-US" sz="1400" b="1" dirty="0">
                <a:ea typeface="+mn-lt"/>
                <a:cs typeface="+mn-lt"/>
              </a:rPr>
              <a:t>Resource Manager (RM)</a:t>
            </a:r>
            <a:r>
              <a:rPr lang="en-US" sz="1400" dirty="0">
                <a:ea typeface="+mn-lt"/>
                <a:cs typeface="+mn-lt"/>
              </a:rPr>
              <a:t>. The job includes details like the amount of required resources and the type of task.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60000"/>
              </a:lnSpc>
              <a:spcBef>
                <a:spcPts val="800"/>
              </a:spcBef>
              <a:buAutoNum type="arabicPeriod"/>
            </a:pPr>
            <a:r>
              <a:rPr lang="en-US" sz="1400" b="1" dirty="0">
                <a:ea typeface="+mn-lt"/>
                <a:cs typeface="+mn-lt"/>
              </a:rPr>
              <a:t>The Application Manager</a:t>
            </a:r>
            <a:r>
              <a:rPr lang="en-US" sz="1400" dirty="0">
                <a:ea typeface="+mn-lt"/>
                <a:cs typeface="+mn-lt"/>
              </a:rPr>
              <a:t> component of the RM registers the new application and keeps track of its status.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60000"/>
              </a:lnSpc>
              <a:spcBef>
                <a:spcPts val="800"/>
              </a:spcBef>
              <a:buAutoNum type="arabicPeriod"/>
            </a:pPr>
            <a:r>
              <a:rPr lang="en-US" sz="1400" b="1" dirty="0">
                <a:ea typeface="+mn-lt"/>
                <a:cs typeface="+mn-lt"/>
              </a:rPr>
              <a:t>The Scheduler</a:t>
            </a:r>
            <a:r>
              <a:rPr lang="en-US" sz="1400" dirty="0">
                <a:ea typeface="+mn-lt"/>
                <a:cs typeface="+mn-lt"/>
              </a:rPr>
              <a:t> (within the RM) evaluates current cluster conditions and assigns a container on a suitable </a:t>
            </a:r>
            <a:r>
              <a:rPr lang="en-US" sz="1400" b="1" dirty="0">
                <a:ea typeface="+mn-lt"/>
                <a:cs typeface="+mn-lt"/>
              </a:rPr>
              <a:t>Node Manager (NM)</a:t>
            </a:r>
            <a:r>
              <a:rPr lang="en-US" sz="1400" dirty="0">
                <a:ea typeface="+mn-lt"/>
                <a:cs typeface="+mn-lt"/>
              </a:rPr>
              <a:t> to launch the </a:t>
            </a:r>
            <a:r>
              <a:rPr lang="en-US" sz="1400" b="1" dirty="0">
                <a:ea typeface="+mn-lt"/>
                <a:cs typeface="+mn-lt"/>
              </a:rPr>
              <a:t>Application Master (AM)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60000"/>
              </a:lnSpc>
              <a:spcBef>
                <a:spcPts val="800"/>
              </a:spcBef>
              <a:buAutoNum type="arabicPeriod"/>
            </a:pPr>
            <a:r>
              <a:rPr lang="en-US" sz="1400" b="1" dirty="0">
                <a:ea typeface="+mn-lt"/>
                <a:cs typeface="+mn-lt"/>
              </a:rPr>
              <a:t>The Application Master</a:t>
            </a:r>
            <a:r>
              <a:rPr lang="en-US" sz="1400" dirty="0">
                <a:ea typeface="+mn-lt"/>
                <a:cs typeface="+mn-lt"/>
              </a:rPr>
              <a:t> running inside the allocated container is initialized. It is responsible for managing the entire job lifecycle, including requesting additional resources for task execution.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60000"/>
              </a:lnSpc>
              <a:spcBef>
                <a:spcPts val="800"/>
              </a:spcBef>
              <a:buAutoNum type="arabicPeriod"/>
            </a:pPr>
            <a:r>
              <a:rPr lang="en-US" sz="1400" b="1" dirty="0">
                <a:ea typeface="+mn-lt"/>
                <a:cs typeface="+mn-lt"/>
              </a:rPr>
              <a:t>Based on the job's needs, the Application Master requests more containers from the Resource Manager</a:t>
            </a:r>
            <a:r>
              <a:rPr lang="en-US" sz="1400" dirty="0">
                <a:ea typeface="+mn-lt"/>
                <a:cs typeface="+mn-lt"/>
              </a:rPr>
              <a:t> to execute individual tasks (e.g., map or reduce tasks).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60000"/>
              </a:lnSpc>
              <a:spcBef>
                <a:spcPts val="800"/>
              </a:spcBef>
              <a:buAutoNum type="arabicPeriod"/>
            </a:pPr>
            <a:r>
              <a:rPr lang="en-US" sz="1400" b="1" dirty="0">
                <a:ea typeface="+mn-lt"/>
                <a:cs typeface="+mn-lt"/>
              </a:rPr>
              <a:t>The Scheduler</a:t>
            </a:r>
            <a:r>
              <a:rPr lang="en-US" sz="1400" dirty="0">
                <a:ea typeface="+mn-lt"/>
                <a:cs typeface="+mn-lt"/>
              </a:rPr>
              <a:t> again evaluates availability and policy constraints and allocates containers on various </a:t>
            </a:r>
            <a:r>
              <a:rPr lang="en-US" sz="1400" b="1" dirty="0">
                <a:ea typeface="+mn-lt"/>
                <a:cs typeface="+mn-lt"/>
              </a:rPr>
              <a:t>Node Managers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60000"/>
              </a:lnSpc>
              <a:spcBef>
                <a:spcPts val="800"/>
              </a:spcBef>
              <a:buAutoNum type="arabicPeriod"/>
            </a:pPr>
            <a:r>
              <a:rPr lang="en-US" sz="1400" b="1" dirty="0">
                <a:ea typeface="+mn-lt"/>
                <a:cs typeface="+mn-lt"/>
              </a:rPr>
              <a:t>Each Node Manager</a:t>
            </a:r>
            <a:r>
              <a:rPr lang="en-US" sz="1400" dirty="0">
                <a:ea typeface="+mn-lt"/>
                <a:cs typeface="+mn-lt"/>
              </a:rPr>
              <a:t> launches containers and runs the assigned tasks (as directed by the Application Master). Tasks process data and perform computations.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60000"/>
              </a:lnSpc>
              <a:spcBef>
                <a:spcPts val="800"/>
              </a:spcBef>
              <a:buAutoNum type="arabicPeriod"/>
            </a:pPr>
            <a:r>
              <a:rPr lang="en-US" sz="1400" b="1" dirty="0">
                <a:ea typeface="+mn-lt"/>
                <a:cs typeface="+mn-lt"/>
              </a:rPr>
              <a:t>The Application Master </a:t>
            </a:r>
            <a:r>
              <a:rPr lang="en-US" sz="1400" dirty="0">
                <a:ea typeface="+mn-lt"/>
                <a:cs typeface="+mn-lt"/>
              </a:rPr>
              <a:t>monitors task completion, handles retries if needed, and reports status back to the Resource Manager.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160000"/>
              </a:lnSpc>
              <a:spcBef>
                <a:spcPts val="800"/>
              </a:spcBef>
              <a:buAutoNum type="arabicPeriod"/>
            </a:pPr>
            <a:r>
              <a:rPr lang="en-US" sz="1400" b="1" dirty="0">
                <a:ea typeface="+mn-lt"/>
                <a:cs typeface="+mn-lt"/>
              </a:rPr>
              <a:t>Once all tasks finish, the final output is either returned to the client</a:t>
            </a:r>
            <a:r>
              <a:rPr lang="en-US" sz="1400" dirty="0">
                <a:ea typeface="+mn-lt"/>
                <a:cs typeface="+mn-lt"/>
              </a:rPr>
              <a:t> or stored in HDFS, and the Application Master deregisters from the RM.</a:t>
            </a:r>
            <a:endParaRPr lang="en-US" sz="1400" dirty="0">
              <a:ea typeface="Calibri"/>
              <a:cs typeface="Calibri"/>
            </a:endParaRPr>
          </a:p>
          <a:p>
            <a:pPr marL="457200" indent="-457200">
              <a:lnSpc>
                <a:spcPct val="160000"/>
              </a:lnSpc>
              <a:spcBef>
                <a:spcPts val="800"/>
              </a:spcBef>
              <a:buAutoNum type="arabicPeriod"/>
            </a:pPr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5137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085" y="910631"/>
            <a:ext cx="11069715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lang="en-US" spc="-10" dirty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MapReduce: Distributed Big Data Processing Framework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56761-E49C-6DF2-10A7-172015E8F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8146553" cy="4991039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  <a:tabLst>
                <a:tab pos="241300" algn="l"/>
              </a:tabLst>
            </a:pPr>
            <a:r>
              <a:rPr lang="en-US" b="1" spc="-20" dirty="0"/>
              <a:t>MapReduce</a:t>
            </a:r>
            <a:r>
              <a:rPr lang="en-US" spc="-20" dirty="0">
                <a:ea typeface="+mn-lt"/>
                <a:cs typeface="+mn-lt"/>
              </a:rPr>
              <a:t> </a:t>
            </a:r>
            <a:r>
              <a:rPr lang="en-US" sz="2000" spc="-20" dirty="0">
                <a:ea typeface="+mn-lt"/>
                <a:cs typeface="+mn-lt"/>
              </a:rPr>
              <a:t>is a programming model </a:t>
            </a:r>
            <a:r>
              <a:rPr lang="en-US" spc="-20" dirty="0">
                <a:ea typeface="+mn-lt"/>
                <a:cs typeface="+mn-lt"/>
              </a:rPr>
              <a:t>and framework </a:t>
            </a:r>
            <a:r>
              <a:rPr lang="en-US" sz="2000" spc="-20" dirty="0">
                <a:ea typeface="+mn-lt"/>
                <a:cs typeface="+mn-lt"/>
              </a:rPr>
              <a:t>for processing </a:t>
            </a:r>
            <a:r>
              <a:rPr lang="en-US" spc="-20" dirty="0">
                <a:ea typeface="+mn-lt"/>
                <a:cs typeface="+mn-lt"/>
              </a:rPr>
              <a:t>massive datasets across </a:t>
            </a:r>
            <a:r>
              <a:rPr lang="en-US" sz="2000" spc="-20" dirty="0">
                <a:ea typeface="+mn-lt"/>
                <a:cs typeface="+mn-lt"/>
              </a:rPr>
              <a:t>distributed </a:t>
            </a:r>
            <a:r>
              <a:rPr lang="en-US" spc="-20" dirty="0">
                <a:ea typeface="+mn-lt"/>
                <a:cs typeface="+mn-lt"/>
              </a:rPr>
              <a:t>clusters using parallel computation</a:t>
            </a:r>
            <a:r>
              <a:rPr lang="en-US" sz="2000" spc="-20" dirty="0">
                <a:ea typeface="+mn-lt"/>
                <a:cs typeface="+mn-lt"/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  <a:tabLst>
                <a:tab pos="241300" algn="l"/>
              </a:tabLst>
            </a:pPr>
            <a:r>
              <a:rPr lang="en-US" b="1" dirty="0"/>
              <a:t>Key Components:</a:t>
            </a:r>
            <a:endParaRPr lang="en-US" b="1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Mapper</a:t>
            </a:r>
            <a:r>
              <a:rPr lang="en-US" spc="-20" dirty="0">
                <a:ea typeface="+mn-lt"/>
                <a:cs typeface="+mn-lt"/>
              </a:rPr>
              <a:t>: Processes input data chunks and transforms them into intermediate key-value pairs</a:t>
            </a:r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Reducer</a:t>
            </a:r>
            <a:r>
              <a:rPr lang="en-US" spc="-20" dirty="0">
                <a:ea typeface="+mn-lt"/>
                <a:cs typeface="+mn-lt"/>
              </a:rPr>
              <a:t>: Aggregates and combines intermediate data by key to produce final results</a:t>
            </a:r>
            <a:endParaRPr lang="en-US" dirty="0"/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YARN </a:t>
            </a:r>
            <a:r>
              <a:rPr lang="en-US" b="1" spc="-20" dirty="0" err="1">
                <a:ea typeface="+mn-lt"/>
                <a:cs typeface="+mn-lt"/>
              </a:rPr>
              <a:t>ApplicationMaster</a:t>
            </a:r>
            <a:r>
              <a:rPr lang="en-US" spc="-20" dirty="0">
                <a:ea typeface="+mn-lt"/>
                <a:cs typeface="+mn-lt"/>
              </a:rPr>
              <a:t>: Coordinates job execution and resource management</a:t>
            </a:r>
            <a:endParaRPr lang="en-US" dirty="0"/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HDFS Integration</a:t>
            </a:r>
            <a:r>
              <a:rPr lang="en-US" spc="-20" dirty="0">
                <a:ea typeface="+mn-lt"/>
                <a:cs typeface="+mn-lt"/>
              </a:rPr>
              <a:t>: Provides distributed storage for input/output data</a:t>
            </a:r>
            <a:endParaRPr lang="en-US" dirty="0"/>
          </a:p>
          <a:p>
            <a:pPr marL="0" indent="0">
              <a:buNone/>
              <a:tabLst>
                <a:tab pos="241300" algn="l"/>
              </a:tabLst>
            </a:pPr>
            <a:r>
              <a:rPr lang="en-US" b="1" dirty="0"/>
              <a:t>Technical Workflow:</a:t>
            </a:r>
            <a:endParaRPr lang="en-US" b="1" dirty="0">
              <a:ea typeface="Calibri"/>
              <a:cs typeface="Calibri"/>
            </a:endParaRPr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Input Splitting</a:t>
            </a:r>
            <a:r>
              <a:rPr lang="en-US" spc="-20" dirty="0">
                <a:ea typeface="+mn-lt"/>
                <a:cs typeface="+mn-lt"/>
              </a:rPr>
              <a:t>: Data divided into blocks (typically 128MB) across HDFS nodes</a:t>
            </a:r>
            <a:endParaRPr lang="en-US" dirty="0"/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Map Phase</a:t>
            </a:r>
            <a:r>
              <a:rPr lang="en-US" spc="-20" dirty="0">
                <a:ea typeface="+mn-lt"/>
                <a:cs typeface="+mn-lt"/>
              </a:rPr>
              <a:t>: Parallel Mapper tasks process splits → intermediate key-value pairs</a:t>
            </a:r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Shuffle &amp; Partition</a:t>
            </a:r>
            <a:r>
              <a:rPr lang="en-US" spc="-20" dirty="0">
                <a:ea typeface="+mn-lt"/>
                <a:cs typeface="+mn-lt"/>
              </a:rPr>
              <a:t>: Framework redistributes data by key across cluster nodes</a:t>
            </a:r>
            <a:endParaRPr lang="en-US" dirty="0"/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Sort &amp; Group</a:t>
            </a:r>
            <a:r>
              <a:rPr lang="en-US" spc="-20" dirty="0">
                <a:ea typeface="+mn-lt"/>
                <a:cs typeface="+mn-lt"/>
              </a:rPr>
              <a:t>: Intermediate data sorted and grouped by key for each Reducer</a:t>
            </a:r>
            <a:endParaRPr lang="en-US" dirty="0"/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Reduce Phase</a:t>
            </a:r>
            <a:r>
              <a:rPr lang="en-US" spc="-20" dirty="0">
                <a:ea typeface="+mn-lt"/>
                <a:cs typeface="+mn-lt"/>
              </a:rPr>
              <a:t>: Reducer tasks aggregate values per key → final output to HDFS</a:t>
            </a:r>
            <a:endParaRPr lang="en-US" dirty="0"/>
          </a:p>
          <a:p>
            <a:pPr marL="0" indent="0">
              <a:buNone/>
              <a:tabLst>
                <a:tab pos="473075" algn="l"/>
              </a:tabLst>
            </a:pPr>
            <a:r>
              <a:rPr lang="en-US" b="1" dirty="0"/>
              <a:t>Key Advantages: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Fault Tolerance</a:t>
            </a:r>
            <a:r>
              <a:rPr lang="en-US" spc="-20" dirty="0">
                <a:ea typeface="+mn-lt"/>
                <a:cs typeface="+mn-lt"/>
              </a:rPr>
              <a:t>: Automatic task retry and data replication</a:t>
            </a:r>
            <a:endParaRPr lang="en-US" dirty="0"/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Scalability</a:t>
            </a:r>
            <a:r>
              <a:rPr lang="en-US" spc="-20" dirty="0">
                <a:ea typeface="+mn-lt"/>
                <a:cs typeface="+mn-lt"/>
              </a:rPr>
              <a:t>: Handles petabyte-scale datasets across thousands of nodes</a:t>
            </a:r>
            <a:endParaRPr lang="en-US" dirty="0"/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Framework Integration</a:t>
            </a:r>
            <a:r>
              <a:rPr lang="en-US" spc="-20" dirty="0">
                <a:ea typeface="+mn-lt"/>
                <a:cs typeface="+mn-lt"/>
              </a:rPr>
              <a:t>: Works with Hadoop ecosystem (Hive, Pig, Spark)</a:t>
            </a:r>
            <a:endParaRPr lang="en-US" dirty="0"/>
          </a:p>
          <a:p>
            <a:pPr marL="0" indent="0">
              <a:buNone/>
              <a:tabLst>
                <a:tab pos="473075" algn="l"/>
              </a:tabLst>
            </a:pPr>
            <a:r>
              <a:rPr lang="en-US" b="1" dirty="0"/>
              <a:t>Real-World Applications: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spc="-20" dirty="0">
                <a:ea typeface="+mn-lt"/>
                <a:cs typeface="+mn-lt"/>
              </a:rPr>
              <a:t>Log analysis for fraud detection (Facebook, Google)</a:t>
            </a:r>
            <a:endParaRPr lang="en-US" dirty="0"/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spc="-20" dirty="0">
                <a:ea typeface="+mn-lt"/>
                <a:cs typeface="+mn-lt"/>
              </a:rPr>
              <a:t>Search index generation and web crawling</a:t>
            </a:r>
            <a:endParaRPr lang="en-US" dirty="0"/>
          </a:p>
          <a:p>
            <a:pPr>
              <a:buFont typeface="Arial"/>
              <a:buChar char="•"/>
              <a:tabLst>
                <a:tab pos="473075" algn="l"/>
              </a:tabLst>
            </a:pPr>
            <a:r>
              <a:rPr lang="en-US" spc="-20" dirty="0">
                <a:ea typeface="+mn-lt"/>
                <a:cs typeface="+mn-lt"/>
              </a:rPr>
              <a:t>Financial risk analysis and recommendation systems</a:t>
            </a:r>
            <a:endParaRPr lang="en-US" dirty="0"/>
          </a:p>
          <a:p>
            <a:pPr marL="0" indent="0">
              <a:buNone/>
              <a:tabLst>
                <a:tab pos="473075" algn="l"/>
              </a:tabLst>
            </a:pPr>
            <a:r>
              <a:rPr lang="en-US" b="1" spc="-20" dirty="0">
                <a:ea typeface="+mn-lt"/>
                <a:cs typeface="+mn-lt"/>
              </a:rPr>
              <a:t>Modern Context</a:t>
            </a:r>
            <a:r>
              <a:rPr lang="en-US" spc="-20" dirty="0">
                <a:ea typeface="+mn-lt"/>
                <a:cs typeface="+mn-lt"/>
              </a:rPr>
              <a:t>: While Spark has largely replaced MapReduce for many use cases, MapReduce remains fundamental for batch processing in enterprise Hadoop environments.</a:t>
            </a:r>
          </a:p>
          <a:p>
            <a:pPr marL="241300" indent="-228600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473075" algn="l"/>
              </a:tabLst>
            </a:pPr>
            <a:endParaRPr lang="en-US" spc="-20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2803" y="2933568"/>
            <a:ext cx="5883312" cy="2305809"/>
          </a:xfrm>
          <a:prstGeom prst="rect">
            <a:avLst/>
          </a:prstGeom>
        </p:spPr>
      </p:pic>
      <p:pic>
        <p:nvPicPr>
          <p:cNvPr id="5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6872" y="1617657"/>
            <a:ext cx="2526199" cy="7992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3A2D3-EC2A-0D15-B86F-A43F3E8B2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2E57F-4802-4B1B-3FBA-B6A1C5CBD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400" dirty="0">
                <a:latin typeface="Calibri"/>
                <a:ea typeface="Calibri"/>
                <a:cs typeface="Calibri"/>
              </a:rPr>
              <a:t>Steps in the MapReduce Execution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70A16-43E9-EB1C-F2CF-D9150AFDC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400" dirty="0"/>
              <a:t>1. </a:t>
            </a:r>
            <a:r>
              <a:rPr lang="en-US" sz="1400" b="1" dirty="0"/>
              <a:t>Job Submission by Client</a:t>
            </a:r>
            <a:endParaRPr lang="en-US" sz="1400">
              <a:ea typeface="Calibri"/>
              <a:cs typeface="Calibri"/>
            </a:endParaRPr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A client application submits a MapReduce job to the </a:t>
            </a:r>
            <a:r>
              <a:rPr lang="en-US" sz="1400" b="1" dirty="0">
                <a:ea typeface="+mn-lt"/>
                <a:cs typeface="+mn-lt"/>
              </a:rPr>
              <a:t>YARN Resource Manager</a:t>
            </a:r>
            <a:r>
              <a:rPr lang="en-US" sz="1400" dirty="0">
                <a:ea typeface="+mn-lt"/>
                <a:cs typeface="+mn-lt"/>
              </a:rPr>
              <a:t>, including input file paths, Mapper/Reducer JAR files, and configuration parameters.</a:t>
            </a:r>
          </a:p>
          <a:p>
            <a:pPr>
              <a:buNone/>
            </a:pPr>
            <a:r>
              <a:rPr lang="en-US" sz="1400" dirty="0"/>
              <a:t>2. </a:t>
            </a:r>
            <a:r>
              <a:rPr lang="en-US" sz="1400" b="1" err="1"/>
              <a:t>ApplicationMaster</a:t>
            </a:r>
            <a:r>
              <a:rPr lang="en-US" sz="1400" b="1" dirty="0"/>
              <a:t> Launch</a:t>
            </a:r>
            <a:endParaRPr lang="en-US" sz="1400">
              <a:ea typeface="Calibri"/>
              <a:cs typeface="Calibri"/>
            </a:endParaRPr>
          </a:p>
          <a:p>
            <a:pPr>
              <a:buNone/>
            </a:pPr>
            <a:r>
              <a:rPr lang="en-US" sz="1400" b="1" dirty="0">
                <a:ea typeface="+mn-lt"/>
                <a:cs typeface="+mn-lt"/>
              </a:rPr>
              <a:t>YARN Resource Manager</a:t>
            </a:r>
            <a:r>
              <a:rPr lang="en-US" sz="1400" dirty="0">
                <a:ea typeface="+mn-lt"/>
                <a:cs typeface="+mn-lt"/>
              </a:rPr>
              <a:t> allocates a container on a selected </a:t>
            </a:r>
            <a:r>
              <a:rPr lang="en-US" sz="1400" b="1" dirty="0">
                <a:ea typeface="+mn-lt"/>
                <a:cs typeface="+mn-lt"/>
              </a:rPr>
              <a:t>Node Manager</a:t>
            </a:r>
            <a:r>
              <a:rPr lang="en-US" sz="1400" dirty="0">
                <a:ea typeface="+mn-lt"/>
                <a:cs typeface="+mn-lt"/>
              </a:rPr>
              <a:t> and launches a </a:t>
            </a:r>
            <a:r>
              <a:rPr lang="en-US" sz="1400" b="1" dirty="0">
                <a:ea typeface="+mn-lt"/>
                <a:cs typeface="+mn-lt"/>
              </a:rPr>
              <a:t>MapReduce </a:t>
            </a:r>
            <a:r>
              <a:rPr lang="en-US" sz="1400" b="1" err="1">
                <a:ea typeface="+mn-lt"/>
                <a:cs typeface="+mn-lt"/>
              </a:rPr>
              <a:t>ApplicationMaster</a:t>
            </a:r>
            <a:r>
              <a:rPr lang="en-US" sz="1400" dirty="0">
                <a:ea typeface="+mn-lt"/>
                <a:cs typeface="+mn-lt"/>
              </a:rPr>
              <a:t> inside that container to coordinate the specific job execution.</a:t>
            </a:r>
          </a:p>
          <a:p>
            <a:pPr>
              <a:buNone/>
            </a:pPr>
            <a:r>
              <a:rPr lang="en-US" sz="1400" dirty="0"/>
              <a:t>3. </a:t>
            </a:r>
            <a:r>
              <a:rPr lang="en-US" sz="1400" b="1" dirty="0"/>
              <a:t>Input Splitting by </a:t>
            </a:r>
            <a:r>
              <a:rPr lang="en-US" sz="1400" b="1" err="1"/>
              <a:t>InputFormat</a:t>
            </a:r>
            <a:endParaRPr lang="en-US" sz="1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 b="1" dirty="0">
                <a:ea typeface="+mn-lt"/>
                <a:cs typeface="+mn-lt"/>
              </a:rPr>
              <a:t>The MapReduce </a:t>
            </a:r>
            <a:r>
              <a:rPr lang="en-US" sz="1400" b="1" err="1">
                <a:ea typeface="+mn-lt"/>
                <a:cs typeface="+mn-lt"/>
              </a:rPr>
              <a:t>InputFormat</a:t>
            </a:r>
            <a:r>
              <a:rPr lang="en-US" sz="1400" b="1" dirty="0">
                <a:ea typeface="+mn-lt"/>
                <a:cs typeface="+mn-lt"/>
              </a:rPr>
              <a:t> class</a:t>
            </a:r>
            <a:r>
              <a:rPr lang="en-US" sz="1400" dirty="0">
                <a:ea typeface="+mn-lt"/>
                <a:cs typeface="+mn-lt"/>
              </a:rPr>
              <a:t> (e.g., </a:t>
            </a:r>
            <a:r>
              <a:rPr lang="en-US" sz="1400" err="1">
                <a:ea typeface="+mn-lt"/>
                <a:cs typeface="+mn-lt"/>
              </a:rPr>
              <a:t>TextInputFormat</a:t>
            </a:r>
            <a:r>
              <a:rPr lang="en-US" sz="1400" dirty="0">
                <a:ea typeface="+mn-lt"/>
                <a:cs typeface="+mn-lt"/>
              </a:rPr>
              <a:t>) logically splits the input data into </a:t>
            </a:r>
            <a:r>
              <a:rPr lang="en-US" sz="1400" b="1" dirty="0">
                <a:ea typeface="+mn-lt"/>
                <a:cs typeface="+mn-lt"/>
              </a:rPr>
              <a:t>input splits</a:t>
            </a:r>
            <a:r>
              <a:rPr lang="en-US" sz="1400" dirty="0">
                <a:ea typeface="+mn-lt"/>
                <a:cs typeface="+mn-lt"/>
              </a:rPr>
              <a:t> based on HDFS block boundaries (typically 128 MB per split) to enable parallel processing.</a:t>
            </a:r>
          </a:p>
          <a:p>
            <a:pPr>
              <a:buNone/>
            </a:pPr>
            <a:r>
              <a:rPr lang="en-US" sz="1400" dirty="0"/>
              <a:t>4. </a:t>
            </a:r>
            <a:r>
              <a:rPr lang="en-US" sz="1400" b="1" dirty="0"/>
              <a:t>Mapper Task Launch and Resource Allocation</a:t>
            </a:r>
            <a:endParaRPr lang="en-US" sz="1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 b="1" dirty="0">
                <a:ea typeface="+mn-lt"/>
                <a:cs typeface="+mn-lt"/>
              </a:rPr>
              <a:t>The </a:t>
            </a:r>
            <a:r>
              <a:rPr lang="en-US" sz="1400" b="1" dirty="0" err="1">
                <a:ea typeface="+mn-lt"/>
                <a:cs typeface="+mn-lt"/>
              </a:rPr>
              <a:t>ApplicationMaster</a:t>
            </a:r>
            <a:r>
              <a:rPr lang="en-US" sz="1400" dirty="0">
                <a:ea typeface="+mn-lt"/>
                <a:cs typeface="+mn-lt"/>
              </a:rPr>
              <a:t> requests containers from </a:t>
            </a:r>
            <a:r>
              <a:rPr lang="en-US" sz="1400" b="1" dirty="0">
                <a:ea typeface="+mn-lt"/>
                <a:cs typeface="+mn-lt"/>
              </a:rPr>
              <a:t>YARN Resource Manager</a:t>
            </a:r>
            <a:r>
              <a:rPr lang="en-US" sz="1400" dirty="0">
                <a:ea typeface="+mn-lt"/>
                <a:cs typeface="+mn-lt"/>
              </a:rPr>
              <a:t> and launches </a:t>
            </a:r>
            <a:r>
              <a:rPr lang="en-US" sz="1400" b="1" dirty="0">
                <a:ea typeface="+mn-lt"/>
                <a:cs typeface="+mn-lt"/>
              </a:rPr>
              <a:t>Mapper tasks</a:t>
            </a:r>
            <a:r>
              <a:rPr lang="en-US" sz="1400" dirty="0">
                <a:ea typeface="+mn-lt"/>
                <a:cs typeface="+mn-lt"/>
              </a:rPr>
              <a:t> inside allocated containers across </a:t>
            </a:r>
            <a:r>
              <a:rPr lang="en-US" sz="1400" b="1" dirty="0">
                <a:ea typeface="+mn-lt"/>
                <a:cs typeface="+mn-lt"/>
              </a:rPr>
              <a:t>Node Managers</a:t>
            </a:r>
            <a:r>
              <a:rPr lang="en-US" sz="1400" dirty="0">
                <a:ea typeface="+mn-lt"/>
                <a:cs typeface="+mn-lt"/>
              </a:rPr>
              <a:t>. Each Mapper processes one input split.</a:t>
            </a:r>
          </a:p>
          <a:p>
            <a:pPr>
              <a:buNone/>
            </a:pPr>
            <a:r>
              <a:rPr lang="en-US" sz="1400" dirty="0"/>
              <a:t>5. </a:t>
            </a:r>
            <a:r>
              <a:rPr lang="en-US" sz="1400" b="1" dirty="0"/>
              <a:t>Map Phase Execution</a:t>
            </a:r>
            <a:endParaRPr lang="en-US" sz="1400">
              <a:ea typeface="Calibri"/>
              <a:cs typeface="Calibri"/>
            </a:endParaRPr>
          </a:p>
          <a:p>
            <a:pPr>
              <a:buNone/>
            </a:pPr>
            <a:r>
              <a:rPr lang="en-US" sz="1400" b="1" dirty="0">
                <a:ea typeface="+mn-lt"/>
                <a:cs typeface="+mn-lt"/>
              </a:rPr>
              <a:t>Individual Mapper tasks</a:t>
            </a:r>
            <a:r>
              <a:rPr lang="en-US" sz="1400" dirty="0">
                <a:ea typeface="+mn-lt"/>
                <a:cs typeface="+mn-lt"/>
              </a:rPr>
              <a:t> read their assigned input splits from </a:t>
            </a:r>
            <a:r>
              <a:rPr lang="en-US" sz="1400" b="1" dirty="0">
                <a:ea typeface="+mn-lt"/>
                <a:cs typeface="+mn-lt"/>
              </a:rPr>
              <a:t>HDFS </a:t>
            </a:r>
            <a:r>
              <a:rPr lang="en-US" sz="1400" b="1" err="1">
                <a:ea typeface="+mn-lt"/>
                <a:cs typeface="+mn-lt"/>
              </a:rPr>
              <a:t>DataNodes</a:t>
            </a:r>
            <a:r>
              <a:rPr lang="en-US" sz="1400" dirty="0">
                <a:ea typeface="+mn-lt"/>
                <a:cs typeface="+mn-lt"/>
              </a:rPr>
              <a:t> and execute user-defined map functions to generate intermediate key-value pairs (e.g., (word, 1)).</a:t>
            </a:r>
            <a:endParaRPr lang="en-US" sz="1400">
              <a:ea typeface="Calibri"/>
              <a:cs typeface="Calibri"/>
            </a:endParaRPr>
          </a:p>
          <a:p>
            <a:pPr>
              <a:buNone/>
            </a:pPr>
            <a:r>
              <a:rPr lang="en-US" sz="1400" dirty="0"/>
              <a:t>6. </a:t>
            </a:r>
            <a:r>
              <a:rPr lang="en-US" sz="1400" b="1" dirty="0"/>
              <a:t>Local Combiner Phase (Optional)</a:t>
            </a:r>
            <a:endParaRPr lang="en-US" sz="1400">
              <a:ea typeface="Calibri"/>
              <a:cs typeface="Calibri"/>
            </a:endParaRPr>
          </a:p>
          <a:p>
            <a:pPr>
              <a:buNone/>
            </a:pPr>
            <a:r>
              <a:rPr lang="en-US" sz="1400" b="1" dirty="0">
                <a:ea typeface="+mn-lt"/>
                <a:cs typeface="+mn-lt"/>
              </a:rPr>
              <a:t>Combiner functions</a:t>
            </a:r>
            <a:r>
              <a:rPr lang="en-US" sz="1400" dirty="0">
                <a:ea typeface="+mn-lt"/>
                <a:cs typeface="+mn-lt"/>
              </a:rPr>
              <a:t> (if configured) run locally within each Mapper's JVM to pre-aggregate intermediate data, reducing network traffic during shuffle.</a:t>
            </a:r>
            <a:endParaRPr lang="en-US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5717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A8FAD-74D5-1F00-DAB6-AB04C694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400" dirty="0">
                <a:latin typeface="Calibri"/>
                <a:ea typeface="Calibri"/>
                <a:cs typeface="Calibri"/>
              </a:rPr>
              <a:t>Steps in the MapReduce Execution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F1F2E-E89C-6E6F-D879-53B06D8AE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200" dirty="0"/>
              <a:t>7. </a:t>
            </a:r>
            <a:r>
              <a:rPr lang="en-US" sz="1200" b="1" dirty="0"/>
              <a:t>Shuffle, Partition, and Sort Operations</a:t>
            </a:r>
            <a:endParaRPr lang="en-US" sz="12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MapReduce Partitioner class</a:t>
            </a:r>
            <a:r>
              <a:rPr lang="en-US" sz="1200" dirty="0">
                <a:ea typeface="+mn-lt"/>
                <a:cs typeface="+mn-lt"/>
              </a:rPr>
              <a:t> determines which Reducer receives which keys (via hash partitioning)</a:t>
            </a:r>
            <a:endParaRPr lang="en-US" sz="12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 b="1" dirty="0" err="1">
                <a:ea typeface="+mn-lt"/>
                <a:cs typeface="+mn-lt"/>
              </a:rPr>
              <a:t>NodeManager's</a:t>
            </a:r>
            <a:r>
              <a:rPr lang="en-US" sz="1200" b="1" dirty="0">
                <a:ea typeface="+mn-lt"/>
                <a:cs typeface="+mn-lt"/>
              </a:rPr>
              <a:t> Shuffle Service</a:t>
            </a:r>
            <a:r>
              <a:rPr lang="en-US" sz="1200" dirty="0">
                <a:ea typeface="+mn-lt"/>
                <a:cs typeface="+mn-lt"/>
              </a:rPr>
              <a:t> transfers intermediate data between nodes over HTTP</a:t>
            </a:r>
            <a:endParaRPr lang="en-US" sz="12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MapReduce Sort and Merge components</a:t>
            </a:r>
            <a:r>
              <a:rPr lang="en-US" sz="1200" dirty="0">
                <a:ea typeface="+mn-lt"/>
                <a:cs typeface="+mn-lt"/>
              </a:rPr>
              <a:t> group and sort key-value pairs by key before sending to Reducers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8</a:t>
            </a:r>
            <a:r>
              <a:rPr lang="en-US" sz="1200" dirty="0"/>
              <a:t>. </a:t>
            </a:r>
            <a:r>
              <a:rPr lang="en-US" sz="1200" b="1" dirty="0"/>
              <a:t>Reducer Task Launch</a:t>
            </a:r>
            <a:endParaRPr lang="en-US" sz="1200">
              <a:ea typeface="Calibri"/>
              <a:cs typeface="Calibri"/>
            </a:endParaRPr>
          </a:p>
          <a:p>
            <a:pPr>
              <a:buNone/>
            </a:pPr>
            <a:r>
              <a:rPr lang="en-US" sz="1200" b="1" dirty="0">
                <a:ea typeface="+mn-lt"/>
                <a:cs typeface="+mn-lt"/>
              </a:rPr>
              <a:t>The </a:t>
            </a:r>
            <a:r>
              <a:rPr lang="en-US" sz="1200" b="1" dirty="0" err="1">
                <a:ea typeface="+mn-lt"/>
                <a:cs typeface="+mn-lt"/>
              </a:rPr>
              <a:t>ApplicationMaster</a:t>
            </a:r>
            <a:r>
              <a:rPr lang="en-US" sz="1200" dirty="0">
                <a:ea typeface="+mn-lt"/>
                <a:cs typeface="+mn-lt"/>
              </a:rPr>
              <a:t> requests additional containers from </a:t>
            </a:r>
            <a:r>
              <a:rPr lang="en-US" sz="1200" b="1" dirty="0">
                <a:ea typeface="+mn-lt"/>
                <a:cs typeface="+mn-lt"/>
              </a:rPr>
              <a:t>YARN Resource Manager</a:t>
            </a:r>
            <a:r>
              <a:rPr lang="en-US" sz="1200" dirty="0">
                <a:ea typeface="+mn-lt"/>
                <a:cs typeface="+mn-lt"/>
              </a:rPr>
              <a:t> and launches </a:t>
            </a:r>
            <a:r>
              <a:rPr lang="en-US" sz="1200" b="1" dirty="0">
                <a:ea typeface="+mn-lt"/>
                <a:cs typeface="+mn-lt"/>
              </a:rPr>
              <a:t>Reducer tasks</a:t>
            </a:r>
            <a:r>
              <a:rPr lang="en-US" sz="1200" dirty="0">
                <a:ea typeface="+mn-lt"/>
                <a:cs typeface="+mn-lt"/>
              </a:rPr>
              <a:t> in allocated containers across </a:t>
            </a:r>
            <a:r>
              <a:rPr lang="en-US" sz="1200" b="1" dirty="0">
                <a:ea typeface="+mn-lt"/>
                <a:cs typeface="+mn-lt"/>
              </a:rPr>
              <a:t>Node Managers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n-US" sz="12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1200" dirty="0"/>
              <a:t>9. </a:t>
            </a:r>
            <a:r>
              <a:rPr lang="en-US" sz="1200" b="1" dirty="0"/>
              <a:t>Reduce Phase Execution</a:t>
            </a:r>
            <a:endParaRPr lang="en-US" sz="1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Individual Reducer tasks</a:t>
            </a:r>
            <a:r>
              <a:rPr lang="en-US" sz="1200" dirty="0">
                <a:ea typeface="+mn-lt"/>
                <a:cs typeface="+mn-lt"/>
              </a:rPr>
              <a:t> receive grouped, sorted key-value pairs for specific key ranges and execute user-defined reduce functions to aggregate values (e.g., (Car, [1,1,1]) → (Car, 3)).</a:t>
            </a:r>
            <a:endParaRPr lang="en-US" sz="12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1200" dirty="0"/>
              <a:t>10. </a:t>
            </a:r>
            <a:r>
              <a:rPr lang="en-US" sz="1200" b="1" dirty="0"/>
              <a:t>Final Output to HDFS</a:t>
            </a:r>
            <a:endParaRPr lang="en-US" sz="1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b="1" dirty="0">
                <a:ea typeface="+mn-lt"/>
                <a:cs typeface="+mn-lt"/>
              </a:rPr>
              <a:t>Reducer tasks</a:t>
            </a:r>
            <a:r>
              <a:rPr lang="en-US" sz="1200" dirty="0">
                <a:ea typeface="+mn-lt"/>
                <a:cs typeface="+mn-lt"/>
              </a:rPr>
              <a:t> write final results through </a:t>
            </a:r>
            <a:r>
              <a:rPr lang="en-US" sz="1200" b="1" dirty="0">
                <a:ea typeface="+mn-lt"/>
                <a:cs typeface="+mn-lt"/>
              </a:rPr>
              <a:t>HDFS </a:t>
            </a:r>
            <a:r>
              <a:rPr lang="en-US" sz="1200" b="1" err="1">
                <a:ea typeface="+mn-lt"/>
                <a:cs typeface="+mn-lt"/>
              </a:rPr>
              <a:t>DataNodes</a:t>
            </a:r>
            <a:r>
              <a:rPr lang="en-US" sz="1200" dirty="0">
                <a:ea typeface="+mn-lt"/>
                <a:cs typeface="+mn-lt"/>
              </a:rPr>
              <a:t> to the specified output directory using </a:t>
            </a:r>
            <a:r>
              <a:rPr lang="en-US" sz="1200" b="1" err="1">
                <a:ea typeface="+mn-lt"/>
                <a:cs typeface="+mn-lt"/>
              </a:rPr>
              <a:t>OutputFormat</a:t>
            </a:r>
            <a:r>
              <a:rPr lang="en-US" sz="1200" b="1" dirty="0">
                <a:ea typeface="+mn-lt"/>
                <a:cs typeface="+mn-lt"/>
              </a:rPr>
              <a:t> classes</a:t>
            </a:r>
            <a:r>
              <a:rPr lang="en-US" sz="1200" dirty="0">
                <a:ea typeface="+mn-lt"/>
                <a:cs typeface="+mn-lt"/>
              </a:rPr>
              <a:t> (e.g., </a:t>
            </a:r>
            <a:r>
              <a:rPr lang="en-US" sz="1200" err="1">
                <a:ea typeface="+mn-lt"/>
                <a:cs typeface="+mn-lt"/>
              </a:rPr>
              <a:t>TextOutputFormat</a:t>
            </a:r>
            <a:r>
              <a:rPr lang="en-US" sz="1200" dirty="0">
                <a:ea typeface="+mn-lt"/>
                <a:cs typeface="+mn-lt"/>
              </a:rPr>
              <a:t>), completing the MapReduce job execution.</a:t>
            </a:r>
            <a:endParaRPr lang="en-US" sz="12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1200" b="1" dirty="0">
                <a:ea typeface="+mn-lt"/>
                <a:cs typeface="+mn-lt"/>
              </a:rPr>
              <a:t>Key Components Clarified:</a:t>
            </a:r>
            <a:endParaRPr lang="en-US" sz="12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YARN</a:t>
            </a:r>
            <a:r>
              <a:rPr lang="en-US" sz="1200" dirty="0">
                <a:ea typeface="+mn-lt"/>
                <a:cs typeface="+mn-lt"/>
              </a:rPr>
              <a:t>: Resource allocation and container management</a:t>
            </a:r>
            <a:endParaRPr lang="en-US" sz="12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 b="1" err="1">
                <a:ea typeface="+mn-lt"/>
                <a:cs typeface="+mn-lt"/>
              </a:rPr>
              <a:t>ApplicationMaster</a:t>
            </a:r>
            <a:r>
              <a:rPr lang="en-US" sz="1200" dirty="0">
                <a:ea typeface="+mn-lt"/>
                <a:cs typeface="+mn-lt"/>
              </a:rPr>
              <a:t>: Job coordination and task lifecycle management</a:t>
            </a:r>
            <a:endParaRPr lang="en-US" sz="12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MapReduce Framework Classes</a:t>
            </a:r>
            <a:r>
              <a:rPr lang="en-US" sz="1200" dirty="0">
                <a:ea typeface="+mn-lt"/>
                <a:cs typeface="+mn-lt"/>
              </a:rPr>
              <a:t>: </a:t>
            </a:r>
            <a:r>
              <a:rPr lang="en-US" sz="1200" err="1">
                <a:ea typeface="+mn-lt"/>
                <a:cs typeface="+mn-lt"/>
              </a:rPr>
              <a:t>InputFormat</a:t>
            </a:r>
            <a:r>
              <a:rPr lang="en-US" sz="1200" dirty="0">
                <a:ea typeface="+mn-lt"/>
                <a:cs typeface="+mn-lt"/>
              </a:rPr>
              <a:t>, Partitioner, Combiner, </a:t>
            </a:r>
            <a:r>
              <a:rPr lang="en-US" sz="1200" err="1">
                <a:ea typeface="+mn-lt"/>
                <a:cs typeface="+mn-lt"/>
              </a:rPr>
              <a:t>OutputFormat</a:t>
            </a:r>
            <a:endParaRPr lang="en-US" sz="12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 b="1" err="1">
                <a:ea typeface="+mn-lt"/>
                <a:cs typeface="+mn-lt"/>
              </a:rPr>
              <a:t>NodeManager</a:t>
            </a:r>
            <a:r>
              <a:rPr lang="en-US" sz="1200" b="1" dirty="0">
                <a:ea typeface="+mn-lt"/>
                <a:cs typeface="+mn-lt"/>
              </a:rPr>
              <a:t> Services</a:t>
            </a:r>
            <a:r>
              <a:rPr lang="en-US" sz="1200" dirty="0">
                <a:ea typeface="+mn-lt"/>
                <a:cs typeface="+mn-lt"/>
              </a:rPr>
              <a:t>: Container execution and shuffle data transfer</a:t>
            </a:r>
            <a:endParaRPr lang="en-US" sz="12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HDFS</a:t>
            </a:r>
            <a:r>
              <a:rPr lang="en-US" sz="1200" dirty="0">
                <a:ea typeface="+mn-lt"/>
                <a:cs typeface="+mn-lt"/>
              </a:rPr>
              <a:t>: Distributed storage for input/output data</a:t>
            </a:r>
            <a:endParaRPr lang="en-US" sz="1200" dirty="0"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2623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55694-8EFF-17A1-1D47-A99E5872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Real-World Use Case: Log Analysis for Ad Click Fraud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E8B94-59A0-6049-3D5F-C7ADC8484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Company Example: Facebook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Objective:</a:t>
            </a:r>
            <a:r>
              <a:rPr lang="en-US" dirty="0">
                <a:ea typeface="+mn-lt"/>
                <a:cs typeface="+mn-lt"/>
              </a:rPr>
              <a:t> Detect fraudulent ad clicks by analyzing massive volumes of server logs.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Data Source:</a:t>
            </a:r>
            <a:r>
              <a:rPr lang="en-US" dirty="0">
                <a:ea typeface="+mn-lt"/>
                <a:cs typeface="+mn-lt"/>
              </a:rPr>
              <a:t> Web server logs from Facebook's ad delivery infrastructure.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Scale:</a:t>
            </a:r>
            <a:r>
              <a:rPr lang="en-US" dirty="0">
                <a:ea typeface="+mn-lt"/>
                <a:cs typeface="+mn-lt"/>
              </a:rPr>
              <a:t> Billions of clicks daily across millions of IP addresses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/>
              <a:t>Data Structure (Sample Log Entry):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a typeface="+mn-lt"/>
                <a:cs typeface="+mn-lt"/>
              </a:rPr>
              <a:t>{ "timestamp": "2025-03-20T14:33:21Z", </a:t>
            </a:r>
            <a:endParaRPr lang="en-US" b="1">
              <a:solidFill>
                <a:srgbClr val="00206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a typeface="+mn-lt"/>
                <a:cs typeface="+mn-lt"/>
              </a:rPr>
              <a:t>"</a:t>
            </a:r>
            <a:r>
              <a:rPr lang="en-US" err="1">
                <a:solidFill>
                  <a:srgbClr val="002060"/>
                </a:solidFill>
                <a:ea typeface="+mn-lt"/>
                <a:cs typeface="+mn-lt"/>
              </a:rPr>
              <a:t>user_id</a:t>
            </a:r>
            <a:r>
              <a:rPr lang="en-US" dirty="0">
                <a:solidFill>
                  <a:srgbClr val="002060"/>
                </a:solidFill>
                <a:ea typeface="+mn-lt"/>
                <a:cs typeface="+mn-lt"/>
              </a:rPr>
              <a:t>": "u98374", </a:t>
            </a:r>
            <a:endParaRPr lang="en-US" b="1">
              <a:solidFill>
                <a:srgbClr val="00206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a typeface="+mn-lt"/>
                <a:cs typeface="+mn-lt"/>
              </a:rPr>
              <a:t>"</a:t>
            </a:r>
            <a:r>
              <a:rPr lang="en-US" err="1">
                <a:solidFill>
                  <a:srgbClr val="002060"/>
                </a:solidFill>
                <a:ea typeface="+mn-lt"/>
                <a:cs typeface="+mn-lt"/>
              </a:rPr>
              <a:t>ad_id</a:t>
            </a:r>
            <a:r>
              <a:rPr lang="en-US" dirty="0">
                <a:solidFill>
                  <a:srgbClr val="002060"/>
                </a:solidFill>
                <a:ea typeface="+mn-lt"/>
                <a:cs typeface="+mn-lt"/>
              </a:rPr>
              <a:t>": "ad4562", </a:t>
            </a:r>
            <a:endParaRPr lang="en-US" b="1">
              <a:solidFill>
                <a:srgbClr val="00206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a typeface="+mn-lt"/>
                <a:cs typeface="+mn-lt"/>
              </a:rPr>
              <a:t>"</a:t>
            </a:r>
            <a:r>
              <a:rPr lang="en-US" err="1">
                <a:solidFill>
                  <a:srgbClr val="002060"/>
                </a:solidFill>
                <a:ea typeface="+mn-lt"/>
                <a:cs typeface="+mn-lt"/>
              </a:rPr>
              <a:t>ip_address</a:t>
            </a:r>
            <a:r>
              <a:rPr lang="en-US" dirty="0">
                <a:solidFill>
                  <a:srgbClr val="002060"/>
                </a:solidFill>
                <a:ea typeface="+mn-lt"/>
                <a:cs typeface="+mn-lt"/>
              </a:rPr>
              <a:t>": "192.168.1.5", </a:t>
            </a:r>
            <a:endParaRPr lang="en-US" b="1">
              <a:solidFill>
                <a:srgbClr val="00206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a typeface="+mn-lt"/>
                <a:cs typeface="+mn-lt"/>
              </a:rPr>
              <a:t>"click": true, </a:t>
            </a:r>
            <a:endParaRPr lang="en-US" b="1" dirty="0">
              <a:solidFill>
                <a:srgbClr val="00206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a typeface="+mn-lt"/>
                <a:cs typeface="+mn-lt"/>
              </a:rPr>
              <a:t>"</a:t>
            </a:r>
            <a:r>
              <a:rPr lang="en-US" err="1">
                <a:solidFill>
                  <a:srgbClr val="002060"/>
                </a:solidFill>
                <a:ea typeface="+mn-lt"/>
                <a:cs typeface="+mn-lt"/>
              </a:rPr>
              <a:t>device_type</a:t>
            </a:r>
            <a:r>
              <a:rPr lang="en-US" dirty="0">
                <a:solidFill>
                  <a:srgbClr val="002060"/>
                </a:solidFill>
                <a:ea typeface="+mn-lt"/>
                <a:cs typeface="+mn-lt"/>
              </a:rPr>
              <a:t>": "mobile", </a:t>
            </a:r>
            <a:endParaRPr lang="en-US" b="1">
              <a:solidFill>
                <a:srgbClr val="00206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a typeface="+mn-lt"/>
                <a:cs typeface="+mn-lt"/>
              </a:rPr>
              <a:t>"location": "New York, USA"}</a:t>
            </a:r>
            <a:endParaRPr lang="en-US" b="1" dirty="0">
              <a:solidFill>
                <a:srgbClr val="002060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5" name="Picture 4" descr="‫فيسبوك - ويكيبيديا‬‎">
            <a:extLst>
              <a:ext uri="{FF2B5EF4-FFF2-40B4-BE49-F238E27FC236}">
                <a16:creationId xmlns:a16="http://schemas.microsoft.com/office/drawing/2014/main" id="{FAE67601-B1F2-C032-E5AC-C48E2B17E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656" y="1707808"/>
            <a:ext cx="413665" cy="41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417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39AB-1C3B-7408-86EE-DF14365B9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Processing with MapReduce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06BBE-650D-D862-6B5E-6B7DA5EE9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Map Phase (What We're Mapping):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Input:</a:t>
            </a:r>
            <a:r>
              <a:rPr lang="en-US" dirty="0">
                <a:ea typeface="+mn-lt"/>
                <a:cs typeface="+mn-lt"/>
              </a:rPr>
              <a:t> Individual log entries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Mapper Logic: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Extract key fields: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ip_address</a:t>
            </a:r>
            <a:r>
              <a:rPr lang="en-US" dirty="0">
                <a:ea typeface="+mn-lt"/>
                <a:cs typeface="+mn-lt"/>
              </a:rPr>
              <a:t>, timestamp, </a:t>
            </a:r>
            <a:r>
              <a:rPr lang="en-US" dirty="0" err="1">
                <a:ea typeface="+mn-lt"/>
                <a:cs typeface="+mn-lt"/>
              </a:rPr>
              <a:t>user_id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ad_id</a:t>
            </a:r>
            <a:endParaRPr lang="en-US" err="1"/>
          </a:p>
          <a:p>
            <a:r>
              <a:rPr lang="en-US" b="1" dirty="0">
                <a:ea typeface="+mn-lt"/>
                <a:cs typeface="+mn-lt"/>
              </a:rPr>
              <a:t>Emit key-value pairs: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(</a:t>
            </a:r>
            <a:r>
              <a:rPr lang="en-US" dirty="0" err="1">
                <a:latin typeface="Consolas"/>
              </a:rPr>
              <a:t>ip_address</a:t>
            </a:r>
            <a:r>
              <a:rPr lang="en-US" dirty="0">
                <a:latin typeface="Consolas"/>
              </a:rPr>
              <a:t>, "</a:t>
            </a:r>
            <a:r>
              <a:rPr lang="en-US" dirty="0" err="1">
                <a:latin typeface="Consolas"/>
              </a:rPr>
              <a:t>timestamp|user_id|ad_id</a:t>
            </a:r>
            <a:r>
              <a:rPr lang="en-US" dirty="0">
                <a:latin typeface="Consolas"/>
              </a:rPr>
              <a:t>")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Example output: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("192.168.1.5", "14:33:21|u98374|ad4562")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Shuffle &amp; Group: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Framework groups all clicks by IP address: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latin typeface="Consolas"/>
              </a:rPr>
              <a:t>("192.168.1.5", ["14:33:21|u98374|ad4562", "14:33:45|u98374|ad4562", "14:34:12|u98374|ad4562"])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Reduce Phase (What We're Reducing):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Input:</a:t>
            </a:r>
            <a:r>
              <a:rPr lang="en-US" dirty="0">
                <a:ea typeface="+mn-lt"/>
                <a:cs typeface="+mn-lt"/>
              </a:rPr>
              <a:t> All clicks grouped by IP address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Reducer Logic: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Count total clicks per IP: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</a:rPr>
              <a:t>click_count</a:t>
            </a:r>
            <a:r>
              <a:rPr lang="en-US" dirty="0">
                <a:latin typeface="Consolas"/>
              </a:rPr>
              <a:t> = </a:t>
            </a:r>
            <a:r>
              <a:rPr lang="en-US" dirty="0" err="1">
                <a:latin typeface="Consolas"/>
              </a:rPr>
              <a:t>list.length</a:t>
            </a:r>
            <a:endParaRPr lang="en-US" dirty="0" err="1"/>
          </a:p>
          <a:p>
            <a:r>
              <a:rPr lang="en-US" b="1" dirty="0">
                <a:ea typeface="+mn-lt"/>
                <a:cs typeface="+mn-lt"/>
              </a:rPr>
              <a:t>Calculate click velocity: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</a:rPr>
              <a:t>clicks_per_minute</a:t>
            </a:r>
            <a:r>
              <a:rPr lang="en-US" dirty="0">
                <a:latin typeface="Consolas"/>
              </a:rPr>
              <a:t> = count / </a:t>
            </a:r>
            <a:r>
              <a:rPr lang="en-US" dirty="0" err="1">
                <a:latin typeface="Consolas"/>
              </a:rPr>
              <a:t>time_window</a:t>
            </a:r>
            <a:endParaRPr lang="en-US" dirty="0" err="1"/>
          </a:p>
          <a:p>
            <a:r>
              <a:rPr lang="en-US" b="1" dirty="0">
                <a:ea typeface="+mn-lt"/>
                <a:cs typeface="+mn-lt"/>
              </a:rPr>
              <a:t>Detect patterns:</a:t>
            </a:r>
            <a:r>
              <a:rPr lang="en-US" dirty="0">
                <a:ea typeface="+mn-lt"/>
                <a:cs typeface="+mn-lt"/>
              </a:rPr>
              <a:t> Same </a:t>
            </a:r>
            <a:r>
              <a:rPr lang="en-US" dirty="0" err="1">
                <a:ea typeface="+mn-lt"/>
                <a:cs typeface="+mn-lt"/>
              </a:rPr>
              <a:t>user_id</a:t>
            </a:r>
            <a:r>
              <a:rPr lang="en-US" dirty="0">
                <a:ea typeface="+mn-lt"/>
                <a:cs typeface="+mn-lt"/>
              </a:rPr>
              <a:t> + rapid clicking + same </a:t>
            </a:r>
            <a:r>
              <a:rPr lang="en-US" dirty="0" err="1">
                <a:ea typeface="+mn-lt"/>
                <a:cs typeface="+mn-lt"/>
              </a:rPr>
              <a:t>ad_id</a:t>
            </a:r>
            <a:endParaRPr lang="en-US" dirty="0" err="1"/>
          </a:p>
          <a:p>
            <a:r>
              <a:rPr lang="en-US" b="1" dirty="0">
                <a:ea typeface="+mn-lt"/>
                <a:cs typeface="+mn-lt"/>
              </a:rPr>
              <a:t>Output: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("192.168.1.5", "count=47, velocity=15.7/min, </a:t>
            </a:r>
            <a:r>
              <a:rPr lang="en-US" dirty="0" err="1">
                <a:latin typeface="Consolas"/>
              </a:rPr>
              <a:t>fraud_score</a:t>
            </a:r>
            <a:r>
              <a:rPr lang="en-US" dirty="0">
                <a:latin typeface="Consolas"/>
              </a:rPr>
              <a:t>=0.89")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Outcome: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Fraud Detection:</a:t>
            </a:r>
            <a:r>
              <a:rPr lang="en-US" dirty="0">
                <a:ea typeface="+mn-lt"/>
                <a:cs typeface="+mn-lt"/>
              </a:rPr>
              <a:t> IPs with &gt;10 clicks/minute + same user patterns = </a:t>
            </a:r>
            <a:r>
              <a:rPr lang="en-US" b="1" dirty="0">
                <a:ea typeface="+mn-lt"/>
                <a:cs typeface="+mn-lt"/>
              </a:rPr>
              <a:t>HIGH FRAUD RISK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Action:</a:t>
            </a:r>
            <a:r>
              <a:rPr lang="en-US" dirty="0">
                <a:ea typeface="+mn-lt"/>
                <a:cs typeface="+mn-lt"/>
              </a:rPr>
              <a:t> Block suspicious IPs and preserve legitimate ad revenue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Business Value:</a:t>
            </a:r>
            <a:r>
              <a:rPr lang="en-US" dirty="0">
                <a:ea typeface="+mn-lt"/>
                <a:cs typeface="+mn-lt"/>
              </a:rPr>
              <a:t> Protects millions in advertising spend daily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Key Insight:</a:t>
            </a:r>
            <a:r>
              <a:rPr lang="en-US" dirty="0">
                <a:ea typeface="+mn-lt"/>
                <a:cs typeface="+mn-lt"/>
              </a:rPr>
              <a:t> We're </a:t>
            </a:r>
            <a:r>
              <a:rPr lang="en-US" b="1" dirty="0">
                <a:ea typeface="+mn-lt"/>
                <a:cs typeface="+mn-lt"/>
              </a:rPr>
              <a:t>mapping each click event to its IP address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reducing by aggregating all clicks per IP</a:t>
            </a:r>
            <a:r>
              <a:rPr lang="en-US" dirty="0">
                <a:ea typeface="+mn-lt"/>
                <a:cs typeface="+mn-lt"/>
              </a:rPr>
              <a:t> to detect abnormal patterns that indicate bot activity.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2468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lang="en-US" sz="2800" spc="-25" dirty="0">
                <a:solidFill>
                  <a:srgbClr val="FFFFFF"/>
                </a:solidFill>
              </a:rPr>
              <a:t>Apache Hive</a:t>
            </a:r>
            <a:endParaRPr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6C1567-AF39-CAED-E122-5F02B98CB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7679626" cy="4991039"/>
          </a:xfrm>
        </p:spPr>
        <p:txBody>
          <a:bodyPr>
            <a:normAutofit lnSpcReduction="10000"/>
          </a:bodyPr>
          <a:lstStyle/>
          <a:p>
            <a:pPr marL="12065" marR="5080" indent="0">
              <a:lnSpc>
                <a:spcPct val="90100"/>
              </a:lnSpc>
              <a:spcBef>
                <a:spcPts val="340"/>
              </a:spcBef>
              <a:buNone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What is Hive?</a:t>
            </a:r>
          </a:p>
          <a:p>
            <a:pPr marL="241300" marR="5080" indent="-22923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Hive is a data warehouse system built on top of Hadoop.</a:t>
            </a:r>
          </a:p>
          <a:p>
            <a:pPr marL="241300" marR="5080" indent="-22923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It allows querying and managing large datasets using a SQL-like language called HiveQL.</a:t>
            </a:r>
          </a:p>
          <a:p>
            <a:pPr marL="241300" marR="5080" indent="-22923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Created by Facebook to simplify complex MapReduce programming for analysts.</a:t>
            </a:r>
          </a:p>
          <a:p>
            <a:pPr marL="12065" marR="5080" indent="0">
              <a:lnSpc>
                <a:spcPct val="90100"/>
              </a:lnSpc>
              <a:spcBef>
                <a:spcPts val="340"/>
              </a:spcBef>
              <a:buNone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Why Hive?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Writing raw MapReduce code in Java is complex and time-consuming.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Hive allows users to write declarative queries in HiveQL.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Hive compiles these queries into efficient MapReduce tasks.</a:t>
            </a:r>
          </a:p>
          <a:p>
            <a:pPr marL="12065" marR="5080" indent="0">
              <a:lnSpc>
                <a:spcPct val="90100"/>
              </a:lnSpc>
              <a:spcBef>
                <a:spcPts val="340"/>
              </a:spcBef>
              <a:buNone/>
              <a:tabLst>
                <a:tab pos="241300" algn="l"/>
              </a:tabLst>
            </a:pPr>
            <a:r>
              <a:rPr lang="en-US" b="1" dirty="0">
                <a:latin typeface="Calibri"/>
                <a:cs typeface="Calibri"/>
              </a:rPr>
              <a:t>Hive Architecture</a:t>
            </a:r>
            <a:endParaRPr lang="en-US" sz="2000" b="1" dirty="0">
              <a:latin typeface="Calibri"/>
              <a:cs typeface="Calibri"/>
            </a:endParaRP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 dirty="0" err="1">
                <a:latin typeface="Calibri"/>
                <a:cs typeface="Calibri"/>
              </a:rPr>
              <a:t>Metastore</a:t>
            </a:r>
            <a:r>
              <a:rPr lang="en-US" sz="2000" dirty="0">
                <a:latin typeface="Calibri"/>
                <a:cs typeface="Calibri"/>
              </a:rPr>
              <a:t>: Stores metadata about Hive tables (schemas, locations, etc.).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Driver: Manages the lifecycle of a HiveQL query and its execution plan.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Compiler: Translates HiveQL into MapReduce jobs to run on Hadoop.</a:t>
            </a:r>
            <a:endParaRPr lang="en-US" dirty="0"/>
          </a:p>
        </p:txBody>
      </p:sp>
      <p:pic>
        <p:nvPicPr>
          <p:cNvPr id="1026" name="Picture 2" descr="Apache Hive | Alliage">
            <a:extLst>
              <a:ext uri="{FF2B5EF4-FFF2-40B4-BE49-F238E27FC236}">
                <a16:creationId xmlns:a16="http://schemas.microsoft.com/office/drawing/2014/main" id="{6F3CBA0F-1E6C-643F-B94A-E0D29A10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596" y="2908580"/>
            <a:ext cx="3319192" cy="370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pache Hive">
            <a:extLst>
              <a:ext uri="{FF2B5EF4-FFF2-40B4-BE49-F238E27FC236}">
                <a16:creationId xmlns:a16="http://schemas.microsoft.com/office/drawing/2014/main" id="{CA531F7F-21C5-71FB-D0ED-F86872437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0991" y="1706007"/>
            <a:ext cx="1128712" cy="101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‫فيسبوك - ويكيبيديا‬‎">
            <a:extLst>
              <a:ext uri="{FF2B5EF4-FFF2-40B4-BE49-F238E27FC236}">
                <a16:creationId xmlns:a16="http://schemas.microsoft.com/office/drawing/2014/main" id="{8938F170-AA00-1377-3C2D-9C4BA79F0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683" y="1606658"/>
            <a:ext cx="413665" cy="41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982C-02E6-3ED4-9C3C-19BC09AD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Real-World Use Case: Marketing Campaign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0F989-F40F-8A0B-AC42-50D0E7E07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spcCol="457200" rtlCol="0" anchor="t">
            <a:normAutofit fontScale="850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kern="100" dirty="0">
                <a:solidFill>
                  <a:srgbClr val="FF000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Analyze customer behavior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to evaluate marketing campaign effectiveness.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User activity logs stored in HDFS, including views, clicks, watch duration, and subscription status.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(Hive Table Schema):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user_activity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timestamp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TIMESTAMP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action STRING,         -- e.g., "play", "pause", "subscribe",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click_ad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content_id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device_type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campaign_id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STRING)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ROW FORMAT DELIMITED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FIELDS TERMINATED BY ','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STORED AS TEXTFILE;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Hive (HiveQL)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Perform aggregations: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Total views per campaign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Conversion rates from ad click to subscription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Device-specific campaign performance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Sample Query: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SELECT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campaign_id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COUNT(*) AS views, SUM(CASE WHEN action = 'subscribe' THEN 1 ELSE 0 END) AS subscriptions FROM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user_activity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WHERE action IN ('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click_ad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', 'subscribe’) GROUP BY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campaign_id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;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cs typeface="Arial" panose="020B0604020202020204" pitchFamily="34" charset="0"/>
              </a:rPr>
              <a:t>Identifies high-performing campaigns and channels.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cs typeface="Arial" panose="020B0604020202020204" pitchFamily="34" charset="0"/>
              </a:rPr>
              <a:t>Supports data-driven decisions for targeting and ad spend allocation.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cs typeface="Arial" panose="020B0604020202020204" pitchFamily="34" charset="0"/>
              </a:rPr>
              <a:t>Let me know if you'd like this turned into a presentation slide or want a Hive use case from retail, telecom, or IoT.</a:t>
            </a:r>
          </a:p>
        </p:txBody>
      </p:sp>
      <p:pic>
        <p:nvPicPr>
          <p:cNvPr id="2052" name="Picture 4" descr="Netflix | YOU Wiki | Fandom">
            <a:extLst>
              <a:ext uri="{FF2B5EF4-FFF2-40B4-BE49-F238E27FC236}">
                <a16:creationId xmlns:a16="http://schemas.microsoft.com/office/drawing/2014/main" id="{69FD89B0-8C2D-9A2A-4508-AE34F8749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220" y="1639233"/>
            <a:ext cx="1490905" cy="46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685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400" dirty="0">
                <a:solidFill>
                  <a:srgbClr val="FFFFFF"/>
                </a:solidFill>
              </a:rPr>
              <a:t>Apache</a:t>
            </a:r>
            <a:r>
              <a:rPr sz="2400" spc="-5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PIG</a:t>
            </a:r>
            <a:r>
              <a:rPr sz="2400" spc="-2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–</a:t>
            </a:r>
            <a:r>
              <a:rPr sz="2400" spc="-4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High</a:t>
            </a:r>
            <a:r>
              <a:rPr sz="2400" spc="-4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Level</a:t>
            </a:r>
            <a:r>
              <a:rPr sz="2400" spc="-4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SQL</a:t>
            </a:r>
            <a:r>
              <a:rPr sz="2400" spc="-3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Like</a:t>
            </a:r>
            <a:r>
              <a:rPr sz="2400" spc="-5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Language</a:t>
            </a:r>
            <a:r>
              <a:rPr sz="2400" spc="-4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on</a:t>
            </a:r>
            <a:r>
              <a:rPr sz="2400" spc="-5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top</a:t>
            </a:r>
            <a:r>
              <a:rPr sz="2400" spc="-4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of</a:t>
            </a:r>
            <a:r>
              <a:rPr sz="2400" spc="-40" dirty="0">
                <a:solidFill>
                  <a:srgbClr val="FFFFFF"/>
                </a:solidFill>
              </a:rPr>
              <a:t> </a:t>
            </a:r>
            <a:r>
              <a:rPr sz="2400" spc="-10" dirty="0">
                <a:solidFill>
                  <a:srgbClr val="FFFFFF"/>
                </a:solidFill>
              </a:rPr>
              <a:t>Hadoop</a:t>
            </a:r>
            <a:endParaRPr sz="2400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84086" y="1706007"/>
            <a:ext cx="8652392" cy="29783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8511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3363" algn="l"/>
              </a:tabLst>
            </a:pPr>
            <a:r>
              <a:rPr lang="en-US" dirty="0"/>
              <a:t>Run on</a:t>
            </a:r>
            <a:r>
              <a:rPr lang="en-US" spc="-25" dirty="0"/>
              <a:t> </a:t>
            </a:r>
            <a:r>
              <a:rPr lang="en-US" dirty="0"/>
              <a:t>Hadoop</a:t>
            </a:r>
            <a:r>
              <a:rPr lang="en-US" spc="-60" dirty="0"/>
              <a:t> </a:t>
            </a:r>
            <a:r>
              <a:rPr lang="en-US" dirty="0"/>
              <a:t>and</a:t>
            </a:r>
            <a:r>
              <a:rPr lang="en-US" spc="-30" dirty="0"/>
              <a:t> </a:t>
            </a:r>
            <a:r>
              <a:rPr lang="en-US" spc="-10" dirty="0"/>
              <a:t>translates </a:t>
            </a:r>
            <a:r>
              <a:rPr lang="en-US" dirty="0"/>
              <a:t>Pig</a:t>
            </a:r>
            <a:r>
              <a:rPr lang="en-US" spc="-55" dirty="0"/>
              <a:t> </a:t>
            </a:r>
            <a:r>
              <a:rPr lang="en-US" dirty="0"/>
              <a:t>Latin</a:t>
            </a:r>
            <a:r>
              <a:rPr lang="en-US" spc="-60" dirty="0"/>
              <a:t> </a:t>
            </a:r>
            <a:r>
              <a:rPr lang="en-US" dirty="0"/>
              <a:t>scripts</a:t>
            </a:r>
            <a:r>
              <a:rPr lang="en-US" spc="-45" dirty="0"/>
              <a:t> </a:t>
            </a:r>
            <a:r>
              <a:rPr lang="en-US" dirty="0"/>
              <a:t>into</a:t>
            </a:r>
            <a:r>
              <a:rPr lang="en-US" spc="-60" dirty="0"/>
              <a:t> </a:t>
            </a:r>
            <a:r>
              <a:rPr lang="en-US" dirty="0"/>
              <a:t>MapReduce</a:t>
            </a:r>
            <a:r>
              <a:rPr lang="en-US" spc="-65" dirty="0"/>
              <a:t> </a:t>
            </a:r>
            <a:r>
              <a:rPr lang="en-US" spc="-10" dirty="0"/>
              <a:t>jobs.</a:t>
            </a:r>
          </a:p>
          <a:p>
            <a:pPr marR="28511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3363" algn="l"/>
              </a:tabLst>
            </a:pPr>
            <a:r>
              <a:rPr lang="en-US" dirty="0">
                <a:solidFill>
                  <a:srgbClr val="FF0000"/>
                </a:solidFill>
              </a:rPr>
              <a:t>Created</a:t>
            </a:r>
            <a:r>
              <a:rPr lang="en-US" spc="-5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by              </a:t>
            </a:r>
            <a:r>
              <a:rPr lang="en-US" spc="-55" dirty="0">
                <a:solidFill>
                  <a:srgbClr val="FF0000"/>
                </a:solidFill>
              </a:rPr>
              <a:t>        </a:t>
            </a:r>
            <a:r>
              <a:rPr lang="en-US" dirty="0">
                <a:solidFill>
                  <a:srgbClr val="FF0000"/>
                </a:solidFill>
              </a:rPr>
              <a:t>to</a:t>
            </a:r>
            <a:r>
              <a:rPr lang="en-US" spc="-5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solve</a:t>
            </a:r>
            <a:r>
              <a:rPr lang="en-US" spc="-4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MapReduce</a:t>
            </a:r>
            <a:r>
              <a:rPr lang="en-US" spc="-75" dirty="0">
                <a:solidFill>
                  <a:srgbClr val="FF0000"/>
                </a:solidFill>
              </a:rPr>
              <a:t> </a:t>
            </a:r>
            <a:r>
              <a:rPr lang="en-US" spc="-10" dirty="0">
                <a:solidFill>
                  <a:srgbClr val="FF0000"/>
                </a:solidFill>
              </a:rPr>
              <a:t>challenges</a:t>
            </a:r>
          </a:p>
          <a:p>
            <a:pPr marR="28511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3363" algn="l"/>
              </a:tabLst>
            </a:pPr>
            <a:r>
              <a:rPr lang="en-US" dirty="0">
                <a:solidFill>
                  <a:srgbClr val="FF0000"/>
                </a:solidFill>
              </a:rPr>
              <a:t>Pig</a:t>
            </a:r>
            <a:r>
              <a:rPr lang="en-US" spc="-4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Latin</a:t>
            </a:r>
            <a:r>
              <a:rPr lang="en-US" spc="-4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is</a:t>
            </a:r>
            <a:r>
              <a:rPr lang="en-US" spc="-4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spc="-45" dirty="0">
                <a:solidFill>
                  <a:srgbClr val="FF0000"/>
                </a:solidFill>
              </a:rPr>
              <a:t> </a:t>
            </a:r>
            <a:r>
              <a:rPr lang="en-US" spc="-10" dirty="0">
                <a:solidFill>
                  <a:srgbClr val="FF0000"/>
                </a:solidFill>
              </a:rPr>
              <a:t>high-</a:t>
            </a:r>
            <a:r>
              <a:rPr lang="en-US" dirty="0">
                <a:solidFill>
                  <a:srgbClr val="FF0000"/>
                </a:solidFill>
              </a:rPr>
              <a:t>level</a:t>
            </a:r>
            <a:r>
              <a:rPr lang="en-US" spc="-35" dirty="0"/>
              <a:t> </a:t>
            </a:r>
            <a:r>
              <a:rPr lang="en-US" dirty="0"/>
              <a:t>data</a:t>
            </a:r>
            <a:r>
              <a:rPr lang="en-US" spc="-40" dirty="0"/>
              <a:t> </a:t>
            </a:r>
            <a:r>
              <a:rPr lang="en-US" spc="-10" dirty="0"/>
              <a:t>processing</a:t>
            </a:r>
            <a:r>
              <a:rPr lang="en-US" spc="-40" dirty="0"/>
              <a:t> </a:t>
            </a:r>
            <a:r>
              <a:rPr lang="en-US" dirty="0"/>
              <a:t>language</a:t>
            </a:r>
            <a:r>
              <a:rPr lang="en-US" spc="-70" dirty="0"/>
              <a:t> </a:t>
            </a:r>
            <a:r>
              <a:rPr lang="en-US" dirty="0"/>
              <a:t>that</a:t>
            </a:r>
            <a:r>
              <a:rPr lang="en-US" spc="-40" dirty="0"/>
              <a:t> </a:t>
            </a:r>
            <a:r>
              <a:rPr lang="en-US" dirty="0"/>
              <a:t>simplifies </a:t>
            </a:r>
            <a:r>
              <a:rPr lang="en-US" spc="-10" dirty="0"/>
              <a:t>writing </a:t>
            </a:r>
            <a:r>
              <a:rPr lang="en-US" dirty="0"/>
              <a:t>complex</a:t>
            </a:r>
            <a:r>
              <a:rPr lang="en-US" spc="-55" dirty="0"/>
              <a:t> </a:t>
            </a:r>
            <a:r>
              <a:rPr lang="en-US" dirty="0"/>
              <a:t>MapReduce</a:t>
            </a:r>
            <a:r>
              <a:rPr lang="en-US" spc="-55" dirty="0"/>
              <a:t> </a:t>
            </a:r>
            <a:r>
              <a:rPr lang="en-US" dirty="0"/>
              <a:t>code</a:t>
            </a:r>
            <a:r>
              <a:rPr lang="en-US" spc="-65" dirty="0"/>
              <a:t> </a:t>
            </a:r>
            <a:r>
              <a:rPr lang="en-US" spc="-10" dirty="0"/>
              <a:t>directly, </a:t>
            </a:r>
            <a:r>
              <a:rPr lang="en-US" dirty="0"/>
              <a:t>this</a:t>
            </a:r>
            <a:r>
              <a:rPr lang="en-US" spc="-55" dirty="0"/>
              <a:t> </a:t>
            </a:r>
            <a:r>
              <a:rPr lang="en-US" dirty="0"/>
              <a:t>allows</a:t>
            </a:r>
            <a:r>
              <a:rPr lang="en-US" spc="-35" dirty="0"/>
              <a:t> </a:t>
            </a:r>
            <a:r>
              <a:rPr lang="en-US" dirty="0"/>
              <a:t>users</a:t>
            </a:r>
            <a:r>
              <a:rPr lang="en-US" spc="-40" dirty="0"/>
              <a:t> </a:t>
            </a:r>
            <a:r>
              <a:rPr lang="en-US" dirty="0"/>
              <a:t>to</a:t>
            </a:r>
            <a:r>
              <a:rPr lang="en-US" spc="-45" dirty="0"/>
              <a:t> </a:t>
            </a:r>
            <a:r>
              <a:rPr lang="en-US" dirty="0"/>
              <a:t>work</a:t>
            </a:r>
            <a:r>
              <a:rPr lang="en-US" spc="-55" dirty="0"/>
              <a:t> </a:t>
            </a:r>
            <a:r>
              <a:rPr lang="en-US" dirty="0"/>
              <a:t>with</a:t>
            </a:r>
            <a:r>
              <a:rPr lang="en-US" spc="-40" dirty="0"/>
              <a:t> </a:t>
            </a:r>
            <a:r>
              <a:rPr lang="en-US" dirty="0"/>
              <a:t>big</a:t>
            </a:r>
            <a:r>
              <a:rPr lang="en-US" spc="-65" dirty="0"/>
              <a:t> </a:t>
            </a:r>
            <a:r>
              <a:rPr lang="en-US" dirty="0"/>
              <a:t>data</a:t>
            </a:r>
            <a:r>
              <a:rPr lang="en-US" spc="-35" dirty="0"/>
              <a:t> </a:t>
            </a:r>
            <a:r>
              <a:rPr lang="en-US" dirty="0"/>
              <a:t>using</a:t>
            </a:r>
            <a:r>
              <a:rPr lang="en-US" spc="-65" dirty="0"/>
              <a:t> </a:t>
            </a:r>
            <a:r>
              <a:rPr lang="en-US" dirty="0"/>
              <a:t>simpler</a:t>
            </a:r>
            <a:r>
              <a:rPr lang="en-US" spc="-25" dirty="0"/>
              <a:t> </a:t>
            </a:r>
            <a:r>
              <a:rPr lang="en-US" spc="-10" dirty="0"/>
              <a:t>syntax</a:t>
            </a:r>
            <a:r>
              <a:rPr lang="en-US" spc="-45" dirty="0"/>
              <a:t> </a:t>
            </a:r>
            <a:r>
              <a:rPr lang="en-US" dirty="0"/>
              <a:t>compared</a:t>
            </a:r>
            <a:r>
              <a:rPr lang="en-US" spc="-65" dirty="0"/>
              <a:t> </a:t>
            </a:r>
            <a:r>
              <a:rPr lang="en-US" spc="-25" dirty="0"/>
              <a:t>to Map Reduce.</a:t>
            </a:r>
          </a:p>
          <a:p>
            <a:pPr marR="320040">
              <a:lnSpc>
                <a:spcPts val="2280"/>
              </a:lnSpc>
              <a:tabLst>
                <a:tab pos="233363" algn="l"/>
              </a:tabLst>
            </a:pPr>
            <a:r>
              <a:rPr lang="en-US" dirty="0">
                <a:solidFill>
                  <a:srgbClr val="FF0000"/>
                </a:solidFill>
              </a:rPr>
              <a:t>Used for data</a:t>
            </a:r>
            <a:r>
              <a:rPr lang="en-US" spc="-50" dirty="0">
                <a:solidFill>
                  <a:srgbClr val="FF0000"/>
                </a:solidFill>
              </a:rPr>
              <a:t> </a:t>
            </a:r>
            <a:r>
              <a:rPr lang="en-US" spc="-20" dirty="0">
                <a:solidFill>
                  <a:srgbClr val="FF0000"/>
                </a:solidFill>
              </a:rPr>
              <a:t>transformations</a:t>
            </a:r>
            <a:r>
              <a:rPr lang="en-US" spc="-5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spc="-5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analysis</a:t>
            </a:r>
            <a:r>
              <a:rPr lang="en-US" spc="-4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tasks</a:t>
            </a:r>
            <a:r>
              <a:rPr lang="en-US" spc="-3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over</a:t>
            </a:r>
            <a:r>
              <a:rPr lang="en-US" spc="-5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large</a:t>
            </a:r>
            <a:r>
              <a:rPr lang="en-US" spc="-5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datasets</a:t>
            </a:r>
            <a:r>
              <a:rPr lang="en-US" spc="-3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in</a:t>
            </a:r>
            <a:r>
              <a:rPr lang="en-US" spc="-60" dirty="0">
                <a:solidFill>
                  <a:srgbClr val="FF0000"/>
                </a:solidFill>
              </a:rPr>
              <a:t> </a:t>
            </a:r>
            <a:r>
              <a:rPr lang="en-US" spc="-10" dirty="0">
                <a:solidFill>
                  <a:srgbClr val="FF0000"/>
                </a:solidFill>
              </a:rPr>
              <a:t>Hadoop</a:t>
            </a:r>
            <a:r>
              <a:rPr lang="en-US" spc="-10" dirty="0"/>
              <a:t>.</a:t>
            </a: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spc="-10" dirty="0">
                <a:latin typeface="Calibri"/>
                <a:cs typeface="Calibri"/>
              </a:rPr>
              <a:t>Architecture</a:t>
            </a:r>
            <a:r>
              <a:rPr lang="en-US" spc="-10" dirty="0"/>
              <a:t>:</a:t>
            </a:r>
          </a:p>
          <a:p>
            <a:pPr marL="756285" lvl="1" indent="-28638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 dirty="0">
                <a:latin typeface="Calibri"/>
                <a:cs typeface="Calibri"/>
              </a:rPr>
              <a:t>Pig</a:t>
            </a:r>
            <a:r>
              <a:rPr lang="en-US" sz="1800" b="1" spc="-45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Latin</a:t>
            </a:r>
            <a:r>
              <a:rPr lang="en-US" sz="1800" b="1" spc="-45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Scripts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Define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data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transformation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tasks.</a:t>
            </a:r>
            <a:endParaRPr lang="en-US" sz="1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 dirty="0">
                <a:latin typeface="Calibri"/>
                <a:cs typeface="Calibri"/>
              </a:rPr>
              <a:t>Pig</a:t>
            </a:r>
            <a:r>
              <a:rPr lang="en-US" sz="1800" b="1" spc="-40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Engine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Executes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these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scripts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on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Hadoop.</a:t>
            </a:r>
            <a:endParaRPr lang="en-US"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6478" y="2626482"/>
            <a:ext cx="2711329" cy="35122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80761" y="6224413"/>
            <a:ext cx="342900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https://www.analyticsvidhya.com/blog/2022/06/getting-started-with-apache-</a:t>
            </a:r>
            <a:r>
              <a:rPr sz="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pig/</a:t>
            </a:r>
            <a:endParaRPr sz="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40407" y="1599526"/>
            <a:ext cx="1053654" cy="993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63362" y="6458070"/>
            <a:ext cx="10077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Hive</a:t>
            </a:r>
            <a:r>
              <a:rPr sz="18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vs</a:t>
            </a:r>
            <a:r>
              <a:rPr sz="1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Pig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E22367B-B754-648E-0B22-AC55F28E17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1772" y="2096326"/>
            <a:ext cx="1084876" cy="2029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18324-DE08-4740-D0D9-7603BC5E0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Real-World Use Case: Web Log Processing for User Behavior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18BE8-48E4-84B1-F7A3-AE58B873B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spcCol="457200" rtlCol="0" anchor="t">
            <a:normAutofit fontScale="850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 </a:t>
            </a:r>
            <a:r>
              <a:rPr lang="en-US" sz="1800" i="1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LinkedIn (used Pig before transitioning to Spark)</a:t>
            </a:r>
            <a:endParaRPr lang="en-US" sz="1800" kern="100" noProof="1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 Analyze web server logs to understand user navigation paths and session behavior.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noProof="1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</a:t>
            </a:r>
            <a:endParaRPr lang="en-US" sz="1800" kern="100" noProof="1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Daily web server log files stored in HDFS.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(Sample Log Fields):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timestamp, user_id, session_id, page_url, referrer_url, device_type</a:t>
            </a:r>
            <a:b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Example Data: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noProof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2025-03-22T12:01:45Z, u12345, s7890, /jobs, /home, mobile</a:t>
            </a:r>
            <a:b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Apache Pig:</a:t>
            </a:r>
            <a:endParaRPr lang="en-US" sz="1800" kern="100" noProof="1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Load and Transform Logs: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logs = LOAD '/logs/2025/03/22' </a:t>
            </a:r>
            <a:b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USING PigStorage(',') </a:t>
            </a:r>
            <a:b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AS (timestamp:chararray, user_id:chararray, session_id:chararray, </a:t>
            </a:r>
            <a:b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    page_url:chararray, referrer_url:chararray, device_type:chararray);</a:t>
            </a:r>
            <a:b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Group and Analyze Sessions:</a:t>
            </a:r>
            <a:endParaRPr lang="en-US" sz="1800" kern="100" noProof="1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grouped = GROUP logs BY session_id;</a:t>
            </a:r>
            <a:b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session_counts = FOREACH grouped GENERATE group AS session_id, </a:t>
            </a:r>
            <a:b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          COUNT(logs) AS page_views;</a:t>
            </a:r>
            <a:endParaRPr lang="en-US" sz="1800" kern="100" noProof="1"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noProof="1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Filter High-Engagement Sessions: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engaged_sessions = FILTER session_counts BY page_views &gt; 5;</a:t>
            </a:r>
            <a:b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Identifies highly engaged users and frequent navigation paths.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noProof="1">
                <a:effectLst/>
                <a:ea typeface="Aptos" panose="020B0004020202020204" pitchFamily="34" charset="0"/>
                <a:cs typeface="Arial" panose="020B0604020202020204" pitchFamily="34" charset="0"/>
              </a:rPr>
              <a:t>Insights used for UX improvements and targeted content placement.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noProof="1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>
              <a:lnSpc>
                <a:spcPct val="120000"/>
              </a:lnSpc>
              <a:spcBef>
                <a:spcPts val="0"/>
              </a:spcBef>
            </a:pPr>
            <a:endParaRPr lang="en-US" noProof="1">
              <a:ea typeface="Calibri"/>
              <a:cs typeface="Calibri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029A929-644F-B232-0F2F-8E746CA5A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198" y="1706008"/>
            <a:ext cx="363186" cy="363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11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  <a:tabLst>
                <a:tab pos="2289175" algn="l"/>
              </a:tabLst>
            </a:pPr>
            <a:r>
              <a:rPr sz="2400">
                <a:solidFill>
                  <a:srgbClr val="FFFFFF"/>
                </a:solidFill>
              </a:rPr>
              <a:t>Apache</a:t>
            </a:r>
            <a:r>
              <a:rPr sz="2400" spc="-30">
                <a:solidFill>
                  <a:srgbClr val="FFFFFF"/>
                </a:solidFill>
              </a:rPr>
              <a:t> </a:t>
            </a:r>
            <a:r>
              <a:rPr sz="2400" spc="-10">
                <a:solidFill>
                  <a:srgbClr val="FFFFFF"/>
                </a:solidFill>
              </a:rPr>
              <a:t>H</a:t>
            </a:r>
            <a:r>
              <a:rPr lang="en-US" sz="2400" spc="-10">
                <a:solidFill>
                  <a:srgbClr val="FFFFFF"/>
                </a:solidFill>
              </a:rPr>
              <a:t>B</a:t>
            </a:r>
            <a:r>
              <a:rPr sz="2400" spc="-10">
                <a:solidFill>
                  <a:srgbClr val="FFFFFF"/>
                </a:solidFill>
              </a:rPr>
              <a:t>ase</a:t>
            </a:r>
            <a:r>
              <a:rPr lang="ar-JO" sz="2400" spc="-10">
                <a:solidFill>
                  <a:srgbClr val="FFFFFF"/>
                </a:solidFill>
                <a:cs typeface="Times New Roman"/>
              </a:rPr>
              <a:t> </a:t>
            </a:r>
            <a:r>
              <a:rPr sz="2400">
                <a:solidFill>
                  <a:srgbClr val="FFFFFF"/>
                </a:solidFill>
              </a:rPr>
              <a:t>-</a:t>
            </a:r>
            <a:r>
              <a:rPr sz="2400" spc="-6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Distributed</a:t>
            </a:r>
            <a:r>
              <a:rPr sz="2400" spc="-5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Database</a:t>
            </a:r>
            <a:r>
              <a:rPr sz="2400" spc="-7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on</a:t>
            </a:r>
            <a:r>
              <a:rPr sz="2400" spc="-6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top</a:t>
            </a:r>
            <a:r>
              <a:rPr sz="2400" spc="-7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of</a:t>
            </a:r>
            <a:r>
              <a:rPr sz="2400" spc="-60">
                <a:solidFill>
                  <a:srgbClr val="FFFFFF"/>
                </a:solidFill>
              </a:rPr>
              <a:t> </a:t>
            </a:r>
            <a:r>
              <a:rPr sz="2400" spc="-10">
                <a:solidFill>
                  <a:srgbClr val="FFFFFF"/>
                </a:solidFill>
              </a:rPr>
              <a:t>Hadoop</a:t>
            </a:r>
            <a:endParaRPr sz="24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008676-47C8-D88A-CD4A-65BB83D57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6992204" cy="49910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tabLst>
                <a:tab pos="241300" algn="l"/>
              </a:tabLst>
            </a:pPr>
            <a:r>
              <a:rPr lang="en-US" b="1" dirty="0">
                <a:ea typeface="+mn-lt"/>
                <a:cs typeface="+mn-lt"/>
              </a:rPr>
              <a:t>What is HBase?</a:t>
            </a:r>
            <a:endParaRPr lang="en-US" b="1" dirty="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HBase is a distributed, column-oriented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NoSQL </a:t>
            </a:r>
            <a:r>
              <a:rPr lang="en-US" dirty="0">
                <a:ea typeface="+mn-lt"/>
                <a:cs typeface="+mn-lt"/>
              </a:rPr>
              <a:t>database built on top of Hadoop HDFS.</a:t>
            </a:r>
            <a:endParaRPr lang="en-US" dirty="0"/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Designed for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sparse, semi-structured, and unstructured data.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Provides real-time read/write access to large datasets.</a:t>
            </a:r>
            <a:endParaRPr lang="en-US" dirty="0"/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Inspired by Google's Bigtable.</a:t>
            </a:r>
            <a:endParaRPr lang="en-US" dirty="0"/>
          </a:p>
          <a:p>
            <a:pPr marL="0" indent="0">
              <a:buNone/>
              <a:tabLst>
                <a:tab pos="241300" algn="l"/>
              </a:tabLst>
            </a:pPr>
            <a:endParaRPr lang="en-US" b="1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41300" marR="447675" indent="-229235"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12700" indent="0">
              <a:lnSpc>
                <a:spcPct val="100000"/>
              </a:lnSpc>
              <a:spcBef>
                <a:spcPts val="735"/>
              </a:spcBef>
              <a:buNone/>
              <a:tabLst>
                <a:tab pos="241300" algn="l"/>
              </a:tabLst>
            </a:pPr>
            <a:endParaRPr lang="en-US" spc="-10" dirty="0">
              <a:ea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0956" y="1564811"/>
            <a:ext cx="1223540" cy="7205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7539" y="2535506"/>
            <a:ext cx="3930375" cy="26645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30004" y="6669430"/>
            <a:ext cx="25368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https://www.scaler.com/topics/hadoop/hbase-architecture/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691716"/>
            <a:ext cx="6438265" cy="32124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447675" indent="-229235">
              <a:lnSpc>
                <a:spcPct val="9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endParaRPr lang="en-US" sz="2000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7FB4A-DB0E-01C4-3C0E-032767DA24F4}"/>
              </a:ext>
            </a:extLst>
          </p:cNvPr>
          <p:cNvSpPr txBox="1"/>
          <p:nvPr/>
        </p:nvSpPr>
        <p:spPr>
          <a:xfrm>
            <a:off x="7989004" y="5302389"/>
            <a:ext cx="4202996" cy="13670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1725"/>
              </a:lnSpc>
            </a:pPr>
            <a:r>
              <a:rPr lang="en-US" sz="1200" b="1" dirty="0">
                <a:ea typeface="Calibri" panose="020F0502020204030204"/>
                <a:cs typeface="Arial"/>
              </a:rPr>
              <a:t>Apache HBase Architecture</a:t>
            </a:r>
          </a:p>
          <a:p>
            <a:pPr marL="355600" indent="-342900">
              <a:lnSpc>
                <a:spcPts val="1725"/>
              </a:lnSpc>
              <a:buFont typeface=""/>
              <a:buChar char="•"/>
            </a:pPr>
            <a:r>
              <a:rPr lang="en-US" sz="1200" b="1" dirty="0" err="1">
                <a:cs typeface="Arial"/>
              </a:rPr>
              <a:t>HMaster</a:t>
            </a:r>
            <a:r>
              <a:rPr lang="en-US" sz="1200" dirty="0">
                <a:cs typeface="Arial"/>
              </a:rPr>
              <a:t>: Manages the cluster.​</a:t>
            </a:r>
            <a:endParaRPr lang="en-US" sz="1200" dirty="0">
              <a:ea typeface="Calibri"/>
              <a:cs typeface="Calibri"/>
            </a:endParaRPr>
          </a:p>
          <a:p>
            <a:pPr marL="355600" indent="-342900">
              <a:lnSpc>
                <a:spcPts val="1725"/>
              </a:lnSpc>
              <a:buFont typeface=""/>
              <a:buChar char="•"/>
            </a:pPr>
            <a:r>
              <a:rPr lang="en-US" sz="1200" b="1" dirty="0" err="1">
                <a:cs typeface="Arial"/>
              </a:rPr>
              <a:t>RegionServer</a:t>
            </a:r>
            <a:r>
              <a:rPr lang="en-US" sz="1200" dirty="0">
                <a:cs typeface="Arial"/>
              </a:rPr>
              <a:t>: Handles read/write requests for regions of the database.​</a:t>
            </a:r>
            <a:endParaRPr lang="en-US" sz="1200" dirty="0">
              <a:ea typeface="Calibri"/>
              <a:cs typeface="Arial"/>
            </a:endParaRPr>
          </a:p>
          <a:p>
            <a:pPr marL="355600" indent="-342900">
              <a:lnSpc>
                <a:spcPts val="1725"/>
              </a:lnSpc>
              <a:buFont typeface=""/>
              <a:buChar char="•"/>
            </a:pPr>
            <a:r>
              <a:rPr lang="en-US" sz="1200" b="1" dirty="0" err="1">
                <a:cs typeface="Arial"/>
              </a:rPr>
              <a:t>ZooKeeper</a:t>
            </a:r>
            <a:r>
              <a:rPr lang="en-US" sz="1200" dirty="0">
                <a:cs typeface="Arial"/>
              </a:rPr>
              <a:t>: Manages distributed coordination.​</a:t>
            </a:r>
            <a:endParaRPr lang="en-US" sz="1200" dirty="0">
              <a:ea typeface="Calibri"/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9B8D-9BCA-A077-FC54-F37DD1ED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797523"/>
            <a:ext cx="11002281" cy="748208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Insert Data in HBase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B15C33-8731-2AC8-2AA9-CC56BB604532}"/>
              </a:ext>
            </a:extLst>
          </p:cNvPr>
          <p:cNvSpPr txBox="1">
            <a:spLocks/>
          </p:cNvSpPr>
          <p:nvPr/>
        </p:nvSpPr>
        <p:spPr>
          <a:xfrm>
            <a:off x="284085" y="1712750"/>
            <a:ext cx="11002281" cy="559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In HBase, we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create tables</a:t>
            </a:r>
            <a:r>
              <a:rPr lang="en-US" dirty="0">
                <a:ea typeface="+mn-lt"/>
                <a:cs typeface="+mn-lt"/>
              </a:rPr>
              <a:t> and define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column families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>
              <a:ea typeface="+mn-lt"/>
              <a:cs typeface="+mn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6C5CEE9-CAE7-15B6-CD99-242FA0B68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7830"/>
              </p:ext>
            </p:extLst>
          </p:nvPr>
        </p:nvGraphicFramePr>
        <p:xfrm>
          <a:off x="215788" y="6080763"/>
          <a:ext cx="6237911" cy="64465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40647">
                  <a:extLst>
                    <a:ext uri="{9D8B030D-6E8A-4147-A177-3AD203B41FA5}">
                      <a16:colId xmlns:a16="http://schemas.microsoft.com/office/drawing/2014/main" val="1214895829"/>
                    </a:ext>
                  </a:extLst>
                </a:gridCol>
                <a:gridCol w="4497264">
                  <a:extLst>
                    <a:ext uri="{9D8B030D-6E8A-4147-A177-3AD203B41FA5}">
                      <a16:colId xmlns:a16="http://schemas.microsoft.com/office/drawing/2014/main" val="3385266359"/>
                    </a:ext>
                  </a:extLst>
                </a:gridCol>
              </a:tblGrid>
              <a:tr h="370331">
                <a:tc>
                  <a:txBody>
                    <a:bodyPr/>
                    <a:lstStyle/>
                    <a:p>
                      <a:r>
                        <a:rPr lang="en-US" sz="1200"/>
                        <a:t>✅ </a:t>
                      </a:r>
                      <a:r>
                        <a:rPr lang="en-US" sz="1200" b="1"/>
                        <a:t>Schema-less?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Yes, </a:t>
                      </a:r>
                      <a:r>
                        <a:rPr lang="en-US" sz="1200" b="1"/>
                        <a:t>for columns</a:t>
                      </a:r>
                      <a:r>
                        <a:rPr lang="en-US" sz="1200"/>
                        <a:t> (qualifiers) – flexible and dynamic.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402646"/>
                  </a:ext>
                </a:extLst>
              </a:tr>
              <a:tr h="170205">
                <a:tc>
                  <a:txBody>
                    <a:bodyPr/>
                    <a:lstStyle/>
                    <a:p>
                      <a:r>
                        <a:rPr lang="en-US" sz="1200"/>
                        <a:t>🧱 </a:t>
                      </a:r>
                      <a:r>
                        <a:rPr lang="en-US" sz="1200" b="1"/>
                        <a:t>Schema-fixed?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Yes, </a:t>
                      </a:r>
                      <a:r>
                        <a:rPr lang="en-US" sz="1200" b="1" dirty="0"/>
                        <a:t>for column families</a:t>
                      </a:r>
                      <a:r>
                        <a:rPr lang="en-US" sz="1200" dirty="0"/>
                        <a:t> – must be defined when the table is created.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52609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8F65CD9-04AE-694C-CAF9-ABB6912D5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229249"/>
              </p:ext>
            </p:extLst>
          </p:nvPr>
        </p:nvGraphicFramePr>
        <p:xfrm>
          <a:off x="284085" y="3426917"/>
          <a:ext cx="9730040" cy="13716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914588">
                  <a:extLst>
                    <a:ext uri="{9D8B030D-6E8A-4147-A177-3AD203B41FA5}">
                      <a16:colId xmlns:a16="http://schemas.microsoft.com/office/drawing/2014/main" val="2529012356"/>
                    </a:ext>
                  </a:extLst>
                </a:gridCol>
                <a:gridCol w="5815452">
                  <a:extLst>
                    <a:ext uri="{9D8B030D-6E8A-4147-A177-3AD203B41FA5}">
                      <a16:colId xmlns:a16="http://schemas.microsoft.com/office/drawing/2014/main" val="2118937829"/>
                    </a:ext>
                  </a:extLst>
                </a:gridCol>
              </a:tblGrid>
              <a:tr h="37816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put 'employees', 'emp1', </a:t>
                      </a:r>
                      <a:r>
                        <a:rPr lang="en-US" sz="1200" u="none" strike="noStrike" noProof="0" dirty="0">
                          <a:solidFill>
                            <a:srgbClr val="FF0000"/>
                          </a:solidFill>
                        </a:rPr>
                        <a:t>'</a:t>
                      </a:r>
                      <a:r>
                        <a:rPr lang="en-US" sz="1200" u="none" strike="noStrike" noProof="0" dirty="0" err="1">
                          <a:solidFill>
                            <a:srgbClr val="FF0000"/>
                          </a:solidFill>
                        </a:rPr>
                        <a:t>personal</a:t>
                      </a:r>
                      <a:r>
                        <a:rPr lang="en-US" sz="1200" u="none" strike="noStrike" noProof="0" dirty="0" err="1">
                          <a:solidFill>
                            <a:srgbClr val="000000"/>
                          </a:solidFill>
                        </a:rPr>
                        <a:t>:</a:t>
                      </a:r>
                      <a:r>
                        <a:rPr lang="en-US" sz="1200" u="none" strike="noStrike" noProof="0" dirty="0" err="1">
                          <a:solidFill>
                            <a:srgbClr val="0070C0"/>
                          </a:solidFill>
                        </a:rPr>
                        <a:t>name</a:t>
                      </a:r>
                      <a:r>
                        <a:rPr lang="en-US" sz="1200" u="none" strike="noStrike" noProof="0" dirty="0">
                          <a:solidFill>
                            <a:srgbClr val="0070C0"/>
                          </a:solidFill>
                        </a:rPr>
                        <a:t>'</a:t>
                      </a: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, 'Alice'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noProof="0" dirty="0">
                          <a:solidFill>
                            <a:srgbClr val="000000"/>
                          </a:solidFill>
                        </a:rPr>
                        <a:t>emp1 has only name in personal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526915"/>
                  </a:ext>
                </a:extLst>
              </a:tr>
              <a:tr h="37816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put 'employees', 'emp2', </a:t>
                      </a:r>
                      <a:r>
                        <a:rPr lang="en-US" sz="1200" b="1" u="none" strike="noStrike" noProof="0" dirty="0">
                          <a:solidFill>
                            <a:srgbClr val="FF0000"/>
                          </a:solidFill>
                        </a:rPr>
                        <a:t>'</a:t>
                      </a:r>
                      <a:r>
                        <a:rPr lang="en-US" sz="1200" b="1" u="none" strike="noStrike" noProof="0" dirty="0" err="1">
                          <a:solidFill>
                            <a:srgbClr val="FF0000"/>
                          </a:solidFill>
                        </a:rPr>
                        <a:t>personal</a:t>
                      </a:r>
                      <a:r>
                        <a:rPr lang="en-US" sz="1200" u="none" strike="noStrike" noProof="0" dirty="0" err="1">
                          <a:solidFill>
                            <a:srgbClr val="000000"/>
                          </a:solidFill>
                        </a:rPr>
                        <a:t>:</a:t>
                      </a:r>
                      <a:r>
                        <a:rPr lang="en-US" sz="1200" b="1" u="none" strike="noStrike" noProof="0" dirty="0" err="1">
                          <a:solidFill>
                            <a:srgbClr val="0070C0"/>
                          </a:solidFill>
                        </a:rPr>
                        <a:t>phone</a:t>
                      </a:r>
                      <a:r>
                        <a:rPr lang="en-US" sz="1200" b="1" u="none" strike="noStrike" noProof="0" dirty="0">
                          <a:solidFill>
                            <a:srgbClr val="0070C0"/>
                          </a:solidFill>
                        </a:rPr>
                        <a:t>'</a:t>
                      </a: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, '123456789'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emp2 has only phone in personal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389730"/>
                  </a:ext>
                </a:extLst>
              </a:tr>
              <a:tr h="37816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put 'employees', 'emp3', </a:t>
                      </a:r>
                      <a:r>
                        <a:rPr lang="en-US" sz="1200" u="none" strike="noStrike" noProof="0" dirty="0">
                          <a:solidFill>
                            <a:srgbClr val="00B050"/>
                          </a:solidFill>
                        </a:rPr>
                        <a:t>'</a:t>
                      </a:r>
                      <a:r>
                        <a:rPr lang="en-US" sz="1200" b="1" u="none" strike="noStrike" noProof="0" err="1">
                          <a:solidFill>
                            <a:srgbClr val="00B050"/>
                          </a:solidFill>
                        </a:rPr>
                        <a:t>job</a:t>
                      </a:r>
                      <a:r>
                        <a:rPr lang="en-US" sz="1200" b="1" u="none" strike="noStrike" noProof="0" err="1">
                          <a:solidFill>
                            <a:srgbClr val="000000"/>
                          </a:solidFill>
                        </a:rPr>
                        <a:t>:salary</a:t>
                      </a: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', '60000'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emp3 has only salary in job, no personal column family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49716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2C54D2-6C6B-4D18-91FD-386C4A4E72B9}"/>
              </a:ext>
            </a:extLst>
          </p:cNvPr>
          <p:cNvSpPr txBox="1">
            <a:spLocks/>
          </p:cNvSpPr>
          <p:nvPr/>
        </p:nvSpPr>
        <p:spPr>
          <a:xfrm>
            <a:off x="215786" y="2877290"/>
            <a:ext cx="11002281" cy="36234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Then we insert values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DD0168C-4AA5-A3AD-EC68-9F3DAD099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871561"/>
              </p:ext>
            </p:extLst>
          </p:nvPr>
        </p:nvGraphicFramePr>
        <p:xfrm>
          <a:off x="284085" y="2371194"/>
          <a:ext cx="9730040" cy="37816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914588">
                  <a:extLst>
                    <a:ext uri="{9D8B030D-6E8A-4147-A177-3AD203B41FA5}">
                      <a16:colId xmlns:a16="http://schemas.microsoft.com/office/drawing/2014/main" val="2529012356"/>
                    </a:ext>
                  </a:extLst>
                </a:gridCol>
                <a:gridCol w="5815452">
                  <a:extLst>
                    <a:ext uri="{9D8B030D-6E8A-4147-A177-3AD203B41FA5}">
                      <a16:colId xmlns:a16="http://schemas.microsoft.com/office/drawing/2014/main" val="2118937829"/>
                    </a:ext>
                  </a:extLst>
                </a:gridCol>
              </a:tblGrid>
              <a:tr h="37816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create 'employees', 'personal', 'job'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/>
                        <a:t>Create a table named employees with two families (personal and job)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49716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CBA9F6-7422-4C0E-BF70-568EFB72FA3F}"/>
              </a:ext>
            </a:extLst>
          </p:cNvPr>
          <p:cNvSpPr txBox="1">
            <a:spLocks/>
          </p:cNvSpPr>
          <p:nvPr/>
        </p:nvSpPr>
        <p:spPr>
          <a:xfrm>
            <a:off x="215787" y="4985803"/>
            <a:ext cx="11002281" cy="109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Notice that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must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comply with column families</a:t>
            </a:r>
            <a:r>
              <a:rPr lang="en-US" dirty="0">
                <a:ea typeface="+mn-lt"/>
                <a:cs typeface="+mn-lt"/>
              </a:rPr>
              <a:t> when we insert data into the table.</a:t>
            </a:r>
          </a:p>
          <a:p>
            <a:r>
              <a:rPr lang="en-US" dirty="0">
                <a:ea typeface="+mn-lt"/>
                <a:cs typeface="+mn-lt"/>
              </a:rPr>
              <a:t>But we can use different column names within the column family e.g.</a:t>
            </a:r>
          </a:p>
        </p:txBody>
      </p:sp>
    </p:spTree>
    <p:extLst>
      <p:ext uri="{BB962C8B-B14F-4D97-AF65-F5344CB8AC3E}">
        <p14:creationId xmlns:p14="http://schemas.microsoft.com/office/powerpoint/2010/main" val="2158520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BEA05-F32B-B175-AA7B-47CBCB32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797523"/>
            <a:ext cx="6106600" cy="748208"/>
          </a:xfrm>
        </p:spPr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Key Concepts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1722D-3CE7-874F-C927-A9A7BB997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12750"/>
            <a:ext cx="6106601" cy="49842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Row Key: Unique identifier for each row (like a primary key). 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Column Family: Logical group of columns stored together on disk. 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Column Qualifier: Actual field name inside a column family. 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Timestamp: Each cell value is versioned by time. </a:t>
            </a:r>
          </a:p>
          <a:p>
            <a:r>
              <a:rPr lang="en-US" dirty="0">
                <a:solidFill>
                  <a:srgbClr val="00B050"/>
                </a:solidFill>
                <a:ea typeface="Calibri" panose="020F0502020204030204"/>
                <a:cs typeface="Calibri" panose="020F0502020204030204"/>
              </a:rPr>
              <a:t>Cell: Combination of Row Key + Column Family + Qualifier + Timestamp → Value.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975023-F336-E81B-3410-B0E86A42F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685" y="797523"/>
            <a:ext cx="5638884" cy="49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754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5E53-A460-BAD5-18F0-BA9643DE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Real-World Use Case: Messaging Platform – Real-Time Message Storage &amp;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E019B-0F20-8E05-2053-6E145189E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spcCol="457200" rtlCol="0" anchor="t">
            <a:normAutofit fontScale="92500" lnSpcReduction="20000"/>
          </a:bodyPr>
          <a:lstStyle/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 </a:t>
            </a:r>
            <a:r>
              <a:rPr lang="en-US" sz="1800" i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WhatsApp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Store and retrieve billions of real-time chat messages with low latency and high throughput.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User chat messages from mobile devices, synced to a backend service.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(HBase Table Design):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Table: messages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Row Key: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+ timestamp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Column Families: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meta: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sender_id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receiver_id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message_type</a:t>
            </a:r>
            <a:endParaRPr lang="en-US" sz="1800" b="1" kern="100" dirty="0">
              <a:solidFill>
                <a:srgbClr val="00B050"/>
              </a:solidFill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content: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message_</a:t>
            </a:r>
            <a:r>
              <a:rPr lang="en-US" sz="1800" b="1" kern="100" dirty="0" err="1">
                <a:solidFill>
                  <a:srgbClr val="00B050"/>
                </a:solidFill>
                <a:ea typeface="Aptos" panose="020B0004020202020204" pitchFamily="34" charset="0"/>
                <a:cs typeface="Arial"/>
              </a:rPr>
              <a:t>type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, attachments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status: delivered, read, timestamp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b="1" kern="100" dirty="0">
              <a:solidFill>
                <a:srgbClr val="00B050"/>
              </a:solidFill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Sample Record (in HBase):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Row Key: user123|2025-03-22T14:33:21Z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Column Family: meta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sender_id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: user123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receiver_id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: user456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Column Family: content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message_text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: </a:t>
            </a:r>
            <a:r>
              <a:rPr lang="en-US" sz="1800" b="1" kern="100" dirty="0">
                <a:solidFill>
                  <a:srgbClr val="00B050"/>
                </a:solidFill>
                <a:ea typeface="Aptos" panose="020B0004020202020204" pitchFamily="34" charset="0"/>
                <a:cs typeface="Arial"/>
              </a:rPr>
              <a:t>individual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a typeface="Aptos" panose="020B0004020202020204" pitchFamily="34" charset="0"/>
                <a:cs typeface="Arial"/>
              </a:rPr>
              <a:t>Column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Family: status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delivered: true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read: false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/>
              </a:rPr>
              <a:t> </a:t>
            </a:r>
            <a:endParaRPr lang="en-US"/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HBase: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Messages are written and read with low latency.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Efficient for real-time features: chat history retrieval, unread message counts.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Scales horizontally to billions of rows (messages) per day.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Ensures seamless chat experience across devices.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Supports real-time sync, delivery status tracking, and storage durability.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WhatsApp - Free download and install on ...">
            <a:extLst>
              <a:ext uri="{FF2B5EF4-FFF2-40B4-BE49-F238E27FC236}">
                <a16:creationId xmlns:a16="http://schemas.microsoft.com/office/drawing/2014/main" id="{0CAA22BE-1351-B1A5-188C-DD41EC29B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764" y="1706007"/>
            <a:ext cx="298895" cy="298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796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9A76-4CE0-A134-527E-6110690A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HBase vs Relational DB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A2E83F-BCF2-8811-D9EB-3AB7209F9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577841"/>
              </p:ext>
            </p:extLst>
          </p:nvPr>
        </p:nvGraphicFramePr>
        <p:xfrm>
          <a:off x="284163" y="1706563"/>
          <a:ext cx="11069633" cy="25603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816411">
                  <a:extLst>
                    <a:ext uri="{9D8B030D-6E8A-4147-A177-3AD203B41FA5}">
                      <a16:colId xmlns:a16="http://schemas.microsoft.com/office/drawing/2014/main" val="175548143"/>
                    </a:ext>
                  </a:extLst>
                </a:gridCol>
                <a:gridCol w="4116294">
                  <a:extLst>
                    <a:ext uri="{9D8B030D-6E8A-4147-A177-3AD203B41FA5}">
                      <a16:colId xmlns:a16="http://schemas.microsoft.com/office/drawing/2014/main" val="1719748567"/>
                    </a:ext>
                  </a:extLst>
                </a:gridCol>
                <a:gridCol w="4136928">
                  <a:extLst>
                    <a:ext uri="{9D8B030D-6E8A-4147-A177-3AD203B41FA5}">
                      <a16:colId xmlns:a16="http://schemas.microsoft.com/office/drawing/2014/main" val="3086026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HBase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Relational DB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410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 (schema-less columns)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Fixed schema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737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Row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Rows can have different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Rows have same set of columns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663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Access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random read/write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Typically, transactional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286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Query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(Java, REST, Thrift)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798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Storage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Column-oriented, sparse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Row-oriented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83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Best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Time-series, logs, IoT, 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Structured, normalized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395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990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Spark</a:t>
            </a:r>
            <a:endParaRPr sz="2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4277E2-2BAC-D76F-20C6-A50B542D2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7128392" cy="49910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2065" marR="306070" indent="0">
              <a:lnSpc>
                <a:spcPct val="70000"/>
              </a:lnSpc>
              <a:spcBef>
                <a:spcPts val="715"/>
              </a:spcBef>
              <a:buNone/>
              <a:tabLst>
                <a:tab pos="241300" algn="l"/>
              </a:tabLst>
            </a:pPr>
            <a:r>
              <a:rPr lang="en-US" sz="1600" b="1" dirty="0">
                <a:latin typeface="Calibri"/>
                <a:ea typeface="Calibri"/>
                <a:cs typeface="Calibri"/>
              </a:rPr>
              <a:t>Definition:</a:t>
            </a:r>
          </a:p>
          <a:p>
            <a:pPr marL="241300" marR="306070" indent="-229235">
              <a:lnSpc>
                <a:spcPct val="70000"/>
              </a:lnSpc>
              <a:spcBef>
                <a:spcPts val="7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dirty="0">
                <a:latin typeface="Calibri"/>
                <a:cs typeface="Calibri"/>
              </a:rPr>
              <a:t>Apache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open-</a:t>
            </a:r>
            <a:r>
              <a:rPr lang="en-US" sz="1600" dirty="0">
                <a:latin typeface="Calibri"/>
                <a:cs typeface="Calibri"/>
              </a:rPr>
              <a:t>source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distributed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processing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engine </a:t>
            </a:r>
            <a:r>
              <a:rPr lang="en-US" sz="1600" dirty="0">
                <a:latin typeface="Calibri"/>
                <a:cs typeface="Calibri"/>
              </a:rPr>
              <a:t>optimized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large-</a:t>
            </a:r>
            <a:r>
              <a:rPr lang="en-US" sz="1600" dirty="0">
                <a:latin typeface="Calibri"/>
                <a:cs typeface="Calibri"/>
              </a:rPr>
              <a:t>scale</a:t>
            </a:r>
            <a:r>
              <a:rPr lang="en-US" sz="1600" spc="-7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processing.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241300" marR="63500" indent="-229235">
              <a:lnSpc>
                <a:spcPct val="7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spc="-10" dirty="0">
                <a:latin typeface="Calibri"/>
                <a:cs typeface="Calibri"/>
              </a:rPr>
              <a:t>In-</a:t>
            </a:r>
            <a:r>
              <a:rPr lang="en-US" sz="1600" dirty="0">
                <a:latin typeface="Calibri"/>
                <a:cs typeface="Calibri"/>
              </a:rPr>
              <a:t>Memory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Processing:</a:t>
            </a:r>
            <a:r>
              <a:rPr lang="en-US" sz="1600" spc="-7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keeps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in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memory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between transformations,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speeding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up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processing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times</a:t>
            </a:r>
            <a:r>
              <a:rPr lang="en-US" sz="1600" spc="-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significantly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compared </a:t>
            </a:r>
            <a:r>
              <a:rPr lang="en-US" sz="1600" dirty="0">
                <a:latin typeface="Calibri"/>
                <a:cs typeface="Calibri"/>
              </a:rPr>
              <a:t>to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disk-</a:t>
            </a:r>
            <a:r>
              <a:rPr lang="en-US" sz="1600" dirty="0">
                <a:latin typeface="Calibri"/>
                <a:cs typeface="Calibri"/>
              </a:rPr>
              <a:t>based</a:t>
            </a:r>
            <a:r>
              <a:rPr lang="en-US" sz="1600" spc="-10" dirty="0">
                <a:latin typeface="Calibri"/>
                <a:cs typeface="Calibri"/>
              </a:rPr>
              <a:t> MapReduce.</a:t>
            </a:r>
            <a:endParaRPr lang="en-US" sz="1600" dirty="0">
              <a:latin typeface="Calibri"/>
              <a:cs typeface="Calibri"/>
            </a:endParaRPr>
          </a:p>
          <a:p>
            <a:pPr marL="241300" marR="103505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can handle both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batch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real-time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processing.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offers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APIs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various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languages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(Java,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Scala,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Python,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R)</a:t>
            </a:r>
            <a:r>
              <a:rPr lang="en-US" sz="1600" spc="-30" dirty="0">
                <a:latin typeface="Calibri"/>
                <a:cs typeface="Calibri"/>
              </a:rPr>
              <a:t>.</a:t>
            </a:r>
            <a:endParaRPr lang="en-US" sz="1600" dirty="0">
              <a:latin typeface="Calibri"/>
              <a:cs typeface="Calibri"/>
            </a:endParaRPr>
          </a:p>
          <a:p>
            <a:pPr marL="12700" indent="0">
              <a:lnSpc>
                <a:spcPts val="2020"/>
              </a:lnSpc>
              <a:spcBef>
                <a:spcPts val="395"/>
              </a:spcBef>
              <a:buNone/>
              <a:tabLst>
                <a:tab pos="241300" algn="l"/>
              </a:tabLst>
            </a:pPr>
            <a:r>
              <a:rPr lang="en-US" sz="1600" b="1" dirty="0">
                <a:latin typeface="Calibri"/>
                <a:cs typeface="Calibri"/>
              </a:rPr>
              <a:t>Core</a:t>
            </a:r>
            <a:r>
              <a:rPr lang="en-US" sz="1600" b="1" spc="-60" dirty="0">
                <a:latin typeface="Calibri"/>
                <a:cs typeface="Calibri"/>
              </a:rPr>
              <a:t> </a:t>
            </a:r>
            <a:r>
              <a:rPr lang="en-US" sz="1600" b="1" spc="-10" dirty="0">
                <a:latin typeface="Calibri"/>
                <a:cs typeface="Calibri"/>
              </a:rPr>
              <a:t>Components:</a:t>
            </a:r>
            <a:endParaRPr lang="en-US" sz="1600" b="1" dirty="0">
              <a:latin typeface="Calibri"/>
              <a:cs typeface="Calibri"/>
            </a:endParaRPr>
          </a:p>
          <a:p>
            <a:pPr marL="512445" lvl="1" indent="-342900">
              <a:lnSpc>
                <a:spcPts val="1510"/>
              </a:lnSpc>
              <a:buAutoNum type="arabicPeriod"/>
              <a:tabLst>
                <a:tab pos="973138" algn="l"/>
              </a:tabLst>
            </a:pPr>
            <a:r>
              <a:rPr lang="en-US" sz="1600" b="1" dirty="0">
                <a:latin typeface="Calibri"/>
                <a:cs typeface="Calibri"/>
              </a:rPr>
              <a:t>Spark</a:t>
            </a:r>
            <a:r>
              <a:rPr lang="en-US" sz="1600" b="1" spc="-25" dirty="0">
                <a:latin typeface="Calibri"/>
                <a:cs typeface="Calibri"/>
              </a:rPr>
              <a:t> </a:t>
            </a:r>
            <a:r>
              <a:rPr lang="en-US" sz="1600" b="1" dirty="0">
                <a:latin typeface="Calibri"/>
                <a:cs typeface="Calibri"/>
              </a:rPr>
              <a:t>Core:</a:t>
            </a:r>
            <a:r>
              <a:rPr lang="en-US" sz="1600" b="1" spc="-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The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foundation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Spark’s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API,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handling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basic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data p</a:t>
            </a:r>
            <a:r>
              <a:rPr lang="en-US" sz="1600" dirty="0">
                <a:latin typeface="Calibri"/>
                <a:cs typeface="Calibri"/>
              </a:rPr>
              <a:t>rocessing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distributing</a:t>
            </a:r>
            <a:r>
              <a:rPr lang="en-US" sz="1600" spc="-7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tasks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across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the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cluster.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512445" marR="585470" lvl="1" indent="-342900">
              <a:lnSpc>
                <a:spcPct val="70000"/>
              </a:lnSpc>
              <a:spcBef>
                <a:spcPts val="515"/>
              </a:spcBef>
              <a:buAutoNum type="arabicPeriod" startAt="2"/>
              <a:tabLst>
                <a:tab pos="973138" algn="l"/>
              </a:tabLst>
            </a:pPr>
            <a:r>
              <a:rPr lang="en-US" sz="1600" b="1" dirty="0">
                <a:latin typeface="Calibri"/>
                <a:cs typeface="Calibri"/>
              </a:rPr>
              <a:t>Spark</a:t>
            </a:r>
            <a:r>
              <a:rPr lang="en-US" sz="1600" b="1" spc="-30" dirty="0">
                <a:latin typeface="Calibri"/>
                <a:cs typeface="Calibri"/>
              </a:rPr>
              <a:t> </a:t>
            </a:r>
            <a:r>
              <a:rPr lang="en-US" sz="1600" b="1" dirty="0">
                <a:latin typeface="Calibri"/>
                <a:cs typeface="Calibri"/>
              </a:rPr>
              <a:t>SQL:</a:t>
            </a:r>
            <a:r>
              <a:rPr lang="en-US" sz="1600" b="1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Enables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SQL-</a:t>
            </a:r>
            <a:r>
              <a:rPr lang="en-US" sz="1600" dirty="0">
                <a:latin typeface="Calibri"/>
                <a:cs typeface="Calibri"/>
              </a:rPr>
              <a:t>like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queries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on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stored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in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distributed </a:t>
            </a:r>
            <a:r>
              <a:rPr lang="en-US" sz="1600" dirty="0">
                <a:latin typeface="Calibri"/>
                <a:cs typeface="Calibri"/>
              </a:rPr>
              <a:t>datasets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(</a:t>
            </a:r>
            <a:r>
              <a:rPr lang="en-US" sz="1600" spc="-10" dirty="0" err="1">
                <a:latin typeface="Calibri"/>
                <a:cs typeface="Calibri"/>
              </a:rPr>
              <a:t>DataFrames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Datasets).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512445" marR="83820" lvl="1" indent="-342900">
              <a:lnSpc>
                <a:spcPct val="70000"/>
              </a:lnSpc>
              <a:spcBef>
                <a:spcPts val="509"/>
              </a:spcBef>
              <a:buAutoNum type="arabicPeriod" startAt="2"/>
              <a:tabLst>
                <a:tab pos="973138" algn="l"/>
              </a:tabLst>
            </a:pPr>
            <a:r>
              <a:rPr lang="en-US" sz="1600" b="1" dirty="0">
                <a:latin typeface="Calibri"/>
                <a:cs typeface="Calibri"/>
              </a:rPr>
              <a:t>Spark</a:t>
            </a:r>
            <a:r>
              <a:rPr lang="en-US" sz="1600" b="1" spc="-25" dirty="0">
                <a:latin typeface="Calibri"/>
                <a:cs typeface="Calibri"/>
              </a:rPr>
              <a:t> </a:t>
            </a:r>
            <a:r>
              <a:rPr lang="en-US" sz="1600" b="1" dirty="0">
                <a:latin typeface="Calibri"/>
                <a:cs typeface="Calibri"/>
              </a:rPr>
              <a:t>Streaming:</a:t>
            </a:r>
            <a:r>
              <a:rPr lang="en-US" sz="1600" b="1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Allows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processing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of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real-</a:t>
            </a:r>
            <a:r>
              <a:rPr lang="en-US" sz="1600" dirty="0">
                <a:latin typeface="Calibri"/>
                <a:cs typeface="Calibri"/>
              </a:rPr>
              <a:t>time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streams,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enabling </a:t>
            </a:r>
            <a:r>
              <a:rPr lang="en-US" sz="1600" dirty="0">
                <a:latin typeface="Calibri"/>
                <a:cs typeface="Calibri"/>
              </a:rPr>
              <a:t>near</a:t>
            </a:r>
            <a:r>
              <a:rPr lang="en-US" sz="1600" spc="-10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real-</a:t>
            </a:r>
            <a:r>
              <a:rPr lang="en-US" sz="1600" dirty="0">
                <a:latin typeface="Calibri"/>
                <a:cs typeface="Calibri"/>
              </a:rPr>
              <a:t>time</a:t>
            </a:r>
            <a:r>
              <a:rPr lang="en-US" sz="1600" spc="1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analytics.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512445" lvl="1" indent="-342900">
              <a:lnSpc>
                <a:spcPts val="1495"/>
              </a:lnSpc>
              <a:buAutoNum type="arabicPeriod" startAt="2"/>
              <a:tabLst>
                <a:tab pos="973138" algn="l"/>
              </a:tabLst>
            </a:pPr>
            <a:r>
              <a:rPr lang="en-US" sz="1600" b="1" dirty="0" err="1">
                <a:latin typeface="Calibri"/>
                <a:cs typeface="Calibri"/>
              </a:rPr>
              <a:t>MLlib</a:t>
            </a:r>
            <a:r>
              <a:rPr lang="en-US" sz="1600" b="1" dirty="0">
                <a:latin typeface="Calibri"/>
                <a:cs typeface="Calibri"/>
              </a:rPr>
              <a:t>:</a:t>
            </a:r>
            <a:r>
              <a:rPr lang="en-US" sz="1600" b="1" spc="-4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Spark’s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machine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learning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library,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offering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tools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scalable </a:t>
            </a:r>
            <a:r>
              <a:rPr lang="en-US" sz="1600" dirty="0">
                <a:latin typeface="Calibri"/>
                <a:cs typeface="Calibri"/>
              </a:rPr>
              <a:t>machine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learning.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512445" lvl="1" indent="-342900">
              <a:lnSpc>
                <a:spcPts val="1775"/>
              </a:lnSpc>
              <a:buAutoNum type="arabicPeriod" startAt="5"/>
              <a:tabLst>
                <a:tab pos="973138" algn="l"/>
              </a:tabLst>
            </a:pPr>
            <a:r>
              <a:rPr lang="en-US" sz="1600" b="1" dirty="0" err="1">
                <a:latin typeface="Calibri"/>
                <a:cs typeface="Calibri"/>
              </a:rPr>
              <a:t>GraphX</a:t>
            </a:r>
            <a:r>
              <a:rPr lang="en-US" sz="1600" b="1" dirty="0">
                <a:latin typeface="Calibri"/>
                <a:cs typeface="Calibri"/>
              </a:rPr>
              <a:t>:</a:t>
            </a:r>
            <a:r>
              <a:rPr lang="en-US" sz="1600" b="1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graph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processing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library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large-</a:t>
            </a:r>
            <a:r>
              <a:rPr lang="en-US" sz="1600" dirty="0">
                <a:latin typeface="Calibri"/>
                <a:cs typeface="Calibri"/>
              </a:rPr>
              <a:t>scale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graph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computations.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6120" y="1667775"/>
            <a:ext cx="1389493" cy="8131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7654" y="4669650"/>
            <a:ext cx="4446428" cy="164662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039" y="2841030"/>
            <a:ext cx="3957657" cy="14685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4810-6956-B8FE-E0F1-548F2181F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vs.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29CE7-34A3-D84A-09F7-F1FE82DFE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 sz="1600" dirty="0">
                <a:ea typeface="+mn-lt"/>
                <a:cs typeface="+mn-lt"/>
              </a:rPr>
              <a:t>MapReduce is a first-generation distributed data processing system. It processes data that is parallelizable and performs computation on a distributed, horizontally scalable infrastructure. </a:t>
            </a:r>
          </a:p>
          <a:p>
            <a:pPr marL="285750" indent="-285750"/>
            <a:r>
              <a:rPr lang="en-US" sz="1600" dirty="0">
                <a:ea typeface="+mn-lt"/>
                <a:cs typeface="+mn-lt"/>
              </a:rPr>
              <a:t>As a distributed system, MapReduce applies a particular linear data flow structure, which consists of MapReduce programs that read input from a disk, map a function across the data, reduce the resulting data of the map, and store it on the disk again.</a:t>
            </a:r>
            <a:endParaRPr lang="en-US" sz="1600" dirty="0">
              <a:ea typeface="Calibri"/>
              <a:cs typeface="Calibri"/>
            </a:endParaRPr>
          </a:p>
          <a:p>
            <a:pPr marL="285750" indent="-285750"/>
            <a:endParaRPr lang="en-US" sz="1600" dirty="0">
              <a:ea typeface="+mn-lt"/>
              <a:cs typeface="+mn-lt"/>
            </a:endParaRPr>
          </a:p>
          <a:p>
            <a:pPr marL="285750" indent="-285750"/>
            <a:endParaRPr lang="en-US" sz="1600" dirty="0">
              <a:ea typeface="+mn-lt"/>
              <a:cs typeface="+mn-lt"/>
            </a:endParaRPr>
          </a:p>
          <a:p>
            <a:pPr marL="285750" indent="-285750"/>
            <a:endParaRPr lang="en-US" sz="1600" dirty="0">
              <a:ea typeface="+mn-lt"/>
              <a:cs typeface="+mn-lt"/>
            </a:endParaRPr>
          </a:p>
          <a:p>
            <a:pPr marL="285750" indent="-285750"/>
            <a:r>
              <a:rPr lang="en-US" sz="1600" dirty="0">
                <a:ea typeface="+mn-lt"/>
                <a:cs typeface="+mn-lt"/>
              </a:rPr>
              <a:t>Spark is a third-generation data processing framework that enhances MapReduce’s performance by processing data in memory instead of writing them to the disk in each step. </a:t>
            </a:r>
            <a:endParaRPr lang="en-US" sz="1600" dirty="0">
              <a:ea typeface="Calibri"/>
              <a:cs typeface="Calibri"/>
            </a:endParaRPr>
          </a:p>
          <a:p>
            <a:pPr marL="285750" indent="-285750"/>
            <a:r>
              <a:rPr lang="en-US" sz="1600" dirty="0">
                <a:ea typeface="+mn-lt"/>
                <a:cs typeface="+mn-lt"/>
              </a:rPr>
              <a:t>Spark distributes the in-memory data in a logically partitioned way on many machines and calls these Resilient Distributed Datasets (RDDs), which are then used as an abstraction layer to manage the logically distributed data.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marL="285750" indent="-285750"/>
            <a:endParaRPr lang="en-US" sz="16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diagram of a cylinder&#10;&#10;AI-generated content may be incorrect.">
            <a:extLst>
              <a:ext uri="{FF2B5EF4-FFF2-40B4-BE49-F238E27FC236}">
                <a16:creationId xmlns:a16="http://schemas.microsoft.com/office/drawing/2014/main" id="{78519047-ADEA-92C2-247C-84D5B7034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549" y="2831977"/>
            <a:ext cx="5556532" cy="1200789"/>
          </a:xfrm>
          <a:prstGeom prst="rect">
            <a:avLst/>
          </a:prstGeom>
        </p:spPr>
      </p:pic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8F67E074-5434-08BD-8BD1-BAAB11107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221" y="5156804"/>
            <a:ext cx="6541063" cy="1386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962A98-4E4C-ECF1-BFA0-EDDF016A1D0C}"/>
              </a:ext>
            </a:extLst>
          </p:cNvPr>
          <p:cNvSpPr txBox="1"/>
          <p:nvPr/>
        </p:nvSpPr>
        <p:spPr>
          <a:xfrm>
            <a:off x="4205161" y="6612541"/>
            <a:ext cx="416605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hlinkClick r:id="rId4"/>
              </a:rPr>
              <a:t>https://www.redpanda.com/blog/data-stream-processing-spark-flink-ksqldb</a:t>
            </a:r>
            <a:endParaRPr lang="en-US" sz="1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959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11148158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65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Kafka</a:t>
            </a:r>
            <a:r>
              <a:rPr sz="2800" spc="-65">
                <a:solidFill>
                  <a:srgbClr val="FFFFFF"/>
                </a:solidFill>
              </a:rPr>
              <a:t> </a:t>
            </a:r>
            <a:r>
              <a:rPr lang="en-US" sz="2800">
                <a:solidFill>
                  <a:srgbClr val="FFFFFF"/>
                </a:solidFill>
              </a:rPr>
              <a:t>–</a:t>
            </a:r>
            <a:r>
              <a:rPr sz="2800" spc="-50">
                <a:solidFill>
                  <a:srgbClr val="FFFFFF"/>
                </a:solidFill>
              </a:rPr>
              <a:t> </a:t>
            </a:r>
            <a:r>
              <a:rPr lang="en-US" sz="2800">
                <a:solidFill>
                  <a:srgbClr val="FFFFFF"/>
                </a:solidFill>
              </a:rPr>
              <a:t>Messaging System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43AE0-4921-7733-0D3B-33D489ED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7475869" cy="49910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41300" indent="-228600">
              <a:lnSpc>
                <a:spcPts val="1939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lang="en-US"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Kafka</a:t>
            </a:r>
            <a:r>
              <a:rPr lang="en-US" sz="20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z="20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20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distributed</a:t>
            </a:r>
            <a:r>
              <a:rPr lang="en-US"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event</a:t>
            </a:r>
            <a:r>
              <a:rPr lang="en-US"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streaming</a:t>
            </a:r>
            <a:r>
              <a:rPr lang="en-US"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platform</a:t>
            </a:r>
            <a:r>
              <a:rPr lang="en-US"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35" dirty="0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handle</a:t>
            </a:r>
            <a:r>
              <a:rPr lang="en-US"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20" dirty="0">
                <a:solidFill>
                  <a:srgbClr val="FF0000"/>
                </a:solidFill>
                <a:latin typeface="Calibri"/>
                <a:cs typeface="Calibri"/>
              </a:rPr>
              <a:t>high-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throughput,</a:t>
            </a:r>
            <a:r>
              <a:rPr lang="en-US" sz="2000" spc="-20" dirty="0">
                <a:solidFill>
                  <a:srgbClr val="FF0000"/>
                </a:solidFill>
                <a:latin typeface="Calibri"/>
                <a:cs typeface="Calibri"/>
              </a:rPr>
              <a:t> real-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lang="en-US"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lang="en-US" sz="20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feeds.</a:t>
            </a:r>
            <a:endParaRPr lang="en-US" sz="20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241300" marR="113030" indent="-229235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Originally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developed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0070C0"/>
                </a:solidFill>
                <a:latin typeface="Calibri"/>
                <a:cs typeface="Calibri"/>
              </a:rPr>
              <a:t>LinkedIn</a:t>
            </a:r>
            <a:r>
              <a:rPr lang="en-US" sz="2000" spc="-10" dirty="0">
                <a:latin typeface="Calibri"/>
                <a:cs typeface="Calibri"/>
              </a:rPr>
              <a:t>,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Kafka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has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become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backbone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pipelines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real-</a:t>
            </a:r>
            <a:r>
              <a:rPr lang="en-US" sz="2000" dirty="0">
                <a:latin typeface="Calibri"/>
                <a:cs typeface="Calibri"/>
              </a:rPr>
              <a:t>time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analytics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many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large-</a:t>
            </a:r>
            <a:r>
              <a:rPr lang="en-US" sz="2000" spc="-10" dirty="0">
                <a:latin typeface="Calibri"/>
                <a:cs typeface="Calibri"/>
              </a:rPr>
              <a:t>scale systems.</a:t>
            </a:r>
            <a:endParaRPr lang="en-US" sz="2000" dirty="0">
              <a:latin typeface="Calibri"/>
              <a:cs typeface="Calibri"/>
            </a:endParaRPr>
          </a:p>
          <a:p>
            <a:pPr marL="239395" marR="260350" indent="-226695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serves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message</a:t>
            </a:r>
            <a:r>
              <a:rPr lang="en-US"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broker</a:t>
            </a:r>
            <a:r>
              <a:rPr lang="en-US"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allows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various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applications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to 	</a:t>
            </a:r>
            <a:r>
              <a:rPr lang="en-US" sz="2000" dirty="0">
                <a:latin typeface="Calibri"/>
                <a:cs typeface="Calibri"/>
              </a:rPr>
              <a:t>produce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consume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streams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reliably,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efficiently,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pc="-50" dirty="0">
                <a:latin typeface="Calibri"/>
                <a:cs typeface="Calibri"/>
              </a:rPr>
              <a:t>with low latency and </a:t>
            </a:r>
            <a:r>
              <a:rPr lang="en-US" sz="2000" spc="-25" dirty="0">
                <a:latin typeface="Calibri"/>
                <a:cs typeface="Calibri"/>
              </a:rPr>
              <a:t>at 	</a:t>
            </a:r>
            <a:r>
              <a:rPr lang="en-US" sz="2000" spc="-10" dirty="0">
                <a:latin typeface="Calibri"/>
                <a:cs typeface="Calibri"/>
              </a:rPr>
              <a:t>scale.</a:t>
            </a:r>
            <a:endParaRPr lang="en-US" dirty="0">
              <a:latin typeface="Calibri"/>
              <a:cs typeface="Calibri"/>
            </a:endParaRPr>
          </a:p>
          <a:p>
            <a:pPr marL="239395" marR="260350" indent="-226695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Architecture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698500" lvl="1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>
                <a:latin typeface="Calibri"/>
                <a:cs typeface="Calibri"/>
              </a:rPr>
              <a:t>Producer:</a:t>
            </a:r>
            <a:r>
              <a:rPr lang="en-US" b="1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application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that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sends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Kafka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topics.</a:t>
            </a:r>
            <a:endParaRPr lang="en-US" dirty="0">
              <a:latin typeface="Calibri"/>
              <a:cs typeface="Calibri"/>
            </a:endParaRPr>
          </a:p>
          <a:p>
            <a:pPr marL="698500" lvl="1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>
                <a:latin typeface="Calibri"/>
                <a:cs typeface="Calibri"/>
              </a:rPr>
              <a:t>Consumer:</a:t>
            </a:r>
            <a:r>
              <a:rPr lang="en-US" b="1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application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that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reads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from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Kafka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topics.</a:t>
            </a:r>
            <a:endParaRPr lang="en-US" dirty="0">
              <a:latin typeface="Calibri"/>
              <a:cs typeface="Calibri"/>
            </a:endParaRPr>
          </a:p>
          <a:p>
            <a:pPr marL="698500" lvl="1">
              <a:lnSpc>
                <a:spcPts val="1939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spc="-10" dirty="0">
                <a:latin typeface="Calibri"/>
                <a:cs typeface="Calibri"/>
              </a:rPr>
              <a:t>Broker:</a:t>
            </a:r>
            <a:r>
              <a:rPr lang="en-US" b="1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Kafka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server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that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stores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serves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it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consumers.</a:t>
            </a:r>
            <a:endParaRPr lang="en-US" dirty="0">
              <a:latin typeface="Calibri"/>
              <a:cs typeface="Calibri"/>
            </a:endParaRPr>
          </a:p>
          <a:p>
            <a:pPr marL="698500" lvl="1">
              <a:lnSpc>
                <a:spcPts val="1939"/>
              </a:lnSpc>
            </a:pPr>
            <a:r>
              <a:rPr lang="en-US" spc="-10" dirty="0">
                <a:latin typeface="Calibri"/>
                <a:cs typeface="Calibri"/>
              </a:rPr>
              <a:t>Kafka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clusters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consist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multiple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brokers.</a:t>
            </a:r>
            <a:endParaRPr lang="en-US" dirty="0">
              <a:latin typeface="Calibri"/>
              <a:cs typeface="Calibri"/>
            </a:endParaRPr>
          </a:p>
          <a:p>
            <a:pPr marL="698500" marR="48895" lvl="1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spc="-20" dirty="0">
                <a:latin typeface="Calibri"/>
                <a:cs typeface="Calibri"/>
              </a:rPr>
              <a:t>Topic:</a:t>
            </a:r>
            <a:r>
              <a:rPr lang="en-US" b="1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category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or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feed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name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which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records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are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published. </a:t>
            </a:r>
            <a:r>
              <a:rPr lang="en-US" dirty="0">
                <a:latin typeface="Calibri"/>
                <a:cs typeface="Calibri"/>
              </a:rPr>
              <a:t>Each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topic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can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have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multiple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partitions,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helping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Kafka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parallelize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across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cluster.</a:t>
            </a:r>
            <a:endParaRPr lang="en-US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5038" y="2620264"/>
            <a:ext cx="4287520" cy="30185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64051" y="1603355"/>
            <a:ext cx="1789494" cy="901375"/>
          </a:xfrm>
          <a:prstGeom prst="rect">
            <a:avLst/>
          </a:prstGeom>
        </p:spPr>
      </p:pic>
      <p:pic>
        <p:nvPicPr>
          <p:cNvPr id="2050" name="Picture 2" descr="Profile for LinkedIn">
            <a:extLst>
              <a:ext uri="{FF2B5EF4-FFF2-40B4-BE49-F238E27FC236}">
                <a16:creationId xmlns:a16="http://schemas.microsoft.com/office/drawing/2014/main" id="{232D760D-CBEA-0B66-CBCC-A5D70A94C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998" y="2331984"/>
            <a:ext cx="240458" cy="24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0C9F-C77E-4AB9-8B37-B395A98C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Kafka in E-Commerce Order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6437A-A221-4888-A133-89AFA711B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Scenario: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An online store uses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Kafka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to manage orders, inventory, payments, and shipping in real time.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Process Flow: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 customer places an order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on the storefront (website/app).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order details are sent to the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Kafka orders topic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Order Processing Service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consumes the order, checks inventory, and verifies payment.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If items are in stock, the order is confirmed, and a message is sent to the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Inventory &amp; Payment topics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Once the payment is confirmed, the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Shipping Service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picks up the order details from Kafka and generates a shipment.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Customer Notification Service</a:t>
            </a:r>
            <a:r>
              <a:rPr lang="en-US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listens for updates and sends notifications.</a:t>
            </a:r>
            <a:endParaRPr lang="en-US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298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6F9A-2348-B360-8E14-0C3C944F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E-commerce Order Processing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16E01-2357-57A8-F73D-5B0A21E0F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1. Order Initiation - The Story Begins</a:t>
            </a:r>
          </a:p>
          <a:p>
            <a:r>
              <a:rPr lang="en-US" b="1" dirty="0"/>
              <a:t>What's happening:</a:t>
            </a:r>
            <a:r>
              <a:rPr lang="en-US" dirty="0"/>
              <a:t> Sarah is shopping on your e-commerce website. She's added a few items to her cart - a blue sweater, some headphones, and a coffee mug. After reviewing everything, she clicks the "Place Order" button.</a:t>
            </a:r>
          </a:p>
          <a:p>
            <a:r>
              <a:rPr lang="en-US" b="1" dirty="0"/>
              <a:t>Behind the scenes:</a:t>
            </a:r>
            <a:r>
              <a:rPr lang="en-US" dirty="0"/>
              <a:t> The moment Sarah hits that button, your website (the Online Storefront) springs into action. It's like a cashier at a store who just received Sarah's order and now needs to tell everyone else in the company about it.</a:t>
            </a:r>
          </a:p>
          <a:p>
            <a:r>
              <a:rPr lang="en-US" b="1" dirty="0"/>
              <a:t>The Handoff:</a:t>
            </a:r>
            <a:r>
              <a:rPr lang="en-US" dirty="0"/>
              <a:t> The website doesn't try to handle everything itself. Instead, it creates a detailed "order slip" with all of Sarah's information:</a:t>
            </a:r>
          </a:p>
          <a:p>
            <a:pPr lvl="1"/>
            <a:r>
              <a:rPr lang="en-US" dirty="0"/>
              <a:t>A unique order number (like #ORD-12345)</a:t>
            </a:r>
          </a:p>
          <a:p>
            <a:pPr lvl="1"/>
            <a:r>
              <a:rPr lang="en-US" dirty="0"/>
              <a:t>Sarah's details (name, email, shipping address)</a:t>
            </a:r>
          </a:p>
          <a:p>
            <a:pPr lvl="1"/>
            <a:r>
              <a:rPr lang="en-US" dirty="0"/>
              <a:t>What she ordered (blue sweater size M, wireless headphones, ceramic mug)</a:t>
            </a:r>
          </a:p>
          <a:p>
            <a:pPr lvl="1"/>
            <a:r>
              <a:rPr lang="en-US" dirty="0"/>
              <a:t>How many of each item</a:t>
            </a:r>
          </a:p>
          <a:p>
            <a:pPr lvl="1"/>
            <a:r>
              <a:rPr lang="en-US" dirty="0"/>
              <a:t>The total amount she needs to pay ($89.97)</a:t>
            </a:r>
          </a:p>
          <a:p>
            <a:pPr lvl="1"/>
            <a:r>
              <a:rPr lang="en-US" dirty="0"/>
              <a:t>This is like posting a message on a company bulletin board that says "New order just came in!" - except it's instant and digital.</a:t>
            </a:r>
            <a:endParaRPr lang="ar-JO" dirty="0"/>
          </a:p>
          <a:p>
            <a:r>
              <a:rPr lang="en-US" b="1" dirty="0"/>
              <a:t>The Announcement:</a:t>
            </a:r>
            <a:r>
              <a:rPr lang="en-US" dirty="0"/>
              <a:t> The website then puts this order slip into a digital "mailbox" called the orders topic in Kafka.</a:t>
            </a:r>
          </a:p>
          <a:p>
            <a:r>
              <a:rPr lang="en-US" b="1" dirty="0"/>
              <a:t>Why this matters:</a:t>
            </a:r>
            <a:r>
              <a:rPr lang="en-US" dirty="0"/>
              <a:t> By putting the order into this shared mailbox, the website is essentially saying "Hey, Order Processing team, we've got a new order for you to handle!" The website's job is done - it just needs to pass the baton to the next person in 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122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0CDB-1A99-D735-46CE-D6D8E392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E-commerce Order Processing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EEA6C2-C8BF-56C5-0A56-555B6FC2D4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670" y="1570037"/>
            <a:ext cx="547468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2. Order Validation &amp; Processing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Trigger: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New order event received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Actor: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Order Processing Service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Actions: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Validates order details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Checks customer information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Requests inventory check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Decision Point: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Is order valid?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Valid: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Continue to inventory check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Invalid: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Send failure notification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3. Inventory Check &amp; Reserve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Trigger: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Order validation complete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Actor: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Order Processing Service → Inventory Management Service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Action: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Publishes inventory request to inventory topic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Response: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Inventory Management Service confirms/denies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Decision Point: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Items available?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Available: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Reserve items, continue to payment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Unavailable: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Cancel order, notify customer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7932F-5902-8068-D309-FE5368A3D76E}"/>
              </a:ext>
            </a:extLst>
          </p:cNvPr>
          <p:cNvSpPr txBox="1"/>
          <p:nvPr/>
        </p:nvSpPr>
        <p:spPr>
          <a:xfrm>
            <a:off x="6251642" y="1570037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4. Payment Processing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Trigger:</a:t>
            </a:r>
            <a:r>
              <a:rPr lang="en-US" altLang="en-US" sz="1400" dirty="0"/>
              <a:t> Inventory reserved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/>
              <a:t>Actor:</a:t>
            </a:r>
            <a:r>
              <a:rPr lang="en-US" altLang="en-US" sz="1400" dirty="0"/>
              <a:t> Order Processing Service → Payment Gateway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/>
              <a:t>Action:</a:t>
            </a:r>
            <a:r>
              <a:rPr lang="en-US" altLang="en-US" sz="1400" dirty="0"/>
              <a:t> Initiates payment processing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/>
              <a:t>Response:</a:t>
            </a:r>
            <a:r>
              <a:rPr lang="en-US" altLang="en-US" sz="1400" dirty="0"/>
              <a:t> Payment Gateway publishes result to payments topic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/>
              <a:t>Decision Point:</a:t>
            </a:r>
            <a:r>
              <a:rPr lang="en-US" altLang="en-US" sz="1400" dirty="0"/>
              <a:t> Payment successful?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/>
              <a:t>Success:</a:t>
            </a:r>
            <a:r>
              <a:rPr lang="en-US" altLang="en-US" sz="1400" dirty="0"/>
              <a:t> Mark order as paid, proceed to fulfillment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/>
              <a:t>Failure:</a:t>
            </a:r>
            <a:r>
              <a:rPr lang="en-US" altLang="en-US" sz="1400" dirty="0"/>
              <a:t> Release inventory, cancel order, notify customer</a:t>
            </a:r>
            <a:endParaRPr lang="en-US" sz="1400" b="1" dirty="0"/>
          </a:p>
          <a:p>
            <a:pPr>
              <a:buNone/>
            </a:pPr>
            <a:r>
              <a:rPr lang="en-US" sz="1400" b="1" dirty="0"/>
              <a:t>5. Shipping Preparation</a:t>
            </a:r>
          </a:p>
          <a:p>
            <a:pPr>
              <a:buNone/>
            </a:pPr>
            <a:r>
              <a:rPr lang="en-US" sz="1400" b="1" dirty="0"/>
              <a:t>Trigger:</a:t>
            </a:r>
            <a:r>
              <a:rPr lang="en-US" sz="1400" dirty="0"/>
              <a:t> Payment confirmed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Actor:</a:t>
            </a:r>
            <a:r>
              <a:rPr lang="en-US" sz="1400" dirty="0"/>
              <a:t> Order Processing Service → Shipping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Action:</a:t>
            </a:r>
            <a:r>
              <a:rPr lang="en-US" sz="1400" dirty="0"/>
              <a:t> Publishes shipping request to shipping topic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Data:</a:t>
            </a:r>
            <a:r>
              <a:rPr lang="en-US" sz="1400" dirty="0"/>
              <a:t> Order details, shipping address, delivery preferences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Result:</a:t>
            </a:r>
            <a:r>
              <a:rPr lang="en-US" sz="1400" dirty="0"/>
              <a:t> Shipping Service creates shipment and assigns tracking number</a:t>
            </a:r>
          </a:p>
          <a:p>
            <a:r>
              <a:rPr lang="en-US" sz="1400" b="1" dirty="0"/>
              <a:t>6. Warehouse Fulfillment</a:t>
            </a:r>
          </a:p>
          <a:p>
            <a:r>
              <a:rPr lang="en-US" sz="1400" b="1" dirty="0"/>
              <a:t>Trigger:</a:t>
            </a:r>
            <a:r>
              <a:rPr lang="en-US" sz="1400" dirty="0"/>
              <a:t> Shipping request received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Actor:</a:t>
            </a:r>
            <a:r>
              <a:rPr lang="en-US" sz="1400" dirty="0"/>
              <a:t> Warehouse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Actions:</a:t>
            </a:r>
            <a:r>
              <a:rPr lang="en-US" sz="1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Picks items from inventory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Packages order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Updates inventory levels (publishes to inventory topic)Hands off to shipping provider</a:t>
            </a:r>
          </a:p>
          <a:p>
            <a:pPr lvl="1"/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39569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ABED-DC71-E5BD-65F8-3FBE7C0F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E-commerce Order Processing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296C8-8E28-572F-1F9E-9B2873D0E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5046671" cy="4991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7. Shipping &amp; Delivery Tracking</a:t>
            </a:r>
          </a:p>
          <a:p>
            <a:pPr marL="0" indent="0">
              <a:buNone/>
            </a:pPr>
            <a:r>
              <a:rPr lang="en-US" b="1" dirty="0"/>
              <a:t>Trigger:</a:t>
            </a:r>
            <a:r>
              <a:rPr lang="en-US" dirty="0"/>
              <a:t> Package dispatched</a:t>
            </a:r>
          </a:p>
          <a:p>
            <a:pPr marL="0" indent="0">
              <a:buNone/>
            </a:pPr>
            <a:r>
              <a:rPr lang="en-US" b="1" dirty="0"/>
              <a:t>Actor:</a:t>
            </a:r>
            <a:r>
              <a:rPr lang="en-US" dirty="0"/>
              <a:t> Shipping Provider</a:t>
            </a:r>
          </a:p>
          <a:p>
            <a:pPr marL="0" indent="0">
              <a:buNone/>
            </a:pPr>
            <a:r>
              <a:rPr lang="en-US" b="1" dirty="0"/>
              <a:t>Actions:</a:t>
            </a:r>
            <a:r>
              <a:rPr lang="en-US" dirty="0"/>
              <a:t> </a:t>
            </a:r>
          </a:p>
          <a:p>
            <a:r>
              <a:rPr lang="en-US" dirty="0"/>
              <a:t>Updates delivery status</a:t>
            </a:r>
          </a:p>
          <a:p>
            <a:r>
              <a:rPr lang="en-US" dirty="0"/>
              <a:t>Publishes tracking updates to shipping topic</a:t>
            </a:r>
          </a:p>
          <a:p>
            <a:r>
              <a:rPr lang="en-US" dirty="0"/>
              <a:t>Provides delivery confirmation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458626-ACAE-987F-4656-5A72386887EE}"/>
              </a:ext>
            </a:extLst>
          </p:cNvPr>
          <p:cNvSpPr txBox="1">
            <a:spLocks/>
          </p:cNvSpPr>
          <p:nvPr/>
        </p:nvSpPr>
        <p:spPr>
          <a:xfrm>
            <a:off x="7012383" y="1706007"/>
            <a:ext cx="4073906" cy="4991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8. Customer Notifications (Parallel Throughout)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Trigger:</a:t>
            </a:r>
            <a:r>
              <a:rPr lang="en-US" dirty="0"/>
              <a:t> Various status changes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Actor:</a:t>
            </a:r>
            <a:r>
              <a:rPr lang="en-US" dirty="0"/>
              <a:t> Customer Notification Service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Listens to: </a:t>
            </a:r>
            <a:r>
              <a:rPr lang="en-US" dirty="0"/>
              <a:t>notifications topic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Actions:</a:t>
            </a:r>
          </a:p>
          <a:p>
            <a:r>
              <a:rPr lang="en-US" dirty="0"/>
              <a:t>Order Confirmed</a:t>
            </a:r>
          </a:p>
          <a:p>
            <a:r>
              <a:rPr lang="en-US" dirty="0"/>
              <a:t>Payment processed</a:t>
            </a:r>
          </a:p>
          <a:p>
            <a:r>
              <a:rPr lang="en-US" dirty="0"/>
              <a:t>Order shipped</a:t>
            </a:r>
          </a:p>
          <a:p>
            <a:r>
              <a:rPr lang="en-US" dirty="0"/>
              <a:t>Out for delivery</a:t>
            </a:r>
          </a:p>
          <a:p>
            <a:r>
              <a:rPr lang="en-US" dirty="0"/>
              <a:t>Delivered</a:t>
            </a:r>
          </a:p>
          <a:p>
            <a:r>
              <a:rPr lang="en-US" b="1" dirty="0"/>
              <a:t>Channels: </a:t>
            </a:r>
            <a:r>
              <a:rPr lang="en-US" dirty="0"/>
              <a:t>Email, SMS, push notifications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1042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D57D-6A47-3832-63B7-EB648AC4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Apache Flink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E62C-0118-371D-CEBE-B267533B7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15187"/>
            <a:ext cx="5460294" cy="2778485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What is Apache Flink?</a:t>
            </a:r>
            <a:endParaRPr lang="en-US" b="1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Open-source, distributed stream &amp; batch processing system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Originally developed by the Stratosphere project, now under Apache Software Foundation</a:t>
            </a:r>
          </a:p>
          <a:p>
            <a:r>
              <a:rPr lang="en-US" dirty="0">
                <a:ea typeface="+mn-lt"/>
                <a:cs typeface="+mn-lt"/>
              </a:rPr>
              <a:t>Processes high-velocity data with low latency, exactly-once semantics, and strong fault tolerance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/>
              <a:t>Architecture</a:t>
            </a:r>
          </a:p>
          <a:p>
            <a:r>
              <a:rPr lang="en-US" b="1" dirty="0">
                <a:ea typeface="+mn-lt"/>
                <a:cs typeface="+mn-lt"/>
              </a:rPr>
              <a:t>Sources</a:t>
            </a:r>
            <a:r>
              <a:rPr lang="en-US" dirty="0">
                <a:ea typeface="+mn-lt"/>
                <a:cs typeface="+mn-lt"/>
              </a:rPr>
              <a:t> – Data ingestion from Kafka, databases, files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Transformations</a:t>
            </a:r>
            <a:r>
              <a:rPr lang="en-US" dirty="0">
                <a:ea typeface="+mn-lt"/>
                <a:cs typeface="+mn-lt"/>
              </a:rPr>
              <a:t> – Stateful operations like filtering, aggregations, and joins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Sinks</a:t>
            </a:r>
            <a:r>
              <a:rPr lang="en-US" dirty="0">
                <a:ea typeface="+mn-lt"/>
                <a:cs typeface="+mn-lt"/>
              </a:rPr>
              <a:t> – Writing processed data to Kafka, databases, or data lakes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Stateful Processing</a:t>
            </a:r>
            <a:r>
              <a:rPr lang="en-US" dirty="0">
                <a:ea typeface="+mn-lt"/>
                <a:cs typeface="+mn-lt"/>
              </a:rPr>
              <a:t> – Uses checkpoints and </a:t>
            </a:r>
            <a:r>
              <a:rPr lang="en-US" dirty="0" err="1">
                <a:ea typeface="+mn-lt"/>
                <a:cs typeface="+mn-lt"/>
              </a:rPr>
              <a:t>savepoints</a:t>
            </a:r>
            <a:r>
              <a:rPr lang="en-US" dirty="0">
                <a:ea typeface="+mn-lt"/>
                <a:cs typeface="+mn-lt"/>
              </a:rPr>
              <a:t> for fault tolerance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Event Time Processing</a:t>
            </a:r>
            <a:r>
              <a:rPr lang="en-US" dirty="0">
                <a:ea typeface="+mn-lt"/>
                <a:cs typeface="+mn-lt"/>
              </a:rPr>
              <a:t> – Handles late-arriving data with watermarks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6D35DCAA-B3F3-2ADC-0E62-A6B07B08A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482" y="4405472"/>
            <a:ext cx="7160964" cy="236199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B69CAC-E405-2867-E23B-EDB48094AEFA}"/>
              </a:ext>
            </a:extLst>
          </p:cNvPr>
          <p:cNvSpPr txBox="1">
            <a:spLocks/>
          </p:cNvSpPr>
          <p:nvPr/>
        </p:nvSpPr>
        <p:spPr>
          <a:xfrm>
            <a:off x="5632774" y="1711515"/>
            <a:ext cx="5721026" cy="2438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Use Cases</a:t>
            </a:r>
          </a:p>
          <a:p>
            <a:r>
              <a:rPr lang="en-US" sz="1400" dirty="0">
                <a:ea typeface="+mn-lt"/>
                <a:cs typeface="+mn-lt"/>
              </a:rPr>
              <a:t>Real-time analytics – Log analysis, anomaly detection, monitoring</a:t>
            </a:r>
          </a:p>
          <a:p>
            <a:r>
              <a:rPr lang="en-US" sz="1400" dirty="0">
                <a:ea typeface="+mn-lt"/>
                <a:cs typeface="+mn-lt"/>
              </a:rPr>
              <a:t>Event-driven applications – Dynamic data enrichment, alerting</a:t>
            </a:r>
          </a:p>
          <a:p>
            <a:r>
              <a:rPr lang="en-US" sz="1400" dirty="0">
                <a:ea typeface="+mn-lt"/>
                <a:cs typeface="+mn-lt"/>
              </a:rPr>
              <a:t>ETL pipelines – Continuous data processing and transformation</a:t>
            </a:r>
          </a:p>
          <a:p>
            <a:r>
              <a:rPr lang="en-US" sz="1400" dirty="0">
                <a:ea typeface="+mn-lt"/>
                <a:cs typeface="+mn-lt"/>
              </a:rPr>
              <a:t>Machine learning – Real-time model inference and training</a:t>
            </a:r>
            <a:endParaRPr lang="en-US" sz="14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1600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Oozie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C1BC0-7E6B-75C8-0965-79DE721E7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7037600" cy="4991039"/>
          </a:xfrm>
        </p:spPr>
        <p:txBody>
          <a:bodyPr>
            <a:normAutofit fontScale="92500"/>
          </a:bodyPr>
          <a:lstStyle/>
          <a:p>
            <a:pPr marL="241300" marR="5080" indent="-228600">
              <a:lnSpc>
                <a:spcPct val="90100"/>
              </a:lnSpc>
              <a:spcBef>
                <a:spcPts val="28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lang="en-US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Oozie</a:t>
            </a:r>
            <a:r>
              <a:rPr lang="en-US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workflow</a:t>
            </a:r>
            <a:r>
              <a:rPr lang="en-US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scheduler</a:t>
            </a:r>
            <a:r>
              <a:rPr lang="en-US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lang="en-US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lang="en-US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manage</a:t>
            </a:r>
            <a:r>
              <a:rPr lang="en-US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2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coordinate</a:t>
            </a:r>
            <a:r>
              <a:rPr lang="en-US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Hadoop</a:t>
            </a:r>
            <a:r>
              <a:rPr lang="en-US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jobs</a:t>
            </a:r>
            <a:r>
              <a:rPr lang="en-US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lang="en-US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sequence</a:t>
            </a:r>
            <a:r>
              <a:rPr lang="en-US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lang="en-US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directed</a:t>
            </a:r>
            <a:r>
              <a:rPr lang="en-US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acyclic</a:t>
            </a:r>
            <a:r>
              <a:rPr lang="en-US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graph</a:t>
            </a:r>
            <a:r>
              <a:rPr lang="en-US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(DAG)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lang="en-US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end-to-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end</a:t>
            </a:r>
            <a:r>
              <a:rPr lang="en-US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workflow</a:t>
            </a:r>
            <a:r>
              <a:rPr lang="en-US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management.</a:t>
            </a:r>
            <a:endParaRPr lang="en-US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241300" marR="227329" indent="-228600" algn="just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lang="en-US" dirty="0">
                <a:latin typeface="Calibri"/>
                <a:cs typeface="Calibri"/>
              </a:rPr>
              <a:t>	Oozie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particularly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useful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for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automating</a:t>
            </a:r>
            <a:r>
              <a:rPr lang="en-US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complex</a:t>
            </a:r>
            <a:r>
              <a:rPr lang="en-US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lang="en-US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workflows</a:t>
            </a:r>
            <a:r>
              <a:rPr lang="en-US" spc="-10" dirty="0">
                <a:latin typeface="Calibri"/>
                <a:cs typeface="Calibri"/>
              </a:rPr>
              <a:t>,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managing</a:t>
            </a:r>
            <a:r>
              <a:rPr lang="en-US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dependencies</a:t>
            </a:r>
            <a:r>
              <a:rPr lang="en-US" spc="-10" dirty="0">
                <a:latin typeface="Calibri"/>
                <a:cs typeface="Calibri"/>
              </a:rPr>
              <a:t>,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orchestrating</a:t>
            </a:r>
            <a:r>
              <a:rPr lang="en-US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multiple</a:t>
            </a:r>
            <a:r>
              <a:rPr lang="en-US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jobs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across</a:t>
            </a:r>
            <a:r>
              <a:rPr lang="en-US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the </a:t>
            </a:r>
            <a:r>
              <a:rPr lang="en-US" dirty="0">
                <a:latin typeface="Calibri"/>
                <a:cs typeface="Calibri"/>
              </a:rPr>
              <a:t>Hadoop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ecosystem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(such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as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MapReduce,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Hive,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Pig,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Sqoop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jobs).</a:t>
            </a:r>
            <a:endParaRPr lang="en-US" dirty="0">
              <a:latin typeface="Calibri"/>
              <a:cs typeface="Calibri"/>
            </a:endParaRPr>
          </a:p>
          <a:p>
            <a:pPr marL="242570" indent="-229870" algn="just">
              <a:lnSpc>
                <a:spcPts val="1825"/>
              </a:lnSpc>
              <a:spcBef>
                <a:spcPts val="790"/>
              </a:spcBef>
              <a:buFont typeface="Arial MT"/>
              <a:buChar char="•"/>
              <a:tabLst>
                <a:tab pos="242570" algn="l"/>
              </a:tabLst>
            </a:pPr>
            <a:r>
              <a:rPr lang="en-US" dirty="0">
                <a:latin typeface="Calibri"/>
                <a:cs typeface="Calibri"/>
              </a:rPr>
              <a:t>It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supports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both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time-</a:t>
            </a:r>
            <a:r>
              <a:rPr lang="en-US" dirty="0">
                <a:latin typeface="Calibri"/>
                <a:cs typeface="Calibri"/>
              </a:rPr>
              <a:t>based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(frequency)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data-</a:t>
            </a:r>
            <a:r>
              <a:rPr lang="en-US" dirty="0">
                <a:latin typeface="Calibri"/>
                <a:cs typeface="Calibri"/>
              </a:rPr>
              <a:t>based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triggers,</a:t>
            </a:r>
            <a:endParaRPr lang="en-US" dirty="0">
              <a:latin typeface="Calibri"/>
              <a:cs typeface="Calibri"/>
            </a:endParaRPr>
          </a:p>
          <a:p>
            <a:pPr marL="241300" algn="just">
              <a:lnSpc>
                <a:spcPts val="1825"/>
              </a:lnSpc>
            </a:pPr>
            <a:r>
              <a:rPr lang="en-US" dirty="0">
                <a:latin typeface="Calibri"/>
                <a:cs typeface="Calibri"/>
              </a:rPr>
              <a:t>making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it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versatile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for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different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types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big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applications.</a:t>
            </a:r>
            <a:endParaRPr lang="en-US" dirty="0">
              <a:latin typeface="Calibri"/>
              <a:cs typeface="Calibri"/>
            </a:endParaRPr>
          </a:p>
          <a:p>
            <a:pPr marL="242570" indent="-229870" algn="just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2570" algn="l"/>
              </a:tabLst>
            </a:pPr>
            <a:r>
              <a:rPr lang="en-US" b="1" dirty="0">
                <a:latin typeface="Calibri"/>
                <a:cs typeface="Calibri"/>
              </a:rPr>
              <a:t>Main</a:t>
            </a:r>
            <a:r>
              <a:rPr lang="en-US" b="1" spc="-30" dirty="0">
                <a:latin typeface="Calibri"/>
                <a:cs typeface="Calibri"/>
              </a:rPr>
              <a:t> </a:t>
            </a:r>
            <a:r>
              <a:rPr lang="en-US" b="1" spc="-10" dirty="0">
                <a:latin typeface="Calibri"/>
                <a:cs typeface="Calibri"/>
              </a:rPr>
              <a:t>Functions:</a:t>
            </a:r>
            <a:endParaRPr lang="en-US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Workflow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Management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Defines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manages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job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sequences.</a:t>
            </a:r>
            <a:endParaRPr lang="en-US" sz="2000" dirty="0">
              <a:latin typeface="Calibri"/>
              <a:cs typeface="Calibri"/>
            </a:endParaRPr>
          </a:p>
          <a:p>
            <a:pPr marL="756285" marR="88900" lvl="1" indent="-287020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2000" b="1" dirty="0">
                <a:latin typeface="Calibri"/>
                <a:cs typeface="Calibri"/>
              </a:rPr>
              <a:t>Coordination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Manages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job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dependencies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schedules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based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time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availability.</a:t>
            </a:r>
            <a:endParaRPr lang="en-US"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2000" b="1" dirty="0">
                <a:latin typeface="Calibri"/>
                <a:cs typeface="Calibri"/>
              </a:rPr>
              <a:t>Retry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Mechanism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Automatically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retries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failed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jobs.</a:t>
            </a:r>
            <a:endParaRPr lang="en-US" sz="2000" dirty="0">
              <a:latin typeface="Calibri"/>
              <a:cs typeface="Calibri"/>
            </a:endParaRPr>
          </a:p>
          <a:p>
            <a:pPr marL="241300" marR="215900" indent="-228600" algn="just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lang="en-US" dirty="0">
                <a:latin typeface="Calibri"/>
                <a:cs typeface="Calibri"/>
              </a:rPr>
              <a:t>	</a:t>
            </a:r>
            <a:r>
              <a:rPr lang="en-US" b="1" dirty="0">
                <a:latin typeface="Calibri"/>
                <a:cs typeface="Calibri"/>
              </a:rPr>
              <a:t>Use</a:t>
            </a:r>
            <a:r>
              <a:rPr lang="en-US" b="1" spc="-35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Cases</a:t>
            </a:r>
            <a:r>
              <a:rPr lang="en-US" dirty="0">
                <a:latin typeface="Calibri"/>
                <a:cs typeface="Calibri"/>
              </a:rPr>
              <a:t>: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ETL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workflows,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batch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processing,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managing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complex </a:t>
            </a:r>
            <a:r>
              <a:rPr lang="en-US" dirty="0">
                <a:latin typeface="Calibri"/>
                <a:cs typeface="Calibri"/>
              </a:rPr>
              <a:t>job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dependencies.</a:t>
            </a:r>
            <a:endParaRPr lang="en-US" dirty="0">
              <a:latin typeface="Calibri"/>
              <a:cs typeface="Calibri"/>
            </a:endParaRPr>
          </a:p>
          <a:p>
            <a:endParaRPr lang="en-US" sz="28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2800" y="2955809"/>
            <a:ext cx="4553331" cy="15378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2614" y="2211083"/>
            <a:ext cx="2233702" cy="57058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Zookeeper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485EF-5B2E-B9FA-D743-D618D652D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7990911" cy="4991039"/>
          </a:xfrm>
        </p:spPr>
        <p:txBody>
          <a:bodyPr>
            <a:normAutofit fontScale="92500"/>
          </a:bodyPr>
          <a:lstStyle/>
          <a:p>
            <a:pPr marL="241300" indent="-228600">
              <a:lnSpc>
                <a:spcPts val="2055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lang="en-US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 err="1">
                <a:solidFill>
                  <a:srgbClr val="FF0000"/>
                </a:solidFill>
                <a:latin typeface="Calibri"/>
                <a:cs typeface="Calibri"/>
              </a:rPr>
              <a:t>ZooKeeper</a:t>
            </a:r>
            <a:r>
              <a:rPr lang="en-US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centralized</a:t>
            </a:r>
            <a:r>
              <a:rPr lang="en-US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service</a:t>
            </a:r>
            <a:r>
              <a:rPr lang="en-US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lang="en-US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coordinating distributed</a:t>
            </a:r>
            <a:r>
              <a:rPr lang="en-US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applications.</a:t>
            </a:r>
            <a:endParaRPr lang="en-US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241300" marR="288290" indent="-229235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pc="-10" dirty="0" err="1">
                <a:latin typeface="Calibri"/>
                <a:cs typeface="Calibri"/>
              </a:rPr>
              <a:t>ZooKeeper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plays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critical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role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Hadoop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ecosystem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other distributed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systems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by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helping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maintain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distributed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state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and </a:t>
            </a:r>
            <a:r>
              <a:rPr lang="en-US" dirty="0">
                <a:latin typeface="Calibri"/>
                <a:cs typeface="Calibri"/>
              </a:rPr>
              <a:t>providing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reliable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way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for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services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work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together.</a:t>
            </a:r>
            <a:endParaRPr lang="en-US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en-US" b="1" dirty="0">
                <a:latin typeface="Calibri"/>
                <a:cs typeface="Calibri"/>
              </a:rPr>
              <a:t>Key</a:t>
            </a:r>
            <a:r>
              <a:rPr lang="en-US" b="1" spc="-65" dirty="0">
                <a:latin typeface="Calibri"/>
                <a:cs typeface="Calibri"/>
              </a:rPr>
              <a:t> </a:t>
            </a:r>
            <a:r>
              <a:rPr lang="en-US" b="1" spc="-10" dirty="0">
                <a:latin typeface="Calibri"/>
                <a:cs typeface="Calibri"/>
              </a:rPr>
              <a:t>Features</a:t>
            </a:r>
            <a:r>
              <a:rPr lang="en-US" b="1" spc="-65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of</a:t>
            </a:r>
            <a:r>
              <a:rPr lang="en-US" b="1" spc="-60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Apache</a:t>
            </a:r>
            <a:r>
              <a:rPr lang="en-US" b="1" spc="-25" dirty="0">
                <a:latin typeface="Calibri"/>
                <a:cs typeface="Calibri"/>
              </a:rPr>
              <a:t> </a:t>
            </a:r>
            <a:r>
              <a:rPr lang="en-US" b="1" spc="-10" dirty="0" err="1">
                <a:latin typeface="Calibri"/>
                <a:cs typeface="Calibri"/>
              </a:rPr>
              <a:t>ZooKeeper</a:t>
            </a:r>
            <a:endParaRPr lang="en-US" dirty="0">
              <a:latin typeface="Calibri"/>
              <a:cs typeface="Calibri"/>
            </a:endParaRPr>
          </a:p>
          <a:p>
            <a:pPr marL="469900" marR="490855" indent="-457834">
              <a:lnSpc>
                <a:spcPts val="1820"/>
              </a:lnSpc>
              <a:spcBef>
                <a:spcPts val="985"/>
              </a:spcBef>
              <a:buAutoNum type="arabicPeriod"/>
              <a:tabLst>
                <a:tab pos="469900" algn="l"/>
              </a:tabLst>
            </a:pPr>
            <a:r>
              <a:rPr lang="en-US" b="1" spc="-10" dirty="0">
                <a:latin typeface="Calibri"/>
                <a:cs typeface="Calibri"/>
              </a:rPr>
              <a:t>Centralized</a:t>
            </a:r>
            <a:r>
              <a:rPr lang="en-US" b="1" spc="-70" dirty="0">
                <a:latin typeface="Calibri"/>
                <a:cs typeface="Calibri"/>
              </a:rPr>
              <a:t> </a:t>
            </a:r>
            <a:r>
              <a:rPr lang="en-US" b="1" spc="-10" dirty="0">
                <a:latin typeface="Calibri"/>
                <a:cs typeface="Calibri"/>
              </a:rPr>
              <a:t>Configuration</a:t>
            </a:r>
            <a:r>
              <a:rPr lang="en-US" b="1" spc="-50" dirty="0">
                <a:latin typeface="Calibri"/>
                <a:cs typeface="Calibri"/>
              </a:rPr>
              <a:t> </a:t>
            </a:r>
            <a:r>
              <a:rPr lang="en-US" b="1" spc="-10" dirty="0">
                <a:latin typeface="Calibri"/>
                <a:cs typeface="Calibri"/>
              </a:rPr>
              <a:t>Management</a:t>
            </a:r>
            <a:r>
              <a:rPr lang="en-US" spc="-10" dirty="0">
                <a:latin typeface="Calibri"/>
                <a:cs typeface="Calibri"/>
              </a:rPr>
              <a:t>: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 err="1">
                <a:latin typeface="Calibri"/>
                <a:cs typeface="Calibri"/>
              </a:rPr>
              <a:t>ZooKeeper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stores configuration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centralized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manner,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allowing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distributed applications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access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modify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configuration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settings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easily.</a:t>
            </a:r>
            <a:endParaRPr lang="en-US" dirty="0">
              <a:latin typeface="Calibri"/>
              <a:cs typeface="Calibri"/>
            </a:endParaRPr>
          </a:p>
          <a:p>
            <a:pPr marL="469900" marR="314960" indent="-457834">
              <a:lnSpc>
                <a:spcPct val="80000"/>
              </a:lnSpc>
              <a:spcBef>
                <a:spcPts val="1019"/>
              </a:spcBef>
              <a:buAutoNum type="arabicPeriod"/>
              <a:tabLst>
                <a:tab pos="469900" algn="l"/>
              </a:tabLst>
            </a:pPr>
            <a:r>
              <a:rPr lang="en-US" b="1" dirty="0">
                <a:latin typeface="Calibri"/>
                <a:cs typeface="Calibri"/>
              </a:rPr>
              <a:t>Naming</a:t>
            </a:r>
            <a:r>
              <a:rPr lang="en-US" b="1" spc="-50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Service</a:t>
            </a:r>
            <a:r>
              <a:rPr lang="en-US" dirty="0">
                <a:latin typeface="Calibri"/>
                <a:cs typeface="Calibri"/>
              </a:rPr>
              <a:t>: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It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provides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naming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registry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for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distributed </a:t>
            </a:r>
            <a:r>
              <a:rPr lang="en-US" dirty="0">
                <a:latin typeface="Calibri"/>
                <a:cs typeface="Calibri"/>
              </a:rPr>
              <a:t>services,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allowing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them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find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each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other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manage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resources dynamically.</a:t>
            </a:r>
            <a:endParaRPr lang="en-US" dirty="0">
              <a:latin typeface="Calibri"/>
              <a:cs typeface="Calibri"/>
            </a:endParaRPr>
          </a:p>
          <a:p>
            <a:pPr marL="469900" marR="5080" indent="-457834">
              <a:lnSpc>
                <a:spcPct val="80000"/>
              </a:lnSpc>
              <a:spcBef>
                <a:spcPts val="1010"/>
              </a:spcBef>
              <a:buAutoNum type="arabicPeriod"/>
              <a:tabLst>
                <a:tab pos="469900" algn="l"/>
              </a:tabLst>
            </a:pPr>
            <a:r>
              <a:rPr lang="en-US" b="1" spc="-10" dirty="0">
                <a:latin typeface="Calibri"/>
                <a:cs typeface="Calibri"/>
              </a:rPr>
              <a:t>Synchronization</a:t>
            </a:r>
            <a:r>
              <a:rPr lang="en-US" spc="-10" dirty="0">
                <a:latin typeface="Calibri"/>
                <a:cs typeface="Calibri"/>
              </a:rPr>
              <a:t>: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spc="-10" dirty="0" err="1">
                <a:latin typeface="Calibri"/>
                <a:cs typeface="Calibri"/>
              </a:rPr>
              <a:t>ZooKeeper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helps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synchronize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distributed processes,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ensuring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they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work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coordination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without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conflicts.</a:t>
            </a:r>
            <a:endParaRPr lang="en-US" dirty="0">
              <a:latin typeface="Calibri"/>
              <a:cs typeface="Calibri"/>
            </a:endParaRPr>
          </a:p>
          <a:p>
            <a:pPr marL="469900" marR="370205" indent="-457834">
              <a:lnSpc>
                <a:spcPct val="80000"/>
              </a:lnSpc>
              <a:spcBef>
                <a:spcPts val="994"/>
              </a:spcBef>
              <a:buAutoNum type="arabicPeriod"/>
              <a:tabLst>
                <a:tab pos="469900" algn="l"/>
              </a:tabLst>
            </a:pPr>
            <a:r>
              <a:rPr lang="en-US" b="1" dirty="0">
                <a:latin typeface="Calibri"/>
                <a:cs typeface="Calibri"/>
              </a:rPr>
              <a:t>Group</a:t>
            </a:r>
            <a:r>
              <a:rPr lang="en-US" b="1" spc="-45" dirty="0">
                <a:latin typeface="Calibri"/>
                <a:cs typeface="Calibri"/>
              </a:rPr>
              <a:t> </a:t>
            </a:r>
            <a:r>
              <a:rPr lang="en-US" b="1" spc="-10" dirty="0">
                <a:latin typeface="Calibri"/>
                <a:cs typeface="Calibri"/>
              </a:rPr>
              <a:t>Management</a:t>
            </a:r>
            <a:r>
              <a:rPr lang="en-US" spc="-10" dirty="0">
                <a:latin typeface="Calibri"/>
                <a:cs typeface="Calibri"/>
              </a:rPr>
              <a:t>: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Supports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creation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management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of </a:t>
            </a:r>
            <a:r>
              <a:rPr lang="en-US" dirty="0">
                <a:latin typeface="Calibri"/>
                <a:cs typeface="Calibri"/>
              </a:rPr>
              <a:t>groups,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enabling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services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join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leave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groups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dynamically.</a:t>
            </a:r>
            <a:endParaRPr lang="en-US" dirty="0">
              <a:latin typeface="Calibri"/>
              <a:cs typeface="Calibri"/>
            </a:endParaRPr>
          </a:p>
          <a:p>
            <a:pPr marL="469900" marR="216535" indent="-457834">
              <a:lnSpc>
                <a:spcPts val="1830"/>
              </a:lnSpc>
              <a:spcBef>
                <a:spcPts val="980"/>
              </a:spcBef>
              <a:buAutoNum type="arabicPeriod"/>
              <a:tabLst>
                <a:tab pos="469900" algn="l"/>
              </a:tabLst>
            </a:pPr>
            <a:r>
              <a:rPr lang="en-US" b="1" spc="-20" dirty="0">
                <a:latin typeface="Calibri"/>
                <a:cs typeface="Calibri"/>
              </a:rPr>
              <a:t>Watchers</a:t>
            </a:r>
            <a:r>
              <a:rPr lang="en-US" spc="-20" dirty="0">
                <a:latin typeface="Calibri"/>
                <a:cs typeface="Calibri"/>
              </a:rPr>
              <a:t>: </a:t>
            </a:r>
            <a:r>
              <a:rPr lang="en-US" spc="-10" dirty="0" err="1">
                <a:latin typeface="Calibri"/>
                <a:cs typeface="Calibri"/>
              </a:rPr>
              <a:t>ZooKeeper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can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set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watchers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on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nodes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get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notified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of </a:t>
            </a:r>
            <a:r>
              <a:rPr lang="en-US" dirty="0">
                <a:latin typeface="Calibri"/>
                <a:cs typeface="Calibri"/>
              </a:rPr>
              <a:t>changes,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allowing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applications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react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changes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state.</a:t>
            </a:r>
            <a:endParaRPr lang="en-US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8373" y="1898173"/>
            <a:ext cx="1923585" cy="11167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3143" y="3546929"/>
            <a:ext cx="3454772" cy="231927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Ambari</a:t>
            </a:r>
            <a:endParaRPr sz="2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51CDAE-FE5A-5CF3-E54D-996CD266D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6927353" cy="4991039"/>
          </a:xfrm>
        </p:spPr>
        <p:txBody>
          <a:bodyPr>
            <a:normAutofit fontScale="70000" lnSpcReduction="20000"/>
          </a:bodyPr>
          <a:lstStyle/>
          <a:p>
            <a:pPr marL="240665" indent="-227965">
              <a:lnSpc>
                <a:spcPts val="1595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dirty="0">
                <a:latin typeface="Calibri"/>
                <a:cs typeface="Calibri"/>
              </a:rPr>
              <a:t>Apache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Ambari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web-</a:t>
            </a:r>
            <a:r>
              <a:rPr lang="en-US" sz="2000" dirty="0">
                <a:latin typeface="Calibri"/>
                <a:cs typeface="Calibri"/>
              </a:rPr>
              <a:t>based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tool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designed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provisioning,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managing,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monitoring </a:t>
            </a:r>
            <a:r>
              <a:rPr lang="en-US" sz="2000" dirty="0">
                <a:latin typeface="Calibri"/>
                <a:cs typeface="Calibri"/>
              </a:rPr>
              <a:t>Apache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Hadoop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clusters.</a:t>
            </a:r>
            <a:endParaRPr lang="en-US" sz="2000" dirty="0">
              <a:latin typeface="Calibri"/>
              <a:cs typeface="Calibri"/>
            </a:endParaRPr>
          </a:p>
          <a:p>
            <a:pPr marL="240665" marR="369570" indent="-228600">
              <a:lnSpc>
                <a:spcPts val="1510"/>
              </a:lnSpc>
              <a:spcBef>
                <a:spcPts val="103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provides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user-</a:t>
            </a:r>
            <a:r>
              <a:rPr lang="en-US" sz="2000" dirty="0">
                <a:latin typeface="Calibri"/>
                <a:cs typeface="Calibri"/>
              </a:rPr>
              <a:t>friendly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interface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simplifies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management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complex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Hadoop environments,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making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easier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administrators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operators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deploy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manage various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components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Hadoop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ecosystem.</a:t>
            </a:r>
            <a:endParaRPr lang="en-US"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en-US" sz="2000" b="1" dirty="0">
                <a:latin typeface="Calibri"/>
                <a:cs typeface="Calibri"/>
              </a:rPr>
              <a:t>Key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Features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of</a:t>
            </a:r>
            <a:r>
              <a:rPr lang="en-US" sz="2000" b="1" spc="-3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Apache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Ambari</a:t>
            </a:r>
            <a:endParaRPr lang="en-US" sz="2000" dirty="0">
              <a:latin typeface="Calibri"/>
              <a:cs typeface="Calibri"/>
            </a:endParaRPr>
          </a:p>
          <a:p>
            <a:pPr marL="508000" marR="16510" lvl="1" indent="-227013">
              <a:lnSpc>
                <a:spcPct val="901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 dirty="0">
                <a:latin typeface="Calibri"/>
                <a:cs typeface="Calibri"/>
              </a:rPr>
              <a:t>Cluster</a:t>
            </a:r>
            <a:r>
              <a:rPr lang="en-US" b="1" spc="-55" dirty="0">
                <a:latin typeface="Calibri"/>
                <a:cs typeface="Calibri"/>
              </a:rPr>
              <a:t> </a:t>
            </a:r>
            <a:r>
              <a:rPr lang="en-US" b="1" spc="-10" dirty="0">
                <a:latin typeface="Calibri"/>
                <a:cs typeface="Calibri"/>
              </a:rPr>
              <a:t>Provisioning</a:t>
            </a:r>
            <a:r>
              <a:rPr lang="en-US" spc="-10" dirty="0">
                <a:latin typeface="Calibri"/>
                <a:cs typeface="Calibri"/>
              </a:rPr>
              <a:t>: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Ambari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simplifies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0" dirty="0">
                <a:latin typeface="Calibri"/>
                <a:cs typeface="Calibri"/>
              </a:rPr>
              <a:t> installation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configuration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Hadoop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clusters, </a:t>
            </a:r>
            <a:r>
              <a:rPr lang="en-US" dirty="0">
                <a:latin typeface="Calibri"/>
                <a:cs typeface="Calibri"/>
              </a:rPr>
              <a:t>allowing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users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easily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add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or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remove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nodes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services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through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guided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installation wizard.</a:t>
            </a:r>
            <a:endParaRPr lang="en-US" dirty="0">
              <a:latin typeface="Calibri"/>
              <a:cs typeface="Calibri"/>
            </a:endParaRPr>
          </a:p>
          <a:p>
            <a:pPr marL="508000" marR="292100" lvl="1" indent="-227013">
              <a:lnSpc>
                <a:spcPts val="1510"/>
              </a:lnSpc>
              <a:spcBef>
                <a:spcPts val="103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 dirty="0">
                <a:latin typeface="Calibri"/>
                <a:cs typeface="Calibri"/>
              </a:rPr>
              <a:t>Service</a:t>
            </a:r>
            <a:r>
              <a:rPr lang="en-US" b="1" spc="-45" dirty="0">
                <a:latin typeface="Calibri"/>
                <a:cs typeface="Calibri"/>
              </a:rPr>
              <a:t> </a:t>
            </a:r>
            <a:r>
              <a:rPr lang="en-US" b="1" spc="-10" dirty="0">
                <a:latin typeface="Calibri"/>
                <a:cs typeface="Calibri"/>
              </a:rPr>
              <a:t>Management</a:t>
            </a:r>
            <a:r>
              <a:rPr lang="en-US" spc="-10" dirty="0">
                <a:latin typeface="Calibri"/>
                <a:cs typeface="Calibri"/>
              </a:rPr>
              <a:t>: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Users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can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start,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stop,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restart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various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Hadoop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services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(such</a:t>
            </a:r>
            <a:r>
              <a:rPr lang="en-US" spc="-25" dirty="0">
                <a:latin typeface="Calibri"/>
                <a:cs typeface="Calibri"/>
              </a:rPr>
              <a:t> as </a:t>
            </a:r>
            <a:r>
              <a:rPr lang="en-US" dirty="0">
                <a:latin typeface="Calibri"/>
                <a:cs typeface="Calibri"/>
              </a:rPr>
              <a:t>HDFS,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YARN,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Hive,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HBase,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etc.)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through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Ambari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interface.</a:t>
            </a:r>
            <a:endParaRPr lang="en-US" dirty="0">
              <a:latin typeface="Calibri"/>
              <a:cs typeface="Calibri"/>
            </a:endParaRPr>
          </a:p>
          <a:p>
            <a:pPr marL="508000" marR="363855" lvl="1" indent="-227013" algn="just">
              <a:lnSpc>
                <a:spcPts val="151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 dirty="0">
                <a:latin typeface="Calibri"/>
                <a:cs typeface="Calibri"/>
              </a:rPr>
              <a:t>Monitoring</a:t>
            </a:r>
            <a:r>
              <a:rPr lang="en-US" b="1" spc="-55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and</a:t>
            </a:r>
            <a:r>
              <a:rPr lang="en-US" b="1" spc="-45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Alerts</a:t>
            </a:r>
            <a:r>
              <a:rPr lang="en-US" dirty="0">
                <a:latin typeface="Calibri"/>
                <a:cs typeface="Calibri"/>
              </a:rPr>
              <a:t>: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Ambari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provides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dashboards </a:t>
            </a:r>
            <a:r>
              <a:rPr lang="en-US" dirty="0">
                <a:latin typeface="Calibri"/>
                <a:cs typeface="Calibri"/>
              </a:rPr>
              <a:t>for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real-</a:t>
            </a:r>
            <a:r>
              <a:rPr lang="en-US" dirty="0">
                <a:latin typeface="Calibri"/>
                <a:cs typeface="Calibri"/>
              </a:rPr>
              <a:t>time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monitoring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cluster 	</a:t>
            </a:r>
            <a:r>
              <a:rPr lang="en-US" dirty="0">
                <a:latin typeface="Calibri"/>
                <a:cs typeface="Calibri"/>
              </a:rPr>
              <a:t>health,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service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metrics,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resource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usage.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It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also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supports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setting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up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alerts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for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various 	cluster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events</a:t>
            </a:r>
            <a:r>
              <a:rPr lang="en-US" dirty="0">
                <a:latin typeface="Calibri"/>
                <a:cs typeface="Calibri"/>
              </a:rPr>
              <a:t> or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metrics.</a:t>
            </a:r>
            <a:endParaRPr lang="en-US" dirty="0">
              <a:latin typeface="Calibri"/>
              <a:cs typeface="Calibri"/>
            </a:endParaRPr>
          </a:p>
          <a:p>
            <a:pPr marL="508000" marR="325755" lvl="1" indent="-227013" algn="just">
              <a:lnSpc>
                <a:spcPts val="151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 spc="-10" dirty="0">
                <a:latin typeface="Calibri"/>
                <a:cs typeface="Calibri"/>
              </a:rPr>
              <a:t>Configuration</a:t>
            </a:r>
            <a:r>
              <a:rPr lang="en-US" b="1" spc="-65" dirty="0">
                <a:latin typeface="Calibri"/>
                <a:cs typeface="Calibri"/>
              </a:rPr>
              <a:t> </a:t>
            </a:r>
            <a:r>
              <a:rPr lang="en-US" b="1" spc="-10" dirty="0">
                <a:latin typeface="Calibri"/>
                <a:cs typeface="Calibri"/>
              </a:rPr>
              <a:t>Management</a:t>
            </a:r>
            <a:r>
              <a:rPr lang="en-US" spc="-10" dirty="0">
                <a:latin typeface="Calibri"/>
                <a:cs typeface="Calibri"/>
              </a:rPr>
              <a:t>: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It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allows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for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easy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management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configuration settings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for 	</a:t>
            </a:r>
            <a:r>
              <a:rPr lang="en-US" dirty="0">
                <a:latin typeface="Calibri"/>
                <a:cs typeface="Calibri"/>
              </a:rPr>
              <a:t>Hadoop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services,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including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ability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apply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configurations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centralized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manner.</a:t>
            </a:r>
            <a:endParaRPr lang="en-US" dirty="0">
              <a:latin typeface="Calibri"/>
              <a:cs typeface="Calibri"/>
            </a:endParaRPr>
          </a:p>
          <a:p>
            <a:pPr marL="508000" marR="5080" lvl="1" indent="-227013">
              <a:lnSpc>
                <a:spcPts val="1510"/>
              </a:lnSpc>
              <a:spcBef>
                <a:spcPts val="101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 dirty="0">
                <a:latin typeface="Calibri"/>
                <a:cs typeface="Calibri"/>
              </a:rPr>
              <a:t>User</a:t>
            </a:r>
            <a:r>
              <a:rPr lang="en-US" b="1" spc="-40" dirty="0">
                <a:latin typeface="Calibri"/>
                <a:cs typeface="Calibri"/>
              </a:rPr>
              <a:t> </a:t>
            </a:r>
            <a:r>
              <a:rPr lang="en-US" b="1" spc="-10" dirty="0">
                <a:latin typeface="Calibri"/>
                <a:cs typeface="Calibri"/>
              </a:rPr>
              <a:t>Management</a:t>
            </a:r>
            <a:r>
              <a:rPr lang="en-US" spc="-10" dirty="0">
                <a:latin typeface="Calibri"/>
                <a:cs typeface="Calibri"/>
              </a:rPr>
              <a:t>: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Administrators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manage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users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their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permissions,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ensuring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secure </a:t>
            </a:r>
            <a:r>
              <a:rPr lang="en-US" dirty="0">
                <a:latin typeface="Calibri"/>
                <a:cs typeface="Calibri"/>
              </a:rPr>
              <a:t>access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cluster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resources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configurations.</a:t>
            </a:r>
            <a:endParaRPr lang="en-US" dirty="0">
              <a:latin typeface="Calibri"/>
              <a:cs typeface="Calibri"/>
            </a:endParaRPr>
          </a:p>
          <a:p>
            <a:pPr marL="508000" marR="313690" lvl="1" indent="-227013" algn="just">
              <a:lnSpc>
                <a:spcPct val="90100"/>
              </a:lnSpc>
              <a:spcBef>
                <a:spcPts val="97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 spc="-10" dirty="0">
                <a:latin typeface="Calibri"/>
                <a:cs typeface="Calibri"/>
              </a:rPr>
              <a:t>Integration</a:t>
            </a:r>
            <a:r>
              <a:rPr lang="en-US" b="1" spc="-40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with</a:t>
            </a:r>
            <a:r>
              <a:rPr lang="en-US" b="1" spc="-65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Ambari</a:t>
            </a:r>
            <a:r>
              <a:rPr lang="en-US" b="1" spc="-35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Metrics</a:t>
            </a:r>
            <a:r>
              <a:rPr lang="en-US" b="1" spc="-40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and</a:t>
            </a:r>
            <a:r>
              <a:rPr lang="en-US" b="1" spc="-50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Alerts</a:t>
            </a:r>
            <a:r>
              <a:rPr lang="en-US" dirty="0">
                <a:latin typeface="Calibri"/>
                <a:cs typeface="Calibri"/>
              </a:rPr>
              <a:t>: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Supports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collection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visualization </a:t>
            </a:r>
            <a:r>
              <a:rPr lang="en-US" spc="-25" dirty="0">
                <a:latin typeface="Calibri"/>
                <a:cs typeface="Calibri"/>
              </a:rPr>
              <a:t>of 	</a:t>
            </a:r>
            <a:r>
              <a:rPr lang="en-US" dirty="0">
                <a:latin typeface="Calibri"/>
                <a:cs typeface="Calibri"/>
              </a:rPr>
              <a:t>metrics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from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different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Hadoop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components,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allowing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for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comprehensive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monitoring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and 	</a:t>
            </a:r>
            <a:r>
              <a:rPr lang="en-US" spc="-10" dirty="0">
                <a:latin typeface="Calibri"/>
                <a:cs typeface="Calibri"/>
              </a:rPr>
              <a:t>alerting.</a:t>
            </a:r>
            <a:endParaRPr lang="en-US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0055" y="1539449"/>
            <a:ext cx="1234318" cy="5072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6040" y="2166434"/>
            <a:ext cx="4743196" cy="29865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42375" y="5272706"/>
            <a:ext cx="1835871" cy="14243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CE25-35C5-F8C2-93F3-75E6F478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Final Notes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C69CE-4637-39A9-33A6-B5CFBD5A5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661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98DF-D91B-3039-6A35-B1D5FAB6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Main Hadoop Components</a:t>
            </a:r>
            <a:endParaRPr lang="en-US" dirty="0"/>
          </a:p>
        </p:txBody>
      </p:sp>
      <p:graphicFrame>
        <p:nvGraphicFramePr>
          <p:cNvPr id="82" name="Content Placeholder 81">
            <a:extLst>
              <a:ext uri="{FF2B5EF4-FFF2-40B4-BE49-F238E27FC236}">
                <a16:creationId xmlns:a16="http://schemas.microsoft.com/office/drawing/2014/main" id="{135E2F87-A441-0139-1576-BC186FCA1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2959723"/>
              </p:ext>
            </p:extLst>
          </p:nvPr>
        </p:nvGraphicFramePr>
        <p:xfrm>
          <a:off x="284163" y="1706563"/>
          <a:ext cx="11069634" cy="43891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771588">
                  <a:extLst>
                    <a:ext uri="{9D8B030D-6E8A-4147-A177-3AD203B41FA5}">
                      <a16:colId xmlns:a16="http://schemas.microsoft.com/office/drawing/2014/main" val="2092172446"/>
                    </a:ext>
                  </a:extLst>
                </a:gridCol>
                <a:gridCol w="8298046">
                  <a:extLst>
                    <a:ext uri="{9D8B030D-6E8A-4147-A177-3AD203B41FA5}">
                      <a16:colId xmlns:a16="http://schemas.microsoft.com/office/drawing/2014/main" val="25239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Category / Component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80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Storage Components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04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Distributed file system for scalable and fault-tolerant data storage.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989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NoSQL database for real-time read/write access to large datasets.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90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Phoenix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SQL layer on top of HBase for low-latency OLTP and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876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Batch Processing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91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MapReduce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Traditional batch processing model for parallel computation on large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407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Tez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DAG-based execution engine; faster alternative to MapReduce.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379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SQL-like interface for querying large datasets, often runs on Tez or Spark.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03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Pig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Dataflow scripting platform using Pig Latin for batch data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287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</a:rPr>
                        <a:t>MPP (Massively Parallel Processing) SQL query engine for real-time, interactive querying on Hadoop data.</a:t>
                      </a:r>
                      <a:endParaRPr lang="en-US" b="0" i="0" u="none" strike="noStrik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731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Real-Time / Stream Processing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467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Spark Streaming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Micro-batch stream processing engine within Apache Spark.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2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Flink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True stream processing engine with high throughput and low latency.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31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Storm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Distributed real-time computation system for event-driven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457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Data Ingestion &amp; Integration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0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Sqoop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Imports/exports structured data between Hadoop and relational databases.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18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Flume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Collects and transports large volumes of log or event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83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661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EC68E-1A8B-E467-8D3D-CE578129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BFAD-F7FC-EB4E-DB73-D0B4611B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Main Hadoop Components</a:t>
            </a:r>
            <a:endParaRPr lang="en-US" dirty="0" err="1"/>
          </a:p>
        </p:txBody>
      </p:sp>
      <p:graphicFrame>
        <p:nvGraphicFramePr>
          <p:cNvPr id="82" name="Content Placeholder 81">
            <a:extLst>
              <a:ext uri="{FF2B5EF4-FFF2-40B4-BE49-F238E27FC236}">
                <a16:creationId xmlns:a16="http://schemas.microsoft.com/office/drawing/2014/main" id="{E61DA268-6635-1C98-1674-A7AD4D899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943444"/>
              </p:ext>
            </p:extLst>
          </p:nvPr>
        </p:nvGraphicFramePr>
        <p:xfrm>
          <a:off x="284163" y="1706563"/>
          <a:ext cx="11069635" cy="48768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786529">
                  <a:extLst>
                    <a:ext uri="{9D8B030D-6E8A-4147-A177-3AD203B41FA5}">
                      <a16:colId xmlns:a16="http://schemas.microsoft.com/office/drawing/2014/main" val="2092172446"/>
                    </a:ext>
                  </a:extLst>
                </a:gridCol>
                <a:gridCol w="8283106">
                  <a:extLst>
                    <a:ext uri="{9D8B030D-6E8A-4147-A177-3AD203B41FA5}">
                      <a16:colId xmlns:a16="http://schemas.microsoft.com/office/drawing/2014/main" val="25239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Category / Component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80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Security &amp; Governance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5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Ranger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Centralized security for authorization, policies, and auditing.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146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Knox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Gateway that provides perimeter security and REST API access to Hadoop.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04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Atlas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Metadata management and data governance framework.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600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Machine Learning &amp; Search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545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Mahout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Scalable machine learning library for classification, clustering,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469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Solr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Enterprise search platform; supports full-text search on Hadoop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621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Cluster Coordination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539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YARN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Resource management layer for job scheduling and cluster resource utilization.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876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Zookeeper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Coordination service for configuration, synchronization, and leader election.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20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Serialization &amp; File Formats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557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Avro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Row-based data serialization framework with schema support.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502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Parquet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Columnar storage format optimized for performance and compression.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076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ORC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Columnar storage format optimized for Hive; enables efficient querying.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445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UI, Workflow &amp; Dev Tools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Oozie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Workflow scheduler to orchestrate complex Hadoop jobs.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197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Ambari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Web UI for provisioning, monitoring, and managing Hadoop clusters.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297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Web-based user interface for querying and interacting with Hadoop tools.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41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Zeppelin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Interactive data analytics notebook that supports Spark, SQL, and more.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6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9756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4C8CC7-78EF-4A0E-A00B-57725A4E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 Components in AWS EMR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3A4C29-0209-FE53-12D8-C68FEFCD6A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429672"/>
              </p:ext>
            </p:extLst>
          </p:nvPr>
        </p:nvGraphicFramePr>
        <p:xfrm>
          <a:off x="284085" y="1706564"/>
          <a:ext cx="11051880" cy="4572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52630">
                  <a:extLst>
                    <a:ext uri="{9D8B030D-6E8A-4147-A177-3AD203B41FA5}">
                      <a16:colId xmlns:a16="http://schemas.microsoft.com/office/drawing/2014/main" val="4253224905"/>
                    </a:ext>
                  </a:extLst>
                </a:gridCol>
                <a:gridCol w="2172511">
                  <a:extLst>
                    <a:ext uri="{9D8B030D-6E8A-4147-A177-3AD203B41FA5}">
                      <a16:colId xmlns:a16="http://schemas.microsoft.com/office/drawing/2014/main" val="2322419839"/>
                    </a:ext>
                  </a:extLst>
                </a:gridCol>
                <a:gridCol w="6426739">
                  <a:extLst>
                    <a:ext uri="{9D8B030D-6E8A-4147-A177-3AD203B41FA5}">
                      <a16:colId xmlns:a16="http://schemas.microsoft.com/office/drawing/2014/main" val="316446790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Category</a:t>
                      </a:r>
                      <a:endParaRPr lang="en-US" sz="1100"/>
                    </a:p>
                  </a:txBody>
                  <a:tcPr marL="26131" marR="26131" marT="13066" marB="1306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Application</a:t>
                      </a:r>
                      <a:endParaRPr lang="en-US" sz="1100"/>
                    </a:p>
                  </a:txBody>
                  <a:tcPr marL="26131" marR="26131" marT="13066" marB="1306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Description</a:t>
                      </a:r>
                      <a:endParaRPr lang="en-US" sz="1100" dirty="0"/>
                    </a:p>
                  </a:txBody>
                  <a:tcPr marL="26131" marR="26131" marT="13066" marB="1306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6784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b="1"/>
                        <a:t>Big Data Engines</a:t>
                      </a:r>
                      <a:endParaRPr lang="en-US" sz="110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Apache Spark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Fast in-memory distributed data processing for large-scale workloads.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427717819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Hadoop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Core framework for distributed storage (HDFS) and processing (MapReduce/YARN).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357284466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Flink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Real-time stream processing framework with high throughput and low latency.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35282706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HBase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NoSQL database for real-time read/write access on HDFS.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22685322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Presto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Distributed SQL query engine for large-scale interactive queries.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287703604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Trino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High-performance distributed SQL engine (PrestoSQL fork).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142594594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b="1"/>
                        <a:t>Notebook Interfaces</a:t>
                      </a:r>
                      <a:endParaRPr lang="en-US" sz="110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JupyterEnterpriseGateway</a:t>
                      </a:r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Enables remote access to Jupyter kernels on distributed clusters.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14561470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JupyterHub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Multi-user </a:t>
                      </a:r>
                      <a:r>
                        <a:rPr lang="en-US" sz="1100" dirty="0" err="1"/>
                        <a:t>Jupyter</a:t>
                      </a:r>
                      <a:r>
                        <a:rPr lang="en-US" sz="1100" dirty="0"/>
                        <a:t> notebook server.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391348887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b="1" dirty="0"/>
                        <a:t>SQL/Data Warehousing</a:t>
                      </a:r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Hive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SQL-like interface for querying large datasets on Hadoop.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8802812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HCatalog</a:t>
                      </a:r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Table and metadata management layer for Hive.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82927404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b="1" dirty="0"/>
                        <a:t>Workflow Management</a:t>
                      </a:r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Oozie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Workflow scheduler system to manage Hadoop jobs.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264455002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Tez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Framework for building data processing tasks on YARN.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158714905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b="1" dirty="0"/>
                        <a:t>Streaming &amp; Interfaces</a:t>
                      </a:r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Livy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REST API for interacting with Spark.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1809762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Zeppelin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Web-based notebook for data exploration and visualization.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30006354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b="1" dirty="0"/>
                        <a:t>Scripting</a:t>
                      </a:r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Pig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High-level scripting platform for Hadoop.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253820862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b="1" dirty="0"/>
                        <a:t>Monitoring</a:t>
                      </a:r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AmazonCloudWatchAgent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Sends system metrics and logs to Amazon CloudWatch.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34715354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b="1" dirty="0"/>
                        <a:t>Machine Learning</a:t>
                      </a:r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TensorFlow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Open-source machine learning framework by Google.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90441434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b="1" dirty="0"/>
                        <a:t>Data Management</a:t>
                      </a:r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Hue</a:t>
                      </a:r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Web UI for Hadoop ecosystem (Hive, Pig, HDFS, etc.).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364185118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b="1" dirty="0"/>
                        <a:t>Coordination Services</a:t>
                      </a:r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ZooKeeper</a:t>
                      </a:r>
                      <a:endParaRPr lang="en-US" sz="1100" dirty="0"/>
                    </a:p>
                  </a:txBody>
                  <a:tcPr marL="26131" marR="26131" marT="13066" marB="13066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Coordination service for distributed applications.</a:t>
                      </a:r>
                    </a:p>
                  </a:txBody>
                  <a:tcPr marL="26131" marR="26131" marT="13066" marB="13066" anchor="ctr"/>
                </a:tc>
                <a:extLst>
                  <a:ext uri="{0D108BD9-81ED-4DB2-BD59-A6C34878D82A}">
                    <a16:rowId xmlns:a16="http://schemas.microsoft.com/office/drawing/2014/main" val="62749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359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35121-B141-7218-B42D-1A5178094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Distributed Processing vs. Massive Parallel Processing (MPP)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3D824-DE25-C32C-01F2-97287FB39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Distributed Processing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General Concept</a:t>
            </a:r>
            <a:r>
              <a:rPr lang="en-US" dirty="0">
                <a:ea typeface="+mn-lt"/>
                <a:cs typeface="+mn-lt"/>
              </a:rPr>
              <a:t>: Any system where multiple computers (or nodes) work together to process data.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Used in</a:t>
            </a:r>
            <a:r>
              <a:rPr lang="en-US" dirty="0">
                <a:ea typeface="+mn-lt"/>
                <a:cs typeface="+mn-lt"/>
              </a:rPr>
              <a:t>: Hadoop (MapReduce), Spark, Flink, Storm, etc.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How it works</a:t>
            </a:r>
            <a:r>
              <a:rPr lang="en-US" dirty="0">
                <a:ea typeface="+mn-lt"/>
                <a:cs typeface="+mn-lt"/>
              </a:rPr>
              <a:t>: The workload is split into chunks and processed in parallel across multiple machines, each with its own memory and CPU.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Flexible</a:t>
            </a:r>
            <a:r>
              <a:rPr lang="en-US" dirty="0">
                <a:ea typeface="+mn-lt"/>
                <a:cs typeface="+mn-lt"/>
              </a:rPr>
              <a:t>: Can handle a wide range of tasks, not just databases—can be for file processing, stream processing, ML, etc.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MPP (Massively Parallel Processing)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Specific Type of Distributed Processing</a:t>
            </a:r>
            <a:r>
              <a:rPr lang="en-US" dirty="0">
                <a:ea typeface="+mn-lt"/>
                <a:cs typeface="+mn-lt"/>
              </a:rPr>
              <a:t>: Tailored for </a:t>
            </a:r>
            <a:r>
              <a:rPr lang="en-US" b="1" dirty="0">
                <a:ea typeface="+mn-lt"/>
                <a:cs typeface="+mn-lt"/>
              </a:rPr>
              <a:t>databases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query execution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Used in</a:t>
            </a:r>
            <a:r>
              <a:rPr lang="en-US" dirty="0">
                <a:ea typeface="+mn-lt"/>
                <a:cs typeface="+mn-lt"/>
              </a:rPr>
              <a:t>: Impala, Amazon Redshift, Google </a:t>
            </a:r>
            <a:r>
              <a:rPr lang="en-US" dirty="0" err="1">
                <a:ea typeface="+mn-lt"/>
                <a:cs typeface="+mn-lt"/>
              </a:rPr>
              <a:t>BigQuery</a:t>
            </a:r>
            <a:r>
              <a:rPr lang="en-US" dirty="0">
                <a:ea typeface="+mn-lt"/>
                <a:cs typeface="+mn-lt"/>
              </a:rPr>
              <a:t>, Greenplum, etc.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How it works</a:t>
            </a:r>
            <a:r>
              <a:rPr lang="en-US" dirty="0">
                <a:ea typeface="+mn-lt"/>
                <a:cs typeface="+mn-lt"/>
              </a:rPr>
              <a:t>: Tables are split into partitions and distributed across nodes. Each node processes its chunk </a:t>
            </a:r>
            <a:r>
              <a:rPr lang="en-US" b="1" dirty="0">
                <a:ea typeface="+mn-lt"/>
                <a:cs typeface="+mn-lt"/>
              </a:rPr>
              <a:t>independently and simultaneously</a:t>
            </a:r>
            <a:r>
              <a:rPr lang="en-US" dirty="0">
                <a:ea typeface="+mn-lt"/>
                <a:cs typeface="+mn-lt"/>
              </a:rPr>
              <a:t>, then results are combined.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Optimized for</a:t>
            </a:r>
            <a:r>
              <a:rPr lang="en-US" dirty="0">
                <a:ea typeface="+mn-lt"/>
                <a:cs typeface="+mn-lt"/>
              </a:rPr>
              <a:t>: High-speed SQL queries on big data. Think of it like a turbocharged SQL engine.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42855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7BF8-9EB6-EB2A-6FCA-BB3FE54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Key Differences (Distributed Processing vs. MPP)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9131E5-D272-CD58-3F5C-9B41C4487A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580622"/>
              </p:ext>
            </p:extLst>
          </p:nvPr>
        </p:nvGraphicFramePr>
        <p:xfrm>
          <a:off x="284163" y="1706563"/>
          <a:ext cx="11069637" cy="237744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689879">
                  <a:extLst>
                    <a:ext uri="{9D8B030D-6E8A-4147-A177-3AD203B41FA5}">
                      <a16:colId xmlns:a16="http://schemas.microsoft.com/office/drawing/2014/main" val="2650493554"/>
                    </a:ext>
                  </a:extLst>
                </a:gridCol>
                <a:gridCol w="3689879">
                  <a:extLst>
                    <a:ext uri="{9D8B030D-6E8A-4147-A177-3AD203B41FA5}">
                      <a16:colId xmlns:a16="http://schemas.microsoft.com/office/drawing/2014/main" val="707909215"/>
                    </a:ext>
                  </a:extLst>
                </a:gridCol>
                <a:gridCol w="3689879">
                  <a:extLst>
                    <a:ext uri="{9D8B030D-6E8A-4147-A177-3AD203B41FA5}">
                      <a16:colId xmlns:a16="http://schemas.microsoft.com/office/drawing/2014/main" val="555260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MPP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Distributed Processing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689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Primary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 query engines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 data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7816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Analytical queries (OLAP)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Broader workloads (ETL, ML, streaming)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843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Impala, Redshift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Spark, MapReduce, Flink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840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Independence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Nodes work mostly independently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Often requires coordination or intermediate shuffling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5372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A67F442-A4EE-C664-5810-41DD02FE24D6}"/>
              </a:ext>
            </a:extLst>
          </p:cNvPr>
          <p:cNvSpPr txBox="1"/>
          <p:nvPr/>
        </p:nvSpPr>
        <p:spPr>
          <a:xfrm>
            <a:off x="287268" y="4387232"/>
            <a:ext cx="1107799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TL;DR</a:t>
            </a:r>
            <a:r>
              <a:rPr lang="en-US" dirty="0"/>
              <a:t>:</a:t>
            </a:r>
          </a:p>
          <a:p>
            <a:r>
              <a:rPr lang="en-US" b="1" dirty="0"/>
              <a:t>All MPP systems are distributed</a:t>
            </a:r>
            <a:r>
              <a:rPr lang="en-US" dirty="0"/>
              <a:t>, but not all distributed systems are MPP.</a:t>
            </a:r>
            <a:br>
              <a:rPr lang="en-US" dirty="0"/>
            </a:br>
            <a:r>
              <a:rPr lang="en-US" dirty="0"/>
              <a:t>MPP is a specialized, high-performance </a:t>
            </a:r>
            <a:r>
              <a:rPr lang="en-US" b="1" dirty="0"/>
              <a:t>subset</a:t>
            </a:r>
            <a:r>
              <a:rPr lang="en-US" dirty="0"/>
              <a:t> of distributed processing focused on SQL analytics.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39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5523</Words>
  <Application>Microsoft Office PowerPoint</Application>
  <PresentationFormat>Widescreen</PresentationFormat>
  <Paragraphs>643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307401 Big Data and Data Warehouses</vt:lpstr>
      <vt:lpstr>Types of Processing in Computing</vt:lpstr>
      <vt:lpstr>Understanding Speedup in Parallel Computing</vt:lpstr>
      <vt:lpstr>Introduction to Hadoop</vt:lpstr>
      <vt:lpstr>History of Hadoop</vt:lpstr>
      <vt:lpstr>History of Hadoop</vt:lpstr>
      <vt:lpstr>Hadoop Echo System</vt:lpstr>
      <vt:lpstr>HDFS – Hadoop Distributed File System</vt:lpstr>
      <vt:lpstr>Steps When a File Is Uploaded to HDFS</vt:lpstr>
      <vt:lpstr>YARN, Yet Another Resource Negotiator</vt:lpstr>
      <vt:lpstr>Steps for Resource Allocation in YARN</vt:lpstr>
      <vt:lpstr>MapReduce: Distributed Big Data Processing Framework</vt:lpstr>
      <vt:lpstr>Steps in the MapReduce Execution Process</vt:lpstr>
      <vt:lpstr>Steps in the MapReduce Execution Process</vt:lpstr>
      <vt:lpstr>Real-World Use Case: Log Analysis for Ad Click Fraud Detection</vt:lpstr>
      <vt:lpstr>Processing with MapReduce</vt:lpstr>
      <vt:lpstr>Apache Hive</vt:lpstr>
      <vt:lpstr>Real-World Use Case: Marketing Campaign Analysis</vt:lpstr>
      <vt:lpstr>Apache PIG – High Level SQL Like Language on top of Hadoop</vt:lpstr>
      <vt:lpstr>Real-World Use Case: Web Log Processing for User Behavior Analysis</vt:lpstr>
      <vt:lpstr>Apache HBase - Distributed Database on top of Hadoop</vt:lpstr>
      <vt:lpstr>Insert Data in HBase</vt:lpstr>
      <vt:lpstr>Key Concepts</vt:lpstr>
      <vt:lpstr>Real-World Use Case: Messaging Platform – Real-Time Message Storage &amp; Retrieval</vt:lpstr>
      <vt:lpstr>HBase vs Relational DB</vt:lpstr>
      <vt:lpstr>Apache Spark</vt:lpstr>
      <vt:lpstr>MapReduce vs. Spark</vt:lpstr>
      <vt:lpstr>Apache Kafka – Messaging System</vt:lpstr>
      <vt:lpstr>Kafka in E-Commerce Order Processing</vt:lpstr>
      <vt:lpstr>E-commerce Order Processing Flow</vt:lpstr>
      <vt:lpstr>E-commerce Order Processing Flow</vt:lpstr>
      <vt:lpstr>E-commerce Order Processing Flow</vt:lpstr>
      <vt:lpstr>Apache Flink</vt:lpstr>
      <vt:lpstr>Apache Oozie</vt:lpstr>
      <vt:lpstr>Apache Zookeeper</vt:lpstr>
      <vt:lpstr>Apache Ambari</vt:lpstr>
      <vt:lpstr>Final Notes</vt:lpstr>
      <vt:lpstr>Main Hadoop Components</vt:lpstr>
      <vt:lpstr>Main Hadoop Components</vt:lpstr>
      <vt:lpstr>Big Data Components in AWS EMR</vt:lpstr>
      <vt:lpstr>Distributed Processing vs. Massive Parallel Processing (MPP)</vt:lpstr>
      <vt:lpstr>Key Differences (Distributed Processing vs. MPP)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469</cp:revision>
  <dcterms:created xsi:type="dcterms:W3CDTF">2023-03-26T11:17:23Z</dcterms:created>
  <dcterms:modified xsi:type="dcterms:W3CDTF">2025-07-28T21:14:53Z</dcterms:modified>
</cp:coreProperties>
</file>