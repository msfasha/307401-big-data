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283" r:id="rId3"/>
    <p:sldId id="284" r:id="rId4"/>
    <p:sldId id="257" r:id="rId5"/>
    <p:sldId id="258" r:id="rId6"/>
    <p:sldId id="260" r:id="rId7"/>
    <p:sldId id="263" r:id="rId8"/>
    <p:sldId id="264" r:id="rId9"/>
    <p:sldId id="265" r:id="rId10"/>
    <p:sldId id="314" r:id="rId11"/>
    <p:sldId id="268" r:id="rId12"/>
    <p:sldId id="327" r:id="rId13"/>
    <p:sldId id="270" r:id="rId14"/>
    <p:sldId id="329" r:id="rId15"/>
    <p:sldId id="272" r:id="rId16"/>
    <p:sldId id="321" r:id="rId17"/>
    <p:sldId id="335" r:id="rId18"/>
    <p:sldId id="328" r:id="rId19"/>
    <p:sldId id="322" r:id="rId20"/>
    <p:sldId id="274" r:id="rId21"/>
    <p:sldId id="330" r:id="rId22"/>
    <p:sldId id="278" r:id="rId23"/>
    <p:sldId id="336" r:id="rId24"/>
    <p:sldId id="346" r:id="rId25"/>
    <p:sldId id="347" r:id="rId26"/>
    <p:sldId id="348" r:id="rId27"/>
    <p:sldId id="345" r:id="rId28"/>
    <p:sldId id="343" r:id="rId29"/>
    <p:sldId id="315" r:id="rId30"/>
    <p:sldId id="280" r:id="rId31"/>
    <p:sldId id="281" r:id="rId32"/>
    <p:sldId id="282" r:id="rId33"/>
    <p:sldId id="334" r:id="rId34"/>
    <p:sldId id="323" r:id="rId35"/>
    <p:sldId id="324" r:id="rId36"/>
    <p:sldId id="349" r:id="rId37"/>
    <p:sldId id="332" r:id="rId38"/>
    <p:sldId id="333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23B"/>
    <a:srgbClr val="67337A"/>
    <a:srgbClr val="00642D"/>
    <a:srgbClr val="98A5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5724D6-962A-4BB5-B62E-9C76E04FD5FB}" v="84" dt="2025-07-26T20:08:35.2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ed Fasha" userId="S::mohammed.fasha@uop.edu.jo::cc64f42d-a1a6-4f08-b97b-0c37f877119f" providerId="AD" clId="Web-{411F16AF-03A3-6BA1-B79B-E9FB6FBED36A}"/>
    <pc:docChg chg="addSld delSld modSld">
      <pc:chgData name="Mohammed Fasha" userId="S::mohammed.fasha@uop.edu.jo::cc64f42d-a1a6-4f08-b97b-0c37f877119f" providerId="AD" clId="Web-{411F16AF-03A3-6BA1-B79B-E9FB6FBED36A}" dt="2025-03-17T05:47:39.406" v="102"/>
      <pc:docMkLst>
        <pc:docMk/>
      </pc:docMkLst>
      <pc:sldChg chg="add del">
        <pc:chgData name="Mohammed Fasha" userId="S::mohammed.fasha@uop.edu.jo::cc64f42d-a1a6-4f08-b97b-0c37f877119f" providerId="AD" clId="Web-{411F16AF-03A3-6BA1-B79B-E9FB6FBED36A}" dt="2025-03-17T05:47:39.406" v="102"/>
        <pc:sldMkLst>
          <pc:docMk/>
          <pc:sldMk cId="3262872071" sldId="267"/>
        </pc:sldMkLst>
      </pc:sldChg>
      <pc:sldChg chg="addSp delSp modSp new add del">
        <pc:chgData name="Mohammed Fasha" userId="S::mohammed.fasha@uop.edu.jo::cc64f42d-a1a6-4f08-b97b-0c37f877119f" providerId="AD" clId="Web-{411F16AF-03A3-6BA1-B79B-E9FB6FBED36A}" dt="2025-03-17T05:47:39.406" v="101"/>
        <pc:sldMkLst>
          <pc:docMk/>
          <pc:sldMk cId="3133918167" sldId="304"/>
        </pc:sldMkLst>
      </pc:sldChg>
      <pc:sldChg chg="addSp delSp modSp new add del">
        <pc:chgData name="Mohammed Fasha" userId="S::mohammed.fasha@uop.edu.jo::cc64f42d-a1a6-4f08-b97b-0c37f877119f" providerId="AD" clId="Web-{411F16AF-03A3-6BA1-B79B-E9FB6FBED36A}" dt="2025-03-17T05:47:39.406" v="100"/>
        <pc:sldMkLst>
          <pc:docMk/>
          <pc:sldMk cId="3673227071" sldId="305"/>
        </pc:sldMkLst>
      </pc:sldChg>
    </pc:docChg>
  </pc:docChgLst>
  <pc:docChgLst>
    <pc:chgData name="Mohammed Fasha" userId="cc64f42d-a1a6-4f08-b97b-0c37f877119f" providerId="ADAL" clId="{E3189476-60BF-4BD3-A575-175D5A28A69C}"/>
    <pc:docChg chg="undo custSel addSld delSld modSld sldOrd">
      <pc:chgData name="Mohammed Fasha" userId="cc64f42d-a1a6-4f08-b97b-0c37f877119f" providerId="ADAL" clId="{E3189476-60BF-4BD3-A575-175D5A28A69C}" dt="2025-03-26T09:13:05.669" v="394" actId="1076"/>
      <pc:docMkLst>
        <pc:docMk/>
      </pc:docMkLst>
      <pc:sldChg chg="addSp delSp modSp mod">
        <pc:chgData name="Mohammed Fasha" userId="cc64f42d-a1a6-4f08-b97b-0c37f877119f" providerId="ADAL" clId="{E3189476-60BF-4BD3-A575-175D5A28A69C}" dt="2025-03-26T08:04:30.144" v="309" actId="27636"/>
        <pc:sldMkLst>
          <pc:docMk/>
          <pc:sldMk cId="2158520731" sldId="321"/>
        </pc:sldMkLst>
      </pc:sldChg>
      <pc:sldChg chg="modSp del mod">
        <pc:chgData name="Mohammed Fasha" userId="cc64f42d-a1a6-4f08-b97b-0c37f877119f" providerId="ADAL" clId="{E3189476-60BF-4BD3-A575-175D5A28A69C}" dt="2025-03-25T08:17:30.655" v="70" actId="2696"/>
        <pc:sldMkLst>
          <pc:docMk/>
          <pc:sldMk cId="3694445782" sldId="326"/>
        </pc:sldMkLst>
      </pc:sldChg>
      <pc:sldChg chg="modSp mod">
        <pc:chgData name="Mohammed Fasha" userId="cc64f42d-a1a6-4f08-b97b-0c37f877119f" providerId="ADAL" clId="{E3189476-60BF-4BD3-A575-175D5A28A69C}" dt="2025-03-25T08:07:23.645" v="28" actId="20577"/>
        <pc:sldMkLst>
          <pc:docMk/>
          <pc:sldMk cId="2059959534" sldId="330"/>
        </pc:sldMkLst>
      </pc:sldChg>
      <pc:sldChg chg="modSp mod">
        <pc:chgData name="Mohammed Fasha" userId="cc64f42d-a1a6-4f08-b97b-0c37f877119f" providerId="ADAL" clId="{E3189476-60BF-4BD3-A575-175D5A28A69C}" dt="2025-03-26T08:05:04.940" v="317" actId="20577"/>
        <pc:sldMkLst>
          <pc:docMk/>
          <pc:sldMk cId="4251754830" sldId="335"/>
        </pc:sldMkLst>
      </pc:sldChg>
      <pc:sldChg chg="addSp delSp modSp new del mod">
        <pc:chgData name="Mohammed Fasha" userId="cc64f42d-a1a6-4f08-b97b-0c37f877119f" providerId="ADAL" clId="{E3189476-60BF-4BD3-A575-175D5A28A69C}" dt="2025-03-25T08:16:02.768" v="51" actId="680"/>
        <pc:sldMkLst>
          <pc:docMk/>
          <pc:sldMk cId="991667372" sldId="336"/>
        </pc:sldMkLst>
      </pc:sldChg>
      <pc:sldChg chg="addSp delSp modSp new mod">
        <pc:chgData name="Mohammed Fasha" userId="cc64f42d-a1a6-4f08-b97b-0c37f877119f" providerId="ADAL" clId="{E3189476-60BF-4BD3-A575-175D5A28A69C}" dt="2025-03-26T09:12:12.290" v="378" actId="2711"/>
        <pc:sldMkLst>
          <pc:docMk/>
          <pc:sldMk cId="2914298022" sldId="336"/>
        </pc:sldMkLst>
      </pc:sldChg>
      <pc:sldChg chg="modSp new mod">
        <pc:chgData name="Mohammed Fasha" userId="cc64f42d-a1a6-4f08-b97b-0c37f877119f" providerId="ADAL" clId="{E3189476-60BF-4BD3-A575-175D5A28A69C}" dt="2025-03-25T08:17:53.199" v="79" actId="207"/>
        <pc:sldMkLst>
          <pc:docMk/>
          <pc:sldMk cId="2164727706" sldId="337"/>
        </pc:sldMkLst>
      </pc:sldChg>
      <pc:sldChg chg="modSp add del mod">
        <pc:chgData name="Mohammed Fasha" userId="cc64f42d-a1a6-4f08-b97b-0c37f877119f" providerId="ADAL" clId="{E3189476-60BF-4BD3-A575-175D5A28A69C}" dt="2025-03-26T09:12:55.746" v="388" actId="47"/>
        <pc:sldMkLst>
          <pc:docMk/>
          <pc:sldMk cId="59626595" sldId="338"/>
        </pc:sldMkLst>
      </pc:sldChg>
      <pc:sldChg chg="modSp add del mod">
        <pc:chgData name="Mohammed Fasha" userId="cc64f42d-a1a6-4f08-b97b-0c37f877119f" providerId="ADAL" clId="{E3189476-60BF-4BD3-A575-175D5A28A69C}" dt="2025-03-26T09:12:56.404" v="389" actId="47"/>
        <pc:sldMkLst>
          <pc:docMk/>
          <pc:sldMk cId="4067745355" sldId="339"/>
        </pc:sldMkLst>
      </pc:sldChg>
      <pc:sldChg chg="modSp add del mod">
        <pc:chgData name="Mohammed Fasha" userId="cc64f42d-a1a6-4f08-b97b-0c37f877119f" providerId="ADAL" clId="{E3189476-60BF-4BD3-A575-175D5A28A69C}" dt="2025-03-26T09:12:57.123" v="390" actId="47"/>
        <pc:sldMkLst>
          <pc:docMk/>
          <pc:sldMk cId="2996144740" sldId="340"/>
        </pc:sldMkLst>
      </pc:sldChg>
      <pc:sldChg chg="modSp add del mod">
        <pc:chgData name="Mohammed Fasha" userId="cc64f42d-a1a6-4f08-b97b-0c37f877119f" providerId="ADAL" clId="{E3189476-60BF-4BD3-A575-175D5A28A69C}" dt="2025-03-26T09:12:57.767" v="391" actId="47"/>
        <pc:sldMkLst>
          <pc:docMk/>
          <pc:sldMk cId="1106511272" sldId="341"/>
        </pc:sldMkLst>
      </pc:sldChg>
      <pc:sldChg chg="modSp new del mod">
        <pc:chgData name="Mohammed Fasha" userId="cc64f42d-a1a6-4f08-b97b-0c37f877119f" providerId="ADAL" clId="{E3189476-60BF-4BD3-A575-175D5A28A69C}" dt="2025-03-26T09:12:59.198" v="392" actId="47"/>
        <pc:sldMkLst>
          <pc:docMk/>
          <pc:sldMk cId="3443736079" sldId="342"/>
        </pc:sldMkLst>
      </pc:sldChg>
      <pc:sldChg chg="addSp delSp modSp new mod">
        <pc:chgData name="Mohammed Fasha" userId="cc64f42d-a1a6-4f08-b97b-0c37f877119f" providerId="ADAL" clId="{E3189476-60BF-4BD3-A575-175D5A28A69C}" dt="2025-03-26T09:13:05.669" v="394" actId="1076"/>
        <pc:sldMkLst>
          <pc:docMk/>
          <pc:sldMk cId="78335346" sldId="343"/>
        </pc:sldMkLst>
      </pc:sldChg>
      <pc:sldChg chg="add del">
        <pc:chgData name="Mohammed Fasha" userId="cc64f42d-a1a6-4f08-b97b-0c37f877119f" providerId="ADAL" clId="{E3189476-60BF-4BD3-A575-175D5A28A69C}" dt="2025-03-26T08:03:08.852" v="301" actId="47"/>
        <pc:sldMkLst>
          <pc:docMk/>
          <pc:sldMk cId="1722615342" sldId="343"/>
        </pc:sldMkLst>
      </pc:sldChg>
      <pc:sldChg chg="add del">
        <pc:chgData name="Mohammed Fasha" userId="cc64f42d-a1a6-4f08-b97b-0c37f877119f" providerId="ADAL" clId="{E3189476-60BF-4BD3-A575-175D5A28A69C}" dt="2025-03-26T09:12:51.690" v="387" actId="47"/>
        <pc:sldMkLst>
          <pc:docMk/>
          <pc:sldMk cId="3749953585" sldId="344"/>
        </pc:sldMkLst>
      </pc:sldChg>
      <pc:sldChg chg="addSp delSp modSp add mod ord">
        <pc:chgData name="Mohammed Fasha" userId="cc64f42d-a1a6-4f08-b97b-0c37f877119f" providerId="ADAL" clId="{E3189476-60BF-4BD3-A575-175D5A28A69C}" dt="2025-03-26T09:09:07.191" v="354"/>
        <pc:sldMkLst>
          <pc:docMk/>
          <pc:sldMk cId="1605944735" sldId="345"/>
        </pc:sldMkLst>
      </pc:sldChg>
    </pc:docChg>
  </pc:docChgLst>
  <pc:docChgLst>
    <pc:chgData name="Mohammed Fasha" userId="cc64f42d-a1a6-4f08-b97b-0c37f877119f" providerId="ADAL" clId="{2C5724D6-962A-4BB5-B62E-9C76E04FD5FB}"/>
    <pc:docChg chg="undo custSel addSld delSld modSld sldOrd">
      <pc:chgData name="Mohammed Fasha" userId="cc64f42d-a1a6-4f08-b97b-0c37f877119f" providerId="ADAL" clId="{2C5724D6-962A-4BB5-B62E-9C76E04FD5FB}" dt="2025-07-26T20:08:42.842" v="561" actId="14734"/>
      <pc:docMkLst>
        <pc:docMk/>
      </pc:docMkLst>
      <pc:sldChg chg="modSp mod">
        <pc:chgData name="Mohammed Fasha" userId="cc64f42d-a1a6-4f08-b97b-0c37f877119f" providerId="ADAL" clId="{2C5724D6-962A-4BB5-B62E-9C76E04FD5FB}" dt="2025-07-26T18:15:59.354" v="33" actId="1076"/>
        <pc:sldMkLst>
          <pc:docMk/>
          <pc:sldMk cId="0" sldId="256"/>
        </pc:sldMkLst>
        <pc:picChg chg="mod">
          <ac:chgData name="Mohammed Fasha" userId="cc64f42d-a1a6-4f08-b97b-0c37f877119f" providerId="ADAL" clId="{2C5724D6-962A-4BB5-B62E-9C76E04FD5FB}" dt="2025-07-26T18:15:59.354" v="33" actId="1076"/>
          <ac:picMkLst>
            <pc:docMk/>
            <pc:sldMk cId="0" sldId="256"/>
            <ac:picMk id="4" creationId="{00000000-0000-0000-0000-000000000000}"/>
          </ac:picMkLst>
        </pc:picChg>
      </pc:sldChg>
      <pc:sldChg chg="addSp delSp modSp mod chgLayout">
        <pc:chgData name="Mohammed Fasha" userId="cc64f42d-a1a6-4f08-b97b-0c37f877119f" providerId="ADAL" clId="{2C5724D6-962A-4BB5-B62E-9C76E04FD5FB}" dt="2025-07-26T18:16:26.973" v="42"/>
        <pc:sldMkLst>
          <pc:docMk/>
          <pc:sldMk cId="0" sldId="257"/>
        </pc:sldMkLst>
        <pc:spChg chg="mod ord">
          <ac:chgData name="Mohammed Fasha" userId="cc64f42d-a1a6-4f08-b97b-0c37f877119f" providerId="ADAL" clId="{2C5724D6-962A-4BB5-B62E-9C76E04FD5FB}" dt="2025-07-26T18:16:18.054" v="38" actId="700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Mohammed Fasha" userId="cc64f42d-a1a6-4f08-b97b-0c37f877119f" providerId="ADAL" clId="{2C5724D6-962A-4BB5-B62E-9C76E04FD5FB}" dt="2025-07-26T18:16:26.973" v="42"/>
          <ac:spMkLst>
            <pc:docMk/>
            <pc:sldMk cId="0" sldId="257"/>
            <ac:spMk id="3" creationId="{00000000-0000-0000-0000-000000000000}"/>
          </ac:spMkLst>
        </pc:spChg>
        <pc:spChg chg="add del mod ord">
          <ac:chgData name="Mohammed Fasha" userId="cc64f42d-a1a6-4f08-b97b-0c37f877119f" providerId="ADAL" clId="{2C5724D6-962A-4BB5-B62E-9C76E04FD5FB}" dt="2025-07-26T18:13:41.509" v="1" actId="700"/>
          <ac:spMkLst>
            <pc:docMk/>
            <pc:sldMk cId="0" sldId="257"/>
            <ac:spMk id="4" creationId="{8409CFD6-1917-3467-ABF7-ECD69E2221C4}"/>
          </ac:spMkLst>
        </pc:spChg>
        <pc:spChg chg="add mod ord">
          <ac:chgData name="Mohammed Fasha" userId="cc64f42d-a1a6-4f08-b97b-0c37f877119f" providerId="ADAL" clId="{2C5724D6-962A-4BB5-B62E-9C76E04FD5FB}" dt="2025-07-26T18:16:25.309" v="40"/>
          <ac:spMkLst>
            <pc:docMk/>
            <pc:sldMk cId="0" sldId="257"/>
            <ac:spMk id="5" creationId="{DE2A400C-9E9B-4CEF-74E2-1D904EACC46B}"/>
          </ac:spMkLst>
        </pc:spChg>
      </pc:sldChg>
      <pc:sldChg chg="modSp mod chgLayout">
        <pc:chgData name="Mohammed Fasha" userId="cc64f42d-a1a6-4f08-b97b-0c37f877119f" providerId="ADAL" clId="{2C5724D6-962A-4BB5-B62E-9C76E04FD5FB}" dt="2025-07-26T18:17:06.246" v="52" actId="27636"/>
        <pc:sldMkLst>
          <pc:docMk/>
          <pc:sldMk cId="0" sldId="263"/>
        </pc:sldMkLst>
        <pc:spChg chg="mod ord">
          <ac:chgData name="Mohammed Fasha" userId="cc64f42d-a1a6-4f08-b97b-0c37f877119f" providerId="ADAL" clId="{2C5724D6-962A-4BB5-B62E-9C76E04FD5FB}" dt="2025-07-26T18:16:59.480" v="49" actId="700"/>
          <ac:spMkLst>
            <pc:docMk/>
            <pc:sldMk cId="0" sldId="263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17:06.246" v="52" actId="27636"/>
          <ac:spMkLst>
            <pc:docMk/>
            <pc:sldMk cId="0" sldId="263"/>
            <ac:spMk id="4" creationId="{DE05939E-0567-B79A-4161-7B333B52B923}"/>
          </ac:spMkLst>
        </pc:spChg>
        <pc:spChg chg="mod">
          <ac:chgData name="Mohammed Fasha" userId="cc64f42d-a1a6-4f08-b97b-0c37f877119f" providerId="ADAL" clId="{2C5724D6-962A-4BB5-B62E-9C76E04FD5FB}" dt="2025-07-26T18:16:49.968" v="46" actId="1076"/>
          <ac:spMkLst>
            <pc:docMk/>
            <pc:sldMk cId="0" sldId="263"/>
            <ac:spMk id="38" creationId="{9DF82E4D-F670-4282-BAE7-C7495F79CCDF}"/>
          </ac:spMkLst>
        </pc:spChg>
        <pc:picChg chg="mod">
          <ac:chgData name="Mohammed Fasha" userId="cc64f42d-a1a6-4f08-b97b-0c37f877119f" providerId="ADAL" clId="{2C5724D6-962A-4BB5-B62E-9C76E04FD5FB}" dt="2025-07-26T18:16:54.813" v="48" actId="1076"/>
          <ac:picMkLst>
            <pc:docMk/>
            <pc:sldMk cId="0" sldId="263"/>
            <ac:picMk id="5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16:50.962" v="47" actId="1076"/>
          <ac:picMkLst>
            <pc:docMk/>
            <pc:sldMk cId="0" sldId="263"/>
            <ac:picMk id="6" creationId="{00000000-0000-0000-0000-000000000000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17:36.746" v="61" actId="27636"/>
        <pc:sldMkLst>
          <pc:docMk/>
          <pc:sldMk cId="0" sldId="264"/>
        </pc:sldMkLst>
        <pc:spChg chg="mod ord">
          <ac:chgData name="Mohammed Fasha" userId="cc64f42d-a1a6-4f08-b97b-0c37f877119f" providerId="ADAL" clId="{2C5724D6-962A-4BB5-B62E-9C76E04FD5FB}" dt="2025-07-26T18:15:14.728" v="19" actId="700"/>
          <ac:spMkLst>
            <pc:docMk/>
            <pc:sldMk cId="0" sldId="264"/>
            <ac:spMk id="4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17:36.746" v="61" actId="27636"/>
          <ac:spMkLst>
            <pc:docMk/>
            <pc:sldMk cId="0" sldId="264"/>
            <ac:spMk id="6" creationId="{03562A3C-DF2A-B49E-1B9F-8566CD52A1F9}"/>
          </ac:spMkLst>
        </pc:spChg>
        <pc:spChg chg="mod">
          <ac:chgData name="Mohammed Fasha" userId="cc64f42d-a1a6-4f08-b97b-0c37f877119f" providerId="ADAL" clId="{2C5724D6-962A-4BB5-B62E-9C76E04FD5FB}" dt="2025-07-26T18:17:30.101" v="59" actId="404"/>
          <ac:spMkLst>
            <pc:docMk/>
            <pc:sldMk cId="0" sldId="264"/>
            <ac:spMk id="7" creationId="{037A93A7-942A-06C0-4C09-F9DE377D5C10}"/>
          </ac:spMkLst>
        </pc:spChg>
      </pc:sldChg>
      <pc:sldChg chg="addSp delSp modSp mod chgLayout">
        <pc:chgData name="Mohammed Fasha" userId="cc64f42d-a1a6-4f08-b97b-0c37f877119f" providerId="ADAL" clId="{2C5724D6-962A-4BB5-B62E-9C76E04FD5FB}" dt="2025-07-26T18:17:53.709" v="65" actId="27636"/>
        <pc:sldMkLst>
          <pc:docMk/>
          <pc:sldMk cId="0" sldId="265"/>
        </pc:sldMkLst>
        <pc:spChg chg="mod ord">
          <ac:chgData name="Mohammed Fasha" userId="cc64f42d-a1a6-4f08-b97b-0c37f877119f" providerId="ADAL" clId="{2C5724D6-962A-4BB5-B62E-9C76E04FD5FB}" dt="2025-07-26T18:15:36.343" v="25" actId="700"/>
          <ac:spMkLst>
            <pc:docMk/>
            <pc:sldMk cId="0" sldId="265"/>
            <ac:spMk id="3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17:53.709" v="65" actId="27636"/>
          <ac:spMkLst>
            <pc:docMk/>
            <pc:sldMk cId="0" sldId="265"/>
            <ac:spMk id="6" creationId="{2E356761-E49C-6DF2-10A7-172015E8F069}"/>
          </ac:spMkLst>
        </pc:spChg>
        <pc:picChg chg="del">
          <ac:chgData name="Mohammed Fasha" userId="cc64f42d-a1a6-4f08-b97b-0c37f877119f" providerId="ADAL" clId="{2C5724D6-962A-4BB5-B62E-9C76E04FD5FB}" dt="2025-07-26T18:15:31.491" v="24" actId="21"/>
          <ac:picMkLst>
            <pc:docMk/>
            <pc:sldMk cId="0" sldId="265"/>
            <ac:picMk id="2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17:49.863" v="63" actId="1076"/>
          <ac:picMkLst>
            <pc:docMk/>
            <pc:sldMk cId="0" sldId="265"/>
            <ac:picMk id="4" creationId="{00000000-0000-0000-0000-000000000000}"/>
          </ac:picMkLst>
        </pc:picChg>
        <pc:picChg chg="add mod">
          <ac:chgData name="Mohammed Fasha" userId="cc64f42d-a1a6-4f08-b97b-0c37f877119f" providerId="ADAL" clId="{2C5724D6-962A-4BB5-B62E-9C76E04FD5FB}" dt="2025-07-26T18:15:47.160" v="31" actId="1076"/>
          <ac:picMkLst>
            <pc:docMk/>
            <pc:sldMk cId="0" sldId="265"/>
            <ac:picMk id="5" creationId="{00000000-0000-0000-0000-000000000000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20:03.746" v="86" actId="1076"/>
        <pc:sldMkLst>
          <pc:docMk/>
          <pc:sldMk cId="0" sldId="268"/>
        </pc:sldMkLst>
        <pc:spChg chg="mod ord">
          <ac:chgData name="Mohammed Fasha" userId="cc64f42d-a1a6-4f08-b97b-0c37f877119f" providerId="ADAL" clId="{2C5724D6-962A-4BB5-B62E-9C76E04FD5FB}" dt="2025-07-26T18:18:18.533" v="71" actId="700"/>
          <ac:spMkLst>
            <pc:docMk/>
            <pc:sldMk cId="0" sldId="268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18:25.053" v="74" actId="27636"/>
          <ac:spMkLst>
            <pc:docMk/>
            <pc:sldMk cId="0" sldId="268"/>
            <ac:spMk id="5" creationId="{606C1567-AF39-CAED-E122-5F02B98CB8E2}"/>
          </ac:spMkLst>
        </pc:spChg>
        <pc:picChg chg="mod">
          <ac:chgData name="Mohammed Fasha" userId="cc64f42d-a1a6-4f08-b97b-0c37f877119f" providerId="ADAL" clId="{2C5724D6-962A-4BB5-B62E-9C76E04FD5FB}" dt="2025-07-26T18:20:03.746" v="86" actId="1076"/>
          <ac:picMkLst>
            <pc:docMk/>
            <pc:sldMk cId="0" sldId="268"/>
            <ac:picMk id="4" creationId="{8938F170-AA00-1377-3C2D-9C4BA79F0B63}"/>
          </ac:picMkLst>
        </pc:picChg>
        <pc:picChg chg="mod">
          <ac:chgData name="Mohammed Fasha" userId="cc64f42d-a1a6-4f08-b97b-0c37f877119f" providerId="ADAL" clId="{2C5724D6-962A-4BB5-B62E-9C76E04FD5FB}" dt="2025-07-26T18:18:15.060" v="70" actId="1076"/>
          <ac:picMkLst>
            <pc:docMk/>
            <pc:sldMk cId="0" sldId="268"/>
            <ac:picMk id="1026" creationId="{6F3CBA0F-1E6C-643F-B94A-E0D29A10F4F2}"/>
          </ac:picMkLst>
        </pc:picChg>
        <pc:picChg chg="mod">
          <ac:chgData name="Mohammed Fasha" userId="cc64f42d-a1a6-4f08-b97b-0c37f877119f" providerId="ADAL" clId="{2C5724D6-962A-4BB5-B62E-9C76E04FD5FB}" dt="2025-07-26T18:18:11.881" v="69" actId="1076"/>
          <ac:picMkLst>
            <pc:docMk/>
            <pc:sldMk cId="0" sldId="268"/>
            <ac:picMk id="3074" creationId="{CA531F7F-21C5-71FB-D0ED-F868724378F4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19:07.761" v="79" actId="1076"/>
        <pc:sldMkLst>
          <pc:docMk/>
          <pc:sldMk cId="0" sldId="270"/>
        </pc:sldMkLst>
        <pc:spChg chg="mod ord">
          <ac:chgData name="Mohammed Fasha" userId="cc64f42d-a1a6-4f08-b97b-0c37f877119f" providerId="ADAL" clId="{2C5724D6-962A-4BB5-B62E-9C76E04FD5FB}" dt="2025-07-26T18:19:03.675" v="78" actId="700"/>
          <ac:spMkLst>
            <pc:docMk/>
            <pc:sldMk cId="0" sldId="270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19:03.675" v="78" actId="700"/>
          <ac:spMkLst>
            <pc:docMk/>
            <pc:sldMk cId="0" sldId="270"/>
            <ac:spMk id="3" creationId="{00000000-0000-0000-0000-000000000000}"/>
          </ac:spMkLst>
        </pc:spChg>
        <pc:spChg chg="mod">
          <ac:chgData name="Mohammed Fasha" userId="cc64f42d-a1a6-4f08-b97b-0c37f877119f" providerId="ADAL" clId="{2C5724D6-962A-4BB5-B62E-9C76E04FD5FB}" dt="2025-07-26T18:15:06.160" v="18" actId="1076"/>
          <ac:spMkLst>
            <pc:docMk/>
            <pc:sldMk cId="0" sldId="270"/>
            <ac:spMk id="5" creationId="{00000000-0000-0000-0000-000000000000}"/>
          </ac:spMkLst>
        </pc:spChg>
        <pc:spChg chg="mod">
          <ac:chgData name="Mohammed Fasha" userId="cc64f42d-a1a6-4f08-b97b-0c37f877119f" providerId="ADAL" clId="{2C5724D6-962A-4BB5-B62E-9C76E04FD5FB}" dt="2025-07-26T18:15:02.949" v="17" actId="1076"/>
          <ac:spMkLst>
            <pc:docMk/>
            <pc:sldMk cId="0" sldId="270"/>
            <ac:spMk id="7" creationId="{00000000-0000-0000-0000-000000000000}"/>
          </ac:spMkLst>
        </pc:spChg>
        <pc:picChg chg="mod">
          <ac:chgData name="Mohammed Fasha" userId="cc64f42d-a1a6-4f08-b97b-0c37f877119f" providerId="ADAL" clId="{2C5724D6-962A-4BB5-B62E-9C76E04FD5FB}" dt="2025-07-26T18:19:07.761" v="79" actId="1076"/>
          <ac:picMkLst>
            <pc:docMk/>
            <pc:sldMk cId="0" sldId="270"/>
            <ac:picMk id="4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14:57.888" v="16" actId="1076"/>
          <ac:picMkLst>
            <pc:docMk/>
            <pc:sldMk cId="0" sldId="270"/>
            <ac:picMk id="6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18:56.525" v="76" actId="1076"/>
          <ac:picMkLst>
            <pc:docMk/>
            <pc:sldMk cId="0" sldId="270"/>
            <ac:picMk id="15" creationId="{4E22367B-B754-648E-0B22-AC55F28E1729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20:24.202" v="91" actId="14100"/>
        <pc:sldMkLst>
          <pc:docMk/>
          <pc:sldMk cId="0" sldId="272"/>
        </pc:sldMkLst>
        <pc:spChg chg="mod ord">
          <ac:chgData name="Mohammed Fasha" userId="cc64f42d-a1a6-4f08-b97b-0c37f877119f" providerId="ADAL" clId="{2C5724D6-962A-4BB5-B62E-9C76E04FD5FB}" dt="2025-07-26T18:20:20.108" v="90" actId="700"/>
          <ac:spMkLst>
            <pc:docMk/>
            <pc:sldMk cId="0" sldId="272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20:24.202" v="91" actId="14100"/>
          <ac:spMkLst>
            <pc:docMk/>
            <pc:sldMk cId="0" sldId="272"/>
            <ac:spMk id="7" creationId="{BD008676-47C8-D88A-CD4A-65BB83D57162}"/>
          </ac:spMkLst>
        </pc:spChg>
        <pc:spChg chg="mod">
          <ac:chgData name="Mohammed Fasha" userId="cc64f42d-a1a6-4f08-b97b-0c37f877119f" providerId="ADAL" clId="{2C5724D6-962A-4BB5-B62E-9C76E04FD5FB}" dt="2025-07-26T18:20:14.126" v="88" actId="1076"/>
          <ac:spMkLst>
            <pc:docMk/>
            <pc:sldMk cId="0" sldId="272"/>
            <ac:spMk id="8" creationId="{98B7FB4A-DB0E-01C4-3C0E-032767DA24F4}"/>
          </ac:spMkLst>
        </pc:spChg>
        <pc:picChg chg="mod">
          <ac:chgData name="Mohammed Fasha" userId="cc64f42d-a1a6-4f08-b97b-0c37f877119f" providerId="ADAL" clId="{2C5724D6-962A-4BB5-B62E-9C76E04FD5FB}" dt="2025-07-26T18:20:16.001" v="89" actId="1076"/>
          <ac:picMkLst>
            <pc:docMk/>
            <pc:sldMk cId="0" sldId="272"/>
            <ac:picMk id="3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0:11.121" v="87" actId="1076"/>
          <ac:picMkLst>
            <pc:docMk/>
            <pc:sldMk cId="0" sldId="272"/>
            <ac:picMk id="4" creationId="{00000000-0000-0000-0000-000000000000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21:02.034" v="98" actId="14100"/>
        <pc:sldMkLst>
          <pc:docMk/>
          <pc:sldMk cId="0" sldId="274"/>
        </pc:sldMkLst>
        <pc:spChg chg="mod ord">
          <ac:chgData name="Mohammed Fasha" userId="cc64f42d-a1a6-4f08-b97b-0c37f877119f" providerId="ADAL" clId="{2C5724D6-962A-4BB5-B62E-9C76E04FD5FB}" dt="2025-07-26T18:20:58.885" v="97" actId="700"/>
          <ac:spMkLst>
            <pc:docMk/>
            <pc:sldMk cId="0" sldId="274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21:02.034" v="98" actId="14100"/>
          <ac:spMkLst>
            <pc:docMk/>
            <pc:sldMk cId="0" sldId="274"/>
            <ac:spMk id="7" creationId="{CF4277E2-2BAC-D76F-20C6-A50B542D2495}"/>
          </ac:spMkLst>
        </pc:spChg>
        <pc:picChg chg="mod">
          <ac:chgData name="Mohammed Fasha" userId="cc64f42d-a1a6-4f08-b97b-0c37f877119f" providerId="ADAL" clId="{2C5724D6-962A-4BB5-B62E-9C76E04FD5FB}" dt="2025-07-26T18:20:55.066" v="96" actId="1076"/>
          <ac:picMkLst>
            <pc:docMk/>
            <pc:sldMk cId="0" sldId="274"/>
            <ac:picMk id="4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0:51.972" v="94" actId="1076"/>
          <ac:picMkLst>
            <pc:docMk/>
            <pc:sldMk cId="0" sldId="274"/>
            <ac:picMk id="5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0:53.432" v="95" actId="1076"/>
          <ac:picMkLst>
            <pc:docMk/>
            <pc:sldMk cId="0" sldId="274"/>
            <ac:picMk id="6" creationId="{00000000-0000-0000-0000-000000000000}"/>
          </ac:picMkLst>
        </pc:picChg>
      </pc:sldChg>
      <pc:sldChg chg="modSp">
        <pc:chgData name="Mohammed Fasha" userId="cc64f42d-a1a6-4f08-b97b-0c37f877119f" providerId="ADAL" clId="{2C5724D6-962A-4BB5-B62E-9C76E04FD5FB}" dt="2025-07-26T20:03:59.856" v="525" actId="1076"/>
        <pc:sldMkLst>
          <pc:docMk/>
          <pc:sldMk cId="0" sldId="278"/>
        </pc:sldMkLst>
        <pc:picChg chg="mod">
          <ac:chgData name="Mohammed Fasha" userId="cc64f42d-a1a6-4f08-b97b-0c37f877119f" providerId="ADAL" clId="{2C5724D6-962A-4BB5-B62E-9C76E04FD5FB}" dt="2025-07-26T20:03:59.856" v="525" actId="1076"/>
          <ac:picMkLst>
            <pc:docMk/>
            <pc:sldMk cId="0" sldId="278"/>
            <ac:picMk id="2050" creationId="{232D760D-CBEA-0B66-CBCC-A5D70A94C927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21:46.792" v="106" actId="27636"/>
        <pc:sldMkLst>
          <pc:docMk/>
          <pc:sldMk cId="0" sldId="280"/>
        </pc:sldMkLst>
        <pc:spChg chg="mod ord">
          <ac:chgData name="Mohammed Fasha" userId="cc64f42d-a1a6-4f08-b97b-0c37f877119f" providerId="ADAL" clId="{2C5724D6-962A-4BB5-B62E-9C76E04FD5FB}" dt="2025-07-26T18:21:42.494" v="103" actId="700"/>
          <ac:spMkLst>
            <pc:docMk/>
            <pc:sldMk cId="0" sldId="280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21:46.792" v="106" actId="27636"/>
          <ac:spMkLst>
            <pc:docMk/>
            <pc:sldMk cId="0" sldId="280"/>
            <ac:spMk id="6" creationId="{CC4C1BC0-7E6B-75C8-0965-79DE721E7639}"/>
          </ac:spMkLst>
        </pc:spChg>
        <pc:picChg chg="mod">
          <ac:chgData name="Mohammed Fasha" userId="cc64f42d-a1a6-4f08-b97b-0c37f877119f" providerId="ADAL" clId="{2C5724D6-962A-4BB5-B62E-9C76E04FD5FB}" dt="2025-07-26T18:21:37.084" v="101" actId="1076"/>
          <ac:picMkLst>
            <pc:docMk/>
            <pc:sldMk cId="0" sldId="280"/>
            <ac:picMk id="4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1:39.451" v="102" actId="1076"/>
          <ac:picMkLst>
            <pc:docMk/>
            <pc:sldMk cId="0" sldId="280"/>
            <ac:picMk id="5" creationId="{00000000-0000-0000-0000-000000000000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21:59.792" v="112" actId="27636"/>
        <pc:sldMkLst>
          <pc:docMk/>
          <pc:sldMk cId="0" sldId="281"/>
        </pc:sldMkLst>
        <pc:spChg chg="mod ord">
          <ac:chgData name="Mohammed Fasha" userId="cc64f42d-a1a6-4f08-b97b-0c37f877119f" providerId="ADAL" clId="{2C5724D6-962A-4BB5-B62E-9C76E04FD5FB}" dt="2025-07-26T18:21:56.186" v="109" actId="700"/>
          <ac:spMkLst>
            <pc:docMk/>
            <pc:sldMk cId="0" sldId="281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21:59.792" v="112" actId="27636"/>
          <ac:spMkLst>
            <pc:docMk/>
            <pc:sldMk cId="0" sldId="281"/>
            <ac:spMk id="6" creationId="{EB8485EF-5B2E-B9FA-D743-D618D652D00C}"/>
          </ac:spMkLst>
        </pc:spChg>
        <pc:picChg chg="mod">
          <ac:chgData name="Mohammed Fasha" userId="cc64f42d-a1a6-4f08-b97b-0c37f877119f" providerId="ADAL" clId="{2C5724D6-962A-4BB5-B62E-9C76E04FD5FB}" dt="2025-07-26T18:21:52.589" v="108" actId="1076"/>
          <ac:picMkLst>
            <pc:docMk/>
            <pc:sldMk cId="0" sldId="281"/>
            <ac:picMk id="4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1:50.890" v="107" actId="1076"/>
          <ac:picMkLst>
            <pc:docMk/>
            <pc:sldMk cId="0" sldId="281"/>
            <ac:picMk id="5" creationId="{00000000-0000-0000-0000-000000000000}"/>
          </ac:picMkLst>
        </pc:picChg>
      </pc:sldChg>
      <pc:sldChg chg="modSp mod chgLayout">
        <pc:chgData name="Mohammed Fasha" userId="cc64f42d-a1a6-4f08-b97b-0c37f877119f" providerId="ADAL" clId="{2C5724D6-962A-4BB5-B62E-9C76E04FD5FB}" dt="2025-07-26T18:22:37.398" v="121" actId="27636"/>
        <pc:sldMkLst>
          <pc:docMk/>
          <pc:sldMk cId="0" sldId="282"/>
        </pc:sldMkLst>
        <pc:spChg chg="mod ord">
          <ac:chgData name="Mohammed Fasha" userId="cc64f42d-a1a6-4f08-b97b-0c37f877119f" providerId="ADAL" clId="{2C5724D6-962A-4BB5-B62E-9C76E04FD5FB}" dt="2025-07-26T18:22:31.784" v="118" actId="700"/>
          <ac:spMkLst>
            <pc:docMk/>
            <pc:sldMk cId="0" sldId="282"/>
            <ac:spMk id="2" creationId="{00000000-0000-0000-0000-000000000000}"/>
          </ac:spMkLst>
        </pc:spChg>
        <pc:spChg chg="mod ord">
          <ac:chgData name="Mohammed Fasha" userId="cc64f42d-a1a6-4f08-b97b-0c37f877119f" providerId="ADAL" clId="{2C5724D6-962A-4BB5-B62E-9C76E04FD5FB}" dt="2025-07-26T18:22:37.398" v="121" actId="27636"/>
          <ac:spMkLst>
            <pc:docMk/>
            <pc:sldMk cId="0" sldId="282"/>
            <ac:spMk id="7" creationId="{3951CDAE-FE5A-5CF3-E54D-996CD266DF38}"/>
          </ac:spMkLst>
        </pc:spChg>
        <pc:picChg chg="mod">
          <ac:chgData name="Mohammed Fasha" userId="cc64f42d-a1a6-4f08-b97b-0c37f877119f" providerId="ADAL" clId="{2C5724D6-962A-4BB5-B62E-9C76E04FD5FB}" dt="2025-07-26T18:22:28.198" v="117" actId="1076"/>
          <ac:picMkLst>
            <pc:docMk/>
            <pc:sldMk cId="0" sldId="282"/>
            <ac:picMk id="4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2:25.656" v="116" actId="1076"/>
          <ac:picMkLst>
            <pc:docMk/>
            <pc:sldMk cId="0" sldId="282"/>
            <ac:picMk id="5" creationId="{00000000-0000-0000-0000-000000000000}"/>
          </ac:picMkLst>
        </pc:picChg>
        <pc:picChg chg="mod">
          <ac:chgData name="Mohammed Fasha" userId="cc64f42d-a1a6-4f08-b97b-0c37f877119f" providerId="ADAL" clId="{2C5724D6-962A-4BB5-B62E-9C76E04FD5FB}" dt="2025-07-26T18:22:23.547" v="115" actId="1076"/>
          <ac:picMkLst>
            <pc:docMk/>
            <pc:sldMk cId="0" sldId="282"/>
            <ac:picMk id="6" creationId="{00000000-0000-0000-0000-000000000000}"/>
          </ac:picMkLst>
        </pc:picChg>
      </pc:sldChg>
      <pc:sldChg chg="modSp mod">
        <pc:chgData name="Mohammed Fasha" userId="cc64f42d-a1a6-4f08-b97b-0c37f877119f" providerId="ADAL" clId="{2C5724D6-962A-4BB5-B62E-9C76E04FD5FB}" dt="2025-07-26T18:16:12.177" v="37" actId="1076"/>
        <pc:sldMkLst>
          <pc:docMk/>
          <pc:sldMk cId="1180887711" sldId="283"/>
        </pc:sldMkLst>
        <pc:picChg chg="mod">
          <ac:chgData name="Mohammed Fasha" userId="cc64f42d-a1a6-4f08-b97b-0c37f877119f" providerId="ADAL" clId="{2C5724D6-962A-4BB5-B62E-9C76E04FD5FB}" dt="2025-07-26T18:16:12.177" v="37" actId="1076"/>
          <ac:picMkLst>
            <pc:docMk/>
            <pc:sldMk cId="1180887711" sldId="283"/>
            <ac:picMk id="20" creationId="{842D6109-309C-0C16-24AA-D861D462313C}"/>
          </ac:picMkLst>
        </pc:picChg>
      </pc:sldChg>
      <pc:sldChg chg="modSp mod">
        <pc:chgData name="Mohammed Fasha" userId="cc64f42d-a1a6-4f08-b97b-0c37f877119f" providerId="ADAL" clId="{2C5724D6-962A-4BB5-B62E-9C76E04FD5FB}" dt="2025-07-26T18:16:11.827" v="36" actId="1076"/>
        <pc:sldMkLst>
          <pc:docMk/>
          <pc:sldMk cId="3902878762" sldId="284"/>
        </pc:sldMkLst>
        <pc:picChg chg="mod">
          <ac:chgData name="Mohammed Fasha" userId="cc64f42d-a1a6-4f08-b97b-0c37f877119f" providerId="ADAL" clId="{2C5724D6-962A-4BB5-B62E-9C76E04FD5FB}" dt="2025-07-26T18:16:11.827" v="36" actId="1076"/>
          <ac:picMkLst>
            <pc:docMk/>
            <pc:sldMk cId="3902878762" sldId="284"/>
            <ac:picMk id="5" creationId="{A95C5826-1816-6A55-9BE7-F70077964440}"/>
          </ac:picMkLst>
        </pc:picChg>
      </pc:sldChg>
      <pc:sldChg chg="add del">
        <pc:chgData name="Mohammed Fasha" userId="cc64f42d-a1a6-4f08-b97b-0c37f877119f" providerId="ADAL" clId="{2C5724D6-962A-4BB5-B62E-9C76E04FD5FB}" dt="2025-07-26T18:26:11.548" v="123" actId="2696"/>
        <pc:sldMkLst>
          <pc:docMk/>
          <pc:sldMk cId="22495289" sldId="315"/>
        </pc:sldMkLst>
      </pc:sldChg>
      <pc:sldChg chg="add">
        <pc:chgData name="Mohammed Fasha" userId="cc64f42d-a1a6-4f08-b97b-0c37f877119f" providerId="ADAL" clId="{2C5724D6-962A-4BB5-B62E-9C76E04FD5FB}" dt="2025-07-26T18:26:19.193" v="124"/>
        <pc:sldMkLst>
          <pc:docMk/>
          <pc:sldMk cId="2691600374" sldId="315"/>
        </pc:sldMkLst>
      </pc:sldChg>
      <pc:sldChg chg="modSp mod">
        <pc:chgData name="Mohammed Fasha" userId="cc64f42d-a1a6-4f08-b97b-0c37f877119f" providerId="ADAL" clId="{2C5724D6-962A-4BB5-B62E-9C76E04FD5FB}" dt="2025-07-26T19:40:11.861" v="470" actId="20577"/>
        <pc:sldMkLst>
          <pc:docMk/>
          <pc:sldMk cId="323566195" sldId="323"/>
        </pc:sldMkLst>
        <pc:spChg chg="mod">
          <ac:chgData name="Mohammed Fasha" userId="cc64f42d-a1a6-4f08-b97b-0c37f877119f" providerId="ADAL" clId="{2C5724D6-962A-4BB5-B62E-9C76E04FD5FB}" dt="2025-07-26T19:40:11.861" v="470" actId="20577"/>
          <ac:spMkLst>
            <pc:docMk/>
            <pc:sldMk cId="323566195" sldId="323"/>
            <ac:spMk id="2" creationId="{595498DF-D91B-3039-6A35-B1D5FAB6D692}"/>
          </ac:spMkLst>
        </pc:spChg>
      </pc:sldChg>
      <pc:sldChg chg="del">
        <pc:chgData name="Mohammed Fasha" userId="cc64f42d-a1a6-4f08-b97b-0c37f877119f" providerId="ADAL" clId="{2C5724D6-962A-4BB5-B62E-9C76E04FD5FB}" dt="2025-07-26T19:45:11.023" v="521" actId="2696"/>
        <pc:sldMkLst>
          <pc:docMk/>
          <pc:sldMk cId="1195465549" sldId="325"/>
        </pc:sldMkLst>
      </pc:sldChg>
      <pc:sldChg chg="modSp">
        <pc:chgData name="Mohammed Fasha" userId="cc64f42d-a1a6-4f08-b97b-0c37f877119f" providerId="ADAL" clId="{2C5724D6-962A-4BB5-B62E-9C76E04FD5FB}" dt="2025-07-26T20:03:52.352" v="523" actId="1076"/>
        <pc:sldMkLst>
          <pc:docMk/>
          <pc:sldMk cId="932796301" sldId="328"/>
        </pc:sldMkLst>
        <pc:picChg chg="mod">
          <ac:chgData name="Mohammed Fasha" userId="cc64f42d-a1a6-4f08-b97b-0c37f877119f" providerId="ADAL" clId="{2C5724D6-962A-4BB5-B62E-9C76E04FD5FB}" dt="2025-07-26T20:03:52.352" v="523" actId="1076"/>
          <ac:picMkLst>
            <pc:docMk/>
            <pc:sldMk cId="932796301" sldId="328"/>
            <ac:picMk id="4098" creationId="{0CAA22BE-1351-B1A5-188C-DD41EC29B52D}"/>
          </ac:picMkLst>
        </pc:picChg>
      </pc:sldChg>
      <pc:sldChg chg="modSp mod">
        <pc:chgData name="Mohammed Fasha" userId="cc64f42d-a1a6-4f08-b97b-0c37f877119f" providerId="ADAL" clId="{2C5724D6-962A-4BB5-B62E-9C76E04FD5FB}" dt="2025-07-26T18:19:35.510" v="84" actId="790"/>
        <pc:sldMkLst>
          <pc:docMk/>
          <pc:sldMk cId="3366111495" sldId="329"/>
        </pc:sldMkLst>
        <pc:spChg chg="mod">
          <ac:chgData name="Mohammed Fasha" userId="cc64f42d-a1a6-4f08-b97b-0c37f877119f" providerId="ADAL" clId="{2C5724D6-962A-4BB5-B62E-9C76E04FD5FB}" dt="2025-07-26T18:19:35.510" v="84" actId="790"/>
          <ac:spMkLst>
            <pc:docMk/>
            <pc:sldMk cId="3366111495" sldId="329"/>
            <ac:spMk id="3" creationId="{9D118BE8-48E4-84B1-F7A3-AE58B873B879}"/>
          </ac:spMkLst>
        </pc:spChg>
        <pc:picChg chg="mod">
          <ac:chgData name="Mohammed Fasha" userId="cc64f42d-a1a6-4f08-b97b-0c37f877119f" providerId="ADAL" clId="{2C5724D6-962A-4BB5-B62E-9C76E04FD5FB}" dt="2025-07-26T18:19:18.330" v="83" actId="27636"/>
          <ac:picMkLst>
            <pc:docMk/>
            <pc:sldMk cId="3366111495" sldId="329"/>
            <ac:picMk id="5122" creationId="{9029A929-644F-B232-0F2F-8E746CA5A374}"/>
          </ac:picMkLst>
        </pc:picChg>
      </pc:sldChg>
      <pc:sldChg chg="ord">
        <pc:chgData name="Mohammed Fasha" userId="cc64f42d-a1a6-4f08-b97b-0c37f877119f" providerId="ADAL" clId="{2C5724D6-962A-4BB5-B62E-9C76E04FD5FB}" dt="2025-07-26T19:44:35.963" v="520"/>
        <pc:sldMkLst>
          <pc:docMk/>
          <pc:sldMk cId="2275966120" sldId="334"/>
        </pc:sldMkLst>
      </pc:sldChg>
      <pc:sldChg chg="modSp mod">
        <pc:chgData name="Mohammed Fasha" userId="cc64f42d-a1a6-4f08-b97b-0c37f877119f" providerId="ADAL" clId="{2C5724D6-962A-4BB5-B62E-9C76E04FD5FB}" dt="2025-07-26T18:20:36.563" v="92" actId="113"/>
        <pc:sldMkLst>
          <pc:docMk/>
          <pc:sldMk cId="4251754830" sldId="335"/>
        </pc:sldMkLst>
        <pc:spChg chg="mod">
          <ac:chgData name="Mohammed Fasha" userId="cc64f42d-a1a6-4f08-b97b-0c37f877119f" providerId="ADAL" clId="{2C5724D6-962A-4BB5-B62E-9C76E04FD5FB}" dt="2025-07-26T18:20:36.563" v="92" actId="113"/>
          <ac:spMkLst>
            <pc:docMk/>
            <pc:sldMk cId="4251754830" sldId="335"/>
            <ac:spMk id="2" creationId="{880BEA05-F32B-B175-AA7B-47CBCB32C4E0}"/>
          </ac:spMkLst>
        </pc:spChg>
      </pc:sldChg>
      <pc:sldChg chg="modSp mod">
        <pc:chgData name="Mohammed Fasha" userId="cc64f42d-a1a6-4f08-b97b-0c37f877119f" providerId="ADAL" clId="{2C5724D6-962A-4BB5-B62E-9C76E04FD5FB}" dt="2025-07-26T18:26:32.023" v="126" actId="5793"/>
        <pc:sldMkLst>
          <pc:docMk/>
          <pc:sldMk cId="2914298022" sldId="336"/>
        </pc:sldMkLst>
        <pc:spChg chg="mod">
          <ac:chgData name="Mohammed Fasha" userId="cc64f42d-a1a6-4f08-b97b-0c37f877119f" providerId="ADAL" clId="{2C5724D6-962A-4BB5-B62E-9C76E04FD5FB}" dt="2025-07-26T18:26:32.023" v="126" actId="5793"/>
          <ac:spMkLst>
            <pc:docMk/>
            <pc:sldMk cId="2914298022" sldId="336"/>
            <ac:spMk id="3" creationId="{01C6437A-A221-4888-A133-89AFA711B850}"/>
          </ac:spMkLst>
        </pc:spChg>
      </pc:sldChg>
      <pc:sldChg chg="addSp delSp modSp del mod">
        <pc:chgData name="Mohammed Fasha" userId="cc64f42d-a1a6-4f08-b97b-0c37f877119f" providerId="ADAL" clId="{2C5724D6-962A-4BB5-B62E-9C76E04FD5FB}" dt="2025-07-26T18:28:09.901" v="140" actId="2696"/>
        <pc:sldMkLst>
          <pc:docMk/>
          <pc:sldMk cId="2164727706" sldId="337"/>
        </pc:sldMkLst>
        <pc:spChg chg="mod">
          <ac:chgData name="Mohammed Fasha" userId="cc64f42d-a1a6-4f08-b97b-0c37f877119f" providerId="ADAL" clId="{2C5724D6-962A-4BB5-B62E-9C76E04FD5FB}" dt="2025-07-26T18:21:32.669" v="100" actId="113"/>
          <ac:spMkLst>
            <pc:docMk/>
            <pc:sldMk cId="2164727706" sldId="337"/>
            <ac:spMk id="2" creationId="{94C8800D-C43B-4FD7-A318-67AEB8003E93}"/>
          </ac:spMkLst>
        </pc:spChg>
        <pc:spChg chg="del mod">
          <ac:chgData name="Mohammed Fasha" userId="cc64f42d-a1a6-4f08-b97b-0c37f877119f" providerId="ADAL" clId="{2C5724D6-962A-4BB5-B62E-9C76E04FD5FB}" dt="2025-07-26T18:27:41.624" v="133" actId="21"/>
          <ac:spMkLst>
            <pc:docMk/>
            <pc:sldMk cId="2164727706" sldId="337"/>
            <ac:spMk id="3" creationId="{0874E313-B8F4-4CC1-A604-3C82F5A688A3}"/>
          </ac:spMkLst>
        </pc:spChg>
        <pc:spChg chg="add mod">
          <ac:chgData name="Mohammed Fasha" userId="cc64f42d-a1a6-4f08-b97b-0c37f877119f" providerId="ADAL" clId="{2C5724D6-962A-4BB5-B62E-9C76E04FD5FB}" dt="2025-07-26T18:27:41.624" v="133" actId="21"/>
          <ac:spMkLst>
            <pc:docMk/>
            <pc:sldMk cId="2164727706" sldId="337"/>
            <ac:spMk id="5" creationId="{64D7CE0F-A472-71B8-38C1-B49F886D73D4}"/>
          </ac:spMkLst>
        </pc:spChg>
      </pc:sldChg>
      <pc:sldChg chg="addSp modSp mod">
        <pc:chgData name="Mohammed Fasha" userId="cc64f42d-a1a6-4f08-b97b-0c37f877119f" providerId="ADAL" clId="{2C5724D6-962A-4BB5-B62E-9C76E04FD5FB}" dt="2025-07-26T20:05:03.779" v="529" actId="790"/>
        <pc:sldMkLst>
          <pc:docMk/>
          <pc:sldMk cId="78335346" sldId="343"/>
        </pc:sldMkLst>
        <pc:spChg chg="add mod">
          <ac:chgData name="Mohammed Fasha" userId="cc64f42d-a1a6-4f08-b97b-0c37f877119f" providerId="ADAL" clId="{2C5724D6-962A-4BB5-B62E-9C76E04FD5FB}" dt="2025-07-26T20:05:03.779" v="529" actId="790"/>
          <ac:spMkLst>
            <pc:docMk/>
            <pc:sldMk cId="78335346" sldId="343"/>
            <ac:spMk id="3" creationId="{0874E313-B8F4-4CC1-A604-3C82F5A688A3}"/>
          </ac:spMkLst>
        </pc:spChg>
        <pc:spChg chg="mod">
          <ac:chgData name="Mohammed Fasha" userId="cc64f42d-a1a6-4f08-b97b-0c37f877119f" providerId="ADAL" clId="{2C5724D6-962A-4BB5-B62E-9C76E04FD5FB}" dt="2025-07-26T18:27:23.125" v="127" actId="1076"/>
          <ac:spMkLst>
            <pc:docMk/>
            <pc:sldMk cId="78335346" sldId="343"/>
            <ac:spMk id="8" creationId="{6937C874-4F20-4FF7-8AA0-5588E59D195C}"/>
          </ac:spMkLst>
        </pc:spChg>
      </pc:sldChg>
      <pc:sldChg chg="modSp mod">
        <pc:chgData name="Mohammed Fasha" userId="cc64f42d-a1a6-4f08-b97b-0c37f877119f" providerId="ADAL" clId="{2C5724D6-962A-4BB5-B62E-9C76E04FD5FB}" dt="2025-07-26T20:04:40.233" v="528" actId="20577"/>
        <pc:sldMkLst>
          <pc:docMk/>
          <pc:sldMk cId="1605944735" sldId="345"/>
        </pc:sldMkLst>
        <pc:graphicFrameChg chg="modGraphic">
          <ac:chgData name="Mohammed Fasha" userId="cc64f42d-a1a6-4f08-b97b-0c37f877119f" providerId="ADAL" clId="{2C5724D6-962A-4BB5-B62E-9C76E04FD5FB}" dt="2025-07-26T20:04:40.233" v="528" actId="20577"/>
          <ac:graphicFrameMkLst>
            <pc:docMk/>
            <pc:sldMk cId="1605944735" sldId="345"/>
            <ac:graphicFrameMk id="4" creationId="{9109CD38-3195-4D52-AD91-3766726C91AA}"/>
          </ac:graphicFrameMkLst>
        </pc:graphicFrameChg>
      </pc:sldChg>
      <pc:sldChg chg="addSp delSp modSp new mod">
        <pc:chgData name="Mohammed Fasha" userId="cc64f42d-a1a6-4f08-b97b-0c37f877119f" providerId="ADAL" clId="{2C5724D6-962A-4BB5-B62E-9C76E04FD5FB}" dt="2025-07-26T19:15:58.020" v="204" actId="27636"/>
        <pc:sldMkLst>
          <pc:docMk/>
          <pc:sldMk cId="1026122330" sldId="346"/>
        </pc:sldMkLst>
        <pc:spChg chg="mod">
          <ac:chgData name="Mohammed Fasha" userId="cc64f42d-a1a6-4f08-b97b-0c37f877119f" providerId="ADAL" clId="{2C5724D6-962A-4BB5-B62E-9C76E04FD5FB}" dt="2025-07-26T19:15:50.320" v="201" actId="113"/>
          <ac:spMkLst>
            <pc:docMk/>
            <pc:sldMk cId="1026122330" sldId="346"/>
            <ac:spMk id="2" creationId="{170D6F9A-2348-B360-8E14-0C3C944FDD82}"/>
          </ac:spMkLst>
        </pc:spChg>
        <pc:spChg chg="add del mod">
          <ac:chgData name="Mohammed Fasha" userId="cc64f42d-a1a6-4f08-b97b-0c37f877119f" providerId="ADAL" clId="{2C5724D6-962A-4BB5-B62E-9C76E04FD5FB}" dt="2025-07-26T19:15:58.020" v="204" actId="27636"/>
          <ac:spMkLst>
            <pc:docMk/>
            <pc:sldMk cId="1026122330" sldId="346"/>
            <ac:spMk id="3" creationId="{F6F16E01-2357-57A8-F73D-5B0A21E0FEEE}"/>
          </ac:spMkLst>
        </pc:spChg>
        <pc:spChg chg="add mod">
          <ac:chgData name="Mohammed Fasha" userId="cc64f42d-a1a6-4f08-b97b-0c37f877119f" providerId="ADAL" clId="{2C5724D6-962A-4BB5-B62E-9C76E04FD5FB}" dt="2025-07-26T19:13:09.382" v="145"/>
          <ac:spMkLst>
            <pc:docMk/>
            <pc:sldMk cId="1026122330" sldId="346"/>
            <ac:spMk id="4" creationId="{1D0F2E46-C2E3-EDF0-B352-E56D8329B155}"/>
          </ac:spMkLst>
        </pc:spChg>
        <pc:spChg chg="add">
          <ac:chgData name="Mohammed Fasha" userId="cc64f42d-a1a6-4f08-b97b-0c37f877119f" providerId="ADAL" clId="{2C5724D6-962A-4BB5-B62E-9C76E04FD5FB}" dt="2025-07-26T19:13:18.694" v="147"/>
          <ac:spMkLst>
            <pc:docMk/>
            <pc:sldMk cId="1026122330" sldId="346"/>
            <ac:spMk id="5" creationId="{DCC1D1F2-2E5A-CA6D-1E60-6267FB980BAF}"/>
          </ac:spMkLst>
        </pc:spChg>
      </pc:sldChg>
      <pc:sldChg chg="addSp delSp modSp new mod">
        <pc:chgData name="Mohammed Fasha" userId="cc64f42d-a1a6-4f08-b97b-0c37f877119f" providerId="ADAL" clId="{2C5724D6-962A-4BB5-B62E-9C76E04FD5FB}" dt="2025-07-26T19:25:49.193" v="419" actId="21"/>
        <pc:sldMkLst>
          <pc:docMk/>
          <pc:sldMk cId="3339569234" sldId="347"/>
        </pc:sldMkLst>
        <pc:spChg chg="mod">
          <ac:chgData name="Mohammed Fasha" userId="cc64f42d-a1a6-4f08-b97b-0c37f877119f" providerId="ADAL" clId="{2C5724D6-962A-4BB5-B62E-9C76E04FD5FB}" dt="2025-07-26T19:25:49.193" v="419" actId="21"/>
          <ac:spMkLst>
            <pc:docMk/>
            <pc:sldMk cId="3339569234" sldId="347"/>
            <ac:spMk id="2" creationId="{FCF00CDB-1A99-D735-46CE-D6D8E3926B47}"/>
          </ac:spMkLst>
        </pc:spChg>
        <pc:spChg chg="del">
          <ac:chgData name="Mohammed Fasha" userId="cc64f42d-a1a6-4f08-b97b-0c37f877119f" providerId="ADAL" clId="{2C5724D6-962A-4BB5-B62E-9C76E04FD5FB}" dt="2025-07-26T19:14:43.004" v="187"/>
          <ac:spMkLst>
            <pc:docMk/>
            <pc:sldMk cId="3339569234" sldId="347"/>
            <ac:spMk id="3" creationId="{C2E178C4-8024-C0A8-8F67-7D7AF57CCC7D}"/>
          </ac:spMkLst>
        </pc:spChg>
        <pc:spChg chg="add mod">
          <ac:chgData name="Mohammed Fasha" userId="cc64f42d-a1a6-4f08-b97b-0c37f877119f" providerId="ADAL" clId="{2C5724D6-962A-4BB5-B62E-9C76E04FD5FB}" dt="2025-07-26T19:22:18.150" v="330" actId="1076"/>
          <ac:spMkLst>
            <pc:docMk/>
            <pc:sldMk cId="3339569234" sldId="347"/>
            <ac:spMk id="4" creationId="{A6EEA6C2-C8BF-56C5-0A56-555B6FC2D414}"/>
          </ac:spMkLst>
        </pc:spChg>
        <pc:spChg chg="add">
          <ac:chgData name="Mohammed Fasha" userId="cc64f42d-a1a6-4f08-b97b-0c37f877119f" providerId="ADAL" clId="{2C5724D6-962A-4BB5-B62E-9C76E04FD5FB}" dt="2025-07-26T19:16:34.894" v="211"/>
          <ac:spMkLst>
            <pc:docMk/>
            <pc:sldMk cId="3339569234" sldId="347"/>
            <ac:spMk id="5" creationId="{8282BF3E-2832-9D7F-DD53-14A0162D1EAB}"/>
          </ac:spMkLst>
        </pc:spChg>
        <pc:spChg chg="add del mod">
          <ac:chgData name="Mohammed Fasha" userId="cc64f42d-a1a6-4f08-b97b-0c37f877119f" providerId="ADAL" clId="{2C5724D6-962A-4BB5-B62E-9C76E04FD5FB}" dt="2025-07-26T19:17:12.258" v="218" actId="478"/>
          <ac:spMkLst>
            <pc:docMk/>
            <pc:sldMk cId="3339569234" sldId="347"/>
            <ac:spMk id="6" creationId="{389064F0-1E2F-1E29-29B7-819B93273F90}"/>
          </ac:spMkLst>
        </pc:spChg>
        <pc:spChg chg="add">
          <ac:chgData name="Mohammed Fasha" userId="cc64f42d-a1a6-4f08-b97b-0c37f877119f" providerId="ADAL" clId="{2C5724D6-962A-4BB5-B62E-9C76E04FD5FB}" dt="2025-07-26T19:16:53.082" v="215"/>
          <ac:spMkLst>
            <pc:docMk/>
            <pc:sldMk cId="3339569234" sldId="347"/>
            <ac:spMk id="7" creationId="{474D8DAD-EAA5-87E9-202A-E8EBE3D4E183}"/>
          </ac:spMkLst>
        </pc:spChg>
        <pc:spChg chg="add">
          <ac:chgData name="Mohammed Fasha" userId="cc64f42d-a1a6-4f08-b97b-0c37f877119f" providerId="ADAL" clId="{2C5724D6-962A-4BB5-B62E-9C76E04FD5FB}" dt="2025-07-26T19:17:05.042" v="216"/>
          <ac:spMkLst>
            <pc:docMk/>
            <pc:sldMk cId="3339569234" sldId="347"/>
            <ac:spMk id="8" creationId="{6B0446E5-CC6B-D60D-1E43-10688B14478B}"/>
          </ac:spMkLst>
        </pc:spChg>
        <pc:spChg chg="add del">
          <ac:chgData name="Mohammed Fasha" userId="cc64f42d-a1a6-4f08-b97b-0c37f877119f" providerId="ADAL" clId="{2C5724D6-962A-4BB5-B62E-9C76E04FD5FB}" dt="2025-07-26T19:17:12.258" v="218" actId="478"/>
          <ac:spMkLst>
            <pc:docMk/>
            <pc:sldMk cId="3339569234" sldId="347"/>
            <ac:spMk id="9" creationId="{0403840B-7930-F7A0-70B3-02692898AB2B}"/>
          </ac:spMkLst>
        </pc:spChg>
        <pc:spChg chg="add mod">
          <ac:chgData name="Mohammed Fasha" userId="cc64f42d-a1a6-4f08-b97b-0c37f877119f" providerId="ADAL" clId="{2C5724D6-962A-4BB5-B62E-9C76E04FD5FB}" dt="2025-07-26T19:17:31.075" v="221" actId="1076"/>
          <ac:spMkLst>
            <pc:docMk/>
            <pc:sldMk cId="3339569234" sldId="347"/>
            <ac:spMk id="10" creationId="{03D9E3EA-D2D0-B271-11CE-75B89F3611A6}"/>
          </ac:spMkLst>
        </pc:spChg>
        <pc:spChg chg="add mod">
          <ac:chgData name="Mohammed Fasha" userId="cc64f42d-a1a6-4f08-b97b-0c37f877119f" providerId="ADAL" clId="{2C5724D6-962A-4BB5-B62E-9C76E04FD5FB}" dt="2025-07-26T19:22:00.935" v="326" actId="404"/>
          <ac:spMkLst>
            <pc:docMk/>
            <pc:sldMk cId="3339569234" sldId="347"/>
            <ac:spMk id="12" creationId="{E767932F-5902-8068-D309-FE5368A3D76E}"/>
          </ac:spMkLst>
        </pc:spChg>
        <pc:spChg chg="add">
          <ac:chgData name="Mohammed Fasha" userId="cc64f42d-a1a6-4f08-b97b-0c37f877119f" providerId="ADAL" clId="{2C5724D6-962A-4BB5-B62E-9C76E04FD5FB}" dt="2025-07-26T19:20:47.609" v="299"/>
          <ac:spMkLst>
            <pc:docMk/>
            <pc:sldMk cId="3339569234" sldId="347"/>
            <ac:spMk id="13" creationId="{C1DB37EA-E4D2-6AC1-5218-6B4A1A18302D}"/>
          </ac:spMkLst>
        </pc:spChg>
        <pc:spChg chg="add del mod">
          <ac:chgData name="Mohammed Fasha" userId="cc64f42d-a1a6-4f08-b97b-0c37f877119f" providerId="ADAL" clId="{2C5724D6-962A-4BB5-B62E-9C76E04FD5FB}" dt="2025-07-26T19:22:19.801" v="332"/>
          <ac:spMkLst>
            <pc:docMk/>
            <pc:sldMk cId="3339569234" sldId="347"/>
            <ac:spMk id="14" creationId="{371E4C08-C622-44F1-B71D-1141DA0E6DF6}"/>
          </ac:spMkLst>
        </pc:spChg>
      </pc:sldChg>
      <pc:sldChg chg="addSp modSp new mod">
        <pc:chgData name="Mohammed Fasha" userId="cc64f42d-a1a6-4f08-b97b-0c37f877119f" providerId="ADAL" clId="{2C5724D6-962A-4BB5-B62E-9C76E04FD5FB}" dt="2025-07-26T19:26:33.335" v="429" actId="1076"/>
        <pc:sldMkLst>
          <pc:docMk/>
          <pc:sldMk cId="4267104251" sldId="348"/>
        </pc:sldMkLst>
        <pc:spChg chg="mod">
          <ac:chgData name="Mohammed Fasha" userId="cc64f42d-a1a6-4f08-b97b-0c37f877119f" providerId="ADAL" clId="{2C5724D6-962A-4BB5-B62E-9C76E04FD5FB}" dt="2025-07-26T19:25:52.251" v="420"/>
          <ac:spMkLst>
            <pc:docMk/>
            <pc:sldMk cId="4267104251" sldId="348"/>
            <ac:spMk id="2" creationId="{1044ABED-DC71-E5BD-65F8-3FBE7C0FCD93}"/>
          </ac:spMkLst>
        </pc:spChg>
        <pc:spChg chg="mod">
          <ac:chgData name="Mohammed Fasha" userId="cc64f42d-a1a6-4f08-b97b-0c37f877119f" providerId="ADAL" clId="{2C5724D6-962A-4BB5-B62E-9C76E04FD5FB}" dt="2025-07-26T19:26:28.754" v="428" actId="14100"/>
          <ac:spMkLst>
            <pc:docMk/>
            <pc:sldMk cId="4267104251" sldId="348"/>
            <ac:spMk id="3" creationId="{938296C8-8E28-572F-1F9E-9B2873D0EFD1}"/>
          </ac:spMkLst>
        </pc:spChg>
        <pc:spChg chg="add">
          <ac:chgData name="Mohammed Fasha" userId="cc64f42d-a1a6-4f08-b97b-0c37f877119f" providerId="ADAL" clId="{2C5724D6-962A-4BB5-B62E-9C76E04FD5FB}" dt="2025-07-26T19:23:43.597" v="362"/>
          <ac:spMkLst>
            <pc:docMk/>
            <pc:sldMk cId="4267104251" sldId="348"/>
            <ac:spMk id="4" creationId="{F2CF752D-7DF0-65D3-7C7E-89D6DA1BEFA8}"/>
          </ac:spMkLst>
        </pc:spChg>
        <pc:spChg chg="add">
          <ac:chgData name="Mohammed Fasha" userId="cc64f42d-a1a6-4f08-b97b-0c37f877119f" providerId="ADAL" clId="{2C5724D6-962A-4BB5-B62E-9C76E04FD5FB}" dt="2025-07-26T19:23:55.692" v="364"/>
          <ac:spMkLst>
            <pc:docMk/>
            <pc:sldMk cId="4267104251" sldId="348"/>
            <ac:spMk id="5" creationId="{ADE8497E-E864-1E5A-7E4C-8E58EE9959C8}"/>
          </ac:spMkLst>
        </pc:spChg>
        <pc:spChg chg="add">
          <ac:chgData name="Mohammed Fasha" userId="cc64f42d-a1a6-4f08-b97b-0c37f877119f" providerId="ADAL" clId="{2C5724D6-962A-4BB5-B62E-9C76E04FD5FB}" dt="2025-07-26T19:23:59.089" v="365"/>
          <ac:spMkLst>
            <pc:docMk/>
            <pc:sldMk cId="4267104251" sldId="348"/>
            <ac:spMk id="6" creationId="{19041182-80C3-FFBC-F5BF-308BC25103F4}"/>
          </ac:spMkLst>
        </pc:spChg>
        <pc:spChg chg="add mod">
          <ac:chgData name="Mohammed Fasha" userId="cc64f42d-a1a6-4f08-b97b-0c37f877119f" providerId="ADAL" clId="{2C5724D6-962A-4BB5-B62E-9C76E04FD5FB}" dt="2025-07-26T19:26:33.335" v="429" actId="1076"/>
          <ac:spMkLst>
            <pc:docMk/>
            <pc:sldMk cId="4267104251" sldId="348"/>
            <ac:spMk id="7" creationId="{93458626-ACAE-987F-4656-5A72386887EE}"/>
          </ac:spMkLst>
        </pc:spChg>
      </pc:sldChg>
      <pc:sldChg chg="addSp delSp modSp new mod ord modClrScheme chgLayout">
        <pc:chgData name="Mohammed Fasha" userId="cc64f42d-a1a6-4f08-b97b-0c37f877119f" providerId="ADAL" clId="{2C5724D6-962A-4BB5-B62E-9C76E04FD5FB}" dt="2025-07-26T20:08:42.842" v="561" actId="14734"/>
        <pc:sldMkLst>
          <pc:docMk/>
          <pc:sldMk cId="1415635931" sldId="349"/>
        </pc:sldMkLst>
        <pc:spChg chg="del mod ord">
          <ac:chgData name="Mohammed Fasha" userId="cc64f42d-a1a6-4f08-b97b-0c37f877119f" providerId="ADAL" clId="{2C5724D6-962A-4BB5-B62E-9C76E04FD5FB}" dt="2025-07-26T19:36:11.605" v="431" actId="700"/>
          <ac:spMkLst>
            <pc:docMk/>
            <pc:sldMk cId="1415635931" sldId="349"/>
            <ac:spMk id="2" creationId="{76206671-8E27-5DFD-B28E-02191D4775AF}"/>
          </ac:spMkLst>
        </pc:spChg>
        <pc:spChg chg="del mod ord">
          <ac:chgData name="Mohammed Fasha" userId="cc64f42d-a1a6-4f08-b97b-0c37f877119f" providerId="ADAL" clId="{2C5724D6-962A-4BB5-B62E-9C76E04FD5FB}" dt="2025-07-26T19:36:11.605" v="431" actId="700"/>
          <ac:spMkLst>
            <pc:docMk/>
            <pc:sldMk cId="1415635931" sldId="349"/>
            <ac:spMk id="3" creationId="{8BF4E25E-D329-6026-9E8B-91CEC30C3D65}"/>
          </ac:spMkLst>
        </pc:spChg>
        <pc:spChg chg="add mod ord">
          <ac:chgData name="Mohammed Fasha" userId="cc64f42d-a1a6-4f08-b97b-0c37f877119f" providerId="ADAL" clId="{2C5724D6-962A-4BB5-B62E-9C76E04FD5FB}" dt="2025-07-26T19:41:29.868" v="512" actId="20577"/>
          <ac:spMkLst>
            <pc:docMk/>
            <pc:sldMk cId="1415635931" sldId="349"/>
            <ac:spMk id="4" creationId="{334C8CC7-78EF-4A0E-A00B-57725A4E1CF0}"/>
          </ac:spMkLst>
        </pc:spChg>
        <pc:spChg chg="add del mod ord">
          <ac:chgData name="Mohammed Fasha" userId="cc64f42d-a1a6-4f08-b97b-0c37f877119f" providerId="ADAL" clId="{2C5724D6-962A-4BB5-B62E-9C76E04FD5FB}" dt="2025-07-26T19:36:14.375" v="432"/>
          <ac:spMkLst>
            <pc:docMk/>
            <pc:sldMk cId="1415635931" sldId="349"/>
            <ac:spMk id="5" creationId="{8C10DE6D-DFA3-92FD-6EE9-715D8EDC13F2}"/>
          </ac:spMkLst>
        </pc:spChg>
        <pc:spChg chg="add del">
          <ac:chgData name="Mohammed Fasha" userId="cc64f42d-a1a6-4f08-b97b-0c37f877119f" providerId="ADAL" clId="{2C5724D6-962A-4BB5-B62E-9C76E04FD5FB}" dt="2025-07-26T19:44:09.645" v="515" actId="22"/>
          <ac:spMkLst>
            <pc:docMk/>
            <pc:sldMk cId="1415635931" sldId="349"/>
            <ac:spMk id="8" creationId="{82510F71-FD4D-BFDC-A5A5-0457349F3526}"/>
          </ac:spMkLst>
        </pc:spChg>
        <pc:graphicFrameChg chg="add mod modGraphic">
          <ac:chgData name="Mohammed Fasha" userId="cc64f42d-a1a6-4f08-b97b-0c37f877119f" providerId="ADAL" clId="{2C5724D6-962A-4BB5-B62E-9C76E04FD5FB}" dt="2025-07-26T20:08:42.842" v="561" actId="14734"/>
          <ac:graphicFrameMkLst>
            <pc:docMk/>
            <pc:sldMk cId="1415635931" sldId="349"/>
            <ac:graphicFrameMk id="6" creationId="{E13A4C29-0209-FE53-12D8-C68FEFCD6AC6}"/>
          </ac:graphicFrameMkLst>
        </pc:graphicFrameChg>
        <pc:graphicFrameChg chg="add mod">
          <ac:chgData name="Mohammed Fasha" userId="cc64f42d-a1a6-4f08-b97b-0c37f877119f" providerId="ADAL" clId="{2C5724D6-962A-4BB5-B62E-9C76E04FD5FB}" dt="2025-07-26T19:44:24.496" v="518" actId="1076"/>
          <ac:graphicFrameMkLst>
            <pc:docMk/>
            <pc:sldMk cId="1415635931" sldId="349"/>
            <ac:graphicFrameMk id="9" creationId="{51DADA87-FF1C-1D4D-8EE7-0D6EEB827200}"/>
          </ac:graphicFrameMkLst>
        </pc:graphicFrameChg>
      </pc:sldChg>
      <pc:sldChg chg="modSp add del mod ord">
        <pc:chgData name="Mohammed Fasha" userId="cc64f42d-a1a6-4f08-b97b-0c37f877119f" providerId="ADAL" clId="{2C5724D6-962A-4BB5-B62E-9C76E04FD5FB}" dt="2025-07-26T20:06:51.577" v="551" actId="2696"/>
        <pc:sldMkLst>
          <pc:docMk/>
          <pc:sldMk cId="2432870720" sldId="350"/>
        </pc:sldMkLst>
        <pc:spChg chg="mod">
          <ac:chgData name="Mohammed Fasha" userId="cc64f42d-a1a6-4f08-b97b-0c37f877119f" providerId="ADAL" clId="{2C5724D6-962A-4BB5-B62E-9C76E04FD5FB}" dt="2025-07-26T19:41:54.385" v="513"/>
          <ac:spMkLst>
            <pc:docMk/>
            <pc:sldMk cId="2432870720" sldId="350"/>
            <ac:spMk id="4" creationId="{9BCE9FC9-48AF-A06D-333F-CAD778BA3C42}"/>
          </ac:spMkLst>
        </pc:spChg>
        <pc:graphicFrameChg chg="mod modGraphic">
          <ac:chgData name="Mohammed Fasha" userId="cc64f42d-a1a6-4f08-b97b-0c37f877119f" providerId="ADAL" clId="{2C5724D6-962A-4BB5-B62E-9C76E04FD5FB}" dt="2025-07-26T19:40:42.959" v="475" actId="14100"/>
          <ac:graphicFrameMkLst>
            <pc:docMk/>
            <pc:sldMk cId="2432870720" sldId="350"/>
            <ac:graphicFrameMk id="6" creationId="{B0C6CA0B-7FA4-E3D3-B623-72B2993B6A8A}"/>
          </ac:graphicFrameMkLst>
        </pc:graphicFrameChg>
      </pc:sldChg>
    </pc:docChg>
  </pc:docChgLst>
  <pc:docChgLst>
    <pc:chgData name="Mohammed Fasha" userId="cc64f42d-a1a6-4f08-b97b-0c37f877119f" providerId="ADAL" clId="{52B7A16F-CAD0-4D4D-9F9C-A24C8678CAD7}"/>
    <pc:docChg chg="undo custSel addSld delSld modSld">
      <pc:chgData name="Mohammed Fasha" userId="cc64f42d-a1a6-4f08-b97b-0c37f877119f" providerId="ADAL" clId="{52B7A16F-CAD0-4D4D-9F9C-A24C8678CAD7}" dt="2025-03-23T08:12:51.858" v="440" actId="167"/>
      <pc:docMkLst>
        <pc:docMk/>
      </pc:docMkLst>
      <pc:sldChg chg="modSp mod">
        <pc:chgData name="Mohammed Fasha" userId="cc64f42d-a1a6-4f08-b97b-0c37f877119f" providerId="ADAL" clId="{52B7A16F-CAD0-4D4D-9F9C-A24C8678CAD7}" dt="2025-03-23T07:38:06.248" v="0" actId="1076"/>
        <pc:sldMkLst>
          <pc:docMk/>
          <pc:sldMk cId="0" sldId="260"/>
        </pc:sldMkLst>
      </pc:sldChg>
      <pc:sldChg chg="addSp delSp modSp mod">
        <pc:chgData name="Mohammed Fasha" userId="cc64f42d-a1a6-4f08-b97b-0c37f877119f" providerId="ADAL" clId="{52B7A16F-CAD0-4D4D-9F9C-A24C8678CAD7}" dt="2025-03-23T07:53:24.379" v="210" actId="1037"/>
        <pc:sldMkLst>
          <pc:docMk/>
          <pc:sldMk cId="0" sldId="268"/>
        </pc:sldMkLst>
      </pc:sldChg>
      <pc:sldChg chg="modSp mod">
        <pc:chgData name="Mohammed Fasha" userId="cc64f42d-a1a6-4f08-b97b-0c37f877119f" providerId="ADAL" clId="{52B7A16F-CAD0-4D4D-9F9C-A24C8678CAD7}" dt="2025-03-23T08:04:37.151" v="351" actId="1076"/>
        <pc:sldMkLst>
          <pc:docMk/>
          <pc:sldMk cId="0" sldId="272"/>
        </pc:sldMkLst>
      </pc:sldChg>
      <pc:sldChg chg="addSp delSp modSp mod">
        <pc:chgData name="Mohammed Fasha" userId="cc64f42d-a1a6-4f08-b97b-0c37f877119f" providerId="ADAL" clId="{52B7A16F-CAD0-4D4D-9F9C-A24C8678CAD7}" dt="2025-03-23T07:57:49.782" v="247" actId="113"/>
        <pc:sldMkLst>
          <pc:docMk/>
          <pc:sldMk cId="1864506158" sldId="314"/>
        </pc:sldMkLst>
      </pc:sldChg>
      <pc:sldChg chg="del">
        <pc:chgData name="Mohammed Fasha" userId="cc64f42d-a1a6-4f08-b97b-0c37f877119f" providerId="ADAL" clId="{52B7A16F-CAD0-4D4D-9F9C-A24C8678CAD7}" dt="2025-03-23T07:50:32.125" v="135" actId="2696"/>
        <pc:sldMkLst>
          <pc:docMk/>
          <pc:sldMk cId="2845841377" sldId="315"/>
        </pc:sldMkLst>
      </pc:sldChg>
      <pc:sldChg chg="addSp delSp modSp mod">
        <pc:chgData name="Mohammed Fasha" userId="cc64f42d-a1a6-4f08-b97b-0c37f877119f" providerId="ADAL" clId="{52B7A16F-CAD0-4D4D-9F9C-A24C8678CAD7}" dt="2025-03-23T08:12:51.858" v="440" actId="167"/>
        <pc:sldMkLst>
          <pc:docMk/>
          <pc:sldMk cId="3694445782" sldId="326"/>
        </pc:sldMkLst>
      </pc:sldChg>
      <pc:sldChg chg="addSp delSp modSp mod">
        <pc:chgData name="Mohammed Fasha" userId="cc64f42d-a1a6-4f08-b97b-0c37f877119f" providerId="ADAL" clId="{52B7A16F-CAD0-4D4D-9F9C-A24C8678CAD7}" dt="2025-03-23T07:57:59.284" v="248" actId="113"/>
        <pc:sldMkLst>
          <pc:docMk/>
          <pc:sldMk cId="659685489" sldId="327"/>
        </pc:sldMkLst>
      </pc:sldChg>
      <pc:sldChg chg="modSp add">
        <pc:chgData name="Mohammed Fasha" userId="cc64f42d-a1a6-4f08-b97b-0c37f877119f" providerId="ADAL" clId="{52B7A16F-CAD0-4D4D-9F9C-A24C8678CAD7}" dt="2025-03-23T08:06:38.777" v="363" actId="1035"/>
        <pc:sldMkLst>
          <pc:docMk/>
          <pc:sldMk cId="932796301" sldId="328"/>
        </pc:sldMkLst>
      </pc:sldChg>
      <pc:sldChg chg="addSp modSp del mod">
        <pc:chgData name="Mohammed Fasha" userId="cc64f42d-a1a6-4f08-b97b-0c37f877119f" providerId="ADAL" clId="{52B7A16F-CAD0-4D4D-9F9C-A24C8678CAD7}" dt="2025-03-23T08:06:20.763" v="361" actId="2696"/>
        <pc:sldMkLst>
          <pc:docMk/>
          <pc:sldMk cId="4072578661" sldId="328"/>
        </pc:sldMkLst>
      </pc:sldChg>
      <pc:sldChg chg="addSp modSp mod">
        <pc:chgData name="Mohammed Fasha" userId="cc64f42d-a1a6-4f08-b97b-0c37f877119f" providerId="ADAL" clId="{52B7A16F-CAD0-4D4D-9F9C-A24C8678CAD7}" dt="2025-03-23T08:05:29.878" v="358" actId="14100"/>
        <pc:sldMkLst>
          <pc:docMk/>
          <pc:sldMk cId="3366111495" sldId="329"/>
        </pc:sldMkLst>
      </pc:sldChg>
    </pc:docChg>
  </pc:docChgLst>
  <pc:docChgLst>
    <pc:chgData name="Mohammed Fasha" userId="S::mohammed.fasha@uop.edu.jo::cc64f42d-a1a6-4f08-b97b-0c37f877119f" providerId="AD" clId="Web-{37180445-8C36-3D61-B421-DE7B4B97BDB9}"/>
    <pc:docChg chg="addSld delSld modSld sldOrd">
      <pc:chgData name="Mohammed Fasha" userId="S::mohammed.fasha@uop.edu.jo::cc64f42d-a1a6-4f08-b97b-0c37f877119f" providerId="AD" clId="Web-{37180445-8C36-3D61-B421-DE7B4B97BDB9}" dt="2025-03-19T03:36:22.093" v="327" actId="1076"/>
      <pc:docMkLst>
        <pc:docMk/>
      </pc:docMkLst>
      <pc:sldChg chg="modSp">
        <pc:chgData name="Mohammed Fasha" userId="S::mohammed.fasha@uop.edu.jo::cc64f42d-a1a6-4f08-b97b-0c37f877119f" providerId="AD" clId="Web-{37180445-8C36-3D61-B421-DE7B4B97BDB9}" dt="2025-03-19T03:30:37.066" v="274" actId="20577"/>
        <pc:sldMkLst>
          <pc:docMk/>
          <pc:sldMk cId="0" sldId="276"/>
        </pc:sldMkLst>
      </pc:sldChg>
      <pc:sldChg chg="modSp ord">
        <pc:chgData name="Mohammed Fasha" userId="S::mohammed.fasha@uop.edu.jo::cc64f42d-a1a6-4f08-b97b-0c37f877119f" providerId="AD" clId="Web-{37180445-8C36-3D61-B421-DE7B4B97BDB9}" dt="2025-03-19T03:26:50.183" v="239" actId="20577"/>
        <pc:sldMkLst>
          <pc:docMk/>
          <pc:sldMk cId="0" sldId="278"/>
        </pc:sldMkLst>
      </pc:sldChg>
      <pc:sldChg chg="modSp">
        <pc:chgData name="Mohammed Fasha" userId="S::mohammed.fasha@uop.edu.jo::cc64f42d-a1a6-4f08-b97b-0c37f877119f" providerId="AD" clId="Web-{37180445-8C36-3D61-B421-DE7B4B97BDB9}" dt="2025-03-19T03:19:09.496" v="127" actId="20577"/>
        <pc:sldMkLst>
          <pc:docMk/>
          <pc:sldMk cId="0" sldId="280"/>
        </pc:sldMkLst>
      </pc:sldChg>
      <pc:sldChg chg="addSp modSp">
        <pc:chgData name="Mohammed Fasha" userId="S::mohammed.fasha@uop.edu.jo::cc64f42d-a1a6-4f08-b97b-0c37f877119f" providerId="AD" clId="Web-{37180445-8C36-3D61-B421-DE7B4B97BDB9}" dt="2025-03-19T03:21:50.361" v="182" actId="20577"/>
        <pc:sldMkLst>
          <pc:docMk/>
          <pc:sldMk cId="441052949" sldId="309"/>
        </pc:sldMkLst>
      </pc:sldChg>
      <pc:sldChg chg="addSp delSp modSp add del replId">
        <pc:chgData name="Mohammed Fasha" userId="S::mohammed.fasha@uop.edu.jo::cc64f42d-a1a6-4f08-b97b-0c37f877119f" providerId="AD" clId="Web-{37180445-8C36-3D61-B421-DE7B4B97BDB9}" dt="2025-03-19T03:17:37.368" v="121"/>
        <pc:sldMkLst>
          <pc:docMk/>
          <pc:sldMk cId="1021713399" sldId="312"/>
        </pc:sldMkLst>
      </pc:sldChg>
      <pc:sldChg chg="addSp modSp new">
        <pc:chgData name="Mohammed Fasha" userId="S::mohammed.fasha@uop.edu.jo::cc64f42d-a1a6-4f08-b97b-0c37f877119f" providerId="AD" clId="Web-{37180445-8C36-3D61-B421-DE7B4B97BDB9}" dt="2025-03-19T03:24:21.850" v="219" actId="20577"/>
        <pc:sldMkLst>
          <pc:docMk/>
          <pc:sldMk cId="1008151712" sldId="313"/>
        </pc:sldMkLst>
      </pc:sldChg>
      <pc:sldChg chg="addSp delSp modSp new">
        <pc:chgData name="Mohammed Fasha" userId="S::mohammed.fasha@uop.edu.jo::cc64f42d-a1a6-4f08-b97b-0c37f877119f" providerId="AD" clId="Web-{37180445-8C36-3D61-B421-DE7B4B97BDB9}" dt="2025-03-19T03:31:22.739" v="283" actId="20577"/>
        <pc:sldMkLst>
          <pc:docMk/>
          <pc:sldMk cId="618074235" sldId="314"/>
        </pc:sldMkLst>
      </pc:sldChg>
      <pc:sldChg chg="addSp modSp new">
        <pc:chgData name="Mohammed Fasha" userId="S::mohammed.fasha@uop.edu.jo::cc64f42d-a1a6-4f08-b97b-0c37f877119f" providerId="AD" clId="Web-{37180445-8C36-3D61-B421-DE7B4B97BDB9}" dt="2025-03-19T03:36:22.093" v="327" actId="1076"/>
        <pc:sldMkLst>
          <pc:docMk/>
          <pc:sldMk cId="22495289" sldId="315"/>
        </pc:sldMkLst>
      </pc:sldChg>
    </pc:docChg>
  </pc:docChgLst>
  <pc:docChgLst>
    <pc:chgData name="Mohammed Fasha" userId="S::mohammed.fasha@uop.edu.jo::cc64f42d-a1a6-4f08-b97b-0c37f877119f" providerId="AD" clId="Web-{201C7D42-1F1C-B7C2-DD80-837CD0925F1E}"/>
    <pc:docChg chg="addSld delSld modSld">
      <pc:chgData name="Mohammed Fasha" userId="S::mohammed.fasha@uop.edu.jo::cc64f42d-a1a6-4f08-b97b-0c37f877119f" providerId="AD" clId="Web-{201C7D42-1F1C-B7C2-DD80-837CD0925F1E}" dt="2025-03-23T12:36:34.651" v="413" actId="1076"/>
      <pc:docMkLst>
        <pc:docMk/>
      </pc:docMkLst>
      <pc:sldChg chg="addSp modSp">
        <pc:chgData name="Mohammed Fasha" userId="S::mohammed.fasha@uop.edu.jo::cc64f42d-a1a6-4f08-b97b-0c37f877119f" providerId="AD" clId="Web-{201C7D42-1F1C-B7C2-DD80-837CD0925F1E}" dt="2025-03-23T12:35:02.129" v="388" actId="14100"/>
        <pc:sldMkLst>
          <pc:docMk/>
          <pc:sldMk cId="0" sldId="272"/>
        </pc:sldMkLst>
      </pc:sldChg>
      <pc:sldChg chg="modSp">
        <pc:chgData name="Mohammed Fasha" userId="S::mohammed.fasha@uop.edu.jo::cc64f42d-a1a6-4f08-b97b-0c37f877119f" providerId="AD" clId="Web-{201C7D42-1F1C-B7C2-DD80-837CD0925F1E}" dt="2025-03-23T12:36:34.651" v="413" actId="1076"/>
        <pc:sldMkLst>
          <pc:docMk/>
          <pc:sldMk cId="0" sldId="274"/>
        </pc:sldMkLst>
      </pc:sldChg>
      <pc:sldChg chg="addSp delSp modSp del">
        <pc:chgData name="Mohammed Fasha" userId="S::mohammed.fasha@uop.edu.jo::cc64f42d-a1a6-4f08-b97b-0c37f877119f" providerId="AD" clId="Web-{201C7D42-1F1C-B7C2-DD80-837CD0925F1E}" dt="2025-03-23T12:33:44.545" v="354"/>
        <pc:sldMkLst>
          <pc:docMk/>
          <pc:sldMk cId="414281864" sldId="320"/>
        </pc:sldMkLst>
      </pc:sldChg>
      <pc:sldChg chg="addSp delSp modSp">
        <pc:chgData name="Mohammed Fasha" userId="S::mohammed.fasha@uop.edu.jo::cc64f42d-a1a6-4f08-b97b-0c37f877119f" providerId="AD" clId="Web-{201C7D42-1F1C-B7C2-DD80-837CD0925F1E}" dt="2025-03-23T12:32:06.408" v="330"/>
        <pc:sldMkLst>
          <pc:docMk/>
          <pc:sldMk cId="2158520731" sldId="321"/>
        </pc:sldMkLst>
      </pc:sldChg>
      <pc:sldChg chg="addSp delSp modSp">
        <pc:chgData name="Mohammed Fasha" userId="S::mohammed.fasha@uop.edu.jo::cc64f42d-a1a6-4f08-b97b-0c37f877119f" providerId="AD" clId="Web-{201C7D42-1F1C-B7C2-DD80-837CD0925F1E}" dt="2025-03-23T12:20:46.326" v="64"/>
        <pc:sldMkLst>
          <pc:docMk/>
          <pc:sldMk cId="323566195" sldId="323"/>
        </pc:sldMkLst>
      </pc:sldChg>
      <pc:sldChg chg="modSp">
        <pc:chgData name="Mohammed Fasha" userId="S::mohammed.fasha@uop.edu.jo::cc64f42d-a1a6-4f08-b97b-0c37f877119f" providerId="AD" clId="Web-{201C7D42-1F1C-B7C2-DD80-837CD0925F1E}" dt="2025-03-23T12:19:03.928" v="15" actId="20577"/>
        <pc:sldMkLst>
          <pc:docMk/>
          <pc:sldMk cId="2802975669" sldId="324"/>
        </pc:sldMkLst>
      </pc:sldChg>
      <pc:sldChg chg="modSp">
        <pc:chgData name="Mohammed Fasha" userId="S::mohammed.fasha@uop.edu.jo::cc64f42d-a1a6-4f08-b97b-0c37f877119f" providerId="AD" clId="Web-{201C7D42-1F1C-B7C2-DD80-837CD0925F1E}" dt="2025-03-23T12:27:29.419" v="215" actId="20577"/>
        <pc:sldMkLst>
          <pc:docMk/>
          <pc:sldMk cId="932796301" sldId="328"/>
        </pc:sldMkLst>
      </pc:sldChg>
      <pc:sldChg chg="addSp delSp modSp new del">
        <pc:chgData name="Mohammed Fasha" userId="S::mohammed.fasha@uop.edu.jo::cc64f42d-a1a6-4f08-b97b-0c37f877119f" providerId="AD" clId="Web-{201C7D42-1F1C-B7C2-DD80-837CD0925F1E}" dt="2025-03-23T12:23:37.245" v="125"/>
        <pc:sldMkLst>
          <pc:docMk/>
          <pc:sldMk cId="704117908" sldId="331"/>
        </pc:sldMkLst>
      </pc:sldChg>
      <pc:sldChg chg="modSp new">
        <pc:chgData name="Mohammed Fasha" userId="S::mohammed.fasha@uop.edu.jo::cc64f42d-a1a6-4f08-b97b-0c37f877119f" providerId="AD" clId="Web-{201C7D42-1F1C-B7C2-DD80-837CD0925F1E}" dt="2025-03-23T12:23:26.354" v="123" actId="20577"/>
        <pc:sldMkLst>
          <pc:docMk/>
          <pc:sldMk cId="2684285518" sldId="332"/>
        </pc:sldMkLst>
      </pc:sldChg>
      <pc:sldChg chg="addSp delSp modSp new">
        <pc:chgData name="Mohammed Fasha" userId="S::mohammed.fasha@uop.edu.jo::cc64f42d-a1a6-4f08-b97b-0c37f877119f" providerId="AD" clId="Web-{201C7D42-1F1C-B7C2-DD80-837CD0925F1E}" dt="2025-03-23T12:26:17.070" v="197" actId="20577"/>
        <pc:sldMkLst>
          <pc:docMk/>
          <pc:sldMk cId="2087539751" sldId="333"/>
        </pc:sldMkLst>
      </pc:sldChg>
      <pc:sldChg chg="modSp new mod modClrScheme chgLayout">
        <pc:chgData name="Mohammed Fasha" userId="S::mohammed.fasha@uop.edu.jo::cc64f42d-a1a6-4f08-b97b-0c37f877119f" providerId="AD" clId="Web-{201C7D42-1F1C-B7C2-DD80-837CD0925F1E}" dt="2025-03-23T12:26:54.182" v="201" actId="20577"/>
        <pc:sldMkLst>
          <pc:docMk/>
          <pc:sldMk cId="2275966120" sldId="334"/>
        </pc:sldMkLst>
      </pc:sldChg>
      <pc:sldChg chg="addSp modSp new">
        <pc:chgData name="Mohammed Fasha" userId="S::mohammed.fasha@uop.edu.jo::cc64f42d-a1a6-4f08-b97b-0c37f877119f" providerId="AD" clId="Web-{201C7D42-1F1C-B7C2-DD80-837CD0925F1E}" dt="2025-03-23T12:34:23.220" v="365" actId="1076"/>
        <pc:sldMkLst>
          <pc:docMk/>
          <pc:sldMk cId="4251754830" sldId="335"/>
        </pc:sldMkLst>
      </pc:sldChg>
    </pc:docChg>
  </pc:docChgLst>
  <pc:docChgLst>
    <pc:chgData name="Mohammed Fasha" userId="cc64f42d-a1a6-4f08-b97b-0c37f877119f" providerId="ADAL" clId="{90B6B862-2DC7-460D-AAB2-4136282EE665}"/>
    <pc:docChg chg="undo redo custSel addSld delSld modSld">
      <pc:chgData name="Mohammed Fasha" userId="cc64f42d-a1a6-4f08-b97b-0c37f877119f" providerId="ADAL" clId="{90B6B862-2DC7-460D-AAB2-4136282EE665}" dt="2025-03-22T15:52:20.415" v="389" actId="207"/>
      <pc:docMkLst>
        <pc:docMk/>
      </pc:docMkLst>
      <pc:sldChg chg="modSp mod">
        <pc:chgData name="Mohammed Fasha" userId="cc64f42d-a1a6-4f08-b97b-0c37f877119f" providerId="ADAL" clId="{90B6B862-2DC7-460D-AAB2-4136282EE665}" dt="2025-03-21T12:24:31.044" v="30" actId="20577"/>
        <pc:sldMkLst>
          <pc:docMk/>
          <pc:sldMk cId="0" sldId="26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051082680" sldId="26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262872071" sldId="267"/>
        </pc:sldMkLst>
      </pc:sldChg>
      <pc:sldChg chg="addSp delSp modSp mod">
        <pc:chgData name="Mohammed Fasha" userId="cc64f42d-a1a6-4f08-b97b-0c37f877119f" providerId="ADAL" clId="{90B6B862-2DC7-460D-AAB2-4136282EE665}" dt="2025-03-22T15:25:56.335" v="120" actId="14100"/>
        <pc:sldMkLst>
          <pc:docMk/>
          <pc:sldMk cId="0" sldId="268"/>
        </pc:sldMkLst>
      </pc:sldChg>
      <pc:sldChg chg="add del">
        <pc:chgData name="Mohammed Fasha" userId="cc64f42d-a1a6-4f08-b97b-0c37f877119f" providerId="ADAL" clId="{90B6B862-2DC7-460D-AAB2-4136282EE665}" dt="2025-03-21T12:22:29.862" v="10" actId="47"/>
        <pc:sldMkLst>
          <pc:docMk/>
          <pc:sldMk cId="0" sldId="269"/>
        </pc:sldMkLst>
      </pc:sldChg>
      <pc:sldChg chg="modSp mod">
        <pc:chgData name="Mohammed Fasha" userId="cc64f42d-a1a6-4f08-b97b-0c37f877119f" providerId="ADAL" clId="{90B6B862-2DC7-460D-AAB2-4136282EE665}" dt="2025-03-21T12:24:43.128" v="32" actId="6549"/>
        <pc:sldMkLst>
          <pc:docMk/>
          <pc:sldMk cId="0" sldId="270"/>
        </pc:sldMkLst>
      </pc:sldChg>
      <pc:sldChg chg="add del">
        <pc:chgData name="Mohammed Fasha" userId="cc64f42d-a1a6-4f08-b97b-0c37f877119f" providerId="ADAL" clId="{90B6B862-2DC7-460D-AAB2-4136282EE665}" dt="2025-03-21T12:22:31.211" v="11" actId="47"/>
        <pc:sldMkLst>
          <pc:docMk/>
          <pc:sldMk cId="0" sldId="271"/>
        </pc:sldMkLst>
      </pc:sldChg>
      <pc:sldChg chg="modSp mod">
        <pc:chgData name="Mohammed Fasha" userId="cc64f42d-a1a6-4f08-b97b-0c37f877119f" providerId="ADAL" clId="{90B6B862-2DC7-460D-AAB2-4136282EE665}" dt="2025-03-22T15:52:20.415" v="389" actId="207"/>
        <pc:sldMkLst>
          <pc:docMk/>
          <pc:sldMk cId="0" sldId="272"/>
        </pc:sldMkLst>
      </pc:sldChg>
      <pc:sldChg chg="add del">
        <pc:chgData name="Mohammed Fasha" userId="cc64f42d-a1a6-4f08-b97b-0c37f877119f" providerId="ADAL" clId="{90B6B862-2DC7-460D-AAB2-4136282EE665}" dt="2025-03-21T12:22:32.502" v="12" actId="47"/>
        <pc:sldMkLst>
          <pc:docMk/>
          <pc:sldMk cId="0" sldId="273"/>
        </pc:sldMkLst>
      </pc:sldChg>
      <pc:sldChg chg="modSp mod">
        <pc:chgData name="Mohammed Fasha" userId="cc64f42d-a1a6-4f08-b97b-0c37f877119f" providerId="ADAL" clId="{90B6B862-2DC7-460D-AAB2-4136282EE665}" dt="2025-03-22T15:52:14.726" v="388" actId="113"/>
        <pc:sldMkLst>
          <pc:docMk/>
          <pc:sldMk cId="0" sldId="274"/>
        </pc:sldMkLst>
      </pc:sldChg>
      <pc:sldChg chg="add del">
        <pc:chgData name="Mohammed Fasha" userId="cc64f42d-a1a6-4f08-b97b-0c37f877119f" providerId="ADAL" clId="{90B6B862-2DC7-460D-AAB2-4136282EE665}" dt="2025-03-21T12:22:36.640" v="14" actId="47"/>
        <pc:sldMkLst>
          <pc:docMk/>
          <pc:sldMk cId="0" sldId="275"/>
        </pc:sldMkLst>
      </pc:sldChg>
      <pc:sldChg chg="del">
        <pc:chgData name="Mohammed Fasha" userId="cc64f42d-a1a6-4f08-b97b-0c37f877119f" providerId="ADAL" clId="{90B6B862-2DC7-460D-AAB2-4136282EE665}" dt="2025-03-21T12:22:37.879" v="15" actId="47"/>
        <pc:sldMkLst>
          <pc:docMk/>
          <pc:sldMk cId="0" sldId="276"/>
        </pc:sldMkLst>
      </pc:sldChg>
      <pc:sldChg chg="del">
        <pc:chgData name="Mohammed Fasha" userId="cc64f42d-a1a6-4f08-b97b-0c37f877119f" providerId="ADAL" clId="{90B6B862-2DC7-460D-AAB2-4136282EE665}" dt="2025-03-21T12:22:43.487" v="20" actId="47"/>
        <pc:sldMkLst>
          <pc:docMk/>
          <pc:sldMk cId="0" sldId="277"/>
        </pc:sldMkLst>
      </pc:sldChg>
      <pc:sldChg chg="del">
        <pc:chgData name="Mohammed Fasha" userId="cc64f42d-a1a6-4f08-b97b-0c37f877119f" providerId="ADAL" clId="{90B6B862-2DC7-460D-AAB2-4136282EE665}" dt="2025-03-21T12:22:42.339" v="19" actId="47"/>
        <pc:sldMkLst>
          <pc:docMk/>
          <pc:sldMk cId="0" sldId="279"/>
        </pc:sldMkLst>
      </pc:sldChg>
      <pc:sldChg chg="add del">
        <pc:chgData name="Mohammed Fasha" userId="cc64f42d-a1a6-4f08-b97b-0c37f877119f" providerId="ADAL" clId="{90B6B862-2DC7-460D-AAB2-4136282EE665}" dt="2025-03-21T12:23:12.598" v="26" actId="2696"/>
        <pc:sldMkLst>
          <pc:docMk/>
          <pc:sldMk cId="1987061240" sldId="28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672303097" sldId="28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815558283" sldId="288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206556809" sldId="291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989139448" sldId="292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181059690" sldId="293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418130453" sldId="294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43200119" sldId="29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822153299" sldId="29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1461366896" sldId="297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475909420" sldId="298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540064806" sldId="300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115715400" sldId="301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1663389758" sldId="302"/>
        </pc:sldMkLst>
      </pc:sldChg>
      <pc:sldChg chg="add del">
        <pc:chgData name="Mohammed Fasha" userId="cc64f42d-a1a6-4f08-b97b-0c37f877119f" providerId="ADAL" clId="{90B6B862-2DC7-460D-AAB2-4136282EE665}" dt="2025-03-21T12:23:12.598" v="26" actId="2696"/>
        <pc:sldMkLst>
          <pc:docMk/>
          <pc:sldMk cId="3053666628" sldId="303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133918167" sldId="304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673227071" sldId="30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41320333" sldId="30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4041194208" sldId="307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844551123" sldId="308"/>
        </pc:sldMkLst>
      </pc:sldChg>
      <pc:sldChg chg="del">
        <pc:chgData name="Mohammed Fasha" userId="cc64f42d-a1a6-4f08-b97b-0c37f877119f" providerId="ADAL" clId="{90B6B862-2DC7-460D-AAB2-4136282EE665}" dt="2025-03-21T12:22:39.905" v="17" actId="47"/>
        <pc:sldMkLst>
          <pc:docMk/>
          <pc:sldMk cId="618074235" sldId="314"/>
        </pc:sldMkLst>
      </pc:sldChg>
      <pc:sldChg chg="modSp new mod">
        <pc:chgData name="Mohammed Fasha" userId="cc64f42d-a1a6-4f08-b97b-0c37f877119f" providerId="ADAL" clId="{90B6B862-2DC7-460D-AAB2-4136282EE665}" dt="2025-03-22T15:43:34.061" v="323" actId="20577"/>
        <pc:sldMkLst>
          <pc:docMk/>
          <pc:sldMk cId="1864506158" sldId="314"/>
        </pc:sldMkLst>
      </pc:sldChg>
      <pc:sldChg chg="del">
        <pc:chgData name="Mohammed Fasha" userId="cc64f42d-a1a6-4f08-b97b-0c37f877119f" providerId="ADAL" clId="{90B6B862-2DC7-460D-AAB2-4136282EE665}" dt="2025-03-21T12:22:38.828" v="16" actId="47"/>
        <pc:sldMkLst>
          <pc:docMk/>
          <pc:sldMk cId="22495289" sldId="315"/>
        </pc:sldMkLst>
      </pc:sldChg>
      <pc:sldChg chg="addSp modSp new mod">
        <pc:chgData name="Mohammed Fasha" userId="cc64f42d-a1a6-4f08-b97b-0c37f877119f" providerId="ADAL" clId="{90B6B862-2DC7-460D-AAB2-4136282EE665}" dt="2025-03-22T15:30:57.316" v="159" actId="20577"/>
        <pc:sldMkLst>
          <pc:docMk/>
          <pc:sldMk cId="2845841377" sldId="315"/>
        </pc:sldMkLst>
      </pc:sldChg>
      <pc:sldChg chg="del">
        <pc:chgData name="Mohammed Fasha" userId="cc64f42d-a1a6-4f08-b97b-0c37f877119f" providerId="ADAL" clId="{90B6B862-2DC7-460D-AAB2-4136282EE665}" dt="2025-03-21T12:22:41.191" v="18" actId="47"/>
        <pc:sldMkLst>
          <pc:docMk/>
          <pc:sldMk cId="196329700" sldId="316"/>
        </pc:sldMkLst>
      </pc:sldChg>
      <pc:sldChg chg="modSp new mod">
        <pc:chgData name="Mohammed Fasha" userId="cc64f42d-a1a6-4f08-b97b-0c37f877119f" providerId="ADAL" clId="{90B6B862-2DC7-460D-AAB2-4136282EE665}" dt="2025-03-22T15:41:03.063" v="315"/>
        <pc:sldMkLst>
          <pc:docMk/>
          <pc:sldMk cId="4201170802" sldId="316"/>
        </pc:sldMkLst>
      </pc:sldChg>
      <pc:sldChg chg="add del">
        <pc:chgData name="Mohammed Fasha" userId="cc64f42d-a1a6-4f08-b97b-0c37f877119f" providerId="ADAL" clId="{90B6B862-2DC7-460D-AAB2-4136282EE665}" dt="2025-03-21T12:22:35.158" v="13" actId="47"/>
        <pc:sldMkLst>
          <pc:docMk/>
          <pc:sldMk cId="3080687933" sldId="317"/>
        </pc:sldMkLst>
      </pc:sldChg>
      <pc:sldChg chg="new">
        <pc:chgData name="Mohammed Fasha" userId="cc64f42d-a1a6-4f08-b97b-0c37f877119f" providerId="ADAL" clId="{90B6B862-2DC7-460D-AAB2-4136282EE665}" dt="2025-03-22T15:45:42.049" v="344" actId="680"/>
        <pc:sldMkLst>
          <pc:docMk/>
          <pc:sldMk cId="3352190066" sldId="317"/>
        </pc:sldMkLst>
      </pc:sldChg>
      <pc:sldChg chg="del">
        <pc:chgData name="Mohammed Fasha" userId="cc64f42d-a1a6-4f08-b97b-0c37f877119f" providerId="ADAL" clId="{90B6B862-2DC7-460D-AAB2-4136282EE665}" dt="2025-03-21T12:22:49.353" v="21" actId="47"/>
        <pc:sldMkLst>
          <pc:docMk/>
          <pc:sldMk cId="3702164412" sldId="318"/>
        </pc:sldMkLst>
      </pc:sldChg>
    </pc:docChg>
  </pc:docChgLst>
  <pc:docChgLst>
    <pc:chgData name="Mohammed Fasha" userId="S::mohammed.fasha@uop.edu.jo::cc64f42d-a1a6-4f08-b97b-0c37f877119f" providerId="AD" clId="Web-{048CEBFD-D6A1-FF4F-145A-C5347D00F6D8}"/>
    <pc:docChg chg="addSld delSld modSld">
      <pc:chgData name="Mohammed Fasha" userId="S::mohammed.fasha@uop.edu.jo::cc64f42d-a1a6-4f08-b97b-0c37f877119f" providerId="AD" clId="Web-{048CEBFD-D6A1-FF4F-145A-C5347D00F6D8}" dt="2025-03-23T06:04:22.577" v="1166" actId="20577"/>
      <pc:docMkLst>
        <pc:docMk/>
      </pc:docMkLst>
      <pc:sldChg chg="modSp">
        <pc:chgData name="Mohammed Fasha" userId="S::mohammed.fasha@uop.edu.jo::cc64f42d-a1a6-4f08-b97b-0c37f877119f" providerId="AD" clId="Web-{048CEBFD-D6A1-FF4F-145A-C5347D00F6D8}" dt="2025-03-23T04:07:54.621" v="655" actId="20577"/>
        <pc:sldMkLst>
          <pc:docMk/>
          <pc:sldMk cId="0" sldId="272"/>
        </pc:sldMkLst>
      </pc:sldChg>
      <pc:sldChg chg="del">
        <pc:chgData name="Mohammed Fasha" userId="S::mohammed.fasha@uop.edu.jo::cc64f42d-a1a6-4f08-b97b-0c37f877119f" providerId="AD" clId="Web-{048CEBFD-D6A1-FF4F-145A-C5347D00F6D8}" dt="2025-03-23T03:16:25.599" v="434"/>
        <pc:sldMkLst>
          <pc:docMk/>
          <pc:sldMk cId="441052949" sldId="309"/>
        </pc:sldMkLst>
      </pc:sldChg>
      <pc:sldChg chg="del">
        <pc:chgData name="Mohammed Fasha" userId="S::mohammed.fasha@uop.edu.jo::cc64f42d-a1a6-4f08-b97b-0c37f877119f" providerId="AD" clId="Web-{048CEBFD-D6A1-FF4F-145A-C5347D00F6D8}" dt="2025-03-23T03:16:27.646" v="435"/>
        <pc:sldMkLst>
          <pc:docMk/>
          <pc:sldMk cId="4115587381" sldId="311"/>
        </pc:sldMkLst>
      </pc:sldChg>
      <pc:sldChg chg="del">
        <pc:chgData name="Mohammed Fasha" userId="S::mohammed.fasha@uop.edu.jo::cc64f42d-a1a6-4f08-b97b-0c37f877119f" providerId="AD" clId="Web-{048CEBFD-D6A1-FF4F-145A-C5347D00F6D8}" dt="2025-03-23T03:16:34.240" v="436"/>
        <pc:sldMkLst>
          <pc:docMk/>
          <pc:sldMk cId="1008151712" sldId="313"/>
        </pc:sldMkLst>
      </pc:sldChg>
      <pc:sldChg chg="modSp">
        <pc:chgData name="Mohammed Fasha" userId="S::mohammed.fasha@uop.edu.jo::cc64f42d-a1a6-4f08-b97b-0c37f877119f" providerId="AD" clId="Web-{048CEBFD-D6A1-FF4F-145A-C5347D00F6D8}" dt="2025-03-23T06:04:22.577" v="1166" actId="20577"/>
        <pc:sldMkLst>
          <pc:docMk/>
          <pc:sldMk cId="1864506158" sldId="314"/>
        </pc:sldMkLst>
      </pc:sldChg>
      <pc:sldChg chg="modSp">
        <pc:chgData name="Mohammed Fasha" userId="S::mohammed.fasha@uop.edu.jo::cc64f42d-a1a6-4f08-b97b-0c37f877119f" providerId="AD" clId="Web-{048CEBFD-D6A1-FF4F-145A-C5347D00F6D8}" dt="2025-03-23T03:13:33.830" v="401" actId="20577"/>
        <pc:sldMkLst>
          <pc:docMk/>
          <pc:sldMk cId="2845841377" sldId="315"/>
        </pc:sldMkLst>
      </pc:sldChg>
      <pc:sldChg chg="del">
        <pc:chgData name="Mohammed Fasha" userId="S::mohammed.fasha@uop.edu.jo::cc64f42d-a1a6-4f08-b97b-0c37f877119f" providerId="AD" clId="Web-{048CEBFD-D6A1-FF4F-145A-C5347D00F6D8}" dt="2025-03-23T02:57:56.519" v="0"/>
        <pc:sldMkLst>
          <pc:docMk/>
          <pc:sldMk cId="4201170802" sldId="316"/>
        </pc:sldMkLst>
      </pc:sldChg>
      <pc:sldChg chg="del">
        <pc:chgData name="Mohammed Fasha" userId="S::mohammed.fasha@uop.edu.jo::cc64f42d-a1a6-4f08-b97b-0c37f877119f" providerId="AD" clId="Web-{048CEBFD-D6A1-FF4F-145A-C5347D00F6D8}" dt="2025-03-23T03:16:16.630" v="433"/>
        <pc:sldMkLst>
          <pc:docMk/>
          <pc:sldMk cId="3352190066" sldId="317"/>
        </pc:sldMkLst>
      </pc:sldChg>
      <pc:sldChg chg="modSp new del">
        <pc:chgData name="Mohammed Fasha" userId="S::mohammed.fasha@uop.edu.jo::cc64f42d-a1a6-4f08-b97b-0c37f877119f" providerId="AD" clId="Web-{048CEBFD-D6A1-FF4F-145A-C5347D00F6D8}" dt="2025-03-23T03:10:23.882" v="393"/>
        <pc:sldMkLst>
          <pc:docMk/>
          <pc:sldMk cId="4008238018" sldId="318"/>
        </pc:sldMkLst>
      </pc:sldChg>
      <pc:sldChg chg="addSp delSp modSp new del">
        <pc:chgData name="Mohammed Fasha" userId="S::mohammed.fasha@uop.edu.jo::cc64f42d-a1a6-4f08-b97b-0c37f877119f" providerId="AD" clId="Web-{048CEBFD-D6A1-FF4F-145A-C5347D00F6D8}" dt="2025-03-23T04:04:13.661" v="626"/>
        <pc:sldMkLst>
          <pc:docMk/>
          <pc:sldMk cId="3382703493" sldId="319"/>
        </pc:sldMkLst>
      </pc:sldChg>
      <pc:sldChg chg="addSp delSp modSp new">
        <pc:chgData name="Mohammed Fasha" userId="S::mohammed.fasha@uop.edu.jo::cc64f42d-a1a6-4f08-b97b-0c37f877119f" providerId="AD" clId="Web-{048CEBFD-D6A1-FF4F-145A-C5347D00F6D8}" dt="2025-03-23T03:59:21.366" v="441" actId="1076"/>
        <pc:sldMkLst>
          <pc:docMk/>
          <pc:sldMk cId="414281864" sldId="320"/>
        </pc:sldMkLst>
      </pc:sldChg>
      <pc:sldChg chg="addSp delSp modSp new">
        <pc:chgData name="Mohammed Fasha" userId="S::mohammed.fasha@uop.edu.jo::cc64f42d-a1a6-4f08-b97b-0c37f877119f" providerId="AD" clId="Web-{048CEBFD-D6A1-FF4F-145A-C5347D00F6D8}" dt="2025-03-23T04:04:06.582" v="625"/>
        <pc:sldMkLst>
          <pc:docMk/>
          <pc:sldMk cId="2158520731" sldId="321"/>
        </pc:sldMkLst>
      </pc:sldChg>
      <pc:sldChg chg="addSp delSp modSp new">
        <pc:chgData name="Mohammed Fasha" userId="S::mohammed.fasha@uop.edu.jo::cc64f42d-a1a6-4f08-b97b-0c37f877119f" providerId="AD" clId="Web-{048CEBFD-D6A1-FF4F-145A-C5347D00F6D8}" dt="2025-03-23T04:10:25.939" v="692"/>
        <pc:sldMkLst>
          <pc:docMk/>
          <pc:sldMk cId="3486990666" sldId="322"/>
        </pc:sldMkLst>
      </pc:sldChg>
      <pc:sldChg chg="addSp delSp modSp new">
        <pc:chgData name="Mohammed Fasha" userId="S::mohammed.fasha@uop.edu.jo::cc64f42d-a1a6-4f08-b97b-0c37f877119f" providerId="AD" clId="Web-{048CEBFD-D6A1-FF4F-145A-C5347D00F6D8}" dt="2025-03-23T06:02:22.542" v="1162"/>
        <pc:sldMkLst>
          <pc:docMk/>
          <pc:sldMk cId="323566195" sldId="323"/>
        </pc:sldMkLst>
      </pc:sldChg>
      <pc:sldChg chg="modSp add replId">
        <pc:chgData name="Mohammed Fasha" userId="S::mohammed.fasha@uop.edu.jo::cc64f42d-a1a6-4f08-b97b-0c37f877119f" providerId="AD" clId="Web-{048CEBFD-D6A1-FF4F-145A-C5347D00F6D8}" dt="2025-03-23T06:02:28.917" v="1163"/>
        <pc:sldMkLst>
          <pc:docMk/>
          <pc:sldMk cId="2802975669" sldId="324"/>
        </pc:sldMkLst>
      </pc:sldChg>
      <pc:sldChg chg="modSp new mod modClrScheme chgLayout">
        <pc:chgData name="Mohammed Fasha" userId="S::mohammed.fasha@uop.edu.jo::cc64f42d-a1a6-4f08-b97b-0c37f877119f" providerId="AD" clId="Web-{048CEBFD-D6A1-FF4F-145A-C5347D00F6D8}" dt="2025-03-23T06:01:57.150" v="1158" actId="20577"/>
        <pc:sldMkLst>
          <pc:docMk/>
          <pc:sldMk cId="1195465549" sldId="325"/>
        </pc:sldMkLst>
      </pc:sldChg>
    </pc:docChg>
  </pc:docChgLst>
  <pc:docChgLst>
    <pc:chgData name="Mohammed Fasha" userId="S::mohammed.fasha@uop.edu.jo::cc64f42d-a1a6-4f08-b97b-0c37f877119f" providerId="AD" clId="Web-{2F52505F-0676-E1F8-3A9C-C74E2F5553F9}"/>
    <pc:docChg chg="addSld modSld">
      <pc:chgData name="Mohammed Fasha" userId="S::mohammed.fasha@uop.edu.jo::cc64f42d-a1a6-4f08-b97b-0c37f877119f" providerId="AD" clId="Web-{2F52505F-0676-E1F8-3A9C-C74E2F5553F9}" dt="2025-03-23T06:07:25.672" v="25" actId="20577"/>
      <pc:docMkLst>
        <pc:docMk/>
      </pc:docMkLst>
      <pc:sldChg chg="modSp">
        <pc:chgData name="Mohammed Fasha" userId="S::mohammed.fasha@uop.edu.jo::cc64f42d-a1a6-4f08-b97b-0c37f877119f" providerId="AD" clId="Web-{2F52505F-0676-E1F8-3A9C-C74E2F5553F9}" dt="2025-03-23T06:05:34.685" v="4" actId="20577"/>
        <pc:sldMkLst>
          <pc:docMk/>
          <pc:sldMk cId="1864506158" sldId="314"/>
        </pc:sldMkLst>
      </pc:sldChg>
      <pc:sldChg chg="modSp new">
        <pc:chgData name="Mohammed Fasha" userId="S::mohammed.fasha@uop.edu.jo::cc64f42d-a1a6-4f08-b97b-0c37f877119f" providerId="AD" clId="Web-{2F52505F-0676-E1F8-3A9C-C74E2F5553F9}" dt="2025-03-23T06:06:23.139" v="13" actId="20577"/>
        <pc:sldMkLst>
          <pc:docMk/>
          <pc:sldMk cId="3694445782" sldId="326"/>
        </pc:sldMkLst>
      </pc:sldChg>
      <pc:sldChg chg="modSp new">
        <pc:chgData name="Mohammed Fasha" userId="S::mohammed.fasha@uop.edu.jo::cc64f42d-a1a6-4f08-b97b-0c37f877119f" providerId="AD" clId="Web-{2F52505F-0676-E1F8-3A9C-C74E2F5553F9}" dt="2025-03-23T06:06:39.452" v="17" actId="20577"/>
        <pc:sldMkLst>
          <pc:docMk/>
          <pc:sldMk cId="659685489" sldId="327"/>
        </pc:sldMkLst>
      </pc:sldChg>
      <pc:sldChg chg="modSp new">
        <pc:chgData name="Mohammed Fasha" userId="S::mohammed.fasha@uop.edu.jo::cc64f42d-a1a6-4f08-b97b-0c37f877119f" providerId="AD" clId="Web-{2F52505F-0676-E1F8-3A9C-C74E2F5553F9}" dt="2025-03-23T06:07:22.532" v="22" actId="20577"/>
        <pc:sldMkLst>
          <pc:docMk/>
          <pc:sldMk cId="4072578661" sldId="328"/>
        </pc:sldMkLst>
      </pc:sldChg>
      <pc:sldChg chg="modSp new">
        <pc:chgData name="Mohammed Fasha" userId="S::mohammed.fasha@uop.edu.jo::cc64f42d-a1a6-4f08-b97b-0c37f877119f" providerId="AD" clId="Web-{2F52505F-0676-E1F8-3A9C-C74E2F5553F9}" dt="2025-03-23T06:07:25.672" v="25" actId="20577"/>
        <pc:sldMkLst>
          <pc:docMk/>
          <pc:sldMk cId="3366111495" sldId="329"/>
        </pc:sldMkLst>
      </pc:sldChg>
    </pc:docChg>
  </pc:docChgLst>
  <pc:docChgLst>
    <pc:chgData name="Mohammed Fasha" userId="S::mohammed.fasha@uop.edu.jo::cc64f42d-a1a6-4f08-b97b-0c37f877119f" providerId="AD" clId="Web-{36B9E10C-9544-F05A-23A9-185BAFD9898D}"/>
    <pc:docChg chg="addSld modSld">
      <pc:chgData name="Mohammed Fasha" userId="S::mohammed.fasha@uop.edu.jo::cc64f42d-a1a6-4f08-b97b-0c37f877119f" providerId="AD" clId="Web-{36B9E10C-9544-F05A-23A9-185BAFD9898D}" dt="2025-03-23T12:04:32.957" v="76"/>
      <pc:docMkLst>
        <pc:docMk/>
      </pc:docMkLst>
      <pc:sldChg chg="addSp delSp modSp">
        <pc:chgData name="Mohammed Fasha" userId="S::mohammed.fasha@uop.edu.jo::cc64f42d-a1a6-4f08-b97b-0c37f877119f" providerId="AD" clId="Web-{36B9E10C-9544-F05A-23A9-185BAFD9898D}" dt="2025-03-23T12:04:32.957" v="76"/>
        <pc:sldMkLst>
          <pc:docMk/>
          <pc:sldMk cId="0" sldId="274"/>
        </pc:sldMkLst>
      </pc:sldChg>
      <pc:sldChg chg="addSp modSp new">
        <pc:chgData name="Mohammed Fasha" userId="S::mohammed.fasha@uop.edu.jo::cc64f42d-a1a6-4f08-b97b-0c37f877119f" providerId="AD" clId="Web-{36B9E10C-9544-F05A-23A9-185BAFD9898D}" dt="2025-03-23T12:02:36.938" v="60" actId="1076"/>
        <pc:sldMkLst>
          <pc:docMk/>
          <pc:sldMk cId="2059959534" sldId="330"/>
        </pc:sldMkLst>
      </pc:sldChg>
    </pc:docChg>
  </pc:docChgLst>
  <pc:docChgLst>
    <pc:chgData name="Mohammed Fasha" userId="cc64f42d-a1a6-4f08-b97b-0c37f877119f" providerId="ADAL" clId="{F2AA505E-0DD7-FD47-806A-FB027185E6B5}"/>
    <pc:docChg chg="undo custSel modSld">
      <pc:chgData name="Mohammed Fasha" userId="cc64f42d-a1a6-4f08-b97b-0c37f877119f" providerId="ADAL" clId="{F2AA505E-0DD7-FD47-806A-FB027185E6B5}" dt="2025-03-26T07:36:02.604" v="147" actId="478"/>
      <pc:docMkLst>
        <pc:docMk/>
      </pc:docMkLst>
      <pc:sldChg chg="addSp delSp modSp">
        <pc:chgData name="Mohammed Fasha" userId="cc64f42d-a1a6-4f08-b97b-0c37f877119f" providerId="ADAL" clId="{F2AA505E-0DD7-FD47-806A-FB027185E6B5}" dt="2025-03-26T07:36:02.604" v="147" actId="478"/>
        <pc:sldMkLst>
          <pc:docMk/>
          <pc:sldMk cId="0" sldId="272"/>
        </pc:sldMkLst>
      </pc:sldChg>
      <pc:sldChg chg="addSp delSp modSp">
        <pc:chgData name="Mohammed Fasha" userId="cc64f42d-a1a6-4f08-b97b-0c37f877119f" providerId="ADAL" clId="{F2AA505E-0DD7-FD47-806A-FB027185E6B5}" dt="2025-03-26T07:34:07.487" v="139" actId="20577"/>
        <pc:sldMkLst>
          <pc:docMk/>
          <pc:sldMk cId="2158520731" sldId="321"/>
        </pc:sldMkLst>
      </pc:sldChg>
    </pc:docChg>
  </pc:docChgLst>
  <pc:docChgLst>
    <pc:chgData name="Mohammed Fasha" userId="cc64f42d-a1a6-4f08-b97b-0c37f877119f" providerId="ADAL" clId="{12C0646C-DE2C-4492-8B53-5F65EF722386}"/>
    <pc:docChg chg="undo redo custSel addSld delSld modSld sldOrd">
      <pc:chgData name="Mohammed Fasha" userId="cc64f42d-a1a6-4f08-b97b-0c37f877119f" providerId="ADAL" clId="{12C0646C-DE2C-4492-8B53-5F65EF722386}" dt="2025-03-19T09:12:33.880" v="390" actId="2696"/>
      <pc:docMkLst>
        <pc:docMk/>
      </pc:docMkLst>
      <pc:sldChg chg="modSp mod">
        <pc:chgData name="Mohammed Fasha" userId="cc64f42d-a1a6-4f08-b97b-0c37f877119f" providerId="ADAL" clId="{12C0646C-DE2C-4492-8B53-5F65EF722386}" dt="2025-03-17T10:03:21.731" v="170" actId="1076"/>
        <pc:sldMkLst>
          <pc:docMk/>
          <pc:sldMk cId="0" sldId="263"/>
        </pc:sldMkLst>
      </pc:sldChg>
      <pc:sldChg chg="ord">
        <pc:chgData name="Mohammed Fasha" userId="cc64f42d-a1a6-4f08-b97b-0c37f877119f" providerId="ADAL" clId="{12C0646C-DE2C-4492-8B53-5F65EF722386}" dt="2025-03-16T08:15:00.148" v="1"/>
        <pc:sldMkLst>
          <pc:docMk/>
          <pc:sldMk cId="0" sldId="264"/>
        </pc:sldMkLst>
      </pc:sldChg>
      <pc:sldChg chg="modSp mod">
        <pc:chgData name="Mohammed Fasha" userId="cc64f42d-a1a6-4f08-b97b-0c37f877119f" providerId="ADAL" clId="{12C0646C-DE2C-4492-8B53-5F65EF722386}" dt="2025-03-17T10:03:35.983" v="172" actId="1076"/>
        <pc:sldMkLst>
          <pc:docMk/>
          <pc:sldMk cId="0" sldId="265"/>
        </pc:sldMkLst>
      </pc:sldChg>
      <pc:sldChg chg="del">
        <pc:chgData name="Mohammed Fasha" userId="cc64f42d-a1a6-4f08-b97b-0c37f877119f" providerId="ADAL" clId="{12C0646C-DE2C-4492-8B53-5F65EF722386}" dt="2025-03-17T09:03:29.846" v="2" actId="2696"/>
        <pc:sldMkLst>
          <pc:docMk/>
          <pc:sldMk cId="0" sldId="266"/>
        </pc:sldMkLst>
      </pc:sldChg>
      <pc:sldChg chg="add">
        <pc:chgData name="Mohammed Fasha" userId="cc64f42d-a1a6-4f08-b97b-0c37f877119f" providerId="ADAL" clId="{12C0646C-DE2C-4492-8B53-5F65EF722386}" dt="2025-03-17T09:05:51.748" v="7"/>
        <pc:sldMkLst>
          <pc:docMk/>
          <pc:sldMk cId="2051082680" sldId="266"/>
        </pc:sldMkLst>
      </pc:sldChg>
      <pc:sldChg chg="modSp mod">
        <pc:chgData name="Mohammed Fasha" userId="cc64f42d-a1a6-4f08-b97b-0c37f877119f" providerId="ADAL" clId="{12C0646C-DE2C-4492-8B53-5F65EF722386}" dt="2025-03-17T09:09:25.710" v="105" actId="207"/>
        <pc:sldMkLst>
          <pc:docMk/>
          <pc:sldMk cId="0" sldId="268"/>
        </pc:sldMkLst>
      </pc:sldChg>
      <pc:sldChg chg="modSp mod">
        <pc:chgData name="Mohammed Fasha" userId="cc64f42d-a1a6-4f08-b97b-0c37f877119f" providerId="ADAL" clId="{12C0646C-DE2C-4492-8B53-5F65EF722386}" dt="2025-03-17T09:09:14.766" v="104" actId="207"/>
        <pc:sldMkLst>
          <pc:docMk/>
          <pc:sldMk cId="0" sldId="270"/>
        </pc:sldMkLst>
      </pc:sldChg>
      <pc:sldChg chg="modSp mod">
        <pc:chgData name="Mohammed Fasha" userId="cc64f42d-a1a6-4f08-b97b-0c37f877119f" providerId="ADAL" clId="{12C0646C-DE2C-4492-8B53-5F65EF722386}" dt="2025-03-17T09:09:57.093" v="106" actId="207"/>
        <pc:sldMkLst>
          <pc:docMk/>
          <pc:sldMk cId="0" sldId="272"/>
        </pc:sldMkLst>
      </pc:sldChg>
      <pc:sldChg chg="modSp mod">
        <pc:chgData name="Mohammed Fasha" userId="cc64f42d-a1a6-4f08-b97b-0c37f877119f" providerId="ADAL" clId="{12C0646C-DE2C-4492-8B53-5F65EF722386}" dt="2025-03-19T09:06:31.568" v="362" actId="1076"/>
        <pc:sldMkLst>
          <pc:docMk/>
          <pc:sldMk cId="0" sldId="274"/>
        </pc:sldMkLst>
      </pc:sldChg>
      <pc:sldChg chg="modSp mod">
        <pc:chgData name="Mohammed Fasha" userId="cc64f42d-a1a6-4f08-b97b-0c37f877119f" providerId="ADAL" clId="{12C0646C-DE2C-4492-8B53-5F65EF722386}" dt="2025-03-19T09:05:19.368" v="359" actId="6549"/>
        <pc:sldMkLst>
          <pc:docMk/>
          <pc:sldMk cId="0" sldId="275"/>
        </pc:sldMkLst>
      </pc:sldChg>
      <pc:sldChg chg="addSp modSp mod">
        <pc:chgData name="Mohammed Fasha" userId="cc64f42d-a1a6-4f08-b97b-0c37f877119f" providerId="ADAL" clId="{12C0646C-DE2C-4492-8B53-5F65EF722386}" dt="2025-03-19T09:00:34.488" v="287" actId="1036"/>
        <pc:sldMkLst>
          <pc:docMk/>
          <pc:sldMk cId="0" sldId="276"/>
        </pc:sldMkLst>
      </pc:sldChg>
      <pc:sldChg chg="modSp mod">
        <pc:chgData name="Mohammed Fasha" userId="cc64f42d-a1a6-4f08-b97b-0c37f877119f" providerId="ADAL" clId="{12C0646C-DE2C-4492-8B53-5F65EF722386}" dt="2025-03-19T09:03:17.368" v="349" actId="113"/>
        <pc:sldMkLst>
          <pc:docMk/>
          <pc:sldMk cId="0" sldId="277"/>
        </pc:sldMkLst>
      </pc:sldChg>
      <pc:sldChg chg="addSp modSp mod ord">
        <pc:chgData name="Mohammed Fasha" userId="cc64f42d-a1a6-4f08-b97b-0c37f877119f" providerId="ADAL" clId="{12C0646C-DE2C-4492-8B53-5F65EF722386}" dt="2025-03-19T08:08:27.015" v="232"/>
        <pc:sldMkLst>
          <pc:docMk/>
          <pc:sldMk cId="0" sldId="278"/>
        </pc:sldMkLst>
      </pc:sldChg>
      <pc:sldChg chg="modSp mod">
        <pc:chgData name="Mohammed Fasha" userId="cc64f42d-a1a6-4f08-b97b-0c37f877119f" providerId="ADAL" clId="{12C0646C-DE2C-4492-8B53-5F65EF722386}" dt="2025-03-19T09:11:29.996" v="388" actId="1076"/>
        <pc:sldMkLst>
          <pc:docMk/>
          <pc:sldMk cId="0" sldId="279"/>
        </pc:sldMkLst>
      </pc:sldChg>
      <pc:sldChg chg="modSp mod">
        <pc:chgData name="Mohammed Fasha" userId="cc64f42d-a1a6-4f08-b97b-0c37f877119f" providerId="ADAL" clId="{12C0646C-DE2C-4492-8B53-5F65EF722386}" dt="2025-03-17T09:14:11.054" v="154" actId="27636"/>
        <pc:sldMkLst>
          <pc:docMk/>
          <pc:sldMk cId="0" sldId="280"/>
        </pc:sldMkLst>
      </pc:sldChg>
      <pc:sldChg chg="modSp mod">
        <pc:chgData name="Mohammed Fasha" userId="cc64f42d-a1a6-4f08-b97b-0c37f877119f" providerId="ADAL" clId="{12C0646C-DE2C-4492-8B53-5F65EF722386}" dt="2025-03-19T09:02:40.822" v="343" actId="27636"/>
        <pc:sldMkLst>
          <pc:docMk/>
          <pc:sldMk cId="0" sldId="281"/>
        </pc:sldMkLst>
      </pc:sldChg>
      <pc:sldChg chg="modSp mod">
        <pc:chgData name="Mohammed Fasha" userId="cc64f42d-a1a6-4f08-b97b-0c37f877119f" providerId="ADAL" clId="{12C0646C-DE2C-4492-8B53-5F65EF722386}" dt="2025-03-17T09:15:21.712" v="168" actId="166"/>
        <pc:sldMkLst>
          <pc:docMk/>
          <pc:sldMk cId="0" sldId="282"/>
        </pc:sldMkLst>
      </pc:sldChg>
      <pc:sldChg chg="del">
        <pc:chgData name="Mohammed Fasha" userId="cc64f42d-a1a6-4f08-b97b-0c37f877119f" providerId="ADAL" clId="{12C0646C-DE2C-4492-8B53-5F65EF722386}" dt="2025-03-19T09:12:27.453" v="389" actId="2696"/>
        <pc:sldMkLst>
          <pc:docMk/>
          <pc:sldMk cId="3590006600" sldId="287"/>
        </pc:sldMkLst>
      </pc:sldChg>
      <pc:sldChg chg="del">
        <pc:chgData name="Mohammed Fasha" userId="cc64f42d-a1a6-4f08-b97b-0c37f877119f" providerId="ADAL" clId="{12C0646C-DE2C-4492-8B53-5F65EF722386}" dt="2025-03-19T09:12:33.880" v="390" actId="2696"/>
        <pc:sldMkLst>
          <pc:docMk/>
          <pc:sldMk cId="4191150406" sldId="289"/>
        </pc:sldMkLst>
      </pc:sldChg>
      <pc:sldChg chg="modSp mod">
        <pc:chgData name="Mohammed Fasha" userId="cc64f42d-a1a6-4f08-b97b-0c37f877119f" providerId="ADAL" clId="{12C0646C-DE2C-4492-8B53-5F65EF722386}" dt="2025-03-17T09:06:41.256" v="38" actId="20577"/>
        <pc:sldMkLst>
          <pc:docMk/>
          <pc:sldMk cId="2822153299" sldId="296"/>
        </pc:sldMkLst>
      </pc:sldChg>
      <pc:sldChg chg="modSp mod">
        <pc:chgData name="Mohammed Fasha" userId="cc64f42d-a1a6-4f08-b97b-0c37f877119f" providerId="ADAL" clId="{12C0646C-DE2C-4492-8B53-5F65EF722386}" dt="2025-03-17T09:06:49.710" v="39" actId="6549"/>
        <pc:sldMkLst>
          <pc:docMk/>
          <pc:sldMk cId="1461366896" sldId="297"/>
        </pc:sldMkLst>
      </pc:sldChg>
      <pc:sldChg chg="modSp mod">
        <pc:chgData name="Mohammed Fasha" userId="cc64f42d-a1a6-4f08-b97b-0c37f877119f" providerId="ADAL" clId="{12C0646C-DE2C-4492-8B53-5F65EF722386}" dt="2025-03-17T10:04:49.704" v="228" actId="20577"/>
        <pc:sldMkLst>
          <pc:docMk/>
          <pc:sldMk cId="3053666628" sldId="303"/>
        </pc:sldMkLst>
      </pc:sldChg>
      <pc:sldChg chg="ord">
        <pc:chgData name="Mohammed Fasha" userId="cc64f42d-a1a6-4f08-b97b-0c37f877119f" providerId="ADAL" clId="{12C0646C-DE2C-4492-8B53-5F65EF722386}" dt="2025-03-17T09:08:22.365" v="98"/>
        <pc:sldMkLst>
          <pc:docMk/>
          <pc:sldMk cId="3673227071" sldId="305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7T09:07:44.327" v="80" actId="20577"/>
        <pc:sldMkLst>
          <pc:docMk/>
          <pc:sldMk cId="41320333" sldId="306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7T09:07:22.274" v="67" actId="20577"/>
        <pc:sldMkLst>
          <pc:docMk/>
          <pc:sldMk cId="4041194208" sldId="307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7T09:07:56.222" v="96" actId="20577"/>
        <pc:sldMkLst>
          <pc:docMk/>
          <pc:sldMk cId="3844551123" sldId="308"/>
        </pc:sldMkLst>
      </pc:sldChg>
      <pc:sldChg chg="modSp mod">
        <pc:chgData name="Mohammed Fasha" userId="cc64f42d-a1a6-4f08-b97b-0c37f877119f" providerId="ADAL" clId="{12C0646C-DE2C-4492-8B53-5F65EF722386}" dt="2025-03-19T09:10:10.713" v="366" actId="207"/>
        <pc:sldMkLst>
          <pc:docMk/>
          <pc:sldMk cId="22495289" sldId="315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9T08:09:16.709" v="248" actId="20577"/>
        <pc:sldMkLst>
          <pc:docMk/>
          <pc:sldMk cId="196329700" sldId="316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9T08:09:58.074" v="276" actId="20577"/>
        <pc:sldMkLst>
          <pc:docMk/>
          <pc:sldMk cId="3080687933" sldId="317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9T09:01:59.435" v="330" actId="20577"/>
        <pc:sldMkLst>
          <pc:docMk/>
          <pc:sldMk cId="3702164412" sldId="318"/>
        </pc:sldMkLst>
      </pc:sldChg>
    </pc:docChg>
  </pc:docChgLst>
  <pc:docChgLst>
    <pc:chgData name="Mohammed Fasha" userId="cc64f42d-a1a6-4f08-b97b-0c37f877119f" providerId="ADAL" clId="{33A44248-7984-4750-8CBD-503C66D5F8B6}"/>
    <pc:docChg chg="custSel addSld modSld">
      <pc:chgData name="Mohammed Fasha" userId="cc64f42d-a1a6-4f08-b97b-0c37f877119f" providerId="ADAL" clId="{33A44248-7984-4750-8CBD-503C66D5F8B6}" dt="2025-03-05T09:13:55.803" v="21" actId="1076"/>
      <pc:docMkLst>
        <pc:docMk/>
      </pc:docMkLst>
      <pc:sldChg chg="addSp delSp modSp add">
        <pc:chgData name="Mohammed Fasha" userId="cc64f42d-a1a6-4f08-b97b-0c37f877119f" providerId="ADAL" clId="{33A44248-7984-4750-8CBD-503C66D5F8B6}" dt="2025-03-05T09:13:55.803" v="21" actId="1076"/>
        <pc:sldMkLst>
          <pc:docMk/>
          <pc:sldMk cId="2982934387" sldId="520"/>
        </pc:sldMkLst>
      </pc:sldChg>
    </pc:docChg>
  </pc:docChgLst>
  <pc:docChgLst>
    <pc:chgData name="Mohammed Fasha" userId="S::mohammed.fasha@uop.edu.jo::cc64f42d-a1a6-4f08-b97b-0c37f877119f" providerId="AD" clId="Web-{CFB52BA1-027E-4A5C-51C2-A494885CE8B6}"/>
    <pc:docChg chg="addSld delSld modSld">
      <pc:chgData name="Mohammed Fasha" userId="S::mohammed.fasha@uop.edu.jo::cc64f42d-a1a6-4f08-b97b-0c37f877119f" providerId="AD" clId="Web-{CFB52BA1-027E-4A5C-51C2-A494885CE8B6}" dt="2025-03-16T14:45:18.235" v="45" actId="1076"/>
      <pc:docMkLst>
        <pc:docMk/>
      </pc:docMkLst>
      <pc:sldChg chg="modSp">
        <pc:chgData name="Mohammed Fasha" userId="S::mohammed.fasha@uop.edu.jo::cc64f42d-a1a6-4f08-b97b-0c37f877119f" providerId="AD" clId="Web-{CFB52BA1-027E-4A5C-51C2-A494885CE8B6}" dt="2025-03-16T14:45:05.391" v="43" actId="1076"/>
        <pc:sldMkLst>
          <pc:docMk/>
          <pc:sldMk cId="0" sldId="269"/>
        </pc:sldMkLst>
      </pc:sldChg>
      <pc:sldChg chg="modSp">
        <pc:chgData name="Mohammed Fasha" userId="S::mohammed.fasha@uop.edu.jo::cc64f42d-a1a6-4f08-b97b-0c37f877119f" providerId="AD" clId="Web-{CFB52BA1-027E-4A5C-51C2-A494885CE8B6}" dt="2025-03-16T14:45:18.235" v="45" actId="1076"/>
        <pc:sldMkLst>
          <pc:docMk/>
          <pc:sldMk cId="0" sldId="270"/>
        </pc:sldMkLst>
      </pc:sldChg>
      <pc:sldChg chg="modSp">
        <pc:chgData name="Mohammed Fasha" userId="S::mohammed.fasha@uop.edu.jo::cc64f42d-a1a6-4f08-b97b-0c37f877119f" providerId="AD" clId="Web-{CFB52BA1-027E-4A5C-51C2-A494885CE8B6}" dt="2025-03-16T14:44:57.469" v="42" actId="20577"/>
        <pc:sldMkLst>
          <pc:docMk/>
          <pc:sldMk cId="0" sldId="272"/>
        </pc:sldMkLst>
      </pc:sldChg>
      <pc:sldChg chg="modSp">
        <pc:chgData name="Mohammed Fasha" userId="S::mohammed.fasha@uop.edu.jo::cc64f42d-a1a6-4f08-b97b-0c37f877119f" providerId="AD" clId="Web-{CFB52BA1-027E-4A5C-51C2-A494885CE8B6}" dt="2025-03-16T14:44:48.500" v="41" actId="14100"/>
        <pc:sldMkLst>
          <pc:docMk/>
          <pc:sldMk cId="0" sldId="274"/>
        </pc:sldMkLst>
      </pc:sldChg>
      <pc:sldChg chg="addSp delSp modSp del">
        <pc:chgData name="Mohammed Fasha" userId="S::mohammed.fasha@uop.edu.jo::cc64f42d-a1a6-4f08-b97b-0c37f877119f" providerId="AD" clId="Web-{CFB52BA1-027E-4A5C-51C2-A494885CE8B6}" dt="2025-03-16T14:44:02.201" v="36"/>
        <pc:sldMkLst>
          <pc:docMk/>
          <pc:sldMk cId="3476611510" sldId="290"/>
        </pc:sldMkLst>
      </pc:sldChg>
      <pc:sldChg chg="addSp delSp modSp new">
        <pc:chgData name="Mohammed Fasha" userId="S::mohammed.fasha@uop.edu.jo::cc64f42d-a1a6-4f08-b97b-0c37f877119f" providerId="AD" clId="Web-{CFB52BA1-027E-4A5C-51C2-A494885CE8B6}" dt="2025-03-16T14:42:40.261" v="8" actId="20577"/>
        <pc:sldMkLst>
          <pc:docMk/>
          <pc:sldMk cId="1663389758" sldId="302"/>
        </pc:sldMkLst>
      </pc:sldChg>
      <pc:sldChg chg="addSp modSp new">
        <pc:chgData name="Mohammed Fasha" userId="S::mohammed.fasha@uop.edu.jo::cc64f42d-a1a6-4f08-b97b-0c37f877119f" providerId="AD" clId="Web-{CFB52BA1-027E-4A5C-51C2-A494885CE8B6}" dt="2025-03-16T14:44:23.343" v="40" actId="1076"/>
        <pc:sldMkLst>
          <pc:docMk/>
          <pc:sldMk cId="3053666628" sldId="303"/>
        </pc:sldMkLst>
      </pc:sldChg>
    </pc:docChg>
  </pc:docChgLst>
  <pc:docChgLst>
    <pc:chgData name="Mohammed Fasha" userId="cc64f42d-a1a6-4f08-b97b-0c37f877119f" providerId="ADAL" clId="{E8D62E87-A939-4BEA-B882-7E8D1ACA2800}"/>
    <pc:docChg chg="undo redo custSel addSld delSld modSld sldOrd modMainMaster">
      <pc:chgData name="Mohammed Fasha" userId="cc64f42d-a1a6-4f08-b97b-0c37f877119f" providerId="ADAL" clId="{E8D62E87-A939-4BEA-B882-7E8D1ACA2800}" dt="2025-03-19T01:48:14.773" v="2599" actId="20577"/>
      <pc:docMkLst>
        <pc:docMk/>
      </pc:docMkLst>
      <pc:sldChg chg="add">
        <pc:chgData name="Mohammed Fasha" userId="cc64f42d-a1a6-4f08-b97b-0c37f877119f" providerId="ADAL" clId="{E8D62E87-A939-4BEA-B882-7E8D1ACA2800}" dt="2025-03-11T17:36:51.895" v="20"/>
        <pc:sldMkLst>
          <pc:docMk/>
          <pc:sldMk cId="0" sldId="256"/>
        </pc:sldMkLst>
      </pc:sldChg>
      <pc:sldChg chg="addSp delSp modSp add mod chgLayout">
        <pc:chgData name="Mohammed Fasha" userId="cc64f42d-a1a6-4f08-b97b-0c37f877119f" providerId="ADAL" clId="{E8D62E87-A939-4BEA-B882-7E8D1ACA2800}" dt="2025-03-11T17:38:27.728" v="35" actId="14100"/>
        <pc:sldMkLst>
          <pc:docMk/>
          <pc:sldMk cId="0" sldId="257"/>
        </pc:sldMkLst>
      </pc:sldChg>
      <pc:sldChg chg="addSp delSp modSp add mod chgLayout">
        <pc:chgData name="Mohammed Fasha" userId="cc64f42d-a1a6-4f08-b97b-0c37f877119f" providerId="ADAL" clId="{E8D62E87-A939-4BEA-B882-7E8D1ACA2800}" dt="2025-03-11T17:38:18.237" v="33" actId="21"/>
        <pc:sldMkLst>
          <pc:docMk/>
          <pc:sldMk cId="0" sldId="258"/>
        </pc:sldMkLst>
      </pc:sldChg>
      <pc:sldChg chg="addSp delSp modSp add mod chgLayout">
        <pc:chgData name="Mohammed Fasha" userId="cc64f42d-a1a6-4f08-b97b-0c37f877119f" providerId="ADAL" clId="{E8D62E87-A939-4BEA-B882-7E8D1ACA2800}" dt="2025-03-11T17:47:39.799" v="189" actId="5793"/>
        <pc:sldMkLst>
          <pc:docMk/>
          <pc:sldMk cId="0" sldId="260"/>
        </pc:sldMkLst>
      </pc:sldChg>
      <pc:sldChg chg="addSp delSp modSp add mod chgLayout">
        <pc:chgData name="Mohammed Fasha" userId="cc64f42d-a1a6-4f08-b97b-0c37f877119f" providerId="ADAL" clId="{E8D62E87-A939-4BEA-B882-7E8D1ACA2800}" dt="2025-03-11T17:38:57.849" v="47"/>
        <pc:sldMkLst>
          <pc:docMk/>
          <pc:sldMk cId="0" sldId="263"/>
        </pc:sldMkLst>
      </pc:sldChg>
      <pc:sldChg chg="addSp delSp modSp add mod chgLayout">
        <pc:chgData name="Mohammed Fasha" userId="cc64f42d-a1a6-4f08-b97b-0c37f877119f" providerId="ADAL" clId="{E8D62E87-A939-4BEA-B882-7E8D1ACA2800}" dt="2025-03-11T17:48:36.941" v="211" actId="403"/>
        <pc:sldMkLst>
          <pc:docMk/>
          <pc:sldMk cId="0" sldId="264"/>
        </pc:sldMkLst>
      </pc:sldChg>
      <pc:sldChg chg="addSp delSp modSp add mod ord chgLayout">
        <pc:chgData name="Mohammed Fasha" userId="cc64f42d-a1a6-4f08-b97b-0c37f877119f" providerId="ADAL" clId="{E8D62E87-A939-4BEA-B882-7E8D1ACA2800}" dt="2025-03-16T04:05:56.646" v="827"/>
        <pc:sldMkLst>
          <pc:docMk/>
          <pc:sldMk cId="0" sldId="265"/>
        </pc:sldMkLst>
      </pc:sldChg>
      <pc:sldChg chg="modSp add mod ord modClrScheme chgLayout">
        <pc:chgData name="Mohammed Fasha" userId="cc64f42d-a1a6-4f08-b97b-0c37f877119f" providerId="ADAL" clId="{E8D62E87-A939-4BEA-B882-7E8D1ACA2800}" dt="2025-03-16T13:13:43.870" v="1778"/>
        <pc:sldMkLst>
          <pc:docMk/>
          <pc:sldMk cId="0" sldId="266"/>
        </pc:sldMkLst>
      </pc:sldChg>
      <pc:sldChg chg="addSp modSp add del mod modClrScheme chgLayout">
        <pc:chgData name="Mohammed Fasha" userId="cc64f42d-a1a6-4f08-b97b-0c37f877119f" providerId="ADAL" clId="{E8D62E87-A939-4BEA-B882-7E8D1ACA2800}" dt="2025-03-16T13:10:26.951" v="1748" actId="2696"/>
        <pc:sldMkLst>
          <pc:docMk/>
          <pc:sldMk cId="0" sldId="267"/>
        </pc:sldMkLst>
      </pc:sldChg>
      <pc:sldChg chg="add ord">
        <pc:chgData name="Mohammed Fasha" userId="cc64f42d-a1a6-4f08-b97b-0c37f877119f" providerId="ADAL" clId="{E8D62E87-A939-4BEA-B882-7E8D1ACA2800}" dt="2025-03-16T13:23:52.572" v="1780"/>
        <pc:sldMkLst>
          <pc:docMk/>
          <pc:sldMk cId="3262872071" sldId="267"/>
        </pc:sldMkLst>
      </pc:sldChg>
      <pc:sldChg chg="addSp delSp modSp add mod ord chgLayout">
        <pc:chgData name="Mohammed Fasha" userId="cc64f42d-a1a6-4f08-b97b-0c37f877119f" providerId="ADAL" clId="{E8D62E87-A939-4BEA-B882-7E8D1ACA2800}" dt="2025-03-16T14:05:01.520" v="2018" actId="6549"/>
        <pc:sldMkLst>
          <pc:docMk/>
          <pc:sldMk cId="0" sldId="268"/>
        </pc:sldMkLst>
      </pc:sldChg>
      <pc:sldChg chg="addSp delSp modSp add mod ord chgLayout">
        <pc:chgData name="Mohammed Fasha" userId="cc64f42d-a1a6-4f08-b97b-0c37f877119f" providerId="ADAL" clId="{E8D62E87-A939-4BEA-B882-7E8D1ACA2800}" dt="2025-03-16T14:32:56.135" v="2215" actId="1076"/>
        <pc:sldMkLst>
          <pc:docMk/>
          <pc:sldMk cId="0" sldId="269"/>
        </pc:sldMkLst>
      </pc:sldChg>
      <pc:sldChg chg="addSp delSp modSp add mod ord chgLayout">
        <pc:chgData name="Mohammed Fasha" userId="cc64f42d-a1a6-4f08-b97b-0c37f877119f" providerId="ADAL" clId="{E8D62E87-A939-4BEA-B882-7E8D1ACA2800}" dt="2025-03-16T14:33:14.668" v="2218" actId="1076"/>
        <pc:sldMkLst>
          <pc:docMk/>
          <pc:sldMk cId="0" sldId="270"/>
        </pc:sldMkLst>
      </pc:sldChg>
      <pc:sldChg chg="addSp delSp modSp add mod chgLayout">
        <pc:chgData name="Mohammed Fasha" userId="cc64f42d-a1a6-4f08-b97b-0c37f877119f" providerId="ADAL" clId="{E8D62E87-A939-4BEA-B882-7E8D1ACA2800}" dt="2025-03-16T14:35:19.691" v="2268" actId="1076"/>
        <pc:sldMkLst>
          <pc:docMk/>
          <pc:sldMk cId="0" sldId="271"/>
        </pc:sldMkLst>
      </pc:sldChg>
      <pc:sldChg chg="addSp modSp add mod chgLayout">
        <pc:chgData name="Mohammed Fasha" userId="cc64f42d-a1a6-4f08-b97b-0c37f877119f" providerId="ADAL" clId="{E8D62E87-A939-4BEA-B882-7E8D1ACA2800}" dt="2025-03-16T14:33:33.481" v="2223" actId="14100"/>
        <pc:sldMkLst>
          <pc:docMk/>
          <pc:sldMk cId="0" sldId="272"/>
        </pc:sldMkLst>
      </pc:sldChg>
      <pc:sldChg chg="addSp delSp modSp add mod chgLayout">
        <pc:chgData name="Mohammed Fasha" userId="cc64f42d-a1a6-4f08-b97b-0c37f877119f" providerId="ADAL" clId="{E8D62E87-A939-4BEA-B882-7E8D1ACA2800}" dt="2025-03-16T14:08:26.888" v="2113" actId="14100"/>
        <pc:sldMkLst>
          <pc:docMk/>
          <pc:sldMk cId="0" sldId="273"/>
        </pc:sldMkLst>
      </pc:sldChg>
      <pc:sldChg chg="addSp delSp modSp add mod chgLayout">
        <pc:chgData name="Mohammed Fasha" userId="cc64f42d-a1a6-4f08-b97b-0c37f877119f" providerId="ADAL" clId="{E8D62E87-A939-4BEA-B882-7E8D1ACA2800}" dt="2025-03-16T14:08:56.717" v="2116" actId="1076"/>
        <pc:sldMkLst>
          <pc:docMk/>
          <pc:sldMk cId="0" sldId="274"/>
        </pc:sldMkLst>
      </pc:sldChg>
      <pc:sldChg chg="addSp delSp modSp add mod modClrScheme chgLayout">
        <pc:chgData name="Mohammed Fasha" userId="cc64f42d-a1a6-4f08-b97b-0c37f877119f" providerId="ADAL" clId="{E8D62E87-A939-4BEA-B882-7E8D1ACA2800}" dt="2025-03-11T17:44:30.436" v="130"/>
        <pc:sldMkLst>
          <pc:docMk/>
          <pc:sldMk cId="0" sldId="275"/>
        </pc:sldMkLst>
      </pc:sldChg>
      <pc:sldChg chg="addSp delSp modSp add mod chgLayout">
        <pc:chgData name="Mohammed Fasha" userId="cc64f42d-a1a6-4f08-b97b-0c37f877119f" providerId="ADAL" clId="{E8D62E87-A939-4BEA-B882-7E8D1ACA2800}" dt="2025-03-19T01:37:52.188" v="2301" actId="27636"/>
        <pc:sldMkLst>
          <pc:docMk/>
          <pc:sldMk cId="0" sldId="276"/>
        </pc:sldMkLst>
      </pc:sldChg>
      <pc:sldChg chg="addSp delSp modSp add mod chgLayout">
        <pc:chgData name="Mohammed Fasha" userId="cc64f42d-a1a6-4f08-b97b-0c37f877119f" providerId="ADAL" clId="{E8D62E87-A939-4BEA-B882-7E8D1ACA2800}" dt="2025-03-19T01:47:41.574" v="2582" actId="14100"/>
        <pc:sldMkLst>
          <pc:docMk/>
          <pc:sldMk cId="0" sldId="277"/>
        </pc:sldMkLst>
      </pc:sldChg>
      <pc:sldChg chg="addSp delSp modSp add mod chgLayout">
        <pc:chgData name="Mohammed Fasha" userId="cc64f42d-a1a6-4f08-b97b-0c37f877119f" providerId="ADAL" clId="{E8D62E87-A939-4BEA-B882-7E8D1ACA2800}" dt="2025-03-19T01:48:14.773" v="2599" actId="20577"/>
        <pc:sldMkLst>
          <pc:docMk/>
          <pc:sldMk cId="0" sldId="278"/>
        </pc:sldMkLst>
      </pc:sldChg>
      <pc:sldChg chg="addSp delSp modSp add mod ord chgLayout">
        <pc:chgData name="Mohammed Fasha" userId="cc64f42d-a1a6-4f08-b97b-0c37f877119f" providerId="ADAL" clId="{E8D62E87-A939-4BEA-B882-7E8D1ACA2800}" dt="2025-03-19T01:41:57.662" v="2403" actId="20577"/>
        <pc:sldMkLst>
          <pc:docMk/>
          <pc:sldMk cId="0" sldId="279"/>
        </pc:sldMkLst>
      </pc:sldChg>
      <pc:sldChg chg="addSp delSp modSp add mod chgLayout">
        <pc:chgData name="Mohammed Fasha" userId="cc64f42d-a1a6-4f08-b97b-0c37f877119f" providerId="ADAL" clId="{E8D62E87-A939-4BEA-B882-7E8D1ACA2800}" dt="2025-03-16T14:25:29.778" v="2210" actId="1076"/>
        <pc:sldMkLst>
          <pc:docMk/>
          <pc:sldMk cId="0" sldId="280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982709017" sldId="280"/>
        </pc:sldMkLst>
      </pc:sldChg>
      <pc:sldChg chg="addSp delSp modSp add mod chgLayout">
        <pc:chgData name="Mohammed Fasha" userId="cc64f42d-a1a6-4f08-b97b-0c37f877119f" providerId="ADAL" clId="{E8D62E87-A939-4BEA-B882-7E8D1ACA2800}" dt="2025-03-16T14:22:00.120" v="2130" actId="27636"/>
        <pc:sldMkLst>
          <pc:docMk/>
          <pc:sldMk cId="0" sldId="281"/>
        </pc:sldMkLst>
      </pc:sldChg>
      <pc:sldChg chg="addSp delSp modSp add mod chgLayout">
        <pc:chgData name="Mohammed Fasha" userId="cc64f42d-a1a6-4f08-b97b-0c37f877119f" providerId="ADAL" clId="{E8D62E87-A939-4BEA-B882-7E8D1ACA2800}" dt="2025-03-16T14:22:09.863" v="2132" actId="1076"/>
        <pc:sldMkLst>
          <pc:docMk/>
          <pc:sldMk cId="0" sldId="282"/>
        </pc:sldMkLst>
      </pc:sldChg>
      <pc:sldChg chg="addSp delSp modSp new mod ord">
        <pc:chgData name="Mohammed Fasha" userId="cc64f42d-a1a6-4f08-b97b-0c37f877119f" providerId="ADAL" clId="{E8D62E87-A939-4BEA-B882-7E8D1ACA2800}" dt="2025-03-12T05:20:32.571" v="266"/>
        <pc:sldMkLst>
          <pc:docMk/>
          <pc:sldMk cId="1180887711" sldId="283"/>
        </pc:sldMkLst>
      </pc:sldChg>
      <pc:sldChg chg="new del">
        <pc:chgData name="Mohammed Fasha" userId="cc64f42d-a1a6-4f08-b97b-0c37f877119f" providerId="ADAL" clId="{E8D62E87-A939-4BEA-B882-7E8D1ACA2800}" dt="2025-03-12T05:27:46.813" v="268" actId="680"/>
        <pc:sldMkLst>
          <pc:docMk/>
          <pc:sldMk cId="2805000312" sldId="284"/>
        </pc:sldMkLst>
      </pc:sldChg>
      <pc:sldChg chg="addSp delSp modSp new mod">
        <pc:chgData name="Mohammed Fasha" userId="cc64f42d-a1a6-4f08-b97b-0c37f877119f" providerId="ADAL" clId="{E8D62E87-A939-4BEA-B882-7E8D1ACA2800}" dt="2025-03-12T05:27:57.613" v="285" actId="20577"/>
        <pc:sldMkLst>
          <pc:docMk/>
          <pc:sldMk cId="3902878762" sldId="284"/>
        </pc:sldMkLst>
      </pc:sldChg>
      <pc:sldChg chg="addSp delSp modSp new del mod">
        <pc:chgData name="Mohammed Fasha" userId="cc64f42d-a1a6-4f08-b97b-0c37f877119f" providerId="ADAL" clId="{E8D62E87-A939-4BEA-B882-7E8D1ACA2800}" dt="2025-03-16T03:54:43.664" v="289" actId="2696"/>
        <pc:sldMkLst>
          <pc:docMk/>
          <pc:sldMk cId="1655166171" sldId="285"/>
        </pc:sldMkLst>
      </pc:sldChg>
      <pc:sldChg chg="addSp delSp modSp new mod modClrScheme chgLayout">
        <pc:chgData name="Mohammed Fasha" userId="cc64f42d-a1a6-4f08-b97b-0c37f877119f" providerId="ADAL" clId="{E8D62E87-A939-4BEA-B882-7E8D1ACA2800}" dt="2025-03-16T03:55:19.662" v="350" actId="20577"/>
        <pc:sldMkLst>
          <pc:docMk/>
          <pc:sldMk cId="1987061240" sldId="285"/>
        </pc:sldMkLst>
      </pc:sldChg>
      <pc:sldChg chg="new del">
        <pc:chgData name="Mohammed Fasha" userId="cc64f42d-a1a6-4f08-b97b-0c37f877119f" providerId="ADAL" clId="{E8D62E87-A939-4BEA-B882-7E8D1ACA2800}" dt="2025-03-16T03:54:43.664" v="289" actId="2696"/>
        <pc:sldMkLst>
          <pc:docMk/>
          <pc:sldMk cId="691620826" sldId="286"/>
        </pc:sldMkLst>
      </pc:sldChg>
      <pc:sldChg chg="addSp delSp modSp new mod">
        <pc:chgData name="Mohammed Fasha" userId="cc64f42d-a1a6-4f08-b97b-0c37f877119f" providerId="ADAL" clId="{E8D62E87-A939-4BEA-B882-7E8D1ACA2800}" dt="2025-03-16T04:07:24.338" v="931" actId="14100"/>
        <pc:sldMkLst>
          <pc:docMk/>
          <pc:sldMk cId="3672303097" sldId="286"/>
        </pc:sldMkLst>
      </pc:sldChg>
      <pc:sldChg chg="addSp delSp modSp new mod ord">
        <pc:chgData name="Mohammed Fasha" userId="cc64f42d-a1a6-4f08-b97b-0c37f877119f" providerId="ADAL" clId="{E8D62E87-A939-4BEA-B882-7E8D1ACA2800}" dt="2025-03-16T04:40:54.473" v="1747" actId="20577"/>
        <pc:sldMkLst>
          <pc:docMk/>
          <pc:sldMk cId="3590006600" sldId="287"/>
        </pc:sldMkLst>
      </pc:sldChg>
      <pc:sldChg chg="addSp delSp modSp add mod ord">
        <pc:chgData name="Mohammed Fasha" userId="cc64f42d-a1a6-4f08-b97b-0c37f877119f" providerId="ADAL" clId="{E8D62E87-A939-4BEA-B882-7E8D1ACA2800}" dt="2025-03-16T04:05:42.716" v="825" actId="20577"/>
        <pc:sldMkLst>
          <pc:docMk/>
          <pc:sldMk cId="2815558283" sldId="28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89"/>
        </pc:sldMkLst>
      </pc:sldChg>
      <pc:sldChg chg="addSp delSp modSp add mod">
        <pc:chgData name="Mohammed Fasha" userId="cc64f42d-a1a6-4f08-b97b-0c37f877119f" providerId="ADAL" clId="{E8D62E87-A939-4BEA-B882-7E8D1ACA2800}" dt="2025-03-16T04:30:22.293" v="1446" actId="21"/>
        <pc:sldMkLst>
          <pc:docMk/>
          <pc:sldMk cId="4191150406" sldId="289"/>
        </pc:sldMkLst>
      </pc:sldChg>
      <pc:sldChg chg="addSp delSp modSp new mod modClrScheme chgLayout">
        <pc:chgData name="Mohammed Fasha" userId="cc64f42d-a1a6-4f08-b97b-0c37f877119f" providerId="ADAL" clId="{E8D62E87-A939-4BEA-B882-7E8D1ACA2800}" dt="2025-03-16T04:34:38.880" v="1644" actId="1076"/>
        <pc:sldMkLst>
          <pc:docMk/>
          <pc:sldMk cId="3476611510" sldId="290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91"/>
        </pc:sldMkLst>
      </pc:sldChg>
      <pc:sldChg chg="addSp delSp modSp add mod">
        <pc:chgData name="Mohammed Fasha" userId="cc64f42d-a1a6-4f08-b97b-0c37f877119f" providerId="ADAL" clId="{E8D62E87-A939-4BEA-B882-7E8D1ACA2800}" dt="2025-03-16T04:11:03.496" v="996" actId="1076"/>
        <pc:sldMkLst>
          <pc:docMk/>
          <pc:sldMk cId="2206556809" sldId="291"/>
        </pc:sldMkLst>
      </pc:sldChg>
      <pc:sldChg chg="addSp delSp modSp add mod">
        <pc:chgData name="Mohammed Fasha" userId="cc64f42d-a1a6-4f08-b97b-0c37f877119f" providerId="ADAL" clId="{E8D62E87-A939-4BEA-B882-7E8D1ACA2800}" dt="2025-03-16T04:12:01.434" v="1051" actId="20577"/>
        <pc:sldMkLst>
          <pc:docMk/>
          <pc:sldMk cId="3989139448" sldId="29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93"/>
        </pc:sldMkLst>
      </pc:sldChg>
      <pc:sldChg chg="addSp delSp modSp add mod">
        <pc:chgData name="Mohammed Fasha" userId="cc64f42d-a1a6-4f08-b97b-0c37f877119f" providerId="ADAL" clId="{E8D62E87-A939-4BEA-B882-7E8D1ACA2800}" dt="2025-03-16T04:14:52.272" v="1186" actId="14100"/>
        <pc:sldMkLst>
          <pc:docMk/>
          <pc:sldMk cId="2181059690" sldId="293"/>
        </pc:sldMkLst>
      </pc:sldChg>
      <pc:sldChg chg="addSp delSp modSp add mod">
        <pc:chgData name="Mohammed Fasha" userId="cc64f42d-a1a6-4f08-b97b-0c37f877119f" providerId="ADAL" clId="{E8D62E87-A939-4BEA-B882-7E8D1ACA2800}" dt="2025-03-16T04:18:27.363" v="1328" actId="14100"/>
        <pc:sldMkLst>
          <pc:docMk/>
          <pc:sldMk cId="2418130453" sldId="294"/>
        </pc:sldMkLst>
      </pc:sldChg>
      <pc:sldChg chg="addSp delSp modSp add mod">
        <pc:chgData name="Mohammed Fasha" userId="cc64f42d-a1a6-4f08-b97b-0c37f877119f" providerId="ADAL" clId="{E8D62E87-A939-4BEA-B882-7E8D1ACA2800}" dt="2025-03-16T04:25:06.824" v="1423" actId="20577"/>
        <pc:sldMkLst>
          <pc:docMk/>
          <pc:sldMk cId="43200119" sldId="295"/>
        </pc:sldMkLst>
      </pc:sldChg>
      <pc:sldChg chg="addSp delSp modSp add del mod">
        <pc:chgData name="Mohammed Fasha" userId="cc64f42d-a1a6-4f08-b97b-0c37f877119f" providerId="ADAL" clId="{E8D62E87-A939-4BEA-B882-7E8D1ACA2800}" dt="2025-03-16T04:32:54.753" v="1586" actId="2696"/>
        <pc:sldMkLst>
          <pc:docMk/>
          <pc:sldMk cId="1239140328" sldId="296"/>
        </pc:sldMkLst>
      </pc:sldChg>
      <pc:sldChg chg="add">
        <pc:chgData name="Mohammed Fasha" userId="cc64f42d-a1a6-4f08-b97b-0c37f877119f" providerId="ADAL" clId="{E8D62E87-A939-4BEA-B882-7E8D1ACA2800}" dt="2025-03-16T04:33:07.630" v="1587"/>
        <pc:sldMkLst>
          <pc:docMk/>
          <pc:sldMk cId="2822153299" sldId="296"/>
        </pc:sldMkLst>
      </pc:sldChg>
      <pc:sldChg chg="addSp delSp modSp add del mod">
        <pc:chgData name="Mohammed Fasha" userId="cc64f42d-a1a6-4f08-b97b-0c37f877119f" providerId="ADAL" clId="{E8D62E87-A939-4BEA-B882-7E8D1ACA2800}" dt="2025-03-16T04:32:54.753" v="1586" actId="2696"/>
        <pc:sldMkLst>
          <pc:docMk/>
          <pc:sldMk cId="1259530466" sldId="297"/>
        </pc:sldMkLst>
      </pc:sldChg>
      <pc:sldChg chg="add">
        <pc:chgData name="Mohammed Fasha" userId="cc64f42d-a1a6-4f08-b97b-0c37f877119f" providerId="ADAL" clId="{E8D62E87-A939-4BEA-B882-7E8D1ACA2800}" dt="2025-03-16T04:33:07.630" v="1587"/>
        <pc:sldMkLst>
          <pc:docMk/>
          <pc:sldMk cId="1461366896" sldId="297"/>
        </pc:sldMkLst>
      </pc:sldChg>
      <pc:sldChg chg="add">
        <pc:chgData name="Mohammed Fasha" userId="cc64f42d-a1a6-4f08-b97b-0c37f877119f" providerId="ADAL" clId="{E8D62E87-A939-4BEA-B882-7E8D1ACA2800}" dt="2025-03-16T04:33:07.630" v="1587"/>
        <pc:sldMkLst>
          <pc:docMk/>
          <pc:sldMk cId="2475909420" sldId="298"/>
        </pc:sldMkLst>
      </pc:sldChg>
      <pc:sldChg chg="addSp delSp modSp add del mod ord">
        <pc:chgData name="Mohammed Fasha" userId="cc64f42d-a1a6-4f08-b97b-0c37f877119f" providerId="ADAL" clId="{E8D62E87-A939-4BEA-B882-7E8D1ACA2800}" dt="2025-03-16T04:32:54.753" v="1586" actId="2696"/>
        <pc:sldMkLst>
          <pc:docMk/>
          <pc:sldMk cId="3437754413" sldId="298"/>
        </pc:sldMkLst>
      </pc:sldChg>
      <pc:sldChg chg="addSp delSp modSp add del mod">
        <pc:chgData name="Mohammed Fasha" userId="cc64f42d-a1a6-4f08-b97b-0c37f877119f" providerId="ADAL" clId="{E8D62E87-A939-4BEA-B882-7E8D1ACA2800}" dt="2025-03-16T04:34:40.998" v="1645" actId="2696"/>
        <pc:sldMkLst>
          <pc:docMk/>
          <pc:sldMk cId="485754770" sldId="299"/>
        </pc:sldMkLst>
      </pc:sldChg>
      <pc:sldChg chg="addSp delSp modSp new del mod">
        <pc:chgData name="Mohammed Fasha" userId="cc64f42d-a1a6-4f08-b97b-0c37f877119f" providerId="ADAL" clId="{E8D62E87-A939-4BEA-B882-7E8D1ACA2800}" dt="2025-03-16T04:32:54.753" v="1586" actId="2696"/>
        <pc:sldMkLst>
          <pc:docMk/>
          <pc:sldMk cId="3335410099" sldId="299"/>
        </pc:sldMkLst>
      </pc:sldChg>
      <pc:sldChg chg="addSp delSp modSp new mod ord">
        <pc:chgData name="Mohammed Fasha" userId="cc64f42d-a1a6-4f08-b97b-0c37f877119f" providerId="ADAL" clId="{E8D62E87-A939-4BEA-B882-7E8D1ACA2800}" dt="2025-03-16T13:52:40.693" v="1782"/>
        <pc:sldMkLst>
          <pc:docMk/>
          <pc:sldMk cId="3540064806" sldId="300"/>
        </pc:sldMkLst>
      </pc:sldChg>
      <pc:sldChg chg="modSp new mod">
        <pc:chgData name="Mohammed Fasha" userId="cc64f42d-a1a6-4f08-b97b-0c37f877119f" providerId="ADAL" clId="{E8D62E87-A939-4BEA-B882-7E8D1ACA2800}" dt="2025-03-16T15:47:55.212" v="2297" actId="20577"/>
        <pc:sldMkLst>
          <pc:docMk/>
          <pc:sldMk cId="3115715400" sldId="301"/>
        </pc:sldMkLst>
      </pc:sldChg>
      <pc:sldChg chg="addSp modSp del mod">
        <pc:chgData name="Mohammed Fasha" userId="cc64f42d-a1a6-4f08-b97b-0c37f877119f" providerId="ADAL" clId="{E8D62E87-A939-4BEA-B882-7E8D1ACA2800}" dt="2025-03-11T17:37:36.272" v="26" actId="2696"/>
        <pc:sldMkLst>
          <pc:docMk/>
          <pc:sldMk cId="1489447582" sldId="455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492344261" sldId="46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574210855" sldId="46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908672191" sldId="48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1032783492" sldId="50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436502279" sldId="50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875373168" sldId="509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624540926" sldId="510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42384264" sldId="51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862507572" sldId="51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539197233" sldId="514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464321651" sldId="515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80093838" sldId="516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55427782" sldId="517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663943781" sldId="51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345974267" sldId="519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982934387" sldId="520"/>
        </pc:sldMkLst>
      </pc:sldChg>
      <pc:sldMasterChg chg="modSldLayout">
        <pc:chgData name="Mohammed Fasha" userId="cc64f42d-a1a6-4f08-b97b-0c37f877119f" providerId="ADAL" clId="{E8D62E87-A939-4BEA-B882-7E8D1ACA2800}" dt="2025-03-11T17:37:56.779" v="31" actId="14100"/>
        <pc:sldMasterMkLst>
          <pc:docMk/>
          <pc:sldMasterMk cId="742811419" sldId="2147483648"/>
        </pc:sldMasterMkLst>
        <pc:sldLayoutChg chg="modSp mod">
          <pc:chgData name="Mohammed Fasha" userId="cc64f42d-a1a6-4f08-b97b-0c37f877119f" providerId="ADAL" clId="{E8D62E87-A939-4BEA-B882-7E8D1ACA2800}" dt="2025-03-11T17:37:56.779" v="31" actId="14100"/>
          <pc:sldLayoutMkLst>
            <pc:docMk/>
            <pc:sldMasterMk cId="742811419" sldId="2147483648"/>
            <pc:sldLayoutMk cId="3573533501" sldId="2147483650"/>
          </pc:sldLayoutMkLst>
        </pc:sldLayoutChg>
      </pc:sldMasterChg>
    </pc:docChg>
  </pc:docChgLst>
  <pc:docChgLst>
    <pc:chgData name="Mohammed Fasha" userId="S::mohammed.fasha@uop.edu.jo::cc64f42d-a1a6-4f08-b97b-0c37f877119f" providerId="AD" clId="Web-{3873209A-CB00-400D-D158-6330B83C4A7A}"/>
    <pc:docChg chg="addSld delSld modSld">
      <pc:chgData name="Mohammed Fasha" userId="S::mohammed.fasha@uop.edu.jo::cc64f42d-a1a6-4f08-b97b-0c37f877119f" providerId="AD" clId="Web-{3873209A-CB00-400D-D158-6330B83C4A7A}" dt="2025-03-19T03:11:02.319" v="274" actId="20577"/>
      <pc:docMkLst>
        <pc:docMk/>
      </pc:docMkLst>
      <pc:sldChg chg="modSp">
        <pc:chgData name="Mohammed Fasha" userId="S::mohammed.fasha@uop.edu.jo::cc64f42d-a1a6-4f08-b97b-0c37f877119f" providerId="AD" clId="Web-{3873209A-CB00-400D-D158-6330B83C4A7A}" dt="2025-03-19T03:03:32.760" v="103" actId="14100"/>
        <pc:sldMkLst>
          <pc:docMk/>
          <pc:sldMk cId="0" sldId="278"/>
        </pc:sldMkLst>
      </pc:sldChg>
      <pc:sldChg chg="addSp delSp modSp new">
        <pc:chgData name="Mohammed Fasha" userId="S::mohammed.fasha@uop.edu.jo::cc64f42d-a1a6-4f08-b97b-0c37f877119f" providerId="AD" clId="Web-{3873209A-CB00-400D-D158-6330B83C4A7A}" dt="2025-03-19T03:11:02.319" v="274" actId="20577"/>
        <pc:sldMkLst>
          <pc:docMk/>
          <pc:sldMk cId="441052949" sldId="309"/>
        </pc:sldMkLst>
      </pc:sldChg>
      <pc:sldChg chg="add del replId">
        <pc:chgData name="Mohammed Fasha" userId="S::mohammed.fasha@uop.edu.jo::cc64f42d-a1a6-4f08-b97b-0c37f877119f" providerId="AD" clId="Web-{3873209A-CB00-400D-D158-6330B83C4A7A}" dt="2025-03-19T03:02:14.461" v="73"/>
        <pc:sldMkLst>
          <pc:docMk/>
          <pc:sldMk cId="3859015806" sldId="310"/>
        </pc:sldMkLst>
      </pc:sldChg>
      <pc:sldChg chg="addSp delSp modSp add replId">
        <pc:chgData name="Mohammed Fasha" userId="S::mohammed.fasha@uop.edu.jo::cc64f42d-a1a6-4f08-b97b-0c37f877119f" providerId="AD" clId="Web-{3873209A-CB00-400D-D158-6330B83C4A7A}" dt="2025-03-19T03:08:53.628" v="161" actId="20577"/>
        <pc:sldMkLst>
          <pc:docMk/>
          <pc:sldMk cId="4115587381" sldId="311"/>
        </pc:sldMkLst>
      </pc:sldChg>
      <pc:sldChg chg="addSp delSp modSp new del">
        <pc:chgData name="Mohammed Fasha" userId="S::mohammed.fasha@uop.edu.jo::cc64f42d-a1a6-4f08-b97b-0c37f877119f" providerId="AD" clId="Web-{3873209A-CB00-400D-D158-6330B83C4A7A}" dt="2025-03-19T03:07:33.079" v="142"/>
        <pc:sldMkLst>
          <pc:docMk/>
          <pc:sldMk cId="1952534702" sldId="31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BA03A4-B9F1-404C-8A74-B1AFD6480953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C3971-340B-41A2-ABD3-FB1A577E4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51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e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9B88D-A571-8D68-DA1D-4734ED37AE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433490-0BE8-AA6E-9BD9-B3AE42C098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B6175-CE1C-2163-F07B-89B1D44C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31D7E-9560-9E2E-E325-EA9FF2B4F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25B4A-CC9F-DFD4-9C8C-EC0E3A6CB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78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1AE11-FE2F-E8C7-76F8-4648B9775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85" y="797523"/>
            <a:ext cx="11069715" cy="748208"/>
          </a:xfrm>
          <a:solidFill>
            <a:srgbClr val="67337A"/>
          </a:solidFill>
        </p:spPr>
        <p:txBody>
          <a:bodyPr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DCCF6-2612-A73C-C264-680D14569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11069715" cy="4991039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533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632C-6DEE-7253-7D28-277A733B9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429001"/>
            <a:ext cx="10515600" cy="1410566"/>
          </a:xfrm>
        </p:spPr>
        <p:txBody>
          <a:bodyPr anchor="b">
            <a:normAutofit/>
          </a:bodyPr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46F207-EFC1-8D09-1A43-C1BC66F4B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56175"/>
            <a:ext cx="10515600" cy="11334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066E6-0CE4-B283-4609-6B87CF61E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F228-7BFB-DECA-1E8A-FE22303A6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17116-D906-F8F1-9544-2F31FF8B3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FD8420-94D8-A22A-437F-9C23274717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A4E6A3-979F-577C-6B28-090C8441D5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5" y="160954"/>
            <a:ext cx="2120835" cy="6365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F73805-8742-DDA0-8BA4-18F7B6B60B6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94545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D320A-5856-7025-B675-5175C87BA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02420-256F-86BB-2069-DC7FC1598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4A8B5D-BE76-5309-6B35-5BB623D549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55F1A-4711-E07F-4060-9DFA24B5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BDB2D-A305-9686-67A1-5E6D04DD8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DA501-D721-9762-F1D7-F2633610B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91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D67AB-B0CB-34AE-FB11-E6E73297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1467F-4D04-1AE5-F976-549357D16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1D808E-728B-7E91-40BC-CEDF06A29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AC8E04-B37B-1721-DBCE-7A749BD7AC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85EBE9-C42B-6432-1518-88FD8B1A9E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A973D-A9C2-1CA6-05F5-A7C82D40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B61A04-2021-047C-B370-D0B428F9B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1AC7FB-EE3D-80A6-4C1A-80E359A3F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382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43EC8-462D-17BF-D668-48071F09B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285AC-0A2F-4AE5-D1B6-5C319BFFE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1CD249-9162-ABF9-19A3-977BDD9DA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01C95-124F-0B3B-A8D9-B9C970F19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662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829541-D653-384C-D771-DD8F69A08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C33C97-264B-3724-11ED-5BB6B8F25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E226B-01EA-120B-3387-6F48FDAFB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980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29331-9622-1254-250C-1A826F867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61744-6E94-694D-5ACD-A392EBB2B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2829D-7E3F-4729-5630-2FC6FC338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A95737-F397-134D-F032-CB1CF8533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54794-C979-4A92-C271-06A8ACAB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3CABCC-6A8A-037D-30F0-16F152A1C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2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35548-3058-3FF3-095A-5746EA91D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594BFE-AD4C-39A4-E6D7-3D67D9AF0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17F4F-1D08-F5A7-0483-99EBD45B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418C9-6621-9F77-5D27-62F1D1DA5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E588C-5B83-3F14-34CB-FBF668EE8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B9B1A-60F9-9274-969E-5776570FA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60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9562-02BA-F69E-C391-546A16C2F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AC2F76-E2E8-15A6-A3C8-6CB5142D8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6A671-E219-71C5-2625-4964456C4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8E91A-8EA7-3C4C-E581-D2E7DE80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2236E2-4C17-03F4-B4DC-034FD967F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14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7CBBF0-FFDE-1DC2-A2E8-4E45481189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26B3BF-C276-8333-A7E7-B8D443C6A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EB368-D24B-9EA8-8A8F-0AB2C5F18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D0D11-FA10-A88B-DAAF-BDC5D659D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B60E9-3F05-AAE4-101F-3125133F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03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699875" y="103822"/>
            <a:ext cx="403123" cy="52901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0189" y="188463"/>
            <a:ext cx="2020001" cy="572459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358618" y="45690"/>
            <a:ext cx="1163591" cy="586036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638800" y="279209"/>
            <a:ext cx="914400" cy="1204912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263645" y="2380310"/>
            <a:ext cx="5664708" cy="10687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495203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6939" y="1608733"/>
            <a:ext cx="4972685" cy="47301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0" b="0" i="0">
                <a:solidFill>
                  <a:srgbClr val="006FC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7/26/2025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03807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2762C5-8E42-00DD-5440-4A44E725E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4D4F47-A5A1-F247-D7EC-43901BD91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1E946-8B54-76FA-E3B0-E48F8BEE74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78E95-DE77-44D3-BDB9-E242948FB112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851E2-F7B0-D02A-22FA-EC3877EEE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B3EB4-6884-55A1-71B3-B7A412117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94C39A-D09F-3FB5-FC83-3461D4B26A9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41B7E3-0100-0D6B-212C-A14E821244AF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C727CE-6255-82CB-CFCB-7738B389789F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0" y="92622"/>
            <a:ext cx="2123320" cy="44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811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alyticsvidhya.com/blog/2022/06/getting-started-with-apache-pig/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hyperlink" Target="https://www.geeksforgeeks.org/difference-between-pig-and-hive/" TargetMode="Externa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scaler.com/topics/hadoop/hbase-architecture/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dpanda.com/blog/data-stream-processing-spark-flink-ksqldb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jp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" algn="ctr">
              <a:lnSpc>
                <a:spcPts val="4105"/>
              </a:lnSpc>
              <a:spcBef>
                <a:spcPts val="100"/>
              </a:spcBef>
            </a:pPr>
            <a:r>
              <a:rPr sz="3600" spc="-10"/>
              <a:t>307401</a:t>
            </a:r>
            <a:endParaRPr sz="3600"/>
          </a:p>
          <a:p>
            <a:pPr marL="2540" algn="ctr">
              <a:lnSpc>
                <a:spcPts val="4105"/>
              </a:lnSpc>
            </a:pPr>
            <a:r>
              <a:rPr sz="3600"/>
              <a:t>Big</a:t>
            </a:r>
            <a:r>
              <a:rPr sz="3600" spc="-105"/>
              <a:t> </a:t>
            </a:r>
            <a:r>
              <a:rPr sz="3600"/>
              <a:t>Data</a:t>
            </a:r>
            <a:r>
              <a:rPr sz="3600" spc="-95"/>
              <a:t> </a:t>
            </a:r>
            <a:r>
              <a:rPr sz="3600"/>
              <a:t>and</a:t>
            </a:r>
            <a:r>
              <a:rPr sz="3600" spc="-100"/>
              <a:t> </a:t>
            </a:r>
            <a:r>
              <a:rPr sz="3600"/>
              <a:t>Data</a:t>
            </a:r>
            <a:r>
              <a:rPr sz="3600" spc="-95"/>
              <a:t> </a:t>
            </a:r>
            <a:r>
              <a:rPr sz="3600" spc="-10"/>
              <a:t>Warehouses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4627626" y="3579367"/>
            <a:ext cx="29356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>
                <a:latin typeface="Calibri"/>
                <a:cs typeface="Calibri"/>
              </a:rPr>
              <a:t>Introduction</a:t>
            </a:r>
            <a:r>
              <a:rPr sz="2400" spc="-90">
                <a:latin typeface="Calibri"/>
                <a:cs typeface="Calibri"/>
              </a:rPr>
              <a:t> </a:t>
            </a:r>
            <a:r>
              <a:rPr sz="2400">
                <a:latin typeface="Calibri"/>
                <a:cs typeface="Calibri"/>
              </a:rPr>
              <a:t>to</a:t>
            </a:r>
            <a:r>
              <a:rPr sz="2400" spc="-75">
                <a:latin typeface="Calibri"/>
                <a:cs typeface="Calibri"/>
              </a:rPr>
              <a:t> </a:t>
            </a:r>
            <a:r>
              <a:rPr sz="2400" spc="-10">
                <a:latin typeface="Calibri"/>
                <a:cs typeface="Calibri"/>
              </a:rPr>
              <a:t>Hadoop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17414" y="4520438"/>
            <a:ext cx="2756027" cy="6551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B040B-91AB-8FE8-4C82-1572292F6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Types of Processing in Computing</a:t>
            </a:r>
          </a:p>
        </p:txBody>
      </p:sp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842D6109-309C-0C16-24AA-D861D46231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2712" y="2168165"/>
            <a:ext cx="9412999" cy="3694349"/>
          </a:xfrm>
        </p:spPr>
      </p:pic>
    </p:spTree>
    <p:extLst>
      <p:ext uri="{BB962C8B-B14F-4D97-AF65-F5344CB8AC3E}">
        <p14:creationId xmlns:p14="http://schemas.microsoft.com/office/powerpoint/2010/main" val="1180887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F675C-3963-4D6A-1306-49A13120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Speedup Concept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95C5826-1816-6A55-9BE7-F700779644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15703" y="1706563"/>
            <a:ext cx="5606556" cy="4991100"/>
          </a:xfrm>
        </p:spPr>
      </p:pic>
    </p:spTree>
    <p:extLst>
      <p:ext uri="{BB962C8B-B14F-4D97-AF65-F5344CB8AC3E}">
        <p14:creationId xmlns:p14="http://schemas.microsoft.com/office/powerpoint/2010/main" val="3902878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10">
                <a:solidFill>
                  <a:srgbClr val="FFFFFF"/>
                </a:solidFill>
              </a:rPr>
              <a:t>Introduction</a:t>
            </a:r>
            <a:r>
              <a:rPr sz="2800" spc="-85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to</a:t>
            </a:r>
            <a:r>
              <a:rPr sz="2800" spc="-8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2A400C-9E9B-4CEF-74E2-1D904EACC4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41300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cs typeface="Calibri"/>
              </a:rPr>
              <a:t>Hadoop</a:t>
            </a:r>
            <a:r>
              <a:rPr lang="en-US" spc="-55" dirty="0">
                <a:cs typeface="Calibri"/>
              </a:rPr>
              <a:t> </a:t>
            </a:r>
            <a:r>
              <a:rPr lang="en-US" dirty="0">
                <a:cs typeface="Calibri"/>
              </a:rPr>
              <a:t>is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an</a:t>
            </a:r>
            <a:r>
              <a:rPr lang="en-US" spc="-3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open-</a:t>
            </a:r>
            <a:r>
              <a:rPr lang="en-US" dirty="0">
                <a:cs typeface="Calibri"/>
              </a:rPr>
              <a:t>source</a:t>
            </a:r>
            <a:r>
              <a:rPr lang="en-US" spc="-5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framework</a:t>
            </a:r>
            <a:r>
              <a:rPr lang="en-US" spc="-3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overseen </a:t>
            </a:r>
            <a:r>
              <a:rPr lang="en-US" dirty="0">
                <a:cs typeface="Calibri"/>
              </a:rPr>
              <a:t>by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Apache</a:t>
            </a:r>
            <a:r>
              <a:rPr lang="en-US" spc="-4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Software</a:t>
            </a:r>
            <a:r>
              <a:rPr lang="en-US" spc="-4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Foundation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which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is</a:t>
            </a:r>
            <a:r>
              <a:rPr lang="en-US" spc="-3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written</a:t>
            </a:r>
            <a:endParaRPr lang="en-US" dirty="0">
              <a:cs typeface="Calibri"/>
            </a:endParaRPr>
          </a:p>
          <a:p>
            <a:pPr marL="241300">
              <a:lnSpc>
                <a:spcPts val="2280"/>
              </a:lnSpc>
            </a:pPr>
            <a:r>
              <a:rPr lang="en-US" dirty="0">
                <a:cs typeface="Calibri"/>
              </a:rPr>
              <a:t>in</a:t>
            </a:r>
            <a:r>
              <a:rPr lang="en-US" spc="-50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Java</a:t>
            </a:r>
            <a:r>
              <a:rPr lang="en-US" spc="-6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for</a:t>
            </a:r>
            <a:r>
              <a:rPr lang="en-US" spc="-65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storing</a:t>
            </a:r>
            <a:r>
              <a:rPr lang="en-US" spc="-45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and</a:t>
            </a:r>
            <a:r>
              <a:rPr lang="en-US" spc="-5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processing</a:t>
            </a:r>
            <a:r>
              <a:rPr lang="en-US" spc="-45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of</a:t>
            </a:r>
            <a:r>
              <a:rPr lang="en-US" spc="-55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huge</a:t>
            </a:r>
            <a:r>
              <a:rPr lang="en-US" spc="-8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datasets</a:t>
            </a:r>
            <a:r>
              <a:rPr lang="en-US" spc="-3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with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55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cluster</a:t>
            </a:r>
            <a:r>
              <a:rPr lang="en-US" spc="-3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of</a:t>
            </a:r>
            <a:r>
              <a:rPr lang="en-US" spc="-60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commodity</a:t>
            </a:r>
            <a:r>
              <a:rPr lang="en-US" spc="-65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cs typeface="Calibri"/>
              </a:rPr>
              <a:t>hardware</a:t>
            </a:r>
            <a:r>
              <a:rPr lang="en-US" spc="-10" dirty="0">
                <a:cs typeface="Calibri"/>
              </a:rPr>
              <a:t>.</a:t>
            </a:r>
            <a:endParaRPr lang="en-US" dirty="0">
              <a:cs typeface="Calibri"/>
            </a:endParaRPr>
          </a:p>
          <a:p>
            <a:pPr marL="241300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cs typeface="Calibri"/>
              </a:rPr>
              <a:t>There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are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mainly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two</a:t>
            </a:r>
            <a:r>
              <a:rPr lang="en-US" spc="-50" dirty="0">
                <a:cs typeface="Calibri"/>
              </a:rPr>
              <a:t> </a:t>
            </a:r>
            <a:r>
              <a:rPr lang="en-US" dirty="0">
                <a:cs typeface="Calibri"/>
              </a:rPr>
              <a:t>problems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with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big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data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that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Hadoop</a:t>
            </a:r>
            <a:r>
              <a:rPr lang="en-US" spc="-6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addresses:</a:t>
            </a:r>
            <a:endParaRPr lang="en-US" dirty="0">
              <a:cs typeface="Calibri"/>
            </a:endParaRPr>
          </a:p>
          <a:p>
            <a:pPr marL="927100" lvl="1" indent="-457200">
              <a:lnSpc>
                <a:spcPct val="100000"/>
              </a:lnSpc>
              <a:spcBef>
                <a:spcPts val="295"/>
              </a:spcBef>
              <a:buAutoNum type="arabicPeriod"/>
              <a:tabLst>
                <a:tab pos="927100" algn="l"/>
              </a:tabLst>
            </a:pPr>
            <a:r>
              <a:rPr lang="en-US" dirty="0">
                <a:solidFill>
                  <a:srgbClr val="006FC0"/>
                </a:solidFill>
                <a:cs typeface="Calibri"/>
              </a:rPr>
              <a:t>The</a:t>
            </a:r>
            <a:r>
              <a:rPr lang="en-US" spc="-4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need</a:t>
            </a:r>
            <a:r>
              <a:rPr lang="en-US" spc="-30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to</a:t>
            </a:r>
            <a:r>
              <a:rPr lang="en-US" spc="-4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store</a:t>
            </a:r>
            <a:r>
              <a:rPr lang="en-US" spc="-40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huge</a:t>
            </a:r>
            <a:r>
              <a:rPr lang="en-US" spc="-4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amount</a:t>
            </a:r>
            <a:r>
              <a:rPr lang="en-US" spc="-3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of</a:t>
            </a:r>
            <a:r>
              <a:rPr lang="en-US" spc="-50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spc="-10" dirty="0">
                <a:solidFill>
                  <a:srgbClr val="006FC0"/>
                </a:solidFill>
                <a:cs typeface="Calibri"/>
              </a:rPr>
              <a:t>data.</a:t>
            </a:r>
            <a:endParaRPr lang="en-US" dirty="0">
              <a:cs typeface="Calibri"/>
            </a:endParaRPr>
          </a:p>
          <a:p>
            <a:pPr marL="927100" lvl="1" indent="-457200">
              <a:lnSpc>
                <a:spcPct val="100000"/>
              </a:lnSpc>
              <a:spcBef>
                <a:spcPts val="290"/>
              </a:spcBef>
              <a:buAutoNum type="arabicPeriod"/>
              <a:tabLst>
                <a:tab pos="927100" algn="l"/>
              </a:tabLst>
            </a:pPr>
            <a:r>
              <a:rPr lang="en-US" dirty="0">
                <a:solidFill>
                  <a:srgbClr val="006FC0"/>
                </a:solidFill>
                <a:cs typeface="Calibri"/>
              </a:rPr>
              <a:t>The</a:t>
            </a:r>
            <a:r>
              <a:rPr lang="en-US" spc="-5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need</a:t>
            </a:r>
            <a:r>
              <a:rPr lang="en-US" spc="-3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to</a:t>
            </a:r>
            <a:r>
              <a:rPr lang="en-US" spc="-5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process</a:t>
            </a:r>
            <a:r>
              <a:rPr lang="en-US" spc="-50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that</a:t>
            </a:r>
            <a:r>
              <a:rPr lang="en-US" spc="-5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dirty="0">
                <a:solidFill>
                  <a:srgbClr val="006FC0"/>
                </a:solidFill>
                <a:cs typeface="Calibri"/>
              </a:rPr>
              <a:t>stored</a:t>
            </a:r>
            <a:r>
              <a:rPr lang="en-US" spc="-55" dirty="0">
                <a:solidFill>
                  <a:srgbClr val="006FC0"/>
                </a:solidFill>
                <a:cs typeface="Calibri"/>
              </a:rPr>
              <a:t> </a:t>
            </a:r>
            <a:r>
              <a:rPr lang="en-US" spc="-10" dirty="0">
                <a:solidFill>
                  <a:srgbClr val="006FC0"/>
                </a:solidFill>
                <a:cs typeface="Calibri"/>
              </a:rPr>
              <a:t>data.</a:t>
            </a:r>
            <a:endParaRPr lang="en-US" dirty="0">
              <a:cs typeface="Calibri"/>
            </a:endParaRPr>
          </a:p>
          <a:p>
            <a:pPr marL="241300">
              <a:lnSpc>
                <a:spcPct val="100000"/>
              </a:lnSpc>
              <a:spcBef>
                <a:spcPts val="75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cs typeface="Calibri"/>
              </a:rPr>
              <a:t>The</a:t>
            </a:r>
            <a:r>
              <a:rPr lang="en-US" spc="-4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traditional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approach</a:t>
            </a:r>
            <a:r>
              <a:rPr lang="en-US" spc="-50" dirty="0">
                <a:cs typeface="Calibri"/>
              </a:rPr>
              <a:t> </a:t>
            </a:r>
            <a:r>
              <a:rPr lang="en-US" dirty="0">
                <a:cs typeface="Calibri"/>
              </a:rPr>
              <a:t>like</a:t>
            </a:r>
            <a:r>
              <a:rPr lang="en-US" spc="-25" dirty="0"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RDBMS</a:t>
            </a:r>
            <a:r>
              <a:rPr lang="en-US" spc="-5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is</a:t>
            </a:r>
            <a:r>
              <a:rPr lang="en-US" spc="-50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not</a:t>
            </a:r>
            <a:r>
              <a:rPr lang="en-US" spc="-45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cs typeface="Calibri"/>
              </a:rPr>
              <a:t>sufficient</a:t>
            </a:r>
            <a:r>
              <a:rPr lang="en-US" spc="-5" dirty="0">
                <a:solidFill>
                  <a:srgbClr val="FF0000"/>
                </a:solidFill>
                <a:cs typeface="Calibri"/>
              </a:rPr>
              <a:t> </a:t>
            </a:r>
            <a:r>
              <a:rPr lang="en-US" dirty="0">
                <a:cs typeface="Calibri"/>
              </a:rPr>
              <a:t>due</a:t>
            </a:r>
            <a:r>
              <a:rPr lang="en-US" spc="-55" dirty="0">
                <a:cs typeface="Calibri"/>
              </a:rPr>
              <a:t> </a:t>
            </a:r>
            <a:r>
              <a:rPr lang="en-US" dirty="0">
                <a:cs typeface="Calibri"/>
              </a:rPr>
              <a:t>to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3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heterogeneity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of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4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data.</a:t>
            </a:r>
            <a:endParaRPr lang="en-US" dirty="0">
              <a:cs typeface="Calibri"/>
            </a:endParaRPr>
          </a:p>
          <a:p>
            <a:pPr marL="241300" marR="29209" indent="-229235">
              <a:lnSpc>
                <a:spcPts val="2160"/>
              </a:lnSpc>
              <a:spcBef>
                <a:spcPts val="103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cs typeface="Calibri"/>
              </a:rPr>
              <a:t>Hadoop</a:t>
            </a:r>
            <a:r>
              <a:rPr lang="en-US" spc="-50" dirty="0">
                <a:cs typeface="Calibri"/>
              </a:rPr>
              <a:t> </a:t>
            </a:r>
            <a:r>
              <a:rPr lang="en-US" dirty="0">
                <a:cs typeface="Calibri"/>
              </a:rPr>
              <a:t>serve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as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solution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to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problem</a:t>
            </a:r>
            <a:r>
              <a:rPr lang="en-US" spc="-45" dirty="0">
                <a:cs typeface="Calibri"/>
              </a:rPr>
              <a:t> </a:t>
            </a:r>
            <a:r>
              <a:rPr lang="en-US" dirty="0">
                <a:cs typeface="Calibri"/>
              </a:rPr>
              <a:t>of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big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data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i.e.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storing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and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processing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big</a:t>
            </a:r>
            <a:r>
              <a:rPr lang="en-US" spc="-45" dirty="0">
                <a:cs typeface="Calibri"/>
              </a:rPr>
              <a:t> </a:t>
            </a:r>
            <a:r>
              <a:rPr lang="en-US" spc="-20" dirty="0">
                <a:cs typeface="Calibri"/>
              </a:rPr>
              <a:t>data.</a:t>
            </a:r>
            <a:endParaRPr lang="en-US" dirty="0">
              <a:cs typeface="Calibri"/>
            </a:endParaRPr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History</a:t>
            </a:r>
            <a:r>
              <a:rPr sz="2800" spc="-6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of</a:t>
            </a:r>
            <a:r>
              <a:rPr sz="2800" spc="-7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28263" y="1670685"/>
            <a:ext cx="1932051" cy="187388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8200" y="1670685"/>
            <a:ext cx="2318385" cy="1873885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88391" y="4039361"/>
            <a:ext cx="6038850" cy="235077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697865" indent="-227965">
              <a:lnSpc>
                <a:spcPct val="100000"/>
              </a:lnSpc>
              <a:spcBef>
                <a:spcPts val="459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Nutch</a:t>
            </a:r>
            <a:r>
              <a:rPr sz="1200" spc="-5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Project</a:t>
            </a:r>
            <a:r>
              <a:rPr sz="1200">
                <a:latin typeface="Calibri"/>
                <a:cs typeface="Calibri"/>
              </a:rPr>
              <a:t>: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Open-source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search</a:t>
            </a:r>
            <a:r>
              <a:rPr sz="12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engine</a:t>
            </a:r>
            <a:r>
              <a:rPr sz="12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project</a:t>
            </a:r>
            <a:r>
              <a:rPr sz="1200" spc="-2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by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Doug</a:t>
            </a:r>
            <a:r>
              <a:rPr sz="1200" spc="-5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Cutting</a:t>
            </a:r>
            <a:r>
              <a:rPr sz="1200" spc="-6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Mike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Cafarella.</a:t>
            </a:r>
            <a:endParaRPr sz="1200">
              <a:latin typeface="Calibri"/>
              <a:cs typeface="Calibri"/>
            </a:endParaRPr>
          </a:p>
          <a:p>
            <a:pPr marL="697865" indent="-227965">
              <a:lnSpc>
                <a:spcPct val="100000"/>
              </a:lnSpc>
              <a:spcBef>
                <a:spcPts val="359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>
                <a:latin typeface="Calibri"/>
                <a:cs typeface="Calibri"/>
              </a:rPr>
              <a:t>Challenges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in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managing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processing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large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volumes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web</a:t>
            </a:r>
            <a:r>
              <a:rPr sz="1200" spc="-10">
                <a:latin typeface="Calibri"/>
                <a:cs typeface="Calibri"/>
              </a:rPr>
              <a:t> data.</a:t>
            </a:r>
            <a:endParaRPr sz="12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820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 spc="-10">
                <a:solidFill>
                  <a:srgbClr val="FF0000"/>
                </a:solidFill>
                <a:latin typeface="Calibri"/>
                <a:cs typeface="Calibri"/>
              </a:rPr>
              <a:t>Google’s</a:t>
            </a:r>
            <a:r>
              <a:rPr sz="1400" spc="-7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Influence</a:t>
            </a:r>
            <a:r>
              <a:rPr sz="1400" spc="-40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(2003-2004):</a:t>
            </a:r>
            <a:endParaRPr sz="14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65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>
                <a:latin typeface="Calibri"/>
                <a:cs typeface="Calibri"/>
              </a:rPr>
              <a:t>Google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Papers: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Introduction</a:t>
            </a:r>
            <a:r>
              <a:rPr sz="1200" spc="-5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Google’s</a:t>
            </a:r>
            <a:r>
              <a:rPr sz="1200" spc="5"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GFS</a:t>
            </a:r>
            <a:r>
              <a:rPr sz="12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(Google</a:t>
            </a:r>
            <a:r>
              <a:rPr sz="1200" spc="-1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File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System)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MapReduce</a:t>
            </a:r>
            <a:r>
              <a:rPr sz="1200" spc="-10">
                <a:latin typeface="Calibri"/>
                <a:cs typeface="Calibri"/>
              </a:rPr>
              <a:t>.</a:t>
            </a:r>
            <a:endParaRPr sz="12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60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Inspiration</a:t>
            </a:r>
            <a:r>
              <a:rPr sz="12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for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Hadoop’s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core </a:t>
            </a:r>
            <a:r>
              <a:rPr sz="1200" spc="-10">
                <a:latin typeface="Calibri"/>
                <a:cs typeface="Calibri"/>
              </a:rPr>
              <a:t>concepts.</a:t>
            </a:r>
            <a:endParaRPr sz="12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825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>
                <a:latin typeface="Calibri"/>
                <a:cs typeface="Calibri"/>
              </a:rPr>
              <a:t>Birth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of</a:t>
            </a:r>
            <a:r>
              <a:rPr sz="1400" spc="-30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Hadoop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(</a:t>
            </a:r>
            <a:r>
              <a:rPr sz="1400" spc="-10">
                <a:solidFill>
                  <a:srgbClr val="FF0000"/>
                </a:solidFill>
                <a:latin typeface="Calibri"/>
                <a:cs typeface="Calibri"/>
              </a:rPr>
              <a:t>2005-2006</a:t>
            </a:r>
            <a:r>
              <a:rPr sz="1400" spc="-10">
                <a:latin typeface="Calibri"/>
                <a:cs typeface="Calibri"/>
              </a:rPr>
              <a:t>):</a:t>
            </a:r>
            <a:endParaRPr sz="14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65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>
                <a:latin typeface="Calibri"/>
                <a:cs typeface="Calibri"/>
              </a:rPr>
              <a:t>Creation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Hadoop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as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separate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project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within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Apache </a:t>
            </a:r>
            <a:r>
              <a:rPr sz="1200" spc="-10">
                <a:latin typeface="Calibri"/>
                <a:cs typeface="Calibri"/>
              </a:rPr>
              <a:t>Nutch.</a:t>
            </a:r>
            <a:endParaRPr sz="12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50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Named</a:t>
            </a:r>
            <a:r>
              <a:rPr sz="1200" spc="-2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after</a:t>
            </a:r>
            <a:r>
              <a:rPr sz="1200" spc="-2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Doug</a:t>
            </a:r>
            <a:r>
              <a:rPr sz="12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Cutting’s</a:t>
            </a:r>
            <a:r>
              <a:rPr sz="12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spc="-20">
                <a:solidFill>
                  <a:srgbClr val="FF0000"/>
                </a:solidFill>
                <a:latin typeface="Calibri"/>
                <a:cs typeface="Calibri"/>
              </a:rPr>
              <a:t>son’s</a:t>
            </a: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toy</a:t>
            </a: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 elephant.</a:t>
            </a:r>
            <a:endParaRPr sz="12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819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 spc="-20">
                <a:solidFill>
                  <a:srgbClr val="FF0000"/>
                </a:solidFill>
                <a:latin typeface="Calibri"/>
                <a:cs typeface="Calibri"/>
              </a:rPr>
              <a:t>Yahoo</a:t>
            </a:r>
            <a:r>
              <a:rPr sz="1400" spc="-20">
                <a:latin typeface="Calibri"/>
                <a:cs typeface="Calibri"/>
              </a:rPr>
              <a:t>!</a:t>
            </a:r>
            <a:r>
              <a:rPr sz="1400" spc="-45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began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investing</a:t>
            </a:r>
            <a:r>
              <a:rPr sz="1400" spc="-20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in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and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contributing</a:t>
            </a:r>
            <a:r>
              <a:rPr sz="1400" spc="-15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to</a:t>
            </a:r>
            <a:r>
              <a:rPr sz="1400" spc="-4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Hadoop’s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development.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8391" y="3516662"/>
            <a:ext cx="2404110" cy="547370"/>
          </a:xfrm>
          <a:prstGeom prst="rect">
            <a:avLst/>
          </a:prstGeom>
        </p:spPr>
        <p:txBody>
          <a:bodyPr vert="horz" wrap="square" lIns="0" tIns="74295" rIns="0" bIns="0" rtlCol="0">
            <a:spAutoFit/>
          </a:bodyPr>
          <a:lstStyle/>
          <a:p>
            <a:pPr marL="1123315">
              <a:lnSpc>
                <a:spcPct val="100000"/>
              </a:lnSpc>
              <a:spcBef>
                <a:spcPts val="585"/>
              </a:spcBef>
            </a:pPr>
            <a:r>
              <a:rPr sz="1100">
                <a:latin typeface="Calibri"/>
                <a:cs typeface="Calibri"/>
              </a:rPr>
              <a:t>Doug</a:t>
            </a:r>
            <a:r>
              <a:rPr sz="1100" spc="-15">
                <a:latin typeface="Calibri"/>
                <a:cs typeface="Calibri"/>
              </a:rPr>
              <a:t> </a:t>
            </a:r>
            <a:r>
              <a:rPr sz="1100" spc="-10">
                <a:latin typeface="Calibri"/>
                <a:cs typeface="Calibri"/>
              </a:rPr>
              <a:t>Cutting</a:t>
            </a:r>
            <a:endParaRPr sz="11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620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>
                <a:latin typeface="Calibri"/>
                <a:cs typeface="Calibri"/>
              </a:rPr>
              <a:t>Early</a:t>
            </a:r>
            <a:r>
              <a:rPr sz="1400" spc="-30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Beginnings</a:t>
            </a:r>
            <a:r>
              <a:rPr sz="1400" spc="-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(2002-2003):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037457" y="3563239"/>
            <a:ext cx="843280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>
                <a:latin typeface="Calibri"/>
                <a:cs typeface="Calibri"/>
              </a:rPr>
              <a:t>Mike</a:t>
            </a:r>
            <a:r>
              <a:rPr sz="1100" spc="-15">
                <a:latin typeface="Calibri"/>
                <a:cs typeface="Calibri"/>
              </a:rPr>
              <a:t> </a:t>
            </a:r>
            <a:r>
              <a:rPr sz="1100" spc="-10">
                <a:latin typeface="Calibri"/>
                <a:cs typeface="Calibri"/>
              </a:rPr>
              <a:t>Cafarella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9" name="object 3"/>
          <p:cNvSpPr txBox="1"/>
          <p:nvPr/>
        </p:nvSpPr>
        <p:spPr>
          <a:xfrm>
            <a:off x="6593588" y="1828800"/>
            <a:ext cx="5512359" cy="47122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0" indent="-228600">
              <a:lnSpc>
                <a:spcPts val="202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>
                <a:latin typeface="Calibri"/>
                <a:cs typeface="Calibri"/>
              </a:rPr>
              <a:t>Apache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Hadoop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(</a:t>
            </a: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2008</a:t>
            </a:r>
            <a:r>
              <a:rPr sz="1200" spc="-10">
                <a:latin typeface="Calibri"/>
                <a:cs typeface="Calibri"/>
              </a:rPr>
              <a:t>):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Hadoop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became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Apache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top-</a:t>
            </a:r>
            <a:r>
              <a:rPr sz="1200">
                <a:latin typeface="Calibri"/>
                <a:cs typeface="Calibri"/>
              </a:rPr>
              <a:t>level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project.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Core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components: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HDFS</a:t>
            </a:r>
            <a:r>
              <a:rPr sz="1200" spc="-1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(Hadoop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Distributed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File</a:t>
            </a:r>
            <a:r>
              <a:rPr sz="1200" spc="-10">
                <a:latin typeface="Calibri"/>
                <a:cs typeface="Calibri"/>
              </a:rPr>
              <a:t> System)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MapReduce.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8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Rapid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growth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in</a:t>
            </a:r>
            <a:r>
              <a:rPr sz="1200" spc="-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community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contributions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adoption.</a:t>
            </a:r>
            <a:endParaRPr sz="120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90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 spc="-10">
                <a:latin typeface="Calibri"/>
                <a:cs typeface="Calibri"/>
              </a:rPr>
              <a:t>Ecosystem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Expansion</a:t>
            </a:r>
            <a:r>
              <a:rPr sz="1200" spc="-7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(2009-2011):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5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New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projects: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Hive,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Pig,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HBase,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Zookeeper.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7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Formation</a:t>
            </a:r>
            <a:r>
              <a:rPr sz="1200" spc="-8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companies</a:t>
            </a:r>
            <a:r>
              <a:rPr sz="1200" spc="-6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like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Cloudera</a:t>
            </a:r>
            <a:r>
              <a:rPr sz="1200" spc="-6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for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commercial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support.</a:t>
            </a:r>
            <a:endParaRPr sz="120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85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>
                <a:latin typeface="Calibri"/>
                <a:cs typeface="Calibri"/>
              </a:rPr>
              <a:t>Industry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Adoption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(2012-2014):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Mainstream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use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by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major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companies: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Facebook,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LinkedIn,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eBay.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>
                <a:latin typeface="Calibri"/>
                <a:cs typeface="Calibri"/>
              </a:rPr>
              <a:t>Introduction</a:t>
            </a:r>
            <a:r>
              <a:rPr sz="1200" spc="-7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1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Hadoop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2.0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with</a:t>
            </a:r>
            <a:r>
              <a:rPr sz="1200" spc="-20">
                <a:latin typeface="Calibri"/>
                <a:cs typeface="Calibri"/>
              </a:rPr>
              <a:t> YARN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 spc="-20">
                <a:latin typeface="Calibri"/>
                <a:cs typeface="Calibri"/>
              </a:rPr>
              <a:t>(Yet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Another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Resource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Negotiator).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8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Hadoop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Summit: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Annual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conference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for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advancements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use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cases.</a:t>
            </a:r>
            <a:endParaRPr sz="120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90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>
                <a:latin typeface="Calibri"/>
                <a:cs typeface="Calibri"/>
              </a:rPr>
              <a:t>Modern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Era</a:t>
            </a:r>
            <a:r>
              <a:rPr sz="1200" spc="-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(2015-Present):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5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>
                <a:latin typeface="Calibri"/>
                <a:cs typeface="Calibri"/>
              </a:rPr>
              <a:t>Widespread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enterprise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adoption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for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various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Big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Data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applications.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>
                <a:latin typeface="Calibri"/>
                <a:cs typeface="Calibri"/>
              </a:rPr>
              <a:t>Integration</a:t>
            </a:r>
            <a:r>
              <a:rPr sz="1200" spc="-7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with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cloud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platforms: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AWS </a:t>
            </a:r>
            <a:r>
              <a:rPr sz="1200">
                <a:latin typeface="Calibri"/>
                <a:cs typeface="Calibri"/>
              </a:rPr>
              <a:t>EMR,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Google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Cloud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Dataproc.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8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Ongoing</a:t>
            </a:r>
            <a:r>
              <a:rPr sz="1200" spc="-6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development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enhancements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to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the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Hadoop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ecosystem.</a:t>
            </a:r>
            <a:endParaRPr sz="120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85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>
                <a:latin typeface="Calibri"/>
                <a:cs typeface="Calibri"/>
              </a:rPr>
              <a:t>Impact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Hadoop: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>
                <a:latin typeface="Calibri"/>
                <a:cs typeface="Calibri"/>
              </a:rPr>
              <a:t>Pioneered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the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Big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Data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revolution.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Enabled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scalable,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distributed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data</a:t>
            </a:r>
            <a:r>
              <a:rPr sz="1200" spc="-5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processing.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7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>
                <a:latin typeface="Calibri"/>
                <a:cs typeface="Calibri"/>
              </a:rPr>
              <a:t>Fostered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strong</a:t>
            </a:r>
            <a:r>
              <a:rPr sz="1200" spc="-5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open-</a:t>
            </a:r>
            <a:r>
              <a:rPr sz="1200">
                <a:latin typeface="Calibri"/>
                <a:cs typeface="Calibri"/>
              </a:rPr>
              <a:t>source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community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ecosystem.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lang="en-US" sz="2800">
                <a:solidFill>
                  <a:srgbClr val="FFFFFF"/>
                </a:solidFill>
              </a:rPr>
              <a:t>Hadoop Echo System</a:t>
            </a:r>
            <a:endParaRPr sz="28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BF7DF-DEAD-3193-0AA9-7B245BE33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5354715" cy="4991039"/>
          </a:xfrm>
        </p:spPr>
        <p:txBody>
          <a:bodyPr>
            <a:normAutofit fontScale="85000" lnSpcReduction="10000"/>
          </a:bodyPr>
          <a:lstStyle/>
          <a:p>
            <a:pPr marL="12700">
              <a:lnSpc>
                <a:spcPts val="2280"/>
              </a:lnSpc>
              <a:spcBef>
                <a:spcPts val="105"/>
              </a:spcBef>
            </a:pP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Hadoop</a:t>
            </a:r>
            <a:r>
              <a:rPr lang="en-US" sz="2000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ecosystem</a:t>
            </a:r>
            <a:r>
              <a:rPr lang="en-US" sz="20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2000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suite</a:t>
            </a:r>
            <a:r>
              <a:rPr lang="en-US" sz="20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of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tools</a:t>
            </a:r>
            <a:r>
              <a:rPr lang="en-US" sz="2000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frameworks</a:t>
            </a:r>
            <a:r>
              <a:rPr lang="en-US" sz="2000" spc="-1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that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enables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Hadoop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handle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large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amounts </a:t>
            </a:r>
            <a:r>
              <a:rPr lang="en-US" sz="2000">
                <a:latin typeface="Calibri"/>
                <a:cs typeface="Calibri"/>
              </a:rPr>
              <a:t>of</a:t>
            </a:r>
            <a:r>
              <a:rPr lang="en-US" sz="2000" spc="-15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data.  </a:t>
            </a:r>
          </a:p>
          <a:p>
            <a:pPr marL="0" indent="0">
              <a:lnSpc>
                <a:spcPts val="2280"/>
              </a:lnSpc>
              <a:spcBef>
                <a:spcPts val="105"/>
              </a:spcBef>
              <a:buNone/>
            </a:pPr>
            <a:r>
              <a:rPr lang="en-US" sz="2000">
                <a:latin typeface="Calibri"/>
                <a:cs typeface="Calibri"/>
              </a:rPr>
              <a:t>Basically, Hadoop has the following three components:</a:t>
            </a:r>
            <a:endParaRPr lang="en-US" sz="2000">
              <a:solidFill>
                <a:srgbClr val="006FC0"/>
              </a:solidFill>
              <a:latin typeface="Calibri"/>
              <a:cs typeface="Calibri"/>
            </a:endParaRPr>
          </a:p>
          <a:p>
            <a:pPr marL="228600" marR="7620" indent="-215900">
              <a:spcBef>
                <a:spcPts val="1040"/>
              </a:spcBef>
              <a:buAutoNum type="arabicPeriod"/>
              <a:tabLst>
                <a:tab pos="514350" algn="l"/>
              </a:tabLst>
            </a:pP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HDFS</a:t>
            </a:r>
            <a:r>
              <a:rPr lang="en-US" sz="2000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(Hadoop</a:t>
            </a:r>
            <a:r>
              <a:rPr lang="en-US" sz="2000" spc="-9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Distributed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File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System):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distributed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file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system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that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provides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high-</a:t>
            </a:r>
            <a:r>
              <a:rPr lang="en-US" sz="2000" spc="-10">
                <a:latin typeface="Calibri"/>
                <a:cs typeface="Calibri"/>
              </a:rPr>
              <a:t>throughput </a:t>
            </a:r>
            <a:r>
              <a:rPr lang="en-US" sz="2000">
                <a:latin typeface="Calibri"/>
                <a:cs typeface="Calibri"/>
              </a:rPr>
              <a:t>access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application</a:t>
            </a:r>
            <a:r>
              <a:rPr lang="en-US" sz="2000" spc="-70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data.</a:t>
            </a:r>
            <a:endParaRPr lang="en-US" sz="2000">
              <a:latin typeface="Calibri"/>
              <a:cs typeface="Calibri"/>
            </a:endParaRPr>
          </a:p>
          <a:p>
            <a:pPr marL="228600" indent="-215900">
              <a:spcBef>
                <a:spcPts val="725"/>
              </a:spcBef>
              <a:buAutoNum type="arabicPeriod"/>
              <a:tabLst>
                <a:tab pos="514350" algn="l"/>
              </a:tabLst>
            </a:pP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MapReduce</a:t>
            </a:r>
            <a:r>
              <a:rPr lang="en-US" sz="2000">
                <a:latin typeface="Calibri"/>
                <a:cs typeface="Calibri"/>
              </a:rPr>
              <a:t>:</a:t>
            </a:r>
            <a:r>
              <a:rPr lang="en-US" sz="2000" spc="-8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framework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for</a:t>
            </a:r>
            <a:r>
              <a:rPr lang="en-US" sz="2000" spc="-7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parallel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processing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of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large</a:t>
            </a:r>
            <a:r>
              <a:rPr lang="en-US" sz="2000" spc="-7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data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sets.</a:t>
            </a:r>
            <a:endParaRPr lang="en-US" sz="2000">
              <a:latin typeface="Calibri"/>
              <a:cs typeface="Calibri"/>
            </a:endParaRPr>
          </a:p>
          <a:p>
            <a:pPr marL="228600" indent="-215900">
              <a:spcBef>
                <a:spcPts val="760"/>
              </a:spcBef>
              <a:buAutoNum type="arabicPeriod"/>
              <a:tabLst>
                <a:tab pos="514350" algn="l"/>
              </a:tabLst>
            </a:pPr>
            <a:r>
              <a:rPr lang="en-US" sz="2000" spc="-20">
                <a:solidFill>
                  <a:srgbClr val="FF0000"/>
                </a:solidFill>
                <a:latin typeface="Calibri"/>
                <a:cs typeface="Calibri"/>
              </a:rPr>
              <a:t>YARN</a:t>
            </a:r>
            <a:r>
              <a:rPr lang="en-US" sz="2000" spc="-20">
                <a:latin typeface="Calibri"/>
                <a:cs typeface="Calibri"/>
              </a:rPr>
              <a:t>,</a:t>
            </a:r>
            <a:r>
              <a:rPr lang="en-US" sz="2000" spc="-9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Resource</a:t>
            </a:r>
            <a:r>
              <a:rPr lang="en-US" sz="2000" spc="-7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Manager.</a:t>
            </a:r>
            <a:endParaRPr lang="en-US" sz="2000">
              <a:latin typeface="Calibri"/>
              <a:cs typeface="Calibri"/>
            </a:endParaRPr>
          </a:p>
          <a:p>
            <a:pPr marL="0" indent="0">
              <a:lnSpc>
                <a:spcPct val="150000"/>
              </a:lnSpc>
              <a:spcBef>
                <a:spcPts val="765"/>
              </a:spcBef>
              <a:buNone/>
            </a:pPr>
            <a:r>
              <a:rPr lang="en-US" sz="2000">
                <a:latin typeface="Calibri"/>
                <a:cs typeface="Calibri"/>
              </a:rPr>
              <a:t>Other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ecosystem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components: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Hive,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Pig,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HBase,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Storm,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Spark,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Kafka,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Flume,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Sqoop,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Oozie, Zookeeper…etc. </a:t>
            </a:r>
            <a:r>
              <a:rPr lang="en-US" sz="2000">
                <a:latin typeface="Calibri"/>
                <a:cs typeface="Calibri"/>
              </a:rPr>
              <a:t>These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components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b="1">
                <a:solidFill>
                  <a:srgbClr val="FF0000"/>
                </a:solidFill>
                <a:latin typeface="Calibri"/>
                <a:cs typeface="Calibri"/>
              </a:rPr>
              <a:t>work</a:t>
            </a:r>
            <a:r>
              <a:rPr lang="en-US" sz="2000" b="1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b="1">
                <a:solidFill>
                  <a:srgbClr val="FF0000"/>
                </a:solidFill>
                <a:latin typeface="Calibri"/>
                <a:cs typeface="Calibri"/>
              </a:rPr>
              <a:t>together</a:t>
            </a:r>
            <a:r>
              <a:rPr lang="en-US" sz="2000" b="1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provide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comprehensive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solution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for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managing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25">
                <a:latin typeface="Calibri"/>
                <a:cs typeface="Calibri"/>
              </a:rPr>
              <a:t>and </a:t>
            </a:r>
            <a:r>
              <a:rPr lang="en-US" sz="2000">
                <a:latin typeface="Calibri"/>
                <a:cs typeface="Calibri"/>
              </a:rPr>
              <a:t>processing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large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data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sets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in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distributed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computing</a:t>
            </a:r>
            <a:r>
              <a:rPr lang="en-US" sz="2000" spc="-8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environment.</a:t>
            </a:r>
            <a:endParaRPr lang="en-US" sz="2000">
              <a:latin typeface="Calibri"/>
              <a:cs typeface="Calibri"/>
            </a:endParaRPr>
          </a:p>
          <a:p>
            <a:endParaRPr lang="en-US"/>
          </a:p>
        </p:txBody>
      </p:sp>
      <p:pic>
        <p:nvPicPr>
          <p:cNvPr id="4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38800" y="1706007"/>
            <a:ext cx="6267449" cy="476014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HDFS</a:t>
            </a:r>
            <a:r>
              <a:rPr sz="2800" spc="-55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–</a:t>
            </a:r>
            <a:r>
              <a:rPr sz="2800" spc="-7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Hadoop</a:t>
            </a:r>
            <a:r>
              <a:rPr sz="2800" spc="-7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Distributed</a:t>
            </a:r>
            <a:r>
              <a:rPr sz="2800" spc="-5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File</a:t>
            </a:r>
            <a:r>
              <a:rPr sz="2800" spc="-6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System</a:t>
            </a:r>
            <a:endParaRPr sz="280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05939E-0567-B79A-4161-7B333B52B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6596613" cy="4991039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b="1" dirty="0"/>
              <a:t>What is HDFS?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b="1" dirty="0"/>
              <a:t>Hadoop Distributed File System (HDFS)</a:t>
            </a:r>
            <a:r>
              <a:rPr lang="en-US" dirty="0"/>
              <a:t> is the storage layer in Hadoop.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It enables </a:t>
            </a:r>
            <a:r>
              <a:rPr lang="en-US" b="1" dirty="0"/>
              <a:t>distributed storage</a:t>
            </a:r>
            <a:r>
              <a:rPr lang="en-US" dirty="0"/>
              <a:t> and </a:t>
            </a:r>
            <a:r>
              <a:rPr lang="en-US" b="1" dirty="0"/>
              <a:t>fault tolerance</a:t>
            </a:r>
            <a:r>
              <a:rPr lang="en-US" dirty="0"/>
              <a:t> by replicating data across multiple nodes.</a:t>
            </a:r>
          </a:p>
          <a:p>
            <a:r>
              <a:rPr lang="en-US" b="1" dirty="0"/>
              <a:t>Key Components of HDFS</a:t>
            </a:r>
          </a:p>
          <a:p>
            <a:pPr>
              <a:buNone/>
            </a:pPr>
            <a:r>
              <a:rPr lang="en-US" b="1" dirty="0"/>
              <a:t>1. </a:t>
            </a:r>
            <a:r>
              <a:rPr lang="en-US" b="1" dirty="0" err="1"/>
              <a:t>NameNode</a:t>
            </a:r>
            <a:endParaRPr lang="en-US" b="1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Acts as the </a:t>
            </a:r>
            <a:r>
              <a:rPr lang="en-US" b="1" dirty="0"/>
              <a:t>master node</a:t>
            </a:r>
            <a:r>
              <a:rPr lang="en-US" dirty="0"/>
              <a:t>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Manages </a:t>
            </a:r>
            <a:r>
              <a:rPr lang="en-US" b="1" dirty="0"/>
              <a:t>metadata</a:t>
            </a:r>
            <a:r>
              <a:rPr lang="en-US" dirty="0"/>
              <a:t> (file locations, permissions, and structure).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Does not store actual data.</a:t>
            </a:r>
          </a:p>
          <a:p>
            <a:pPr>
              <a:buNone/>
            </a:pPr>
            <a:r>
              <a:rPr lang="en-US" b="1" dirty="0"/>
              <a:t>2. </a:t>
            </a:r>
            <a:r>
              <a:rPr lang="en-US" b="1" dirty="0" err="1"/>
              <a:t>DataNodes</a:t>
            </a:r>
            <a:endParaRPr lang="en-US" b="1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Store actual data in </a:t>
            </a:r>
            <a:r>
              <a:rPr lang="en-US" b="1" dirty="0"/>
              <a:t>blocks</a:t>
            </a:r>
            <a:r>
              <a:rPr lang="en-US" dirty="0"/>
              <a:t>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Handle read/write requests from clients.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Perform </a:t>
            </a:r>
            <a:r>
              <a:rPr lang="en-US" b="1" dirty="0"/>
              <a:t>data replication</a:t>
            </a:r>
            <a:r>
              <a:rPr lang="en-US" dirty="0"/>
              <a:t> to ensure fault tolerance.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548073" y="1619221"/>
            <a:ext cx="2164620" cy="80972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934200" y="2551458"/>
            <a:ext cx="5162233" cy="2687321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9DF82E4D-F670-4282-BAE7-C7495F79CCDF}"/>
              </a:ext>
            </a:extLst>
          </p:cNvPr>
          <p:cNvSpPr txBox="1"/>
          <p:nvPr/>
        </p:nvSpPr>
        <p:spPr>
          <a:xfrm>
            <a:off x="7010400" y="5368913"/>
            <a:ext cx="523996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None/>
            </a:pPr>
            <a:r>
              <a:rPr lang="en-US" sz="1400" b="1" dirty="0"/>
              <a:t>How HDFS Works?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Client requests data</a:t>
            </a:r>
            <a:r>
              <a:rPr lang="en-US" sz="1400" dirty="0"/>
              <a:t> from HDFS.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 err="1"/>
              <a:t>NameNode</a:t>
            </a:r>
            <a:r>
              <a:rPr lang="en-US" sz="1400" b="1" dirty="0"/>
              <a:t> retrieves metadata</a:t>
            </a:r>
            <a:r>
              <a:rPr lang="en-US" sz="1400" dirty="0"/>
              <a:t> and provides block locations.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Client reads/writes data blocks</a:t>
            </a:r>
            <a:r>
              <a:rPr lang="en-US" sz="1400" dirty="0"/>
              <a:t> directly from/to the </a:t>
            </a:r>
            <a:r>
              <a:rPr lang="en-US" sz="1400" dirty="0" err="1"/>
              <a:t>DataNodes</a:t>
            </a:r>
            <a:r>
              <a:rPr lang="en-US" sz="1400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Data replication</a:t>
            </a:r>
            <a:r>
              <a:rPr lang="en-US" sz="1400" dirty="0"/>
              <a:t> occurs across multiple </a:t>
            </a:r>
            <a:r>
              <a:rPr lang="en-US" sz="1400" dirty="0" err="1"/>
              <a:t>DataNodes</a:t>
            </a:r>
            <a:r>
              <a:rPr lang="en-US" sz="1400" dirty="0"/>
              <a:t> for redundancy.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58004" y="865141"/>
            <a:ext cx="1810851" cy="65766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25">
                <a:solidFill>
                  <a:srgbClr val="FFFFFF"/>
                </a:solidFill>
              </a:rPr>
              <a:t>YARN,</a:t>
            </a:r>
            <a:r>
              <a:rPr sz="2800" spc="-100">
                <a:solidFill>
                  <a:srgbClr val="FFFFFF"/>
                </a:solidFill>
              </a:rPr>
              <a:t> </a:t>
            </a:r>
            <a:r>
              <a:rPr sz="2800" spc="-40">
                <a:solidFill>
                  <a:srgbClr val="FFFFFF"/>
                </a:solidFill>
              </a:rPr>
              <a:t>Yet</a:t>
            </a:r>
            <a:r>
              <a:rPr sz="2800" spc="-10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Another</a:t>
            </a:r>
            <a:r>
              <a:rPr sz="2800" spc="-10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Resource</a:t>
            </a:r>
            <a:r>
              <a:rPr sz="2800" spc="-11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Negotiator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562A3C-DF2A-B49E-1B9F-8566CD52A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6110230" cy="4991039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/>
              <a:t>What is YARN?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YARN (Yet Another Resource Negotiator) is the resource management layer in Hadoop. 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It efficiently allocates resources and schedules tasks for processing big data jobs.</a:t>
            </a:r>
          </a:p>
          <a:p>
            <a:pPr>
              <a:lnSpc>
                <a:spcPct val="120000"/>
              </a:lnSpc>
              <a:buNone/>
            </a:pPr>
            <a:r>
              <a:rPr lang="en-US" sz="1400" b="1" dirty="0"/>
              <a:t>Key Components of YARN</a:t>
            </a:r>
          </a:p>
          <a:p>
            <a:pPr>
              <a:lnSpc>
                <a:spcPct val="120000"/>
              </a:lnSpc>
              <a:buNone/>
            </a:pPr>
            <a:r>
              <a:rPr lang="en-US" sz="1400" b="1" dirty="0"/>
              <a:t>1. Resource Manager (RM) - </a:t>
            </a:r>
            <a:r>
              <a:rPr lang="en-US" sz="1400" dirty="0"/>
              <a:t>Central component managing resource allocation.</a:t>
            </a:r>
          </a:p>
          <a:p>
            <a:pPr marL="228600">
              <a:lnSpc>
                <a:spcPct val="120000"/>
              </a:lnSpc>
            </a:pPr>
            <a:r>
              <a:rPr lang="en-US" sz="1400" dirty="0"/>
              <a:t>It has two main parts: </a:t>
            </a:r>
          </a:p>
          <a:p>
            <a:pPr marL="571500" lvl="1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Application Manager</a:t>
            </a:r>
            <a:r>
              <a:rPr lang="en-US" sz="1400" dirty="0"/>
              <a:t> – Manages job submission and execution.</a:t>
            </a:r>
          </a:p>
          <a:p>
            <a:pPr marL="571500" lvl="1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Scheduler</a:t>
            </a:r>
            <a:r>
              <a:rPr lang="en-US" sz="1400" dirty="0"/>
              <a:t> – Allocates resources to tasks based on policies.</a:t>
            </a:r>
          </a:p>
          <a:p>
            <a:pPr>
              <a:lnSpc>
                <a:spcPct val="120000"/>
              </a:lnSpc>
              <a:buNone/>
            </a:pPr>
            <a:r>
              <a:rPr lang="en-US" sz="1400" b="1" dirty="0"/>
              <a:t>2. Node Managers (NM)</a:t>
            </a:r>
          </a:p>
          <a:p>
            <a:pPr marL="57150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Runs on each </a:t>
            </a:r>
            <a:r>
              <a:rPr lang="en-US" sz="1400" dirty="0" err="1"/>
              <a:t>DataNode</a:t>
            </a:r>
            <a:r>
              <a:rPr lang="en-US" sz="1400" dirty="0"/>
              <a:t> to execute tasks.</a:t>
            </a:r>
          </a:p>
          <a:p>
            <a:pPr marL="57150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Manages </a:t>
            </a:r>
            <a:r>
              <a:rPr lang="en-US" sz="1400" b="1" dirty="0"/>
              <a:t>Containers</a:t>
            </a:r>
            <a:r>
              <a:rPr lang="en-US" sz="1400" dirty="0"/>
              <a:t>, which are allocated resources for executing tasks.</a:t>
            </a:r>
          </a:p>
          <a:p>
            <a:pPr>
              <a:lnSpc>
                <a:spcPct val="120000"/>
              </a:lnSpc>
              <a:buNone/>
            </a:pPr>
            <a:r>
              <a:rPr lang="en-US" sz="1400" b="1" dirty="0"/>
              <a:t>3. Application Master (AM)</a:t>
            </a:r>
          </a:p>
          <a:p>
            <a:pPr marL="57150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Runs within a container and coordinates job execution.</a:t>
            </a:r>
          </a:p>
          <a:p>
            <a:pPr marL="57150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Communicates with the Resource Manager and Node Managers.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lnSpc>
                <a:spcPct val="120000"/>
              </a:lnSpc>
            </a:pPr>
            <a:endParaRPr lang="en-US" sz="1600" dirty="0"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78760" y="1828800"/>
            <a:ext cx="5332265" cy="26141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37A93A7-942A-06C0-4C09-F9DE377D5C10}"/>
              </a:ext>
            </a:extLst>
          </p:cNvPr>
          <p:cNvSpPr txBox="1"/>
          <p:nvPr/>
        </p:nvSpPr>
        <p:spPr>
          <a:xfrm>
            <a:off x="7125970" y="4541095"/>
            <a:ext cx="454818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None/>
            </a:pPr>
            <a:r>
              <a:rPr lang="en-US" sz="1400" b="1" dirty="0"/>
              <a:t>How YARN Works?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Clients submit jobs</a:t>
            </a:r>
            <a:r>
              <a:rPr lang="en-US" sz="1400" dirty="0"/>
              <a:t> to the Resource Manager.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Scheduler assigns resources</a:t>
            </a:r>
            <a:r>
              <a:rPr lang="en-US" sz="1400" dirty="0"/>
              <a:t> based on job size and priority.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Application Master is launched</a:t>
            </a:r>
            <a:r>
              <a:rPr lang="en-US" sz="1400" dirty="0"/>
              <a:t> in a container to oversee execution.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Node Managers execute tasks</a:t>
            </a:r>
            <a:r>
              <a:rPr lang="en-US" sz="1400" dirty="0"/>
              <a:t> in their respective containers.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Results are sent back to clients</a:t>
            </a:r>
            <a:r>
              <a:rPr lang="en-US" sz="1400" dirty="0"/>
              <a:t> after completion.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10">
                <a:solidFill>
                  <a:srgbClr val="FFFFFF"/>
                </a:solidFill>
              </a:rPr>
              <a:t>MapReduce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356761-E49C-6DF2-10A7-172015E8F0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8146553" cy="4991039"/>
          </a:xfrm>
        </p:spPr>
        <p:txBody>
          <a:bodyPr>
            <a:normAutofit/>
          </a:bodyPr>
          <a:lstStyle/>
          <a:p>
            <a:pPr marL="241300" indent="-228600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Map Reduce is a 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programming</a:t>
            </a:r>
            <a:r>
              <a:rPr lang="en-US" sz="2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model</a:t>
            </a:r>
            <a:r>
              <a:rPr lang="en-US" sz="2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processing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large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</a:t>
            </a:r>
            <a:endParaRPr lang="en-US" sz="2000" dirty="0">
              <a:latin typeface="Calibri"/>
              <a:cs typeface="Calibri"/>
            </a:endParaRPr>
          </a:p>
          <a:p>
            <a:pPr marL="241300">
              <a:lnSpc>
                <a:spcPts val="2280"/>
              </a:lnSpc>
            </a:pPr>
            <a:r>
              <a:rPr lang="en-US" sz="2000" dirty="0">
                <a:latin typeface="Calibri"/>
                <a:cs typeface="Calibri"/>
              </a:rPr>
              <a:t>sets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with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parallel</a:t>
            </a:r>
            <a:r>
              <a:rPr lang="en-US" sz="2000" dirty="0">
                <a:latin typeface="Calibri"/>
                <a:cs typeface="Calibri"/>
              </a:rPr>
              <a:t>,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distributed</a:t>
            </a:r>
            <a:r>
              <a:rPr lang="en-US" sz="20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algorithm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on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cluster.</a:t>
            </a:r>
            <a:endParaRPr lang="en-US" sz="20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Key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Components:</a:t>
            </a:r>
            <a:endParaRPr lang="en-US" sz="2000" dirty="0">
              <a:latin typeface="Calibri"/>
              <a:cs typeface="Calibri"/>
            </a:endParaRPr>
          </a:p>
          <a:p>
            <a:pPr marL="473075" marR="2288540" lvl="1" indent="-228600">
              <a:lnSpc>
                <a:spcPts val="1939"/>
              </a:lnSpc>
              <a:spcBef>
                <a:spcPts val="545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Mapper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35" dirty="0">
                <a:latin typeface="Calibri"/>
                <a:cs typeface="Calibri"/>
              </a:rPr>
              <a:t> Takes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set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and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converts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it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into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another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25" dirty="0">
                <a:latin typeface="Calibri"/>
                <a:cs typeface="Calibri"/>
              </a:rPr>
              <a:t>set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6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data,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where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individual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elements</a:t>
            </a:r>
            <a:r>
              <a:rPr lang="en-US" sz="1800" spc="-6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are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broken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down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spc="-20" dirty="0">
                <a:latin typeface="Calibri"/>
                <a:cs typeface="Calibri"/>
              </a:rPr>
              <a:t>into </a:t>
            </a:r>
            <a:r>
              <a:rPr lang="en-US" sz="1800" spc="-10" dirty="0">
                <a:solidFill>
                  <a:srgbClr val="FF0000"/>
                </a:solidFill>
                <a:latin typeface="Calibri"/>
                <a:cs typeface="Calibri"/>
              </a:rPr>
              <a:t>key/value</a:t>
            </a:r>
            <a:r>
              <a:rPr lang="en-US" sz="18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pairs.</a:t>
            </a:r>
            <a:endParaRPr lang="en-US" sz="1800" dirty="0">
              <a:latin typeface="Calibri"/>
              <a:cs typeface="Calibri"/>
            </a:endParaRPr>
          </a:p>
          <a:p>
            <a:pPr marL="473075" marR="2462530" lvl="1" indent="-228600">
              <a:lnSpc>
                <a:spcPts val="1939"/>
              </a:lnSpc>
              <a:spcBef>
                <a:spcPts val="52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Reducer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15" dirty="0">
                <a:latin typeface="Calibri"/>
                <a:cs typeface="Calibri"/>
              </a:rPr>
              <a:t> </a:t>
            </a:r>
            <a:r>
              <a:rPr lang="en-US" sz="1800" spc="-45" dirty="0">
                <a:latin typeface="Calibri"/>
                <a:cs typeface="Calibri"/>
              </a:rPr>
              <a:t>Takes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output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from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mapper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as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input</a:t>
            </a:r>
            <a:r>
              <a:rPr lang="en-US" sz="1800" spc="-25" dirty="0">
                <a:latin typeface="Calibri"/>
                <a:cs typeface="Calibri"/>
              </a:rPr>
              <a:t> and </a:t>
            </a:r>
            <a:r>
              <a:rPr lang="en-US" sz="1800" spc="-10" dirty="0">
                <a:latin typeface="Calibri"/>
                <a:cs typeface="Calibri"/>
              </a:rPr>
              <a:t>combines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those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tuples</a:t>
            </a:r>
            <a:r>
              <a:rPr lang="en-US" sz="18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into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smaller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set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tuples.</a:t>
            </a:r>
            <a:endParaRPr lang="en-US" sz="18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spc="-10" dirty="0">
                <a:latin typeface="Calibri"/>
                <a:cs typeface="Calibri"/>
              </a:rPr>
              <a:t>Workflow:</a:t>
            </a:r>
            <a:endParaRPr lang="en-US" sz="20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8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Input</a:t>
            </a:r>
            <a:r>
              <a:rPr lang="en-US" sz="18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Splits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input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file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is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split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into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multiple</a:t>
            </a:r>
            <a:r>
              <a:rPr lang="en-US" sz="1800" spc="-1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pieces.</a:t>
            </a:r>
            <a:endParaRPr lang="en-US" sz="18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6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Map</a:t>
            </a:r>
            <a:r>
              <a:rPr lang="en-US" sz="18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Processes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input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splits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and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produces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intermediate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20" dirty="0">
                <a:latin typeface="Calibri"/>
                <a:cs typeface="Calibri"/>
              </a:rPr>
              <a:t>key-</a:t>
            </a:r>
            <a:r>
              <a:rPr lang="en-US" sz="1800" dirty="0">
                <a:latin typeface="Calibri"/>
                <a:cs typeface="Calibri"/>
              </a:rPr>
              <a:t>value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pairs.</a:t>
            </a:r>
            <a:endParaRPr lang="en-US" sz="18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7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Shuffle</a:t>
            </a:r>
            <a:r>
              <a:rPr lang="en-US" sz="18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18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Sort</a:t>
            </a:r>
            <a:r>
              <a:rPr lang="en-US" sz="18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Organizes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intermediate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by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20" dirty="0">
                <a:latin typeface="Calibri"/>
                <a:cs typeface="Calibri"/>
              </a:rPr>
              <a:t>key.</a:t>
            </a:r>
            <a:endParaRPr lang="en-US" sz="18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75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Reduce</a:t>
            </a:r>
            <a:r>
              <a:rPr lang="en-US" sz="18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Aggregates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sorted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25" dirty="0">
                <a:latin typeface="Calibri"/>
                <a:cs typeface="Calibri"/>
              </a:rPr>
              <a:t>key-</a:t>
            </a:r>
            <a:r>
              <a:rPr lang="en-US" sz="1800" dirty="0">
                <a:latin typeface="Calibri"/>
                <a:cs typeface="Calibri"/>
              </a:rPr>
              <a:t>value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pairs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and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generates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final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output.</a:t>
            </a:r>
            <a:endParaRPr lang="en-US" sz="18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08944" y="2933568"/>
            <a:ext cx="4757171" cy="1887720"/>
          </a:xfrm>
          <a:prstGeom prst="rect">
            <a:avLst/>
          </a:prstGeom>
        </p:spPr>
      </p:pic>
      <p:pic>
        <p:nvPicPr>
          <p:cNvPr id="5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606872" y="1617657"/>
            <a:ext cx="2526199" cy="79923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1B878-DED6-1381-4B52-F683EA36A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Real-World Use Case: Log Analysis for Ad Click Fraud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61BB54-A79B-91B6-2B3E-888FA20C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 Facebook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 </a:t>
            </a:r>
            <a:r>
              <a:rPr lang="en-US" sz="1800" b="1" kern="100" dirty="0">
                <a:solidFill>
                  <a:srgbClr val="FF000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Detect fraudulent ad clicks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by analyzing massive volumes of server logs.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Web server logs from Facebook’s ad delivery infrastructure.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(Sample Log Entry):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{  "timestamp": "2025-03-20T14:33:21Z",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"u98374",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ad_id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"ad4562",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ip_address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"192.168.1.5",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"click": true,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device_type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"mobile",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"location": "New York, USA"}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b="1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b="1" kern="100" dirty="0"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b="1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MapReduce: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lvl="0" indent="0">
              <a:lnSpc>
                <a:spcPct val="100000"/>
              </a:lnSpc>
              <a:spcBef>
                <a:spcPts val="0"/>
              </a:spcBef>
              <a:buNone/>
              <a:tabLst>
                <a:tab pos="457200" algn="l"/>
              </a:tabLst>
            </a:pPr>
            <a:r>
              <a:rPr lang="en-US" sz="1800" b="1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Map Phase:</a:t>
            </a:r>
            <a:endParaRPr lang="en-US" sz="18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lvl="1" indent="-285750">
              <a:lnSpc>
                <a:spcPct val="100000"/>
              </a:lnSpc>
              <a:spcBef>
                <a:spcPts val="0"/>
              </a:spcBef>
              <a:tabLst>
                <a:tab pos="914400" algn="l"/>
              </a:tabLst>
            </a:pP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Extract relevant fields: </a:t>
            </a:r>
            <a:r>
              <a:rPr lang="en-US" kern="1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user_id</a:t>
            </a: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US" kern="1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ip_address</a:t>
            </a: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US" kern="1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ad_id</a:t>
            </a: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, timestamp.</a:t>
            </a:r>
          </a:p>
          <a:p>
            <a:pPr marL="285750" lvl="1" indent="-285750">
              <a:lnSpc>
                <a:spcPct val="100000"/>
              </a:lnSpc>
              <a:spcBef>
                <a:spcPts val="0"/>
              </a:spcBef>
              <a:tabLst>
                <a:tab pos="914400" algn="l"/>
              </a:tabLst>
            </a:pP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Emit key-value pairs like (</a:t>
            </a:r>
            <a:r>
              <a:rPr lang="en-US" kern="1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ip_address</a:t>
            </a: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, 1) to count clicks per IP.</a:t>
            </a:r>
          </a:p>
          <a:p>
            <a:pPr marL="0" marR="0" lvl="0" indent="0">
              <a:lnSpc>
                <a:spcPct val="100000"/>
              </a:lnSpc>
              <a:spcBef>
                <a:spcPts val="0"/>
              </a:spcBef>
              <a:buNone/>
              <a:tabLst>
                <a:tab pos="457200" algn="l"/>
              </a:tabLst>
            </a:pPr>
            <a:r>
              <a:rPr lang="en-US" sz="1800" b="1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Reduce Phase:</a:t>
            </a:r>
            <a:endParaRPr lang="en-US" sz="18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lvl="1" indent="-285750">
              <a:lnSpc>
                <a:spcPct val="100000"/>
              </a:lnSpc>
              <a:spcBef>
                <a:spcPts val="0"/>
              </a:spcBef>
              <a:tabLst>
                <a:tab pos="914400" algn="l"/>
              </a:tabLst>
            </a:pP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Aggregate counts of clicks per IP address.</a:t>
            </a:r>
          </a:p>
          <a:p>
            <a:pPr marL="285750" lvl="1" indent="-285750">
              <a:lnSpc>
                <a:spcPct val="100000"/>
              </a:lnSpc>
              <a:spcBef>
                <a:spcPts val="0"/>
              </a:spcBef>
              <a:tabLst>
                <a:tab pos="914400" algn="l"/>
              </a:tabLst>
            </a:pP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Identify IPs with suspiciously high click counts in a short time frame.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tabLst>
                <a:tab pos="457200" algn="l"/>
              </a:tabLst>
            </a:pPr>
            <a:r>
              <a:rPr lang="en-US" sz="18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Detects click patterns that suggest automated scripts or bot activity.</a:t>
            </a:r>
          </a:p>
          <a:p>
            <a:pPr>
              <a:lnSpc>
                <a:spcPct val="100000"/>
              </a:lnSpc>
              <a:spcBef>
                <a:spcPts val="0"/>
              </a:spcBef>
              <a:tabLst>
                <a:tab pos="457200" algn="l"/>
              </a:tabLst>
            </a:pPr>
            <a:r>
              <a:rPr lang="en-US" sz="18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Enables the system to block fraudulent IPs and protect ad revenue.</a:t>
            </a:r>
          </a:p>
          <a:p>
            <a:pPr marL="0" marR="0" indent="0">
              <a:lnSpc>
                <a:spcPct val="120000"/>
              </a:lnSpc>
              <a:buNone/>
            </a:pPr>
            <a:r>
              <a:rPr lang="en-US" sz="12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</p:txBody>
      </p:sp>
      <p:pic>
        <p:nvPicPr>
          <p:cNvPr id="1028" name="Picture 4" descr="‫فيسبوك - ويكيبيديا‬‎">
            <a:extLst>
              <a:ext uri="{FF2B5EF4-FFF2-40B4-BE49-F238E27FC236}">
                <a16:creationId xmlns:a16="http://schemas.microsoft.com/office/drawing/2014/main" id="{A134BD84-5CDB-1185-7A50-8919C0EADE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9744" y="1619916"/>
            <a:ext cx="413665" cy="413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45061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lang="en-US" sz="2800" spc="-25" dirty="0">
                <a:solidFill>
                  <a:srgbClr val="FFFFFF"/>
                </a:solidFill>
              </a:rPr>
              <a:t>Apache Hive</a:t>
            </a:r>
            <a:endParaRPr sz="28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6C1567-AF39-CAED-E122-5F02B98CB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7679626" cy="4991039"/>
          </a:xfrm>
        </p:spPr>
        <p:txBody>
          <a:bodyPr>
            <a:normAutofit lnSpcReduction="10000"/>
          </a:bodyPr>
          <a:lstStyle/>
          <a:p>
            <a:pPr marL="12065" marR="5080" indent="0">
              <a:lnSpc>
                <a:spcPct val="90100"/>
              </a:lnSpc>
              <a:spcBef>
                <a:spcPts val="340"/>
              </a:spcBef>
              <a:buNone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What is Hive?</a:t>
            </a:r>
          </a:p>
          <a:p>
            <a:pPr marL="241300" marR="5080" indent="-229235">
              <a:lnSpc>
                <a:spcPct val="90100"/>
              </a:lnSpc>
              <a:spcBef>
                <a:spcPts val="34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Hive is a data warehouse system built on top of Hadoop.</a:t>
            </a:r>
          </a:p>
          <a:p>
            <a:pPr marL="241300" marR="5080" indent="-229235">
              <a:lnSpc>
                <a:spcPct val="90100"/>
              </a:lnSpc>
              <a:spcBef>
                <a:spcPts val="34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It allows querying and managing large datasets using a SQL-like language called HiveQL.</a:t>
            </a:r>
          </a:p>
          <a:p>
            <a:pPr marL="241300" marR="5080" indent="-229235">
              <a:lnSpc>
                <a:spcPct val="90100"/>
              </a:lnSpc>
              <a:spcBef>
                <a:spcPts val="34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Created by Facebook to simplify complex MapReduce programming for analysts.</a:t>
            </a:r>
          </a:p>
          <a:p>
            <a:pPr marL="12065" marR="5080" indent="0">
              <a:lnSpc>
                <a:spcPct val="90100"/>
              </a:lnSpc>
              <a:spcBef>
                <a:spcPts val="340"/>
              </a:spcBef>
              <a:buNone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Why Hive?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Writing raw MapReduce code in Java is complex and time-consuming.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Hive allows users to write declarative queries in HiveQL.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Hive compiles these queries into efficient MapReduce tasks.</a:t>
            </a:r>
          </a:p>
          <a:p>
            <a:pPr marL="12065" marR="5080" indent="0">
              <a:lnSpc>
                <a:spcPct val="90100"/>
              </a:lnSpc>
              <a:spcBef>
                <a:spcPts val="340"/>
              </a:spcBef>
              <a:buNone/>
              <a:tabLst>
                <a:tab pos="241300" algn="l"/>
              </a:tabLst>
            </a:pPr>
            <a:r>
              <a:rPr lang="en-US" b="1" dirty="0">
                <a:latin typeface="Calibri"/>
                <a:cs typeface="Calibri"/>
              </a:rPr>
              <a:t>Hive Architecture</a:t>
            </a:r>
            <a:endParaRPr lang="en-US" sz="2000" b="1" dirty="0">
              <a:latin typeface="Calibri"/>
              <a:cs typeface="Calibri"/>
            </a:endParaRP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 dirty="0" err="1">
                <a:latin typeface="Calibri"/>
                <a:cs typeface="Calibri"/>
              </a:rPr>
              <a:t>Metastore</a:t>
            </a:r>
            <a:r>
              <a:rPr lang="en-US" sz="2000" dirty="0">
                <a:latin typeface="Calibri"/>
                <a:cs typeface="Calibri"/>
              </a:rPr>
              <a:t>: Stores metadata about Hive tables (schemas, locations, etc.).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Driver: Manages the lifecycle of a HiveQL query and its execution plan.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Compiler: Translates HiveQL into MapReduce jobs to run on Hadoop.</a:t>
            </a:r>
            <a:endParaRPr lang="en-US" dirty="0"/>
          </a:p>
        </p:txBody>
      </p:sp>
      <p:pic>
        <p:nvPicPr>
          <p:cNvPr id="1026" name="Picture 2" descr="Apache Hive | Alliage">
            <a:extLst>
              <a:ext uri="{FF2B5EF4-FFF2-40B4-BE49-F238E27FC236}">
                <a16:creationId xmlns:a16="http://schemas.microsoft.com/office/drawing/2014/main" id="{6F3CBA0F-1E6C-643F-B94A-E0D29A10F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6596" y="2908580"/>
            <a:ext cx="3319192" cy="3708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Apache Hive">
            <a:extLst>
              <a:ext uri="{FF2B5EF4-FFF2-40B4-BE49-F238E27FC236}">
                <a16:creationId xmlns:a16="http://schemas.microsoft.com/office/drawing/2014/main" id="{CA531F7F-21C5-71FB-D0ED-F868724378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60991" y="1706007"/>
            <a:ext cx="1128712" cy="1014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‫فيسبوك - ويكيبيديا‬‎">
            <a:extLst>
              <a:ext uri="{FF2B5EF4-FFF2-40B4-BE49-F238E27FC236}">
                <a16:creationId xmlns:a16="http://schemas.microsoft.com/office/drawing/2014/main" id="{8938F170-AA00-1377-3C2D-9C4BA79F0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8683" y="1606658"/>
            <a:ext cx="413665" cy="413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982C-02E6-3ED4-9C3C-19BC09ADB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Real-World Use Case: Marketing Campaign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0F989-F40F-8A0B-AC42-50D0E7E07A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 fontScale="85000" lnSpcReduction="20000"/>
          </a:bodyPr>
          <a:lstStyle/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800" b="1" kern="100" dirty="0">
                <a:solidFill>
                  <a:srgbClr val="FF000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Analyze customer behavior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to evaluate marketing campaign effectiveness.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User activity logs stored in HDFS, including views, clicks, watch duration, and subscription status.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(Hive Table Schema):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CREATE TABLE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user_activity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(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timestamp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TIMESTAMP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action STRING,         -- e.g., "play", "pause", "subscribe",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click_ad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content_id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device_type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campaign_id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STRING)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ROW FORMAT DELIMITED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FIELDS TERMINATED BY ','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STORED AS TEXTFILE;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Hive (HiveQL)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Perform aggregations: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Total views per campaign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Conversion rates from ad click to subscription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Device-specific campaign performance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Sample Query: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SELECT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campaign_id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COUNT(*) AS views, SUM(CASE WHEN action = 'subscribe' THEN 1 ELSE 0 END) AS subscriptions FROM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user_activity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WHERE action IN ('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click_ad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', 'subscribe’) GROUP BY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campaign_id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;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cs typeface="Arial" panose="020B0604020202020204" pitchFamily="34" charset="0"/>
              </a:rPr>
              <a:t>Identifies high-performing campaigns and channels.</a:t>
            </a:r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cs typeface="Arial" panose="020B0604020202020204" pitchFamily="34" charset="0"/>
              </a:rPr>
              <a:t>Supports data-driven decisions for targeting and ad spend allocation.</a:t>
            </a:r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cs typeface="Arial" panose="020B0604020202020204" pitchFamily="34" charset="0"/>
              </a:rPr>
              <a:t>Let me know if you'd like this turned into a presentation slide or want a Hive use case from retail, telecom, or IoT.</a:t>
            </a:r>
          </a:p>
        </p:txBody>
      </p:sp>
      <p:pic>
        <p:nvPicPr>
          <p:cNvPr id="2052" name="Picture 4" descr="Netflix | YOU Wiki | Fandom">
            <a:extLst>
              <a:ext uri="{FF2B5EF4-FFF2-40B4-BE49-F238E27FC236}">
                <a16:creationId xmlns:a16="http://schemas.microsoft.com/office/drawing/2014/main" id="{69FD89B0-8C2D-9A2A-4508-AE34F87497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4220" y="1639233"/>
            <a:ext cx="1490905" cy="463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96854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400" dirty="0">
                <a:solidFill>
                  <a:srgbClr val="FFFFFF"/>
                </a:solidFill>
              </a:rPr>
              <a:t>Apache</a:t>
            </a:r>
            <a:r>
              <a:rPr sz="2400" spc="-5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PIG</a:t>
            </a:r>
            <a:r>
              <a:rPr sz="2400" spc="-2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–</a:t>
            </a:r>
            <a:r>
              <a:rPr sz="2400" spc="-40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High</a:t>
            </a:r>
            <a:r>
              <a:rPr sz="2400" spc="-4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Level</a:t>
            </a:r>
            <a:r>
              <a:rPr sz="2400" spc="-40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SQL</a:t>
            </a:r>
            <a:r>
              <a:rPr sz="2400" spc="-3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Like</a:t>
            </a:r>
            <a:r>
              <a:rPr sz="2400" spc="-5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Language</a:t>
            </a:r>
            <a:r>
              <a:rPr sz="2400" spc="-40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on</a:t>
            </a:r>
            <a:r>
              <a:rPr sz="2400" spc="-50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top</a:t>
            </a:r>
            <a:r>
              <a:rPr sz="2400" spc="-45" dirty="0">
                <a:solidFill>
                  <a:srgbClr val="FFFFFF"/>
                </a:solidFill>
              </a:rPr>
              <a:t> </a:t>
            </a:r>
            <a:r>
              <a:rPr sz="2400" dirty="0">
                <a:solidFill>
                  <a:srgbClr val="FFFFFF"/>
                </a:solidFill>
              </a:rPr>
              <a:t>of</a:t>
            </a:r>
            <a:r>
              <a:rPr sz="2400" spc="-40" dirty="0">
                <a:solidFill>
                  <a:srgbClr val="FFFFFF"/>
                </a:solidFill>
              </a:rPr>
              <a:t> </a:t>
            </a:r>
            <a:r>
              <a:rPr sz="2400" spc="-10" dirty="0">
                <a:solidFill>
                  <a:srgbClr val="FFFFFF"/>
                </a:solidFill>
              </a:rPr>
              <a:t>Hadoop</a:t>
            </a:r>
            <a:endParaRPr sz="2400" dirty="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284086" y="1706007"/>
            <a:ext cx="8652392" cy="297837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28511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3363" algn="l"/>
              </a:tabLst>
            </a:pPr>
            <a:r>
              <a:rPr lang="en-US" dirty="0"/>
              <a:t>Run on</a:t>
            </a:r>
            <a:r>
              <a:rPr lang="en-US" spc="-25" dirty="0"/>
              <a:t> </a:t>
            </a:r>
            <a:r>
              <a:rPr lang="en-US" dirty="0"/>
              <a:t>Hadoop</a:t>
            </a:r>
            <a:r>
              <a:rPr lang="en-US" spc="-60" dirty="0"/>
              <a:t> </a:t>
            </a:r>
            <a:r>
              <a:rPr lang="en-US" dirty="0"/>
              <a:t>and</a:t>
            </a:r>
            <a:r>
              <a:rPr lang="en-US" spc="-30" dirty="0"/>
              <a:t> </a:t>
            </a:r>
            <a:r>
              <a:rPr lang="en-US" spc="-10" dirty="0"/>
              <a:t>translates </a:t>
            </a:r>
            <a:r>
              <a:rPr lang="en-US" dirty="0"/>
              <a:t>Pig</a:t>
            </a:r>
            <a:r>
              <a:rPr lang="en-US" spc="-55" dirty="0"/>
              <a:t> </a:t>
            </a:r>
            <a:r>
              <a:rPr lang="en-US" dirty="0"/>
              <a:t>Latin</a:t>
            </a:r>
            <a:r>
              <a:rPr lang="en-US" spc="-60" dirty="0"/>
              <a:t> </a:t>
            </a:r>
            <a:r>
              <a:rPr lang="en-US" dirty="0"/>
              <a:t>scripts</a:t>
            </a:r>
            <a:r>
              <a:rPr lang="en-US" spc="-45" dirty="0"/>
              <a:t> </a:t>
            </a:r>
            <a:r>
              <a:rPr lang="en-US" dirty="0"/>
              <a:t>into</a:t>
            </a:r>
            <a:r>
              <a:rPr lang="en-US" spc="-60" dirty="0"/>
              <a:t> </a:t>
            </a:r>
            <a:r>
              <a:rPr lang="en-US" dirty="0"/>
              <a:t>MapReduce</a:t>
            </a:r>
            <a:r>
              <a:rPr lang="en-US" spc="-65" dirty="0"/>
              <a:t> </a:t>
            </a:r>
            <a:r>
              <a:rPr lang="en-US" spc="-10" dirty="0"/>
              <a:t>jobs.</a:t>
            </a:r>
          </a:p>
          <a:p>
            <a:pPr marR="28511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3363" algn="l"/>
              </a:tabLst>
            </a:pPr>
            <a:r>
              <a:rPr lang="en-US" dirty="0">
                <a:solidFill>
                  <a:srgbClr val="FF0000"/>
                </a:solidFill>
              </a:rPr>
              <a:t>Created</a:t>
            </a:r>
            <a:r>
              <a:rPr lang="en-US" spc="-5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by              </a:t>
            </a:r>
            <a:r>
              <a:rPr lang="en-US" spc="-55" dirty="0">
                <a:solidFill>
                  <a:srgbClr val="FF0000"/>
                </a:solidFill>
              </a:rPr>
              <a:t>        </a:t>
            </a:r>
            <a:r>
              <a:rPr lang="en-US" dirty="0">
                <a:solidFill>
                  <a:srgbClr val="FF0000"/>
                </a:solidFill>
              </a:rPr>
              <a:t>to</a:t>
            </a:r>
            <a:r>
              <a:rPr lang="en-US" spc="-5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solve</a:t>
            </a:r>
            <a:r>
              <a:rPr lang="en-US" spc="-4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MapReduce</a:t>
            </a:r>
            <a:r>
              <a:rPr lang="en-US" spc="-75" dirty="0">
                <a:solidFill>
                  <a:srgbClr val="FF0000"/>
                </a:solidFill>
              </a:rPr>
              <a:t> </a:t>
            </a:r>
            <a:r>
              <a:rPr lang="en-US" spc="-10" dirty="0">
                <a:solidFill>
                  <a:srgbClr val="FF0000"/>
                </a:solidFill>
              </a:rPr>
              <a:t>challenges</a:t>
            </a:r>
          </a:p>
          <a:p>
            <a:pPr marR="28511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3363" algn="l"/>
              </a:tabLst>
            </a:pPr>
            <a:r>
              <a:rPr lang="en-US" dirty="0">
                <a:solidFill>
                  <a:srgbClr val="FF0000"/>
                </a:solidFill>
              </a:rPr>
              <a:t>Pig</a:t>
            </a:r>
            <a:r>
              <a:rPr lang="en-US" spc="-4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Latin</a:t>
            </a:r>
            <a:r>
              <a:rPr lang="en-US" spc="-4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is</a:t>
            </a:r>
            <a:r>
              <a:rPr lang="en-US" spc="-4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</a:t>
            </a:r>
            <a:r>
              <a:rPr lang="en-US" spc="-45" dirty="0">
                <a:solidFill>
                  <a:srgbClr val="FF0000"/>
                </a:solidFill>
              </a:rPr>
              <a:t> </a:t>
            </a:r>
            <a:r>
              <a:rPr lang="en-US" spc="-10" dirty="0">
                <a:solidFill>
                  <a:srgbClr val="FF0000"/>
                </a:solidFill>
              </a:rPr>
              <a:t>high-</a:t>
            </a:r>
            <a:r>
              <a:rPr lang="en-US" dirty="0">
                <a:solidFill>
                  <a:srgbClr val="FF0000"/>
                </a:solidFill>
              </a:rPr>
              <a:t>level</a:t>
            </a:r>
            <a:r>
              <a:rPr lang="en-US" spc="-35" dirty="0"/>
              <a:t> </a:t>
            </a:r>
            <a:r>
              <a:rPr lang="en-US" dirty="0"/>
              <a:t>data</a:t>
            </a:r>
            <a:r>
              <a:rPr lang="en-US" spc="-40" dirty="0"/>
              <a:t> </a:t>
            </a:r>
            <a:r>
              <a:rPr lang="en-US" spc="-10" dirty="0"/>
              <a:t>processing</a:t>
            </a:r>
            <a:r>
              <a:rPr lang="en-US" spc="-40" dirty="0"/>
              <a:t> </a:t>
            </a:r>
            <a:r>
              <a:rPr lang="en-US" dirty="0"/>
              <a:t>language</a:t>
            </a:r>
            <a:r>
              <a:rPr lang="en-US" spc="-70" dirty="0"/>
              <a:t> </a:t>
            </a:r>
            <a:r>
              <a:rPr lang="en-US" dirty="0"/>
              <a:t>that</a:t>
            </a:r>
            <a:r>
              <a:rPr lang="en-US" spc="-40" dirty="0"/>
              <a:t> </a:t>
            </a:r>
            <a:r>
              <a:rPr lang="en-US" dirty="0"/>
              <a:t>simplifies </a:t>
            </a:r>
            <a:r>
              <a:rPr lang="en-US" spc="-10" dirty="0"/>
              <a:t>writing </a:t>
            </a:r>
            <a:r>
              <a:rPr lang="en-US" dirty="0"/>
              <a:t>complex</a:t>
            </a:r>
            <a:r>
              <a:rPr lang="en-US" spc="-55" dirty="0"/>
              <a:t> </a:t>
            </a:r>
            <a:r>
              <a:rPr lang="en-US" dirty="0"/>
              <a:t>MapReduce</a:t>
            </a:r>
            <a:r>
              <a:rPr lang="en-US" spc="-55" dirty="0"/>
              <a:t> </a:t>
            </a:r>
            <a:r>
              <a:rPr lang="en-US" dirty="0"/>
              <a:t>code</a:t>
            </a:r>
            <a:r>
              <a:rPr lang="en-US" spc="-65" dirty="0"/>
              <a:t> </a:t>
            </a:r>
            <a:r>
              <a:rPr lang="en-US" spc="-10" dirty="0"/>
              <a:t>directly, </a:t>
            </a:r>
            <a:r>
              <a:rPr lang="en-US" dirty="0"/>
              <a:t>this</a:t>
            </a:r>
            <a:r>
              <a:rPr lang="en-US" spc="-55" dirty="0"/>
              <a:t> </a:t>
            </a:r>
            <a:r>
              <a:rPr lang="en-US" dirty="0"/>
              <a:t>allows</a:t>
            </a:r>
            <a:r>
              <a:rPr lang="en-US" spc="-35" dirty="0"/>
              <a:t> </a:t>
            </a:r>
            <a:r>
              <a:rPr lang="en-US" dirty="0"/>
              <a:t>users</a:t>
            </a:r>
            <a:r>
              <a:rPr lang="en-US" spc="-40" dirty="0"/>
              <a:t> </a:t>
            </a:r>
            <a:r>
              <a:rPr lang="en-US" dirty="0"/>
              <a:t>to</a:t>
            </a:r>
            <a:r>
              <a:rPr lang="en-US" spc="-45" dirty="0"/>
              <a:t> </a:t>
            </a:r>
            <a:r>
              <a:rPr lang="en-US" dirty="0"/>
              <a:t>work</a:t>
            </a:r>
            <a:r>
              <a:rPr lang="en-US" spc="-55" dirty="0"/>
              <a:t> </a:t>
            </a:r>
            <a:r>
              <a:rPr lang="en-US" dirty="0"/>
              <a:t>with</a:t>
            </a:r>
            <a:r>
              <a:rPr lang="en-US" spc="-40" dirty="0"/>
              <a:t> </a:t>
            </a:r>
            <a:r>
              <a:rPr lang="en-US" dirty="0"/>
              <a:t>big</a:t>
            </a:r>
            <a:r>
              <a:rPr lang="en-US" spc="-65" dirty="0"/>
              <a:t> </a:t>
            </a:r>
            <a:r>
              <a:rPr lang="en-US" dirty="0"/>
              <a:t>data</a:t>
            </a:r>
            <a:r>
              <a:rPr lang="en-US" spc="-35" dirty="0"/>
              <a:t> </a:t>
            </a:r>
            <a:r>
              <a:rPr lang="en-US" dirty="0"/>
              <a:t>using</a:t>
            </a:r>
            <a:r>
              <a:rPr lang="en-US" spc="-65" dirty="0"/>
              <a:t> </a:t>
            </a:r>
            <a:r>
              <a:rPr lang="en-US" dirty="0"/>
              <a:t>simpler</a:t>
            </a:r>
            <a:r>
              <a:rPr lang="en-US" spc="-25" dirty="0"/>
              <a:t> </a:t>
            </a:r>
            <a:r>
              <a:rPr lang="en-US" spc="-10" dirty="0"/>
              <a:t>syntax</a:t>
            </a:r>
            <a:r>
              <a:rPr lang="en-US" spc="-45" dirty="0"/>
              <a:t> </a:t>
            </a:r>
            <a:r>
              <a:rPr lang="en-US" dirty="0"/>
              <a:t>compared</a:t>
            </a:r>
            <a:r>
              <a:rPr lang="en-US" spc="-65" dirty="0"/>
              <a:t> </a:t>
            </a:r>
            <a:r>
              <a:rPr lang="en-US" spc="-25" dirty="0"/>
              <a:t>to Map Reduce.</a:t>
            </a:r>
          </a:p>
          <a:p>
            <a:pPr marR="320040">
              <a:lnSpc>
                <a:spcPts val="2280"/>
              </a:lnSpc>
              <a:tabLst>
                <a:tab pos="233363" algn="l"/>
              </a:tabLst>
            </a:pPr>
            <a:r>
              <a:rPr lang="en-US" dirty="0">
                <a:solidFill>
                  <a:srgbClr val="FF0000"/>
                </a:solidFill>
              </a:rPr>
              <a:t>Used for data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spc="-20" dirty="0">
                <a:solidFill>
                  <a:srgbClr val="FF0000"/>
                </a:solidFill>
              </a:rPr>
              <a:t>transformations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and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analysis</a:t>
            </a:r>
            <a:r>
              <a:rPr lang="en-US" spc="-4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tasks</a:t>
            </a:r>
            <a:r>
              <a:rPr lang="en-US" spc="-3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over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large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datasets</a:t>
            </a:r>
            <a:r>
              <a:rPr lang="en-US" spc="-3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in</a:t>
            </a:r>
            <a:r>
              <a:rPr lang="en-US" spc="-60" dirty="0">
                <a:solidFill>
                  <a:srgbClr val="FF0000"/>
                </a:solidFill>
              </a:rPr>
              <a:t> </a:t>
            </a:r>
            <a:r>
              <a:rPr lang="en-US" spc="-10" dirty="0">
                <a:solidFill>
                  <a:srgbClr val="FF0000"/>
                </a:solidFill>
              </a:rPr>
              <a:t>Hadoop</a:t>
            </a:r>
            <a:r>
              <a:rPr lang="en-US" spc="-10" dirty="0"/>
              <a:t>.</a:t>
            </a:r>
          </a:p>
          <a:p>
            <a:pPr marL="241300" indent="-228600">
              <a:lnSpc>
                <a:spcPct val="100000"/>
              </a:lnSpc>
              <a:spcBef>
                <a:spcPts val="76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spc="-10" dirty="0">
                <a:latin typeface="Calibri"/>
                <a:cs typeface="Calibri"/>
              </a:rPr>
              <a:t>Architecture</a:t>
            </a:r>
            <a:r>
              <a:rPr lang="en-US" spc="-10" dirty="0"/>
              <a:t>:</a:t>
            </a:r>
          </a:p>
          <a:p>
            <a:pPr marL="756285" lvl="1" indent="-286385">
              <a:lnSpc>
                <a:spcPct val="100000"/>
              </a:lnSpc>
              <a:spcBef>
                <a:spcPts val="29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dirty="0">
                <a:latin typeface="Calibri"/>
                <a:cs typeface="Calibri"/>
              </a:rPr>
              <a:t>Pig</a:t>
            </a:r>
            <a:r>
              <a:rPr lang="en-US" sz="1800" b="1" spc="-4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Latin</a:t>
            </a:r>
            <a:r>
              <a:rPr lang="en-US" sz="1800" b="1" spc="-4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Scripts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Define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transformation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tasks.</a:t>
            </a:r>
            <a:endParaRPr lang="en-US" sz="18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8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dirty="0">
                <a:latin typeface="Calibri"/>
                <a:cs typeface="Calibri"/>
              </a:rPr>
              <a:t>Pig</a:t>
            </a:r>
            <a:r>
              <a:rPr lang="en-US" sz="1800" b="1" spc="-40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Engine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6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Executes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these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scripts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on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Hadoop.</a:t>
            </a:r>
            <a:endParaRPr lang="en-US" sz="18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936478" y="2626482"/>
            <a:ext cx="2711329" cy="351222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680761" y="6224413"/>
            <a:ext cx="3429000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https://www.analyticsvidhya.com/blog/2022/06/getting-started-with-apache-</a:t>
            </a:r>
            <a:r>
              <a:rPr sz="8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pig/</a:t>
            </a:r>
            <a:endParaRPr sz="800" dirty="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940407" y="1599526"/>
            <a:ext cx="1053654" cy="993601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9963362" y="6458070"/>
            <a:ext cx="1007744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Hive</a:t>
            </a:r>
            <a:r>
              <a:rPr sz="1800" u="sng" spc="-1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 </a:t>
            </a: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vs</a:t>
            </a:r>
            <a:r>
              <a:rPr sz="1800" u="sng" spc="-4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 </a:t>
            </a:r>
            <a:r>
              <a:rPr sz="1800" u="sng" spc="-2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Pig</a:t>
            </a:r>
            <a:endParaRPr sz="1800" dirty="0">
              <a:latin typeface="Calibri"/>
              <a:cs typeface="Calibri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E22367B-B754-648E-0B22-AC55F28E17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61772" y="2096326"/>
            <a:ext cx="1084876" cy="2029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18324-DE08-4740-D0D9-7603BC5E0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Real-World Use Case: Web Log Processing for User Behavior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18BE8-48E4-84B1-F7A3-AE58B873B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 fontScale="85000" lnSpcReduction="10000"/>
          </a:bodyPr>
          <a:lstStyle/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 </a:t>
            </a:r>
            <a:r>
              <a:rPr lang="en-US" sz="1800" i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LinkedIn (used Pig before transitioning to Spark)</a:t>
            </a: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 </a:t>
            </a: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Analyze web server logs to understand user navigation paths and session behavior.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</a:t>
            </a: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Daily web server log files stored in HDFS.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(Sample Log Fields):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timestamp, user_id, session_id, page_url, referrer_url, device_type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Example Data: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2025-03-22T12:01:45Z, u12345, s7890, /jobs, /home, mobile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Apache Pig:</a:t>
            </a: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Load and Transform Logs: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logs = LOAD '/logs/2025/03/22' 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USING PigStorage(',') 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AS (timestamp:chararray, user_id:chararray, session_id:chararray, 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    page_url:chararray, referrer_url:chararray, device_type:chararray);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Group and Analyze Sessions:</a:t>
            </a: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grouped = GROUP logs BY session_id;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session_counts = FOREACH grouped GENERATE group AS session_id, 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          COUNT(logs) AS page_views;</a:t>
            </a:r>
            <a:endParaRPr lang="en-US" sz="1800" kern="100" noProof="1"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Filter High-Engagement Sessions: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engaged_sessions = FILTER session_counts BY page_views &gt; 5;</a:t>
            </a:r>
            <a:b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Identifies highly engaged users and frequent navigation paths.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noProof="1">
                <a:effectLst/>
                <a:ea typeface="Aptos" panose="020B0004020202020204" pitchFamily="34" charset="0"/>
                <a:cs typeface="Arial" panose="020B0604020202020204" pitchFamily="34" charset="0"/>
              </a:rPr>
              <a:t>Insights used for UX improvements and targeted content placement.</a:t>
            </a:r>
          </a:p>
          <a:p>
            <a:pPr marL="0" marR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noProof="1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>
              <a:lnSpc>
                <a:spcPct val="120000"/>
              </a:lnSpc>
              <a:spcBef>
                <a:spcPts val="0"/>
              </a:spcBef>
            </a:pPr>
            <a:endParaRPr lang="en-US" noProof="1">
              <a:ea typeface="Calibri"/>
              <a:cs typeface="Calibri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029A929-644F-B232-0F2F-8E746CA5A3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8198" y="1706008"/>
            <a:ext cx="363186" cy="363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61114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  <a:tabLst>
                <a:tab pos="2289175" algn="l"/>
              </a:tabLst>
            </a:pPr>
            <a:r>
              <a:rPr sz="2400">
                <a:solidFill>
                  <a:srgbClr val="FFFFFF"/>
                </a:solidFill>
              </a:rPr>
              <a:t>Apache</a:t>
            </a:r>
            <a:r>
              <a:rPr sz="2400" spc="-30">
                <a:solidFill>
                  <a:srgbClr val="FFFFFF"/>
                </a:solidFill>
              </a:rPr>
              <a:t> </a:t>
            </a:r>
            <a:r>
              <a:rPr sz="2400" spc="-10">
                <a:solidFill>
                  <a:srgbClr val="FFFFFF"/>
                </a:solidFill>
              </a:rPr>
              <a:t>H</a:t>
            </a:r>
            <a:r>
              <a:rPr lang="en-US" sz="2400" spc="-10">
                <a:solidFill>
                  <a:srgbClr val="FFFFFF"/>
                </a:solidFill>
              </a:rPr>
              <a:t>B</a:t>
            </a:r>
            <a:r>
              <a:rPr sz="2400" spc="-10">
                <a:solidFill>
                  <a:srgbClr val="FFFFFF"/>
                </a:solidFill>
              </a:rPr>
              <a:t>ase</a:t>
            </a:r>
            <a:r>
              <a:rPr lang="ar-JO" sz="2400" spc="-10">
                <a:solidFill>
                  <a:srgbClr val="FFFFFF"/>
                </a:solidFill>
                <a:cs typeface="Times New Roman"/>
              </a:rPr>
              <a:t> </a:t>
            </a:r>
            <a:r>
              <a:rPr sz="2400">
                <a:solidFill>
                  <a:srgbClr val="FFFFFF"/>
                </a:solidFill>
              </a:rPr>
              <a:t>-</a:t>
            </a:r>
            <a:r>
              <a:rPr sz="2400" spc="-6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Distributed</a:t>
            </a:r>
            <a:r>
              <a:rPr sz="2400" spc="-5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Database</a:t>
            </a:r>
            <a:r>
              <a:rPr sz="2400" spc="-7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on</a:t>
            </a:r>
            <a:r>
              <a:rPr sz="2400" spc="-65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top</a:t>
            </a:r>
            <a:r>
              <a:rPr sz="2400" spc="-7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of</a:t>
            </a:r>
            <a:r>
              <a:rPr sz="2400" spc="-60">
                <a:solidFill>
                  <a:srgbClr val="FFFFFF"/>
                </a:solidFill>
              </a:rPr>
              <a:t> </a:t>
            </a:r>
            <a:r>
              <a:rPr sz="2400" spc="-10">
                <a:solidFill>
                  <a:srgbClr val="FFFFFF"/>
                </a:solidFill>
              </a:rPr>
              <a:t>Hadoop</a:t>
            </a:r>
            <a:endParaRPr sz="24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D008676-47C8-D88A-CD4A-65BB83D571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6992204" cy="49910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  <a:tabLst>
                <a:tab pos="241300" algn="l"/>
              </a:tabLst>
            </a:pPr>
            <a:r>
              <a:rPr lang="en-US" b="1" dirty="0">
                <a:ea typeface="+mn-lt"/>
                <a:cs typeface="+mn-lt"/>
              </a:rPr>
              <a:t>What is HBase?</a:t>
            </a:r>
            <a:endParaRPr lang="en-US" b="1" dirty="0"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HBase is a distributed, column-oriented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NoSQL </a:t>
            </a:r>
            <a:r>
              <a:rPr lang="en-US" dirty="0">
                <a:ea typeface="+mn-lt"/>
                <a:cs typeface="+mn-lt"/>
              </a:rPr>
              <a:t>database built on top of Hadoop HDFS.</a:t>
            </a:r>
            <a:endParaRPr lang="en-US" dirty="0"/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Designed for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sparse, semi-structured, and unstructured data.</a:t>
            </a:r>
            <a:endParaRPr lang="en-US" dirty="0">
              <a:solidFill>
                <a:srgbClr val="FF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Provides real-time read/write access to large datasets.</a:t>
            </a:r>
            <a:endParaRPr lang="en-US" dirty="0"/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Inspired by Google's Bigtable.</a:t>
            </a:r>
            <a:endParaRPr lang="en-US" dirty="0"/>
          </a:p>
          <a:p>
            <a:pPr marL="0" indent="0">
              <a:buNone/>
              <a:tabLst>
                <a:tab pos="241300" algn="l"/>
              </a:tabLst>
            </a:pPr>
            <a:endParaRPr lang="en-US" b="1" dirty="0">
              <a:solidFill>
                <a:srgbClr val="000000"/>
              </a:solidFill>
              <a:ea typeface="Calibri"/>
              <a:cs typeface="Calibri"/>
            </a:endParaRPr>
          </a:p>
          <a:p>
            <a:pPr marL="241300" marR="447675" indent="-229235">
              <a:spcBef>
                <a:spcPts val="345"/>
              </a:spcBef>
              <a:buFont typeface="Arial"/>
              <a:buChar char="•"/>
              <a:tabLst>
                <a:tab pos="241300" algn="l"/>
              </a:tabLst>
            </a:pPr>
            <a:endParaRPr lang="en-US" dirty="0">
              <a:latin typeface="Calibri"/>
              <a:ea typeface="Calibri"/>
              <a:cs typeface="Calibri"/>
            </a:endParaRPr>
          </a:p>
          <a:p>
            <a:pPr marL="12700" indent="0">
              <a:lnSpc>
                <a:spcPct val="100000"/>
              </a:lnSpc>
              <a:spcBef>
                <a:spcPts val="735"/>
              </a:spcBef>
              <a:buNone/>
              <a:tabLst>
                <a:tab pos="241300" algn="l"/>
              </a:tabLst>
            </a:pPr>
            <a:endParaRPr lang="en-US" spc="-10" dirty="0">
              <a:ea typeface="Calibri"/>
              <a:cs typeface="Calibri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30956" y="1564811"/>
            <a:ext cx="1223540" cy="72052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977539" y="2535506"/>
            <a:ext cx="3930375" cy="266451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430004" y="6669430"/>
            <a:ext cx="2536825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u="sng" spc="-1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https://www.scaler.com/topics/hadoop/hbase-architecture/</a:t>
            </a:r>
            <a:endParaRPr sz="8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16939" y="1691716"/>
            <a:ext cx="6438265" cy="321242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241300" marR="447675" indent="-229235">
              <a:lnSpc>
                <a:spcPct val="90000"/>
              </a:lnSpc>
              <a:spcBef>
                <a:spcPts val="345"/>
              </a:spcBef>
              <a:buFont typeface="Arial MT"/>
              <a:buChar char="•"/>
              <a:tabLst>
                <a:tab pos="241300" algn="l"/>
              </a:tabLst>
            </a:pPr>
            <a:endParaRPr lang="en-US" sz="2000">
              <a:latin typeface="Calibri"/>
              <a:cs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B7FB4A-DB0E-01C4-3C0E-032767DA24F4}"/>
              </a:ext>
            </a:extLst>
          </p:cNvPr>
          <p:cNvSpPr txBox="1"/>
          <p:nvPr/>
        </p:nvSpPr>
        <p:spPr>
          <a:xfrm>
            <a:off x="7989004" y="5302389"/>
            <a:ext cx="4202996" cy="13670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2700">
              <a:lnSpc>
                <a:spcPts val="1725"/>
              </a:lnSpc>
            </a:pPr>
            <a:r>
              <a:rPr lang="en-US" sz="1200" b="1" dirty="0">
                <a:ea typeface="Calibri" panose="020F0502020204030204"/>
                <a:cs typeface="Arial"/>
              </a:rPr>
              <a:t>Apache HBase Architecture</a:t>
            </a:r>
          </a:p>
          <a:p>
            <a:pPr marL="355600" indent="-342900">
              <a:lnSpc>
                <a:spcPts val="1725"/>
              </a:lnSpc>
              <a:buFont typeface=""/>
              <a:buChar char="•"/>
            </a:pPr>
            <a:r>
              <a:rPr lang="en-US" sz="1200" b="1" dirty="0" err="1">
                <a:cs typeface="Arial"/>
              </a:rPr>
              <a:t>HMaster</a:t>
            </a:r>
            <a:r>
              <a:rPr lang="en-US" sz="1200" dirty="0">
                <a:cs typeface="Arial"/>
              </a:rPr>
              <a:t>: Manages the cluster.​</a:t>
            </a:r>
            <a:endParaRPr lang="en-US" sz="1200" dirty="0">
              <a:ea typeface="Calibri"/>
              <a:cs typeface="Calibri"/>
            </a:endParaRPr>
          </a:p>
          <a:p>
            <a:pPr marL="355600" indent="-342900">
              <a:lnSpc>
                <a:spcPts val="1725"/>
              </a:lnSpc>
              <a:buFont typeface=""/>
              <a:buChar char="•"/>
            </a:pPr>
            <a:r>
              <a:rPr lang="en-US" sz="1200" b="1" dirty="0" err="1">
                <a:cs typeface="Arial"/>
              </a:rPr>
              <a:t>RegionServer</a:t>
            </a:r>
            <a:r>
              <a:rPr lang="en-US" sz="1200" dirty="0">
                <a:cs typeface="Arial"/>
              </a:rPr>
              <a:t>: Handles read/write requests for regions of the database.​</a:t>
            </a:r>
            <a:endParaRPr lang="en-US" sz="1200" dirty="0">
              <a:ea typeface="Calibri"/>
              <a:cs typeface="Arial"/>
            </a:endParaRPr>
          </a:p>
          <a:p>
            <a:pPr marL="355600" indent="-342900">
              <a:lnSpc>
                <a:spcPts val="1725"/>
              </a:lnSpc>
              <a:buFont typeface=""/>
              <a:buChar char="•"/>
            </a:pPr>
            <a:r>
              <a:rPr lang="en-US" sz="1200" b="1" dirty="0" err="1">
                <a:cs typeface="Arial"/>
              </a:rPr>
              <a:t>ZooKeeper</a:t>
            </a:r>
            <a:r>
              <a:rPr lang="en-US" sz="1200" dirty="0">
                <a:cs typeface="Arial"/>
              </a:rPr>
              <a:t>: Manages distributed coordination.​</a:t>
            </a:r>
            <a:endParaRPr lang="en-US" sz="1200" dirty="0">
              <a:ea typeface="Calibri"/>
              <a:cs typeface="Arial"/>
            </a:endParaRPr>
          </a:p>
          <a:p>
            <a:pPr marL="228600" indent="-228600">
              <a:buFont typeface=""/>
              <a:buChar char="•"/>
            </a:pPr>
            <a:endParaRPr lang="en-US" sz="12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E9B8D-9BCA-A077-FC54-F37DD1ED5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85" y="797523"/>
            <a:ext cx="11002281" cy="748208"/>
          </a:xfrm>
        </p:spPr>
        <p:txBody>
          <a:bodyPr/>
          <a:lstStyle/>
          <a:p>
            <a:r>
              <a:rPr lang="en-US">
                <a:ea typeface="Calibri Light"/>
                <a:cs typeface="Calibri Light"/>
              </a:rPr>
              <a:t>Insert Data in HBase</a:t>
            </a:r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CB15C33-8731-2AC8-2AA9-CC56BB604532}"/>
              </a:ext>
            </a:extLst>
          </p:cNvPr>
          <p:cNvSpPr txBox="1">
            <a:spLocks/>
          </p:cNvSpPr>
          <p:nvPr/>
        </p:nvSpPr>
        <p:spPr>
          <a:xfrm>
            <a:off x="284085" y="1712750"/>
            <a:ext cx="11002281" cy="55980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+mn-lt"/>
                <a:cs typeface="+mn-lt"/>
              </a:rPr>
              <a:t>In HBase, we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create tables</a:t>
            </a:r>
            <a:r>
              <a:rPr lang="en-US" dirty="0">
                <a:ea typeface="+mn-lt"/>
                <a:cs typeface="+mn-lt"/>
              </a:rPr>
              <a:t> and define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column families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endParaRPr lang="en-US" dirty="0">
              <a:ea typeface="+mn-lt"/>
              <a:cs typeface="+mn-lt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6C5CEE9-CAE7-15B6-CD99-242FA0B68E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577830"/>
              </p:ext>
            </p:extLst>
          </p:nvPr>
        </p:nvGraphicFramePr>
        <p:xfrm>
          <a:off x="215788" y="6080763"/>
          <a:ext cx="6237911" cy="64465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40647">
                  <a:extLst>
                    <a:ext uri="{9D8B030D-6E8A-4147-A177-3AD203B41FA5}">
                      <a16:colId xmlns:a16="http://schemas.microsoft.com/office/drawing/2014/main" val="1214895829"/>
                    </a:ext>
                  </a:extLst>
                </a:gridCol>
                <a:gridCol w="4497264">
                  <a:extLst>
                    <a:ext uri="{9D8B030D-6E8A-4147-A177-3AD203B41FA5}">
                      <a16:colId xmlns:a16="http://schemas.microsoft.com/office/drawing/2014/main" val="3385266359"/>
                    </a:ext>
                  </a:extLst>
                </a:gridCol>
              </a:tblGrid>
              <a:tr h="370331">
                <a:tc>
                  <a:txBody>
                    <a:bodyPr/>
                    <a:lstStyle/>
                    <a:p>
                      <a:r>
                        <a:rPr lang="en-US" sz="1200"/>
                        <a:t>✅ </a:t>
                      </a:r>
                      <a:r>
                        <a:rPr lang="en-US" sz="1200" b="1"/>
                        <a:t>Schema-less?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Yes, </a:t>
                      </a:r>
                      <a:r>
                        <a:rPr lang="en-US" sz="1200" b="1"/>
                        <a:t>for columns</a:t>
                      </a:r>
                      <a:r>
                        <a:rPr lang="en-US" sz="1200"/>
                        <a:t> (qualifiers) – flexible and dynamic.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3402646"/>
                  </a:ext>
                </a:extLst>
              </a:tr>
              <a:tr h="170205">
                <a:tc>
                  <a:txBody>
                    <a:bodyPr/>
                    <a:lstStyle/>
                    <a:p>
                      <a:r>
                        <a:rPr lang="en-US" sz="1200"/>
                        <a:t>🧱 </a:t>
                      </a:r>
                      <a:r>
                        <a:rPr lang="en-US" sz="1200" b="1"/>
                        <a:t>Schema-fixed?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Yes, </a:t>
                      </a:r>
                      <a:r>
                        <a:rPr lang="en-US" sz="1200" b="1" dirty="0"/>
                        <a:t>for column families</a:t>
                      </a:r>
                      <a:r>
                        <a:rPr lang="en-US" sz="1200" dirty="0"/>
                        <a:t> – must be defined when the table is created.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526094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68F65CD9-04AE-694C-CAF9-ABB6912D58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229249"/>
              </p:ext>
            </p:extLst>
          </p:nvPr>
        </p:nvGraphicFramePr>
        <p:xfrm>
          <a:off x="284085" y="3426917"/>
          <a:ext cx="9730040" cy="137160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914588">
                  <a:extLst>
                    <a:ext uri="{9D8B030D-6E8A-4147-A177-3AD203B41FA5}">
                      <a16:colId xmlns:a16="http://schemas.microsoft.com/office/drawing/2014/main" val="2529012356"/>
                    </a:ext>
                  </a:extLst>
                </a:gridCol>
                <a:gridCol w="5815452">
                  <a:extLst>
                    <a:ext uri="{9D8B030D-6E8A-4147-A177-3AD203B41FA5}">
                      <a16:colId xmlns:a16="http://schemas.microsoft.com/office/drawing/2014/main" val="2118937829"/>
                    </a:ext>
                  </a:extLst>
                </a:gridCol>
              </a:tblGrid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put 'employees', 'emp1', </a:t>
                      </a:r>
                      <a:r>
                        <a:rPr lang="en-US" sz="1200" u="none" strike="noStrike" noProof="0" dirty="0">
                          <a:solidFill>
                            <a:srgbClr val="FF0000"/>
                          </a:solidFill>
                        </a:rPr>
                        <a:t>'</a:t>
                      </a:r>
                      <a:r>
                        <a:rPr lang="en-US" sz="1200" u="none" strike="noStrike" noProof="0" dirty="0" err="1">
                          <a:solidFill>
                            <a:srgbClr val="FF0000"/>
                          </a:solidFill>
                        </a:rPr>
                        <a:t>personal</a:t>
                      </a:r>
                      <a:r>
                        <a:rPr lang="en-US" sz="1200" u="none" strike="noStrike" noProof="0" dirty="0" err="1">
                          <a:solidFill>
                            <a:srgbClr val="000000"/>
                          </a:solidFill>
                        </a:rPr>
                        <a:t>:</a:t>
                      </a:r>
                      <a:r>
                        <a:rPr lang="en-US" sz="1200" u="none" strike="noStrike" noProof="0" dirty="0" err="1">
                          <a:solidFill>
                            <a:srgbClr val="0070C0"/>
                          </a:solidFill>
                        </a:rPr>
                        <a:t>name</a:t>
                      </a:r>
                      <a:r>
                        <a:rPr lang="en-US" sz="1200" u="none" strike="noStrike" noProof="0" dirty="0">
                          <a:solidFill>
                            <a:srgbClr val="0070C0"/>
                          </a:solidFill>
                        </a:rPr>
                        <a:t>'</a:t>
                      </a: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, 'Alice'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noProof="0" dirty="0">
                          <a:solidFill>
                            <a:srgbClr val="000000"/>
                          </a:solidFill>
                        </a:rPr>
                        <a:t>emp1 has only name in personal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4526915"/>
                  </a:ext>
                </a:extLst>
              </a:tr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put 'employees', 'emp2', </a:t>
                      </a:r>
                      <a:r>
                        <a:rPr lang="en-US" sz="1200" b="1" u="none" strike="noStrike" noProof="0" dirty="0">
                          <a:solidFill>
                            <a:srgbClr val="FF0000"/>
                          </a:solidFill>
                        </a:rPr>
                        <a:t>'</a:t>
                      </a:r>
                      <a:r>
                        <a:rPr lang="en-US" sz="1200" b="1" u="none" strike="noStrike" noProof="0" dirty="0" err="1">
                          <a:solidFill>
                            <a:srgbClr val="FF0000"/>
                          </a:solidFill>
                        </a:rPr>
                        <a:t>personal</a:t>
                      </a:r>
                      <a:r>
                        <a:rPr lang="en-US" sz="1200" u="none" strike="noStrike" noProof="0" dirty="0" err="1">
                          <a:solidFill>
                            <a:srgbClr val="000000"/>
                          </a:solidFill>
                        </a:rPr>
                        <a:t>:</a:t>
                      </a:r>
                      <a:r>
                        <a:rPr lang="en-US" sz="1200" b="1" u="none" strike="noStrike" noProof="0" dirty="0" err="1">
                          <a:solidFill>
                            <a:srgbClr val="0070C0"/>
                          </a:solidFill>
                        </a:rPr>
                        <a:t>phone</a:t>
                      </a:r>
                      <a:r>
                        <a:rPr lang="en-US" sz="1200" b="1" u="none" strike="noStrike" noProof="0" dirty="0">
                          <a:solidFill>
                            <a:srgbClr val="0070C0"/>
                          </a:solidFill>
                        </a:rPr>
                        <a:t>'</a:t>
                      </a: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, '123456789'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emp2 has only phone in personal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4389730"/>
                  </a:ext>
                </a:extLst>
              </a:tr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put 'employees', 'emp3', </a:t>
                      </a:r>
                      <a:r>
                        <a:rPr lang="en-US" sz="1200" u="none" strike="noStrike" noProof="0" dirty="0">
                          <a:solidFill>
                            <a:srgbClr val="00B050"/>
                          </a:solidFill>
                        </a:rPr>
                        <a:t>'</a:t>
                      </a:r>
                      <a:r>
                        <a:rPr lang="en-US" sz="1200" b="1" u="none" strike="noStrike" noProof="0" err="1">
                          <a:solidFill>
                            <a:srgbClr val="00B050"/>
                          </a:solidFill>
                        </a:rPr>
                        <a:t>job</a:t>
                      </a:r>
                      <a:r>
                        <a:rPr lang="en-US" sz="1200" b="1" u="none" strike="noStrike" noProof="0" err="1">
                          <a:solidFill>
                            <a:srgbClr val="000000"/>
                          </a:solidFill>
                        </a:rPr>
                        <a:t>:salary</a:t>
                      </a: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', '60000'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emp3 has only salary in job, no personal column family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49716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62C54D2-6C6B-4D18-91FD-386C4A4E72B9}"/>
              </a:ext>
            </a:extLst>
          </p:cNvPr>
          <p:cNvSpPr txBox="1">
            <a:spLocks/>
          </p:cNvSpPr>
          <p:nvPr/>
        </p:nvSpPr>
        <p:spPr>
          <a:xfrm>
            <a:off x="215786" y="2877290"/>
            <a:ext cx="11002281" cy="362341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+mn-lt"/>
                <a:cs typeface="+mn-lt"/>
              </a:rPr>
              <a:t>Then we insert values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DD0168C-4AA5-A3AD-EC68-9F3DAD099B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4871561"/>
              </p:ext>
            </p:extLst>
          </p:nvPr>
        </p:nvGraphicFramePr>
        <p:xfrm>
          <a:off x="284085" y="2371194"/>
          <a:ext cx="9730040" cy="378162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914588">
                  <a:extLst>
                    <a:ext uri="{9D8B030D-6E8A-4147-A177-3AD203B41FA5}">
                      <a16:colId xmlns:a16="http://schemas.microsoft.com/office/drawing/2014/main" val="2529012356"/>
                    </a:ext>
                  </a:extLst>
                </a:gridCol>
                <a:gridCol w="5815452">
                  <a:extLst>
                    <a:ext uri="{9D8B030D-6E8A-4147-A177-3AD203B41FA5}">
                      <a16:colId xmlns:a16="http://schemas.microsoft.com/office/drawing/2014/main" val="2118937829"/>
                    </a:ext>
                  </a:extLst>
                </a:gridCol>
              </a:tblGrid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create 'employees', 'personal', 'job'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200" dirty="0"/>
                        <a:t>Create a table named employees with two families (personal and job)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49716"/>
                  </a:ext>
                </a:extLst>
              </a:tr>
            </a:tbl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DCBA9F6-7422-4C0E-BF70-568EFB72FA3F}"/>
              </a:ext>
            </a:extLst>
          </p:cNvPr>
          <p:cNvSpPr txBox="1">
            <a:spLocks/>
          </p:cNvSpPr>
          <p:nvPr/>
        </p:nvSpPr>
        <p:spPr>
          <a:xfrm>
            <a:off x="215787" y="4985803"/>
            <a:ext cx="11002281" cy="10949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+mn-lt"/>
                <a:cs typeface="+mn-lt"/>
              </a:rPr>
              <a:t>Notice that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must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comply with column families</a:t>
            </a:r>
            <a:r>
              <a:rPr lang="en-US" dirty="0">
                <a:ea typeface="+mn-lt"/>
                <a:cs typeface="+mn-lt"/>
              </a:rPr>
              <a:t> when we insert data into the table.</a:t>
            </a:r>
          </a:p>
          <a:p>
            <a:r>
              <a:rPr lang="en-US" dirty="0">
                <a:ea typeface="+mn-lt"/>
                <a:cs typeface="+mn-lt"/>
              </a:rPr>
              <a:t>But we can use different column names within the column family e.g.</a:t>
            </a:r>
          </a:p>
        </p:txBody>
      </p:sp>
    </p:spTree>
    <p:extLst>
      <p:ext uri="{BB962C8B-B14F-4D97-AF65-F5344CB8AC3E}">
        <p14:creationId xmlns:p14="http://schemas.microsoft.com/office/powerpoint/2010/main" val="21585207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BEA05-F32B-B175-AA7B-47CBCB32C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85" y="797523"/>
            <a:ext cx="6106600" cy="748208"/>
          </a:xfrm>
        </p:spPr>
        <p:txBody>
          <a:bodyPr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Key Concepts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1722D-3CE7-874F-C927-A9A7BB997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12750"/>
            <a:ext cx="6106601" cy="498429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Calibri" panose="020F0502020204030204"/>
                <a:cs typeface="Calibri" panose="020F0502020204030204"/>
              </a:rPr>
              <a:t>Row Key: Unique identifier for each row (like a primary key). </a:t>
            </a:r>
          </a:p>
          <a:p>
            <a:r>
              <a:rPr lang="en-US" dirty="0">
                <a:ea typeface="Calibri" panose="020F0502020204030204"/>
                <a:cs typeface="Calibri" panose="020F0502020204030204"/>
              </a:rPr>
              <a:t>Column Family: Logical group of columns stored together on disk. </a:t>
            </a:r>
          </a:p>
          <a:p>
            <a:r>
              <a:rPr lang="en-US" dirty="0">
                <a:ea typeface="Calibri" panose="020F0502020204030204"/>
                <a:cs typeface="Calibri" panose="020F0502020204030204"/>
              </a:rPr>
              <a:t>Column Qualifier: Actual field name inside a column family. </a:t>
            </a:r>
          </a:p>
          <a:p>
            <a:r>
              <a:rPr lang="en-US" dirty="0">
                <a:ea typeface="Calibri" panose="020F0502020204030204"/>
                <a:cs typeface="Calibri" panose="020F0502020204030204"/>
              </a:rPr>
              <a:t>Timestamp: Each cell value is versioned by time. </a:t>
            </a:r>
          </a:p>
          <a:p>
            <a:r>
              <a:rPr lang="en-US" dirty="0">
                <a:solidFill>
                  <a:srgbClr val="00B050"/>
                </a:solidFill>
                <a:ea typeface="Calibri" panose="020F0502020204030204"/>
                <a:cs typeface="Calibri" panose="020F0502020204030204"/>
              </a:rPr>
              <a:t>Cell: Combination of Row Key + Column Family + Qualifier + Timestamp → Value.</a:t>
            </a:r>
          </a:p>
          <a:p>
            <a:endParaRPr lang="en-US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4975023-F336-E81B-3410-B0E86A42F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0685" y="797523"/>
            <a:ext cx="5638884" cy="4995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7548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05E53-A460-BAD5-18F0-BA9643DE6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Real-World Use Case: Messaging Platform – Real-Time Message Storage &amp; Retrieval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E019B-0F20-8E05-2053-6E145189E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 fontScale="92500" lnSpcReduction="20000"/>
          </a:bodyPr>
          <a:lstStyle/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 </a:t>
            </a:r>
            <a:r>
              <a:rPr lang="en-US" sz="1800" i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WhatsApp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Store and retrieve billions of real-time chat messages with low latency and high throughput.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User chat messages from mobile devices, synced to a backend service.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(HBase Table Design):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Table: messages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Row Key: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+ timestamp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Column Families: 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meta: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sender_id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receiver_id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message_type</a:t>
            </a:r>
            <a:endParaRPr lang="en-US" sz="1800" b="1" kern="100" dirty="0">
              <a:solidFill>
                <a:srgbClr val="00B050"/>
              </a:solidFill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content: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message_</a:t>
            </a:r>
            <a:r>
              <a:rPr lang="en-US" sz="1800" b="1" kern="100" dirty="0" err="1">
                <a:solidFill>
                  <a:srgbClr val="00B050"/>
                </a:solidFill>
                <a:ea typeface="Aptos" panose="020B0004020202020204" pitchFamily="34" charset="0"/>
                <a:cs typeface="Arial"/>
              </a:rPr>
              <a:t>type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, attachments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status: delivered, read, timestamp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b="1" kern="100" dirty="0">
              <a:solidFill>
                <a:srgbClr val="00B050"/>
              </a:solidFill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Sample Record (in HBase):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Row Key: user123|2025-03-22T14:33:21Z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Column Family: meta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sender_id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: user123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receiver_id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: user456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Column Family: content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message_text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: </a:t>
            </a:r>
            <a:r>
              <a:rPr lang="en-US" sz="1800" b="1" kern="100" dirty="0">
                <a:solidFill>
                  <a:srgbClr val="00B050"/>
                </a:solidFill>
                <a:ea typeface="Aptos" panose="020B0004020202020204" pitchFamily="34" charset="0"/>
                <a:cs typeface="Arial"/>
              </a:rPr>
              <a:t>individual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a typeface="Aptos" panose="020B0004020202020204" pitchFamily="34" charset="0"/>
                <a:cs typeface="Arial"/>
              </a:rPr>
              <a:t>Column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Family: status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delivered: true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/>
              </a:rPr>
              <a:t>  - read: false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/>
              </a:rPr>
              <a:t> </a:t>
            </a:r>
            <a:endParaRPr lang="en-US"/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HBase: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Messages are written and read with low latency.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Efficient for real-time features: chat history retrieval, unread message counts.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Scales horizontally to billions of rows (messages) per day.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Ensures seamless chat experience across devices.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Supports real-time sync, delivery status tracking, and storage durability.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098" name="Picture 2" descr="WhatsApp - Free download and install on ...">
            <a:extLst>
              <a:ext uri="{FF2B5EF4-FFF2-40B4-BE49-F238E27FC236}">
                <a16:creationId xmlns:a16="http://schemas.microsoft.com/office/drawing/2014/main" id="{0CAA22BE-1351-B1A5-188C-DD41EC29B5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2764" y="1706007"/>
            <a:ext cx="298895" cy="298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27963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9A76-4CE0-A134-527E-6110690A0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HBase vs Relational DB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FA2E83F-BCF2-8811-D9EB-3AB7209F9B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24577841"/>
              </p:ext>
            </p:extLst>
          </p:nvPr>
        </p:nvGraphicFramePr>
        <p:xfrm>
          <a:off x="284163" y="1706563"/>
          <a:ext cx="11069633" cy="256032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816411">
                  <a:extLst>
                    <a:ext uri="{9D8B030D-6E8A-4147-A177-3AD203B41FA5}">
                      <a16:colId xmlns:a16="http://schemas.microsoft.com/office/drawing/2014/main" val="175548143"/>
                    </a:ext>
                  </a:extLst>
                </a:gridCol>
                <a:gridCol w="4116294">
                  <a:extLst>
                    <a:ext uri="{9D8B030D-6E8A-4147-A177-3AD203B41FA5}">
                      <a16:colId xmlns:a16="http://schemas.microsoft.com/office/drawing/2014/main" val="1719748567"/>
                    </a:ext>
                  </a:extLst>
                </a:gridCol>
                <a:gridCol w="4136928">
                  <a:extLst>
                    <a:ext uri="{9D8B030D-6E8A-4147-A177-3AD203B41FA5}">
                      <a16:colId xmlns:a16="http://schemas.microsoft.com/office/drawing/2014/main" val="30860262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Feature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HBase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Relational DB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3410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Schema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Flexible (schema-less columns)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Fixed schema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737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Row 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Rows can have different columns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Rows have same set of columns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46638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Access Pattern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Real-time random read/write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Typically, transactional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3286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Query Language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API (Java, REST, Thrift)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SQL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3798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Storage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Column-oriented, sparse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Row-oriented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9831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Best Use 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Time-series, logs, IoT, real-time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Structured, normalized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23958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69906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Spark</a:t>
            </a:r>
            <a:endParaRPr sz="28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4277E2-2BAC-D76F-20C6-A50B542D2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7128392" cy="49910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12065" marR="306070" indent="0">
              <a:lnSpc>
                <a:spcPct val="70000"/>
              </a:lnSpc>
              <a:spcBef>
                <a:spcPts val="715"/>
              </a:spcBef>
              <a:buNone/>
              <a:tabLst>
                <a:tab pos="241300" algn="l"/>
              </a:tabLst>
            </a:pPr>
            <a:r>
              <a:rPr lang="en-US" sz="1600" b="1" dirty="0">
                <a:latin typeface="Calibri"/>
                <a:ea typeface="Calibri"/>
                <a:cs typeface="Calibri"/>
              </a:rPr>
              <a:t>Definition:</a:t>
            </a:r>
          </a:p>
          <a:p>
            <a:pPr marL="241300" marR="306070" indent="-229235">
              <a:lnSpc>
                <a:spcPct val="70000"/>
              </a:lnSpc>
              <a:spcBef>
                <a:spcPts val="7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dirty="0">
                <a:latin typeface="Calibri"/>
                <a:cs typeface="Calibri"/>
              </a:rPr>
              <a:t>Apache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Spark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open-</a:t>
            </a:r>
            <a:r>
              <a:rPr lang="en-US" sz="1600" dirty="0">
                <a:latin typeface="Calibri"/>
                <a:cs typeface="Calibri"/>
              </a:rPr>
              <a:t>source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distributed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processing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engine </a:t>
            </a:r>
            <a:r>
              <a:rPr lang="en-US" sz="1600" dirty="0">
                <a:latin typeface="Calibri"/>
                <a:cs typeface="Calibri"/>
              </a:rPr>
              <a:t>optimized</a:t>
            </a:r>
            <a:r>
              <a:rPr lang="en-US" sz="1600" spc="-6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large-</a:t>
            </a:r>
            <a:r>
              <a:rPr lang="en-US" sz="1600" dirty="0">
                <a:latin typeface="Calibri"/>
                <a:cs typeface="Calibri"/>
              </a:rPr>
              <a:t>scale</a:t>
            </a:r>
            <a:r>
              <a:rPr lang="en-US" sz="1600" spc="-7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processing.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241300" marR="63500" indent="-229235">
              <a:lnSpc>
                <a:spcPct val="70000"/>
              </a:lnSpc>
              <a:spcBef>
                <a:spcPts val="10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spc="-10" dirty="0">
                <a:latin typeface="Calibri"/>
                <a:cs typeface="Calibri"/>
              </a:rPr>
              <a:t>In-</a:t>
            </a:r>
            <a:r>
              <a:rPr lang="en-US" sz="1600" dirty="0">
                <a:latin typeface="Calibri"/>
                <a:cs typeface="Calibri"/>
              </a:rPr>
              <a:t>Memory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Processing:</a:t>
            </a:r>
            <a:r>
              <a:rPr lang="en-US" sz="1600" spc="-7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Spark</a:t>
            </a:r>
            <a:r>
              <a:rPr lang="en-US" sz="1600" spc="-6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keeps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in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memory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between transformations,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speeding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up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processing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times</a:t>
            </a:r>
            <a:r>
              <a:rPr lang="en-US" sz="1600" spc="-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significantly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compared </a:t>
            </a:r>
            <a:r>
              <a:rPr lang="en-US" sz="1600" dirty="0">
                <a:latin typeface="Calibri"/>
                <a:cs typeface="Calibri"/>
              </a:rPr>
              <a:t>to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disk-</a:t>
            </a:r>
            <a:r>
              <a:rPr lang="en-US" sz="1600" dirty="0">
                <a:latin typeface="Calibri"/>
                <a:cs typeface="Calibri"/>
              </a:rPr>
              <a:t>based</a:t>
            </a:r>
            <a:r>
              <a:rPr lang="en-US" sz="1600" spc="-10" dirty="0">
                <a:latin typeface="Calibri"/>
                <a:cs typeface="Calibri"/>
              </a:rPr>
              <a:t> MapReduce.</a:t>
            </a:r>
            <a:endParaRPr lang="en-US" sz="1600" dirty="0">
              <a:latin typeface="Calibri"/>
              <a:cs typeface="Calibri"/>
            </a:endParaRPr>
          </a:p>
          <a:p>
            <a:pPr marL="241300" marR="103505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dirty="0">
                <a:latin typeface="Calibri"/>
                <a:cs typeface="Calibri"/>
              </a:rPr>
              <a:t>Spark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can handle both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batch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real-time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processing.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241300" marR="5080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dirty="0">
                <a:latin typeface="Calibri"/>
                <a:cs typeface="Calibri"/>
              </a:rPr>
              <a:t>Spark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offers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APIs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various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languages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(Java,</a:t>
            </a:r>
            <a:r>
              <a:rPr lang="en-US" sz="1600" spc="-6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Scala,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Python,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R)</a:t>
            </a:r>
            <a:r>
              <a:rPr lang="en-US" sz="1600" spc="-30" dirty="0">
                <a:latin typeface="Calibri"/>
                <a:cs typeface="Calibri"/>
              </a:rPr>
              <a:t>.</a:t>
            </a:r>
            <a:endParaRPr lang="en-US" sz="1600" dirty="0">
              <a:latin typeface="Calibri"/>
              <a:cs typeface="Calibri"/>
            </a:endParaRPr>
          </a:p>
          <a:p>
            <a:pPr marL="12700" indent="0">
              <a:lnSpc>
                <a:spcPts val="2020"/>
              </a:lnSpc>
              <a:spcBef>
                <a:spcPts val="395"/>
              </a:spcBef>
              <a:buNone/>
              <a:tabLst>
                <a:tab pos="241300" algn="l"/>
              </a:tabLst>
            </a:pPr>
            <a:r>
              <a:rPr lang="en-US" sz="1600" b="1" dirty="0">
                <a:latin typeface="Calibri"/>
                <a:cs typeface="Calibri"/>
              </a:rPr>
              <a:t>Core</a:t>
            </a:r>
            <a:r>
              <a:rPr lang="en-US" sz="1600" b="1" spc="-60" dirty="0">
                <a:latin typeface="Calibri"/>
                <a:cs typeface="Calibri"/>
              </a:rPr>
              <a:t> </a:t>
            </a:r>
            <a:r>
              <a:rPr lang="en-US" sz="1600" b="1" spc="-10" dirty="0">
                <a:latin typeface="Calibri"/>
                <a:cs typeface="Calibri"/>
              </a:rPr>
              <a:t>Components:</a:t>
            </a:r>
            <a:endParaRPr lang="en-US" sz="1600" b="1" dirty="0">
              <a:latin typeface="Calibri"/>
              <a:cs typeface="Calibri"/>
            </a:endParaRPr>
          </a:p>
          <a:p>
            <a:pPr marL="512445" lvl="1" indent="-342900">
              <a:lnSpc>
                <a:spcPts val="1510"/>
              </a:lnSpc>
              <a:buAutoNum type="arabicPeriod"/>
              <a:tabLst>
                <a:tab pos="973138" algn="l"/>
              </a:tabLst>
            </a:pPr>
            <a:r>
              <a:rPr lang="en-US" sz="1600" b="1" dirty="0">
                <a:latin typeface="Calibri"/>
                <a:cs typeface="Calibri"/>
              </a:rPr>
              <a:t>Spark</a:t>
            </a:r>
            <a:r>
              <a:rPr lang="en-US" sz="1600" b="1" spc="-25" dirty="0">
                <a:latin typeface="Calibri"/>
                <a:cs typeface="Calibri"/>
              </a:rPr>
              <a:t> </a:t>
            </a:r>
            <a:r>
              <a:rPr lang="en-US" sz="1600" b="1" dirty="0">
                <a:latin typeface="Calibri"/>
                <a:cs typeface="Calibri"/>
              </a:rPr>
              <a:t>Core:</a:t>
            </a:r>
            <a:r>
              <a:rPr lang="en-US" sz="1600" b="1" spc="-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The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foundation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Spark’s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API,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handling</a:t>
            </a:r>
            <a:r>
              <a:rPr lang="en-US" sz="1600" spc="-6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basic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data p</a:t>
            </a:r>
            <a:r>
              <a:rPr lang="en-US" sz="1600" dirty="0">
                <a:latin typeface="Calibri"/>
                <a:cs typeface="Calibri"/>
              </a:rPr>
              <a:t>rocessing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distributing</a:t>
            </a:r>
            <a:r>
              <a:rPr lang="en-US" sz="1600" spc="-7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tasks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across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the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cluster.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512445" marR="585470" lvl="1" indent="-342900">
              <a:lnSpc>
                <a:spcPct val="70000"/>
              </a:lnSpc>
              <a:spcBef>
                <a:spcPts val="515"/>
              </a:spcBef>
              <a:buAutoNum type="arabicPeriod" startAt="2"/>
              <a:tabLst>
                <a:tab pos="973138" algn="l"/>
              </a:tabLst>
            </a:pPr>
            <a:r>
              <a:rPr lang="en-US" sz="1600" b="1" dirty="0">
                <a:latin typeface="Calibri"/>
                <a:cs typeface="Calibri"/>
              </a:rPr>
              <a:t>Spark</a:t>
            </a:r>
            <a:r>
              <a:rPr lang="en-US" sz="1600" b="1" spc="-30" dirty="0">
                <a:latin typeface="Calibri"/>
                <a:cs typeface="Calibri"/>
              </a:rPr>
              <a:t> </a:t>
            </a:r>
            <a:r>
              <a:rPr lang="en-US" sz="1600" b="1" dirty="0">
                <a:latin typeface="Calibri"/>
                <a:cs typeface="Calibri"/>
              </a:rPr>
              <a:t>SQL:</a:t>
            </a:r>
            <a:r>
              <a:rPr lang="en-US" sz="1600" b="1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Enables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SQL-</a:t>
            </a:r>
            <a:r>
              <a:rPr lang="en-US" sz="1600" dirty="0">
                <a:latin typeface="Calibri"/>
                <a:cs typeface="Calibri"/>
              </a:rPr>
              <a:t>like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queries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on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stored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in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distributed </a:t>
            </a:r>
            <a:r>
              <a:rPr lang="en-US" sz="1600" dirty="0">
                <a:latin typeface="Calibri"/>
                <a:cs typeface="Calibri"/>
              </a:rPr>
              <a:t>datasets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(</a:t>
            </a:r>
            <a:r>
              <a:rPr lang="en-US" sz="1600" spc="-10" dirty="0" err="1">
                <a:latin typeface="Calibri"/>
                <a:cs typeface="Calibri"/>
              </a:rPr>
              <a:t>DataFrames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Datasets).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512445" marR="83820" lvl="1" indent="-342900">
              <a:lnSpc>
                <a:spcPct val="70000"/>
              </a:lnSpc>
              <a:spcBef>
                <a:spcPts val="509"/>
              </a:spcBef>
              <a:buAutoNum type="arabicPeriod" startAt="2"/>
              <a:tabLst>
                <a:tab pos="973138" algn="l"/>
              </a:tabLst>
            </a:pPr>
            <a:r>
              <a:rPr lang="en-US" sz="1600" b="1" dirty="0">
                <a:latin typeface="Calibri"/>
                <a:cs typeface="Calibri"/>
              </a:rPr>
              <a:t>Spark</a:t>
            </a:r>
            <a:r>
              <a:rPr lang="en-US" sz="1600" b="1" spc="-25" dirty="0">
                <a:latin typeface="Calibri"/>
                <a:cs typeface="Calibri"/>
              </a:rPr>
              <a:t> </a:t>
            </a:r>
            <a:r>
              <a:rPr lang="en-US" sz="1600" b="1" dirty="0">
                <a:latin typeface="Calibri"/>
                <a:cs typeface="Calibri"/>
              </a:rPr>
              <a:t>Streaming:</a:t>
            </a:r>
            <a:r>
              <a:rPr lang="en-US" sz="1600" b="1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Allows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processing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of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real-</a:t>
            </a:r>
            <a:r>
              <a:rPr lang="en-US" sz="1600" dirty="0">
                <a:latin typeface="Calibri"/>
                <a:cs typeface="Calibri"/>
              </a:rPr>
              <a:t>time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streams,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enabling </a:t>
            </a:r>
            <a:r>
              <a:rPr lang="en-US" sz="1600" dirty="0">
                <a:latin typeface="Calibri"/>
                <a:cs typeface="Calibri"/>
              </a:rPr>
              <a:t>near</a:t>
            </a:r>
            <a:r>
              <a:rPr lang="en-US" sz="1600" spc="-10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real-</a:t>
            </a:r>
            <a:r>
              <a:rPr lang="en-US" sz="1600" dirty="0">
                <a:latin typeface="Calibri"/>
                <a:cs typeface="Calibri"/>
              </a:rPr>
              <a:t>time</a:t>
            </a:r>
            <a:r>
              <a:rPr lang="en-US" sz="1600" spc="1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analytics.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512445" lvl="1" indent="-342900">
              <a:lnSpc>
                <a:spcPts val="1495"/>
              </a:lnSpc>
              <a:buAutoNum type="arabicPeriod" startAt="2"/>
              <a:tabLst>
                <a:tab pos="973138" algn="l"/>
              </a:tabLst>
            </a:pPr>
            <a:r>
              <a:rPr lang="en-US" sz="1600" b="1" dirty="0" err="1">
                <a:latin typeface="Calibri"/>
                <a:cs typeface="Calibri"/>
              </a:rPr>
              <a:t>MLlib</a:t>
            </a:r>
            <a:r>
              <a:rPr lang="en-US" sz="1600" b="1" dirty="0">
                <a:latin typeface="Calibri"/>
                <a:cs typeface="Calibri"/>
              </a:rPr>
              <a:t>:</a:t>
            </a:r>
            <a:r>
              <a:rPr lang="en-US" sz="1600" b="1" spc="-4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Spark’s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machine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learning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library,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offering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tools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scalable </a:t>
            </a:r>
            <a:r>
              <a:rPr lang="en-US" sz="1600" dirty="0">
                <a:latin typeface="Calibri"/>
                <a:cs typeface="Calibri"/>
              </a:rPr>
              <a:t>machine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learning.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512445" lvl="1" indent="-342900">
              <a:lnSpc>
                <a:spcPts val="1775"/>
              </a:lnSpc>
              <a:buAutoNum type="arabicPeriod" startAt="5"/>
              <a:tabLst>
                <a:tab pos="973138" algn="l"/>
              </a:tabLst>
            </a:pPr>
            <a:r>
              <a:rPr lang="en-US" sz="1600" b="1" dirty="0" err="1">
                <a:latin typeface="Calibri"/>
                <a:cs typeface="Calibri"/>
              </a:rPr>
              <a:t>GraphX</a:t>
            </a:r>
            <a:r>
              <a:rPr lang="en-US" sz="1600" b="1" dirty="0">
                <a:latin typeface="Calibri"/>
                <a:cs typeface="Calibri"/>
              </a:rPr>
              <a:t>:</a:t>
            </a:r>
            <a:r>
              <a:rPr lang="en-US" sz="1600" b="1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graph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processing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library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20" dirty="0">
                <a:latin typeface="Calibri"/>
                <a:cs typeface="Calibri"/>
              </a:rPr>
              <a:t>large-</a:t>
            </a:r>
            <a:r>
              <a:rPr lang="en-US" sz="1600" dirty="0">
                <a:latin typeface="Calibri"/>
                <a:cs typeface="Calibri"/>
              </a:rPr>
              <a:t>scale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graph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computations.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56120" y="1667775"/>
            <a:ext cx="1389493" cy="81317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27654" y="4669650"/>
            <a:ext cx="4446428" cy="1646621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772039" y="2841030"/>
            <a:ext cx="3957657" cy="146853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94810-6956-B8FE-E0F1-548F2181F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MapReduce vs.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29CE7-34A3-D84A-09F7-F1FE82DFE9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285750" indent="-285750"/>
            <a:r>
              <a:rPr lang="en-US" sz="1600" dirty="0">
                <a:ea typeface="+mn-lt"/>
                <a:cs typeface="+mn-lt"/>
              </a:rPr>
              <a:t>MapReduce is a first-generation distributed data processing system. It processes data that is parallelizable and performs computation on a distributed, horizontally scalable infrastructure. </a:t>
            </a:r>
          </a:p>
          <a:p>
            <a:pPr marL="285750" indent="-285750"/>
            <a:r>
              <a:rPr lang="en-US" sz="1600" dirty="0">
                <a:ea typeface="+mn-lt"/>
                <a:cs typeface="+mn-lt"/>
              </a:rPr>
              <a:t>As a distributed system, MapReduce applies a particular linear data flow structure, which consists of MapReduce programs that read input from a disk, map a function across the data, reduce the resulting data of the map, and store it on the disk again.</a:t>
            </a:r>
            <a:endParaRPr lang="en-US" sz="1600" dirty="0">
              <a:ea typeface="Calibri"/>
              <a:cs typeface="Calibri"/>
            </a:endParaRPr>
          </a:p>
          <a:p>
            <a:pPr marL="285750" indent="-285750"/>
            <a:endParaRPr lang="en-US" sz="1600" dirty="0">
              <a:ea typeface="+mn-lt"/>
              <a:cs typeface="+mn-lt"/>
            </a:endParaRPr>
          </a:p>
          <a:p>
            <a:pPr marL="285750" indent="-285750"/>
            <a:endParaRPr lang="en-US" sz="1600" dirty="0">
              <a:ea typeface="+mn-lt"/>
              <a:cs typeface="+mn-lt"/>
            </a:endParaRPr>
          </a:p>
          <a:p>
            <a:pPr marL="285750" indent="-285750"/>
            <a:endParaRPr lang="en-US" sz="1600" dirty="0">
              <a:ea typeface="+mn-lt"/>
              <a:cs typeface="+mn-lt"/>
            </a:endParaRPr>
          </a:p>
          <a:p>
            <a:pPr marL="285750" indent="-285750"/>
            <a:r>
              <a:rPr lang="en-US" sz="1600" dirty="0">
                <a:ea typeface="+mn-lt"/>
                <a:cs typeface="+mn-lt"/>
              </a:rPr>
              <a:t>Spark is a third-generation data processing framework that enhances MapReduce’s performance by processing data in memory instead of writing them to the disk in each step. </a:t>
            </a:r>
            <a:endParaRPr lang="en-US" sz="1600" dirty="0">
              <a:ea typeface="Calibri"/>
              <a:cs typeface="Calibri"/>
            </a:endParaRPr>
          </a:p>
          <a:p>
            <a:pPr marL="285750" indent="-285750"/>
            <a:r>
              <a:rPr lang="en-US" sz="1600" dirty="0">
                <a:ea typeface="+mn-lt"/>
                <a:cs typeface="+mn-lt"/>
              </a:rPr>
              <a:t>Spark distributes the in-memory data in a logically partitioned way on many machines and calls these Resilient Distributed Datasets (RDDs), which are then used as an abstraction layer to manage the logically distributed data.</a:t>
            </a:r>
            <a:endParaRPr lang="en-US" sz="1600" dirty="0">
              <a:ea typeface="Calibri" panose="020F0502020204030204"/>
              <a:cs typeface="Calibri" panose="020F0502020204030204"/>
            </a:endParaRPr>
          </a:p>
          <a:p>
            <a:pPr marL="285750" indent="-285750"/>
            <a:endParaRPr lang="en-US" sz="1600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4" name="Picture 3" descr="A diagram of a cylinder&#10;&#10;AI-generated content may be incorrect.">
            <a:extLst>
              <a:ext uri="{FF2B5EF4-FFF2-40B4-BE49-F238E27FC236}">
                <a16:creationId xmlns:a16="http://schemas.microsoft.com/office/drawing/2014/main" id="{78519047-ADEA-92C2-247C-84D5B70346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6549" y="2831977"/>
            <a:ext cx="5556532" cy="1200789"/>
          </a:xfrm>
          <a:prstGeom prst="rect">
            <a:avLst/>
          </a:prstGeom>
        </p:spPr>
      </p:pic>
      <p:pic>
        <p:nvPicPr>
          <p:cNvPr id="5" name="Picture 4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8F67E074-5434-08BD-8BD1-BAAB11107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1221" y="5156804"/>
            <a:ext cx="6541063" cy="13861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962A98-4E4C-ECF1-BFA0-EDDF016A1D0C}"/>
              </a:ext>
            </a:extLst>
          </p:cNvPr>
          <p:cNvSpPr txBox="1"/>
          <p:nvPr/>
        </p:nvSpPr>
        <p:spPr>
          <a:xfrm>
            <a:off x="4205161" y="6612541"/>
            <a:ext cx="4166050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000" dirty="0">
                <a:hlinkClick r:id="rId4"/>
              </a:rPr>
              <a:t>https://www.redpanda.com/blog/data-stream-processing-spark-flink-ksqldb</a:t>
            </a:r>
            <a:endParaRPr lang="en-US" sz="10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599595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97513"/>
            <a:ext cx="11148158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6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Kafka</a:t>
            </a:r>
            <a:r>
              <a:rPr sz="2800" spc="-65">
                <a:solidFill>
                  <a:srgbClr val="FFFFFF"/>
                </a:solidFill>
              </a:rPr>
              <a:t> </a:t>
            </a:r>
            <a:r>
              <a:rPr lang="en-US" sz="2800">
                <a:solidFill>
                  <a:srgbClr val="FFFFFF"/>
                </a:solidFill>
              </a:rPr>
              <a:t>–</a:t>
            </a:r>
            <a:r>
              <a:rPr sz="2800" spc="-50">
                <a:solidFill>
                  <a:srgbClr val="FFFFFF"/>
                </a:solidFill>
              </a:rPr>
              <a:t> </a:t>
            </a:r>
            <a:r>
              <a:rPr lang="en-US" sz="2800">
                <a:solidFill>
                  <a:srgbClr val="FFFFFF"/>
                </a:solidFill>
              </a:rPr>
              <a:t>Messaging System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843AE0-4921-7733-0D3B-33D489EDB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7475869" cy="49910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41300" indent="-228600">
              <a:lnSpc>
                <a:spcPts val="1939"/>
              </a:lnSpc>
              <a:spcBef>
                <a:spcPts val="9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lang="en-US"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Kafka</a:t>
            </a:r>
            <a:r>
              <a:rPr lang="en-US" sz="2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z="20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2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distributed</a:t>
            </a:r>
            <a:r>
              <a:rPr lang="en-US" sz="20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event</a:t>
            </a:r>
            <a:r>
              <a:rPr lang="en-US"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streaming</a:t>
            </a:r>
            <a:r>
              <a:rPr lang="en-US"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platform</a:t>
            </a:r>
            <a:r>
              <a:rPr lang="en-US"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35" dirty="0">
                <a:solidFill>
                  <a:srgbClr val="FF0000"/>
                </a:solidFill>
                <a:latin typeface="Calibri"/>
                <a:cs typeface="Calibri"/>
              </a:rPr>
              <a:t>to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handle</a:t>
            </a:r>
            <a:r>
              <a:rPr lang="en-US"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20" dirty="0">
                <a:solidFill>
                  <a:srgbClr val="FF0000"/>
                </a:solidFill>
                <a:latin typeface="Calibri"/>
                <a:cs typeface="Calibri"/>
              </a:rPr>
              <a:t>high-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throughput,</a:t>
            </a:r>
            <a:r>
              <a:rPr lang="en-US" sz="2000" spc="-20" dirty="0">
                <a:solidFill>
                  <a:srgbClr val="FF0000"/>
                </a:solidFill>
                <a:latin typeface="Calibri"/>
                <a:cs typeface="Calibri"/>
              </a:rPr>
              <a:t> real-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time</a:t>
            </a:r>
            <a:r>
              <a:rPr lang="en-US" sz="20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lang="en-US" sz="20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feeds.</a:t>
            </a:r>
            <a:endParaRPr lang="en-US" sz="2000" dirty="0">
              <a:solidFill>
                <a:srgbClr val="FF0000"/>
              </a:solidFill>
              <a:latin typeface="Calibri"/>
              <a:cs typeface="Calibri"/>
            </a:endParaRPr>
          </a:p>
          <a:p>
            <a:pPr marL="241300" marR="113030" indent="-229235">
              <a:lnSpc>
                <a:spcPct val="7000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Originally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developed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by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0070C0"/>
                </a:solidFill>
                <a:latin typeface="Calibri"/>
                <a:cs typeface="Calibri"/>
              </a:rPr>
              <a:t>LinkedIn</a:t>
            </a:r>
            <a:r>
              <a:rPr lang="en-US" sz="2000" spc="-10" dirty="0">
                <a:latin typeface="Calibri"/>
                <a:cs typeface="Calibri"/>
              </a:rPr>
              <a:t>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Kafka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has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become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backbone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pipelines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real-</a:t>
            </a:r>
            <a:r>
              <a:rPr lang="en-US" sz="2000" dirty="0">
                <a:latin typeface="Calibri"/>
                <a:cs typeface="Calibri"/>
              </a:rPr>
              <a:t>time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analytics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many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large-</a:t>
            </a:r>
            <a:r>
              <a:rPr lang="en-US" sz="2000" spc="-10" dirty="0">
                <a:latin typeface="Calibri"/>
                <a:cs typeface="Calibri"/>
              </a:rPr>
              <a:t>scale systems.</a:t>
            </a:r>
            <a:endParaRPr lang="en-US" sz="2000" dirty="0">
              <a:latin typeface="Calibri"/>
              <a:cs typeface="Calibri"/>
            </a:endParaRPr>
          </a:p>
          <a:p>
            <a:pPr marL="239395" marR="260350" indent="-226695" algn="just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serves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as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message</a:t>
            </a:r>
            <a:r>
              <a:rPr lang="en-US"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broker</a:t>
            </a:r>
            <a:r>
              <a:rPr lang="en-US" sz="20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allows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various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applications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to 	</a:t>
            </a:r>
            <a:r>
              <a:rPr lang="en-US" sz="2000" dirty="0">
                <a:latin typeface="Calibri"/>
                <a:cs typeface="Calibri"/>
              </a:rPr>
              <a:t>produce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consume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streams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reliably,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efficiently,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pc="-50" dirty="0">
                <a:latin typeface="Calibri"/>
                <a:cs typeface="Calibri"/>
              </a:rPr>
              <a:t>with low latency and </a:t>
            </a:r>
            <a:r>
              <a:rPr lang="en-US" sz="2000" spc="-25" dirty="0">
                <a:latin typeface="Calibri"/>
                <a:cs typeface="Calibri"/>
              </a:rPr>
              <a:t>at 	</a:t>
            </a:r>
            <a:r>
              <a:rPr lang="en-US" sz="2000" spc="-10" dirty="0">
                <a:latin typeface="Calibri"/>
                <a:cs typeface="Calibri"/>
              </a:rPr>
              <a:t>scale.</a:t>
            </a:r>
            <a:endParaRPr lang="en-US" dirty="0">
              <a:latin typeface="Calibri"/>
              <a:cs typeface="Calibri"/>
            </a:endParaRPr>
          </a:p>
          <a:p>
            <a:pPr marL="239395" marR="260350" indent="-226695" algn="just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Architecture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endParaRPr lang="en-US" sz="2000" dirty="0">
              <a:latin typeface="Calibri"/>
              <a:ea typeface="Calibri"/>
              <a:cs typeface="Calibri"/>
            </a:endParaRPr>
          </a:p>
          <a:p>
            <a:pPr marL="698500" lvl="1">
              <a:lnSpc>
                <a:spcPct val="100000"/>
              </a:lnSpc>
              <a:spcBef>
                <a:spcPts val="31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dirty="0">
                <a:latin typeface="Calibri"/>
                <a:cs typeface="Calibri"/>
              </a:rPr>
              <a:t>Producer:</a:t>
            </a:r>
            <a:r>
              <a:rPr lang="en-US" b="1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application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that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sends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data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Kafka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topics.</a:t>
            </a:r>
            <a:endParaRPr lang="en-US" dirty="0">
              <a:latin typeface="Calibri"/>
              <a:cs typeface="Calibri"/>
            </a:endParaRPr>
          </a:p>
          <a:p>
            <a:pPr marL="698500" lvl="1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dirty="0">
                <a:latin typeface="Calibri"/>
                <a:cs typeface="Calibri"/>
              </a:rPr>
              <a:t>Consumer:</a:t>
            </a:r>
            <a:r>
              <a:rPr lang="en-US" b="1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application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that</a:t>
            </a:r>
            <a:r>
              <a:rPr lang="en-US" spc="-7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reads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data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from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Kafka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topics.</a:t>
            </a:r>
            <a:endParaRPr lang="en-US" dirty="0">
              <a:latin typeface="Calibri"/>
              <a:cs typeface="Calibri"/>
            </a:endParaRPr>
          </a:p>
          <a:p>
            <a:pPr marL="698500" lvl="1">
              <a:lnSpc>
                <a:spcPts val="1939"/>
              </a:lnSpc>
              <a:spcBef>
                <a:spcPts val="32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spc="-10" dirty="0">
                <a:latin typeface="Calibri"/>
                <a:cs typeface="Calibri"/>
              </a:rPr>
              <a:t>Broker:</a:t>
            </a:r>
            <a:r>
              <a:rPr lang="en-US" b="1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Kafka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server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that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stores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data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serves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it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consumers.</a:t>
            </a:r>
            <a:endParaRPr lang="en-US" dirty="0">
              <a:latin typeface="Calibri"/>
              <a:cs typeface="Calibri"/>
            </a:endParaRPr>
          </a:p>
          <a:p>
            <a:pPr marL="698500" lvl="1">
              <a:lnSpc>
                <a:spcPts val="1939"/>
              </a:lnSpc>
            </a:pPr>
            <a:r>
              <a:rPr lang="en-US" spc="-10" dirty="0">
                <a:latin typeface="Calibri"/>
                <a:cs typeface="Calibri"/>
              </a:rPr>
              <a:t>Kafka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clusters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consist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of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multiple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brokers.</a:t>
            </a:r>
            <a:endParaRPr lang="en-US" dirty="0">
              <a:latin typeface="Calibri"/>
              <a:cs typeface="Calibri"/>
            </a:endParaRPr>
          </a:p>
          <a:p>
            <a:pPr marL="698500" marR="48895" lvl="1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spc="-20" dirty="0">
                <a:latin typeface="Calibri"/>
                <a:cs typeface="Calibri"/>
              </a:rPr>
              <a:t>Topic:</a:t>
            </a:r>
            <a:r>
              <a:rPr lang="en-US" b="1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category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or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feed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name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which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records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are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published. </a:t>
            </a:r>
            <a:r>
              <a:rPr lang="en-US" dirty="0">
                <a:latin typeface="Calibri"/>
                <a:cs typeface="Calibri"/>
              </a:rPr>
              <a:t>Each</a:t>
            </a:r>
            <a:r>
              <a:rPr lang="en-US" spc="-7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topic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can</a:t>
            </a:r>
            <a:r>
              <a:rPr lang="en-US" spc="-7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have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multiple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partitions,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helping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Kafka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parallelize </a:t>
            </a:r>
            <a:r>
              <a:rPr lang="en-US" dirty="0">
                <a:latin typeface="Calibri"/>
                <a:cs typeface="Calibri"/>
              </a:rPr>
              <a:t>data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across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cluster.</a:t>
            </a:r>
            <a:endParaRPr lang="en-US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15038" y="2620264"/>
            <a:ext cx="4287520" cy="301853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64051" y="1603355"/>
            <a:ext cx="1789494" cy="901375"/>
          </a:xfrm>
          <a:prstGeom prst="rect">
            <a:avLst/>
          </a:prstGeom>
        </p:spPr>
      </p:pic>
      <p:pic>
        <p:nvPicPr>
          <p:cNvPr id="2050" name="Picture 2" descr="Profile for LinkedIn">
            <a:extLst>
              <a:ext uri="{FF2B5EF4-FFF2-40B4-BE49-F238E27FC236}">
                <a16:creationId xmlns:a16="http://schemas.microsoft.com/office/drawing/2014/main" id="{232D760D-CBEA-0B66-CBCC-A5D70A94C9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8998" y="2331984"/>
            <a:ext cx="240458" cy="240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30C9F-C77E-4AB9-8B37-B395A98C4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Kafka in E-Commerce Order 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6437A-A221-4888-A133-89AFA711B8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Scenario: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An online store uses </a:t>
            </a: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Kafka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to manage orders, inventory, payments, and shipping in real time.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Process Flow: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A customer places an order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on the storefront (website/app).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The order details are sent to the </a:t>
            </a: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Kafka orders topic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The </a:t>
            </a: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Order Processing Service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consumes the order, checks inventory, and verifies payment.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If items are in stock, the order is confirmed, and a message is sent to the </a:t>
            </a: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Inventory &amp; Payment topics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Once the payment is confirmed, the </a:t>
            </a: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Shipping Service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picks up the order details from Kafka and generates a shipment.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The </a:t>
            </a:r>
            <a:r>
              <a:rPr lang="en-US" b="1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Customer Notification Service</a:t>
            </a:r>
            <a:r>
              <a:rPr lang="en-US" dirty="0"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listens for updates and sends notifications.</a:t>
            </a:r>
            <a:endParaRPr lang="en-US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42980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D6F9A-2348-B360-8E14-0C3C944F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E-commerce Order Processing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F16E01-2357-57A8-F73D-5B0A21E0FE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b="1" dirty="0"/>
              <a:t>1. Order Initiation - The Story Begins</a:t>
            </a:r>
          </a:p>
          <a:p>
            <a:r>
              <a:rPr lang="en-US" b="1" dirty="0"/>
              <a:t>What's happening:</a:t>
            </a:r>
            <a:r>
              <a:rPr lang="en-US" dirty="0"/>
              <a:t> Sarah is shopping on your e-commerce website. She's added a few items to her cart - a blue sweater, some headphones, and a coffee mug. After reviewing everything, she clicks the "Place Order" button.</a:t>
            </a:r>
          </a:p>
          <a:p>
            <a:r>
              <a:rPr lang="en-US" b="1" dirty="0"/>
              <a:t>Behind the scenes:</a:t>
            </a:r>
            <a:r>
              <a:rPr lang="en-US" dirty="0"/>
              <a:t> The moment Sarah hits that button, your website (the Online Storefront) springs into action. It's like a cashier at a store who just received Sarah's order and now needs to tell everyone else in the company about it.</a:t>
            </a:r>
          </a:p>
          <a:p>
            <a:r>
              <a:rPr lang="en-US" b="1" dirty="0"/>
              <a:t>The Handoff:</a:t>
            </a:r>
            <a:r>
              <a:rPr lang="en-US" dirty="0"/>
              <a:t> The website doesn't try to handle everything itself. Instead, it creates a detailed "order slip" with all of Sarah's information:</a:t>
            </a:r>
          </a:p>
          <a:p>
            <a:pPr lvl="1"/>
            <a:r>
              <a:rPr lang="en-US" dirty="0"/>
              <a:t>A unique order number (like #ORD-12345)</a:t>
            </a:r>
          </a:p>
          <a:p>
            <a:pPr lvl="1"/>
            <a:r>
              <a:rPr lang="en-US" dirty="0"/>
              <a:t>Sarah's details (name, email, shipping address)</a:t>
            </a:r>
          </a:p>
          <a:p>
            <a:pPr lvl="1"/>
            <a:r>
              <a:rPr lang="en-US" dirty="0"/>
              <a:t>What she ordered (blue sweater size M, wireless headphones, ceramic mug)</a:t>
            </a:r>
          </a:p>
          <a:p>
            <a:pPr lvl="1"/>
            <a:r>
              <a:rPr lang="en-US" dirty="0"/>
              <a:t>How many of each item</a:t>
            </a:r>
          </a:p>
          <a:p>
            <a:pPr lvl="1"/>
            <a:r>
              <a:rPr lang="en-US" dirty="0"/>
              <a:t>The total amount she needs to pay ($89.97)</a:t>
            </a:r>
          </a:p>
          <a:p>
            <a:pPr lvl="1"/>
            <a:r>
              <a:rPr lang="en-US" dirty="0"/>
              <a:t>This is like posting a message on a company bulletin board that says "New order just came in!" - except it's instant and digital.</a:t>
            </a:r>
            <a:endParaRPr lang="ar-JO" dirty="0"/>
          </a:p>
          <a:p>
            <a:r>
              <a:rPr lang="en-US" b="1" dirty="0"/>
              <a:t>The Announcement:</a:t>
            </a:r>
            <a:r>
              <a:rPr lang="en-US" dirty="0"/>
              <a:t> The website then puts this order slip into a digital "mailbox" called the orders topic in Kafka.</a:t>
            </a:r>
          </a:p>
          <a:p>
            <a:r>
              <a:rPr lang="en-US" b="1" dirty="0"/>
              <a:t>Why this matters:</a:t>
            </a:r>
            <a:r>
              <a:rPr lang="en-US" dirty="0"/>
              <a:t> By putting the order into this shared mailbox, the website is essentially saying "Hey, Order Processing team, we've got a new order for you to handle!" The website's job is done - it just needs to pass the baton to the next person in line.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61223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00CDB-1A99-D735-46CE-D6D8E3926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E-commerce Order Processing Flow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6EEA6C2-C8BF-56C5-0A56-555B6FC2D41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65670" y="1570037"/>
            <a:ext cx="5474689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2. Order Validation &amp; Processing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Trigger: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New order event received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Actor: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Order Processing Service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Actions: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Validates order details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Checks customer information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Requests inventory check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Decision Point: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Is order valid?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Valid: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Continue to inventory check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Invalid: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Send failure notification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3. Inventory Check &amp; Reserve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Trigger: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Order validation complete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Actor: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Order Processing Service → Inventory Management Service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Action: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Publishes inventory request to inventory topic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Response: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Inventory Management Service confirms/denies availability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Decision Point: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Items available?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Available: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Reserve items, continue to payment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Unavailable: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Courier New" panose="02070309020205020404" pitchFamily="49" charset="0"/>
              </a:rPr>
              <a:t> Cancel order, notify customer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67932F-5902-8068-D309-FE5368A3D76E}"/>
              </a:ext>
            </a:extLst>
          </p:cNvPr>
          <p:cNvSpPr txBox="1"/>
          <p:nvPr/>
        </p:nvSpPr>
        <p:spPr>
          <a:xfrm>
            <a:off x="6251642" y="1570037"/>
            <a:ext cx="60960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4. Payment Processing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Trigger:</a:t>
            </a:r>
            <a:r>
              <a:rPr lang="en-US" altLang="en-US" sz="1400" dirty="0"/>
              <a:t> Inventory reserved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b="1" dirty="0"/>
              <a:t>Actor:</a:t>
            </a:r>
            <a:r>
              <a:rPr lang="en-US" altLang="en-US" sz="1400" dirty="0"/>
              <a:t> Order Processing Service → Payment Gateway 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b="1" dirty="0"/>
              <a:t>Action:</a:t>
            </a:r>
            <a:r>
              <a:rPr lang="en-US" altLang="en-US" sz="1400" dirty="0"/>
              <a:t> Initiates payment processing 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b="1" dirty="0"/>
              <a:t>Response:</a:t>
            </a:r>
            <a:r>
              <a:rPr lang="en-US" altLang="en-US" sz="1400" dirty="0"/>
              <a:t> Payment Gateway publishes result to payments topic 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b="1" dirty="0"/>
              <a:t>Decision Point:</a:t>
            </a:r>
            <a:r>
              <a:rPr lang="en-US" altLang="en-US" sz="1400" dirty="0"/>
              <a:t> Payment successful?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b="1" dirty="0"/>
              <a:t>Success:</a:t>
            </a:r>
            <a:r>
              <a:rPr lang="en-US" altLang="en-US" sz="1400" dirty="0"/>
              <a:t> Mark order as paid, proceed to fulfillment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b="1" dirty="0"/>
              <a:t>Failure:</a:t>
            </a:r>
            <a:r>
              <a:rPr lang="en-US" altLang="en-US" sz="1400" dirty="0"/>
              <a:t> Release inventory, cancel order, notify customer</a:t>
            </a:r>
            <a:endParaRPr lang="en-US" sz="1400" b="1" dirty="0"/>
          </a:p>
          <a:p>
            <a:pPr>
              <a:buNone/>
            </a:pPr>
            <a:r>
              <a:rPr lang="en-US" sz="1400" b="1" dirty="0"/>
              <a:t>5. Shipping Preparation</a:t>
            </a:r>
          </a:p>
          <a:p>
            <a:pPr>
              <a:buNone/>
            </a:pPr>
            <a:r>
              <a:rPr lang="en-US" sz="1400" b="1" dirty="0"/>
              <a:t>Trigger:</a:t>
            </a:r>
            <a:r>
              <a:rPr lang="en-US" sz="1400" dirty="0"/>
              <a:t> Payment confirmed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Actor:</a:t>
            </a:r>
            <a:r>
              <a:rPr lang="en-US" sz="1400" dirty="0"/>
              <a:t> Order Processing Service → Shipping 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Action:</a:t>
            </a:r>
            <a:r>
              <a:rPr lang="en-US" sz="1400" dirty="0"/>
              <a:t> Publishes shipping request to shipping topic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Data:</a:t>
            </a:r>
            <a:r>
              <a:rPr lang="en-US" sz="1400" dirty="0"/>
              <a:t> Order details, shipping address, delivery preferences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Result:</a:t>
            </a:r>
            <a:r>
              <a:rPr lang="en-US" sz="1400" dirty="0"/>
              <a:t> Shipping Service creates shipment and assigns tracking number</a:t>
            </a:r>
          </a:p>
          <a:p>
            <a:r>
              <a:rPr lang="en-US" sz="1400" b="1" dirty="0"/>
              <a:t>6. Warehouse Fulfillment</a:t>
            </a:r>
          </a:p>
          <a:p>
            <a:r>
              <a:rPr lang="en-US" sz="1400" b="1" dirty="0"/>
              <a:t>Trigger:</a:t>
            </a:r>
            <a:r>
              <a:rPr lang="en-US" sz="1400" dirty="0"/>
              <a:t> Shipping request received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Actor:</a:t>
            </a:r>
            <a:r>
              <a:rPr lang="en-US" sz="1400" dirty="0"/>
              <a:t> Warehouse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Actions:</a:t>
            </a:r>
            <a:r>
              <a:rPr lang="en-US" sz="1400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Picks items from inventory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Packages order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Updates inventory levels (publishes to inventory topic)Hands off to shipping provider</a:t>
            </a:r>
          </a:p>
          <a:p>
            <a:pPr lvl="1"/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395692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4ABED-DC71-E5BD-65F8-3FBE7C0FC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E-commerce Order Processing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296C8-8E28-572F-1F9E-9B2873D0EF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5046671" cy="49910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7. Shipping &amp; Delivery Tracking</a:t>
            </a:r>
          </a:p>
          <a:p>
            <a:pPr marL="0" indent="0">
              <a:buNone/>
            </a:pPr>
            <a:r>
              <a:rPr lang="en-US" b="1" dirty="0"/>
              <a:t>Trigger:</a:t>
            </a:r>
            <a:r>
              <a:rPr lang="en-US" dirty="0"/>
              <a:t> Package dispatched</a:t>
            </a:r>
          </a:p>
          <a:p>
            <a:pPr marL="0" indent="0">
              <a:buNone/>
            </a:pPr>
            <a:r>
              <a:rPr lang="en-US" b="1" dirty="0"/>
              <a:t>Actor:</a:t>
            </a:r>
            <a:r>
              <a:rPr lang="en-US" dirty="0"/>
              <a:t> Shipping Provider</a:t>
            </a:r>
          </a:p>
          <a:p>
            <a:pPr marL="0" indent="0">
              <a:buNone/>
            </a:pPr>
            <a:r>
              <a:rPr lang="en-US" b="1" dirty="0"/>
              <a:t>Actions:</a:t>
            </a:r>
            <a:r>
              <a:rPr lang="en-US" dirty="0"/>
              <a:t> </a:t>
            </a:r>
          </a:p>
          <a:p>
            <a:r>
              <a:rPr lang="en-US" dirty="0"/>
              <a:t>Updates delivery status</a:t>
            </a:r>
          </a:p>
          <a:p>
            <a:r>
              <a:rPr lang="en-US" dirty="0"/>
              <a:t>Publishes tracking updates to shipping topic</a:t>
            </a:r>
          </a:p>
          <a:p>
            <a:r>
              <a:rPr lang="en-US" dirty="0"/>
              <a:t>Provides delivery confirmation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3458626-ACAE-987F-4656-5A72386887EE}"/>
              </a:ext>
            </a:extLst>
          </p:cNvPr>
          <p:cNvSpPr txBox="1">
            <a:spLocks/>
          </p:cNvSpPr>
          <p:nvPr/>
        </p:nvSpPr>
        <p:spPr>
          <a:xfrm>
            <a:off x="7012383" y="1706007"/>
            <a:ext cx="4073906" cy="49910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8. Customer Notifications (Parallel Throughout)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Trigger:</a:t>
            </a:r>
            <a:r>
              <a:rPr lang="en-US" dirty="0"/>
              <a:t> Various status changes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Actor:</a:t>
            </a:r>
            <a:r>
              <a:rPr lang="en-US" dirty="0"/>
              <a:t> Customer Notification Service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Listens to: </a:t>
            </a:r>
            <a:r>
              <a:rPr lang="en-US" dirty="0"/>
              <a:t>notifications topic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Actions:</a:t>
            </a:r>
          </a:p>
          <a:p>
            <a:r>
              <a:rPr lang="en-US" dirty="0"/>
              <a:t>Order Confirmed</a:t>
            </a:r>
          </a:p>
          <a:p>
            <a:r>
              <a:rPr lang="en-US" dirty="0"/>
              <a:t>Payment processed</a:t>
            </a:r>
          </a:p>
          <a:p>
            <a:r>
              <a:rPr lang="en-US" dirty="0"/>
              <a:t>Order shipped</a:t>
            </a:r>
          </a:p>
          <a:p>
            <a:r>
              <a:rPr lang="en-US" dirty="0"/>
              <a:t>Out for delivery</a:t>
            </a:r>
          </a:p>
          <a:p>
            <a:r>
              <a:rPr lang="en-US" dirty="0"/>
              <a:t>Delivered</a:t>
            </a:r>
          </a:p>
          <a:p>
            <a:r>
              <a:rPr lang="en-US" b="1" dirty="0"/>
              <a:t>Channels: </a:t>
            </a:r>
            <a:r>
              <a:rPr lang="en-US" dirty="0"/>
              <a:t>Email, SMS, push notifications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71042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633F3-47B3-426F-BE46-842E0F7F5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109CD38-3195-4D52-AD91-3766726C91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7030323"/>
              </p:ext>
            </p:extLst>
          </p:nvPr>
        </p:nvGraphicFramePr>
        <p:xfrm>
          <a:off x="284084" y="1706563"/>
          <a:ext cx="11069715" cy="49911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213943">
                  <a:extLst>
                    <a:ext uri="{9D8B030D-6E8A-4147-A177-3AD203B41FA5}">
                      <a16:colId xmlns:a16="http://schemas.microsoft.com/office/drawing/2014/main" val="862542892"/>
                    </a:ext>
                  </a:extLst>
                </a:gridCol>
                <a:gridCol w="2213943">
                  <a:extLst>
                    <a:ext uri="{9D8B030D-6E8A-4147-A177-3AD203B41FA5}">
                      <a16:colId xmlns:a16="http://schemas.microsoft.com/office/drawing/2014/main" val="2791124987"/>
                    </a:ext>
                  </a:extLst>
                </a:gridCol>
                <a:gridCol w="2213943">
                  <a:extLst>
                    <a:ext uri="{9D8B030D-6E8A-4147-A177-3AD203B41FA5}">
                      <a16:colId xmlns:a16="http://schemas.microsoft.com/office/drawing/2014/main" val="1555378496"/>
                    </a:ext>
                  </a:extLst>
                </a:gridCol>
                <a:gridCol w="2213943">
                  <a:extLst>
                    <a:ext uri="{9D8B030D-6E8A-4147-A177-3AD203B41FA5}">
                      <a16:colId xmlns:a16="http://schemas.microsoft.com/office/drawing/2014/main" val="964624420"/>
                    </a:ext>
                  </a:extLst>
                </a:gridCol>
                <a:gridCol w="2213943">
                  <a:extLst>
                    <a:ext uri="{9D8B030D-6E8A-4147-A177-3AD203B41FA5}">
                      <a16:colId xmlns:a16="http://schemas.microsoft.com/office/drawing/2014/main" val="3283413951"/>
                    </a:ext>
                  </a:extLst>
                </a:gridCol>
              </a:tblGrid>
              <a:tr h="45373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 dirty="0">
                          <a:effectLst/>
                        </a:rPr>
                        <a:t>Producer (Sends Data)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>
                          <a:effectLst/>
                        </a:rPr>
                        <a:t>Kafka Topic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>
                          <a:effectLst/>
                        </a:rPr>
                        <a:t>Description of Producer Output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 dirty="0">
                          <a:effectLst/>
                        </a:rPr>
                        <a:t>Consumer </a:t>
                      </a:r>
                    </a:p>
                    <a:p>
                      <a:pPr algn="ctr" fontAlgn="ctr"/>
                      <a:r>
                        <a:rPr lang="en-US" sz="1400" u="none" strike="noStrike" dirty="0">
                          <a:effectLst/>
                        </a:rPr>
                        <a:t>(Receives &amp; Processes Data)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 dirty="0">
                          <a:effectLst/>
                        </a:rPr>
                        <a:t>Usage of Received Data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1760046"/>
                  </a:ext>
                </a:extLst>
              </a:tr>
              <a:tr h="68060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Online Storefront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new customer orders with item details and total amount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 Processing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Validates order, checks stock, and verifies payment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90184023"/>
                  </a:ext>
                </a:extLst>
              </a:tr>
              <a:tr h="60498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 Processing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inventory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stock update requests after order validation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Inventory Management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Updates stock levels and confirms availability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2053896955"/>
                  </a:ext>
                </a:extLst>
              </a:tr>
              <a:tr h="90747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Warehouse System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inventory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real-time stock updates when items are received or dispatched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 Processing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Adjusts order fulfillment based on inventory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2226323893"/>
                  </a:ext>
                </a:extLst>
              </a:tr>
              <a:tr h="453736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Payment Gateway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payments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payment confirmation or failure status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 Processing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Marks order as paid or cancels if payment fails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3650993595"/>
                  </a:ext>
                </a:extLst>
              </a:tr>
              <a:tr h="453736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 Processing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shipping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confirmed orders ready for shipping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Shipping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Creates a shipment and assigns a tracking 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2240391762"/>
                  </a:ext>
                </a:extLst>
              </a:tr>
              <a:tr h="75622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Shipping Provider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shipping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delivery updates such as shipment dispatched or delivered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Customer Notification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Notifies the customer about shipping progress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2335326239"/>
                  </a:ext>
                </a:extLst>
              </a:tr>
              <a:tr h="68060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Order Processing &amp; Shipping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notifications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Sends status updates like "Order Shipped" or "Payment Failed"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Customer Notification Service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Triggers email/SMS notifications to customers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81" marR="3781" marT="3781" marB="0" anchor="ctr"/>
                </a:tc>
                <a:extLst>
                  <a:ext uri="{0D108BD9-81ED-4DB2-BD59-A6C34878D82A}">
                    <a16:rowId xmlns:a16="http://schemas.microsoft.com/office/drawing/2014/main" val="22746504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9447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633F3-47B3-426F-BE46-842E0F7F5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Kafka Message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570D6B-F492-4FA9-B1F1-9F5BA695E8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4085" y="2148821"/>
            <a:ext cx="4097924" cy="3131234"/>
          </a:xfr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F7895303-AE5C-409C-83B7-CA9C3754FA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4085" y="1797083"/>
            <a:ext cx="6036033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Order Message Sent to Kafka (orders topic):</a:t>
            </a:r>
            <a:endParaRPr kumimoji="0" lang="en-US" altLang="en-US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 (Body)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37C874-4F20-4FF7-8AA0-5588E59D195C}"/>
              </a:ext>
            </a:extLst>
          </p:cNvPr>
          <p:cNvSpPr txBox="1"/>
          <p:nvPr/>
        </p:nvSpPr>
        <p:spPr>
          <a:xfrm>
            <a:off x="284085" y="5737311"/>
            <a:ext cx="102553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Order Processing Service reads this message, checks stock levels, verifies payment, and updates Kafka with order status.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4E313-B8F4-4CC1-A604-3C82F5A688A3}"/>
              </a:ext>
            </a:extLst>
          </p:cNvPr>
          <p:cNvSpPr txBox="1">
            <a:spLocks/>
          </p:cNvSpPr>
          <p:nvPr/>
        </p:nvSpPr>
        <p:spPr>
          <a:xfrm>
            <a:off x="5939099" y="1797083"/>
            <a:ext cx="5124494" cy="363772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US" sz="1800" noProof="1">
                <a:solidFill>
                  <a:srgbClr val="00B050"/>
                </a:solidFill>
                <a:ea typeface="Times New Roman" panose="02020603050405020304" pitchFamily="18" charset="0"/>
                <a:cs typeface="Arial" panose="020B0604020202020204" pitchFamily="34" charset="0"/>
              </a:rPr>
              <a:t>Order Message (from storefront):</a:t>
            </a:r>
            <a:endParaRPr lang="en-US" sz="1800" noProof="1">
              <a:solidFill>
                <a:srgbClr val="00B05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{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"order_id": "ord12345",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"timestamp": "2025-03-25T10:10:30Z",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"customer_id": "cust456",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"items": [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  {"product_id": "prod678", "quantity": 2},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  {"product_id": "prod789", "quantity": 1}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],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"total_amount": 129.99,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"payment_status": "paid",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  "shipping_address": "123 Main St, Anytown, USA"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7000"/>
              </a:lnSpc>
              <a:spcBef>
                <a:spcPts val="0"/>
              </a:spcBef>
              <a:buFont typeface="Arial" panose="020B0604020202020204" pitchFamily="34" charset="0"/>
              <a:buNone/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800" noProof="1">
                <a:solidFill>
                  <a:srgbClr val="00B050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Arial" panose="020B0604020202020204" pitchFamily="34" charset="0"/>
              </a:rPr>
              <a:t>}</a:t>
            </a:r>
            <a:endParaRPr lang="en-US" sz="1800" noProof="1">
              <a:solidFill>
                <a:srgbClr val="00B05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noProof="1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3353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DD57D-6A47-3832-63B7-EB648AC46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Apache Flink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8E62C-0118-371D-CEBE-B267533B7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15187"/>
            <a:ext cx="5460294" cy="2778485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pPr marL="0" indent="0">
              <a:buNone/>
            </a:pPr>
            <a:r>
              <a:rPr lang="en-US" b="1" dirty="0"/>
              <a:t>What is Apache Flink?</a:t>
            </a:r>
            <a:endParaRPr lang="en-US" b="1" dirty="0">
              <a:ea typeface="Calibri"/>
              <a:cs typeface="Calibri"/>
            </a:endParaRPr>
          </a:p>
          <a:p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Open-source, distributed stream &amp; batch processing system</a:t>
            </a:r>
            <a:endParaRPr lang="en-US" dirty="0">
              <a:solidFill>
                <a:srgbClr val="FF0000"/>
              </a:solidFill>
              <a:ea typeface="Calibri"/>
              <a:cs typeface="Calibri"/>
            </a:endParaRPr>
          </a:p>
          <a:p>
            <a:r>
              <a:rPr lang="en-US" dirty="0">
                <a:ea typeface="+mn-lt"/>
                <a:cs typeface="+mn-lt"/>
              </a:rPr>
              <a:t>Originally developed by the Stratosphere project, now under Apache Software Foundation</a:t>
            </a:r>
          </a:p>
          <a:p>
            <a:r>
              <a:rPr lang="en-US" dirty="0">
                <a:ea typeface="+mn-lt"/>
                <a:cs typeface="+mn-lt"/>
              </a:rPr>
              <a:t>Processes high-velocity data with low latency, exactly-once semantics, and strong fault tolerance</a:t>
            </a:r>
            <a:endParaRPr lang="en-US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b="1" dirty="0"/>
              <a:t>Architecture</a:t>
            </a:r>
          </a:p>
          <a:p>
            <a:r>
              <a:rPr lang="en-US" b="1" dirty="0">
                <a:ea typeface="+mn-lt"/>
                <a:cs typeface="+mn-lt"/>
              </a:rPr>
              <a:t>Sources</a:t>
            </a:r>
            <a:r>
              <a:rPr lang="en-US" dirty="0">
                <a:ea typeface="+mn-lt"/>
                <a:cs typeface="+mn-lt"/>
              </a:rPr>
              <a:t> – Data ingestion from Kafka, databases, files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Transformations</a:t>
            </a:r>
            <a:r>
              <a:rPr lang="en-US" dirty="0">
                <a:ea typeface="+mn-lt"/>
                <a:cs typeface="+mn-lt"/>
              </a:rPr>
              <a:t> – Stateful operations like filtering, aggregations, and joins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Sinks</a:t>
            </a:r>
            <a:r>
              <a:rPr lang="en-US" dirty="0">
                <a:ea typeface="+mn-lt"/>
                <a:cs typeface="+mn-lt"/>
              </a:rPr>
              <a:t> – Writing processed data to Kafka, databases, or data lakes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Stateful Processing</a:t>
            </a:r>
            <a:r>
              <a:rPr lang="en-US" dirty="0">
                <a:ea typeface="+mn-lt"/>
                <a:cs typeface="+mn-lt"/>
              </a:rPr>
              <a:t> – Uses checkpoints and </a:t>
            </a:r>
            <a:r>
              <a:rPr lang="en-US" dirty="0" err="1">
                <a:ea typeface="+mn-lt"/>
                <a:cs typeface="+mn-lt"/>
              </a:rPr>
              <a:t>savepoints</a:t>
            </a:r>
            <a:r>
              <a:rPr lang="en-US" dirty="0">
                <a:ea typeface="+mn-lt"/>
                <a:cs typeface="+mn-lt"/>
              </a:rPr>
              <a:t> for fault tolerance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Event Time Processing</a:t>
            </a:r>
            <a:r>
              <a:rPr lang="en-US" dirty="0">
                <a:ea typeface="+mn-lt"/>
                <a:cs typeface="+mn-lt"/>
              </a:rPr>
              <a:t> – Handles late-arriving data with watermarks</a:t>
            </a:r>
            <a:endParaRPr lang="en-US" dirty="0">
              <a:ea typeface="Calibri"/>
              <a:cs typeface="Calibri"/>
            </a:endParaRPr>
          </a:p>
          <a:p>
            <a:endParaRPr lang="en-US" dirty="0">
              <a:ea typeface="Calibri"/>
              <a:cs typeface="Calibri"/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6D35DCAA-B3F3-2ADC-0E62-A6B07B08A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6482" y="4405472"/>
            <a:ext cx="7160964" cy="236199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FB69CAC-E405-2867-E23B-EDB48094AEFA}"/>
              </a:ext>
            </a:extLst>
          </p:cNvPr>
          <p:cNvSpPr txBox="1">
            <a:spLocks/>
          </p:cNvSpPr>
          <p:nvPr/>
        </p:nvSpPr>
        <p:spPr>
          <a:xfrm>
            <a:off x="5632774" y="1711515"/>
            <a:ext cx="5721026" cy="24387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/>
              <a:t>Use Cases</a:t>
            </a:r>
          </a:p>
          <a:p>
            <a:r>
              <a:rPr lang="en-US" sz="1400" dirty="0">
                <a:ea typeface="+mn-lt"/>
                <a:cs typeface="+mn-lt"/>
              </a:rPr>
              <a:t>Real-time analytics – Log analysis, anomaly detection, monitoring</a:t>
            </a:r>
          </a:p>
          <a:p>
            <a:r>
              <a:rPr lang="en-US" sz="1400" dirty="0">
                <a:ea typeface="+mn-lt"/>
                <a:cs typeface="+mn-lt"/>
              </a:rPr>
              <a:t>Event-driven applications – Dynamic data enrichment, alerting</a:t>
            </a:r>
          </a:p>
          <a:p>
            <a:r>
              <a:rPr lang="en-US" sz="1400" dirty="0">
                <a:ea typeface="+mn-lt"/>
                <a:cs typeface="+mn-lt"/>
              </a:rPr>
              <a:t>ETL pipelines – Continuous data processing and transformation</a:t>
            </a:r>
          </a:p>
          <a:p>
            <a:r>
              <a:rPr lang="en-US" sz="1400" dirty="0">
                <a:ea typeface="+mn-lt"/>
                <a:cs typeface="+mn-lt"/>
              </a:rPr>
              <a:t>Machine learning – Real-time model inference and training</a:t>
            </a:r>
            <a:endParaRPr lang="en-US" sz="1400" dirty="0">
              <a:ea typeface="Calibri"/>
              <a:cs typeface="Calibri"/>
            </a:endParaRPr>
          </a:p>
          <a:p>
            <a:pPr marL="0" indent="0">
              <a:buNone/>
            </a:pPr>
            <a:endParaRPr lang="en-US" sz="14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916003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Oozie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4C1BC0-7E6B-75C8-0965-79DE721E7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7037600" cy="4991039"/>
          </a:xfrm>
        </p:spPr>
        <p:txBody>
          <a:bodyPr>
            <a:normAutofit fontScale="92500"/>
          </a:bodyPr>
          <a:lstStyle/>
          <a:p>
            <a:pPr marL="241300" marR="5080" indent="-228600">
              <a:lnSpc>
                <a:spcPct val="90100"/>
              </a:lnSpc>
              <a:spcBef>
                <a:spcPts val="28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Oozie</a:t>
            </a:r>
            <a:r>
              <a:rPr lang="en-US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workflow</a:t>
            </a:r>
            <a:r>
              <a:rPr lang="en-US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scheduler</a:t>
            </a:r>
            <a:r>
              <a:rPr lang="en-US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system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to</a:t>
            </a:r>
            <a:r>
              <a:rPr lang="en-US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manage</a:t>
            </a:r>
            <a:r>
              <a:rPr lang="en-US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25" dirty="0">
                <a:solidFill>
                  <a:srgbClr val="FF0000"/>
                </a:solidFill>
                <a:latin typeface="Calibri"/>
                <a:cs typeface="Calibri"/>
              </a:rPr>
              <a:t>and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coordinate</a:t>
            </a:r>
            <a:r>
              <a:rPr lang="en-US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Hadoop</a:t>
            </a:r>
            <a:r>
              <a:rPr lang="en-US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jobs</a:t>
            </a:r>
            <a:r>
              <a:rPr lang="en-US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in</a:t>
            </a:r>
            <a:r>
              <a:rPr lang="en-US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sequence</a:t>
            </a:r>
            <a:r>
              <a:rPr lang="en-US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or</a:t>
            </a:r>
            <a:r>
              <a:rPr lang="en-US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directed</a:t>
            </a:r>
            <a:r>
              <a:rPr lang="en-US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acyclic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graph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(DAG)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for</a:t>
            </a:r>
            <a:r>
              <a:rPr lang="en-US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end-to-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end</a:t>
            </a:r>
            <a:r>
              <a:rPr lang="en-US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workflow</a:t>
            </a:r>
            <a:r>
              <a:rPr lang="en-US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management.</a:t>
            </a:r>
            <a:endParaRPr lang="en-US" dirty="0">
              <a:solidFill>
                <a:srgbClr val="FF0000"/>
              </a:solidFill>
              <a:latin typeface="Calibri"/>
              <a:cs typeface="Calibri"/>
            </a:endParaRPr>
          </a:p>
          <a:p>
            <a:pPr marL="241300" marR="227329" indent="-228600" algn="just">
              <a:lnSpc>
                <a:spcPts val="1730"/>
              </a:lnSpc>
              <a:spcBef>
                <a:spcPts val="1019"/>
              </a:spcBef>
              <a:buFont typeface="Arial MT"/>
              <a:buChar char="•"/>
              <a:tabLst>
                <a:tab pos="241300" algn="l"/>
                <a:tab pos="242570" algn="l"/>
              </a:tabLst>
            </a:pPr>
            <a:r>
              <a:rPr lang="en-US" dirty="0">
                <a:latin typeface="Calibri"/>
                <a:cs typeface="Calibri"/>
              </a:rPr>
              <a:t>	Oozie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is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particularly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useful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automating</a:t>
            </a:r>
            <a:r>
              <a:rPr lang="en-US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complex</a:t>
            </a:r>
            <a:r>
              <a:rPr lang="en-US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lang="en-US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workflows</a:t>
            </a:r>
            <a:r>
              <a:rPr lang="en-US" spc="-10" dirty="0">
                <a:latin typeface="Calibri"/>
                <a:cs typeface="Calibri"/>
              </a:rPr>
              <a:t>,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managing</a:t>
            </a:r>
            <a:r>
              <a:rPr lang="en-US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dependencies</a:t>
            </a:r>
            <a:r>
              <a:rPr lang="en-US" spc="-10" dirty="0">
                <a:latin typeface="Calibri"/>
                <a:cs typeface="Calibri"/>
              </a:rPr>
              <a:t>,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orchestrating</a:t>
            </a:r>
            <a:r>
              <a:rPr lang="en-US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multiple</a:t>
            </a:r>
            <a:r>
              <a:rPr lang="en-US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jobs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across</a:t>
            </a:r>
            <a:r>
              <a:rPr lang="en-US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the </a:t>
            </a:r>
            <a:r>
              <a:rPr lang="en-US" dirty="0">
                <a:latin typeface="Calibri"/>
                <a:cs typeface="Calibri"/>
              </a:rPr>
              <a:t>Hadoop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ecosystem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(such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as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MapReduce,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Hive,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Pig,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Sqoop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jobs).</a:t>
            </a:r>
            <a:endParaRPr lang="en-US" dirty="0">
              <a:latin typeface="Calibri"/>
              <a:cs typeface="Calibri"/>
            </a:endParaRPr>
          </a:p>
          <a:p>
            <a:pPr marL="242570" indent="-229870" algn="just">
              <a:lnSpc>
                <a:spcPts val="1825"/>
              </a:lnSpc>
              <a:spcBef>
                <a:spcPts val="790"/>
              </a:spcBef>
              <a:buFont typeface="Arial MT"/>
              <a:buChar char="•"/>
              <a:tabLst>
                <a:tab pos="242570" algn="l"/>
              </a:tabLst>
            </a:pPr>
            <a:r>
              <a:rPr lang="en-US" dirty="0">
                <a:latin typeface="Calibri"/>
                <a:cs typeface="Calibri"/>
              </a:rPr>
              <a:t>It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supports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both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time-</a:t>
            </a:r>
            <a:r>
              <a:rPr lang="en-US" dirty="0">
                <a:latin typeface="Calibri"/>
                <a:cs typeface="Calibri"/>
              </a:rPr>
              <a:t>based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(frequency)</a:t>
            </a:r>
            <a:r>
              <a:rPr lang="en-US" spc="-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data-</a:t>
            </a:r>
            <a:r>
              <a:rPr lang="en-US" dirty="0">
                <a:latin typeface="Calibri"/>
                <a:cs typeface="Calibri"/>
              </a:rPr>
              <a:t>based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triggers,</a:t>
            </a:r>
            <a:endParaRPr lang="en-US" dirty="0">
              <a:latin typeface="Calibri"/>
              <a:cs typeface="Calibri"/>
            </a:endParaRPr>
          </a:p>
          <a:p>
            <a:pPr marL="241300" algn="just">
              <a:lnSpc>
                <a:spcPts val="1825"/>
              </a:lnSpc>
            </a:pPr>
            <a:r>
              <a:rPr lang="en-US" dirty="0">
                <a:latin typeface="Calibri"/>
                <a:cs typeface="Calibri"/>
              </a:rPr>
              <a:t>making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it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versatile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10" dirty="0">
                <a:latin typeface="Calibri"/>
                <a:cs typeface="Calibri"/>
              </a:rPr>
              <a:t> </a:t>
            </a:r>
            <a:r>
              <a:rPr lang="en-US" sz="2400" spc="-10" dirty="0">
                <a:latin typeface="Calibri"/>
                <a:cs typeface="Calibri"/>
              </a:rPr>
              <a:t>different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types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of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big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data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applications.</a:t>
            </a:r>
            <a:endParaRPr lang="en-US" dirty="0">
              <a:latin typeface="Calibri"/>
              <a:cs typeface="Calibri"/>
            </a:endParaRPr>
          </a:p>
          <a:p>
            <a:pPr marL="242570" indent="-229870" algn="just">
              <a:lnSpc>
                <a:spcPct val="100000"/>
              </a:lnSpc>
              <a:spcBef>
                <a:spcPts val="800"/>
              </a:spcBef>
              <a:buFont typeface="Arial MT"/>
              <a:buChar char="•"/>
              <a:tabLst>
                <a:tab pos="242570" algn="l"/>
              </a:tabLst>
            </a:pPr>
            <a:r>
              <a:rPr lang="en-US" b="1" dirty="0">
                <a:latin typeface="Calibri"/>
                <a:cs typeface="Calibri"/>
              </a:rPr>
              <a:t>Main</a:t>
            </a:r>
            <a:r>
              <a:rPr lang="en-US" b="1" spc="-30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Functions:</a:t>
            </a:r>
            <a:endParaRPr lang="en-US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Workflow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Management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Defines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manages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job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sequences.</a:t>
            </a:r>
            <a:endParaRPr lang="en-US" sz="2000" dirty="0">
              <a:latin typeface="Calibri"/>
              <a:cs typeface="Calibri"/>
            </a:endParaRPr>
          </a:p>
          <a:p>
            <a:pPr marL="756285" marR="88900" lvl="1" indent="-287020">
              <a:lnSpc>
                <a:spcPts val="1730"/>
              </a:lnSpc>
              <a:spcBef>
                <a:spcPts val="51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2000" b="1" dirty="0">
                <a:latin typeface="Calibri"/>
                <a:cs typeface="Calibri"/>
              </a:rPr>
              <a:t>Coordination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Manages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job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dependencies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schedules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based </a:t>
            </a:r>
            <a:r>
              <a:rPr lang="en-US" sz="2000" dirty="0">
                <a:latin typeface="Calibri"/>
                <a:cs typeface="Calibri"/>
              </a:rPr>
              <a:t>on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time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availability.</a:t>
            </a:r>
            <a:endParaRPr lang="en-US" sz="20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8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2000" b="1" dirty="0">
                <a:latin typeface="Calibri"/>
                <a:cs typeface="Calibri"/>
              </a:rPr>
              <a:t>Retry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Mechanism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Automatically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retries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failed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jobs.</a:t>
            </a:r>
            <a:endParaRPr lang="en-US" sz="2000" dirty="0">
              <a:latin typeface="Calibri"/>
              <a:cs typeface="Calibri"/>
            </a:endParaRPr>
          </a:p>
          <a:p>
            <a:pPr marL="241300" marR="215900" indent="-228600" algn="just">
              <a:lnSpc>
                <a:spcPts val="1730"/>
              </a:lnSpc>
              <a:spcBef>
                <a:spcPts val="1019"/>
              </a:spcBef>
              <a:buFont typeface="Arial MT"/>
              <a:buChar char="•"/>
              <a:tabLst>
                <a:tab pos="241300" algn="l"/>
                <a:tab pos="242570" algn="l"/>
              </a:tabLst>
            </a:pPr>
            <a:r>
              <a:rPr lang="en-US" dirty="0">
                <a:latin typeface="Calibri"/>
                <a:cs typeface="Calibri"/>
              </a:rPr>
              <a:t>	</a:t>
            </a:r>
            <a:r>
              <a:rPr lang="en-US" b="1" dirty="0">
                <a:latin typeface="Calibri"/>
                <a:cs typeface="Calibri"/>
              </a:rPr>
              <a:t>Use</a:t>
            </a:r>
            <a:r>
              <a:rPr lang="en-US" b="1" spc="-35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Cases</a:t>
            </a:r>
            <a:r>
              <a:rPr lang="en-US" dirty="0">
                <a:latin typeface="Calibri"/>
                <a:cs typeface="Calibri"/>
              </a:rPr>
              <a:t>: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ETL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workflows,</a:t>
            </a:r>
            <a:r>
              <a:rPr lang="en-US" spc="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batch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processing,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managing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complex </a:t>
            </a:r>
            <a:r>
              <a:rPr lang="en-US" dirty="0">
                <a:latin typeface="Calibri"/>
                <a:cs typeface="Calibri"/>
              </a:rPr>
              <a:t>job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dependencies.</a:t>
            </a:r>
            <a:endParaRPr lang="en-US" dirty="0">
              <a:latin typeface="Calibri"/>
              <a:cs typeface="Calibri"/>
            </a:endParaRPr>
          </a:p>
          <a:p>
            <a:endParaRPr lang="en-US" sz="2800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82800" y="2955809"/>
            <a:ext cx="4553331" cy="153782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642614" y="2211083"/>
            <a:ext cx="2233702" cy="57058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Zookeeper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485EF-5B2E-B9FA-D743-D618D652D0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7990911" cy="4991039"/>
          </a:xfrm>
        </p:spPr>
        <p:txBody>
          <a:bodyPr>
            <a:normAutofit fontScale="92500"/>
          </a:bodyPr>
          <a:lstStyle/>
          <a:p>
            <a:pPr marL="241300" indent="-228600">
              <a:lnSpc>
                <a:spcPts val="2055"/>
              </a:lnSpc>
              <a:spcBef>
                <a:spcPts val="9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 err="1">
                <a:solidFill>
                  <a:srgbClr val="FF0000"/>
                </a:solidFill>
                <a:latin typeface="Calibri"/>
                <a:cs typeface="Calibri"/>
              </a:rPr>
              <a:t>ZooKeeper</a:t>
            </a:r>
            <a:r>
              <a:rPr lang="en-US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centralized</a:t>
            </a:r>
            <a:r>
              <a:rPr lang="en-US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service</a:t>
            </a:r>
            <a:r>
              <a:rPr lang="en-US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for</a:t>
            </a:r>
            <a:r>
              <a:rPr lang="en-US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coordinating distributed</a:t>
            </a:r>
            <a:r>
              <a:rPr lang="en-US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dirty="0">
                <a:solidFill>
                  <a:srgbClr val="FF0000"/>
                </a:solidFill>
                <a:latin typeface="Calibri"/>
                <a:cs typeface="Calibri"/>
              </a:rPr>
              <a:t>applications.</a:t>
            </a:r>
            <a:endParaRPr lang="en-US" dirty="0">
              <a:solidFill>
                <a:srgbClr val="FF0000"/>
              </a:solidFill>
              <a:latin typeface="Calibri"/>
              <a:cs typeface="Calibri"/>
            </a:endParaRPr>
          </a:p>
          <a:p>
            <a:pPr marL="241300" marR="288290" indent="-229235">
              <a:lnSpc>
                <a:spcPct val="8000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pc="-10" dirty="0" err="1">
                <a:latin typeface="Calibri"/>
                <a:cs typeface="Calibri"/>
              </a:rPr>
              <a:t>ZooKeeper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plays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critical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role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in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Hadoop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ecosystem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other distributed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20" dirty="0">
                <a:latin typeface="Calibri"/>
                <a:cs typeface="Calibri"/>
              </a:rPr>
              <a:t>systems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by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helping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maintain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distributed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state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and </a:t>
            </a:r>
            <a:r>
              <a:rPr lang="en-US" dirty="0">
                <a:latin typeface="Calibri"/>
                <a:cs typeface="Calibri"/>
              </a:rPr>
              <a:t>providing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reliable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way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8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services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work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together.</a:t>
            </a:r>
            <a:endParaRPr lang="en-US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50"/>
              </a:spcBef>
            </a:pPr>
            <a:r>
              <a:rPr lang="en-US" b="1" dirty="0">
                <a:latin typeface="Calibri"/>
                <a:cs typeface="Calibri"/>
              </a:rPr>
              <a:t>Key</a:t>
            </a:r>
            <a:r>
              <a:rPr lang="en-US" b="1" spc="-65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Features</a:t>
            </a:r>
            <a:r>
              <a:rPr lang="en-US" b="1" spc="-65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of</a:t>
            </a:r>
            <a:r>
              <a:rPr lang="en-US" b="1" spc="-60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Apache</a:t>
            </a:r>
            <a:r>
              <a:rPr lang="en-US" b="1" spc="-25" dirty="0">
                <a:latin typeface="Calibri"/>
                <a:cs typeface="Calibri"/>
              </a:rPr>
              <a:t> </a:t>
            </a:r>
            <a:r>
              <a:rPr lang="en-US" b="1" spc="-10" dirty="0" err="1">
                <a:latin typeface="Calibri"/>
                <a:cs typeface="Calibri"/>
              </a:rPr>
              <a:t>ZooKeeper</a:t>
            </a:r>
            <a:endParaRPr lang="en-US" dirty="0">
              <a:latin typeface="Calibri"/>
              <a:cs typeface="Calibri"/>
            </a:endParaRPr>
          </a:p>
          <a:p>
            <a:pPr marL="469900" marR="490855" indent="-457834">
              <a:lnSpc>
                <a:spcPts val="1820"/>
              </a:lnSpc>
              <a:spcBef>
                <a:spcPts val="985"/>
              </a:spcBef>
              <a:buAutoNum type="arabicPeriod"/>
              <a:tabLst>
                <a:tab pos="469900" algn="l"/>
              </a:tabLst>
            </a:pPr>
            <a:r>
              <a:rPr lang="en-US" b="1" spc="-10" dirty="0">
                <a:latin typeface="Calibri"/>
                <a:cs typeface="Calibri"/>
              </a:rPr>
              <a:t>Centralized</a:t>
            </a:r>
            <a:r>
              <a:rPr lang="en-US" b="1" spc="-70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Configuration</a:t>
            </a:r>
            <a:r>
              <a:rPr lang="en-US" b="1" spc="-50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Management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 err="1">
                <a:latin typeface="Calibri"/>
                <a:cs typeface="Calibri"/>
              </a:rPr>
              <a:t>ZooKeeper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stores configuration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data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in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centralized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manner,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allowing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distributed applications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access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modify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configuration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settings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easily.</a:t>
            </a:r>
            <a:endParaRPr lang="en-US" dirty="0">
              <a:latin typeface="Calibri"/>
              <a:cs typeface="Calibri"/>
            </a:endParaRPr>
          </a:p>
          <a:p>
            <a:pPr marL="469900" marR="314960" indent="-457834">
              <a:lnSpc>
                <a:spcPct val="80000"/>
              </a:lnSpc>
              <a:spcBef>
                <a:spcPts val="1019"/>
              </a:spcBef>
              <a:buAutoNum type="arabicPeriod"/>
              <a:tabLst>
                <a:tab pos="469900" algn="l"/>
              </a:tabLst>
            </a:pPr>
            <a:r>
              <a:rPr lang="en-US" b="1" dirty="0">
                <a:latin typeface="Calibri"/>
                <a:cs typeface="Calibri"/>
              </a:rPr>
              <a:t>Naming</a:t>
            </a:r>
            <a:r>
              <a:rPr lang="en-US" b="1" spc="-50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Service</a:t>
            </a:r>
            <a:r>
              <a:rPr lang="en-US" dirty="0">
                <a:latin typeface="Calibri"/>
                <a:cs typeface="Calibri"/>
              </a:rPr>
              <a:t>: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It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provides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naming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registry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distributed </a:t>
            </a:r>
            <a:r>
              <a:rPr lang="en-US" dirty="0">
                <a:latin typeface="Calibri"/>
                <a:cs typeface="Calibri"/>
              </a:rPr>
              <a:t>services,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allowing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them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find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each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other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manage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resources dynamically.</a:t>
            </a:r>
            <a:endParaRPr lang="en-US" dirty="0">
              <a:latin typeface="Calibri"/>
              <a:cs typeface="Calibri"/>
            </a:endParaRPr>
          </a:p>
          <a:p>
            <a:pPr marL="469900" marR="5080" indent="-457834">
              <a:lnSpc>
                <a:spcPct val="80000"/>
              </a:lnSpc>
              <a:spcBef>
                <a:spcPts val="1010"/>
              </a:spcBef>
              <a:buAutoNum type="arabicPeriod"/>
              <a:tabLst>
                <a:tab pos="469900" algn="l"/>
              </a:tabLst>
            </a:pPr>
            <a:r>
              <a:rPr lang="en-US" b="1" spc="-10" dirty="0">
                <a:latin typeface="Calibri"/>
                <a:cs typeface="Calibri"/>
              </a:rPr>
              <a:t>Synchronization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spc="-10" dirty="0" err="1">
                <a:latin typeface="Calibri"/>
                <a:cs typeface="Calibri"/>
              </a:rPr>
              <a:t>ZooKeeper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helps</a:t>
            </a:r>
            <a:r>
              <a:rPr lang="en-US" spc="-8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synchronize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distributed processes,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ensuring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they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work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in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coordination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without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conflicts.</a:t>
            </a:r>
            <a:endParaRPr lang="en-US" dirty="0">
              <a:latin typeface="Calibri"/>
              <a:cs typeface="Calibri"/>
            </a:endParaRPr>
          </a:p>
          <a:p>
            <a:pPr marL="469900" marR="370205" indent="-457834">
              <a:lnSpc>
                <a:spcPct val="80000"/>
              </a:lnSpc>
              <a:spcBef>
                <a:spcPts val="994"/>
              </a:spcBef>
              <a:buAutoNum type="arabicPeriod"/>
              <a:tabLst>
                <a:tab pos="469900" algn="l"/>
              </a:tabLst>
            </a:pPr>
            <a:r>
              <a:rPr lang="en-US" b="1" dirty="0">
                <a:latin typeface="Calibri"/>
                <a:cs typeface="Calibri"/>
              </a:rPr>
              <a:t>Group</a:t>
            </a:r>
            <a:r>
              <a:rPr lang="en-US" b="1" spc="-45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Management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Supports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creation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management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of </a:t>
            </a:r>
            <a:r>
              <a:rPr lang="en-US" dirty="0">
                <a:latin typeface="Calibri"/>
                <a:cs typeface="Calibri"/>
              </a:rPr>
              <a:t>groups,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enabling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services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7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join</a:t>
            </a:r>
            <a:r>
              <a:rPr lang="en-US" spc="-7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7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leave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groups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dynamically.</a:t>
            </a:r>
            <a:endParaRPr lang="en-US" dirty="0">
              <a:latin typeface="Calibri"/>
              <a:cs typeface="Calibri"/>
            </a:endParaRPr>
          </a:p>
          <a:p>
            <a:pPr marL="469900" marR="216535" indent="-457834">
              <a:lnSpc>
                <a:spcPts val="1830"/>
              </a:lnSpc>
              <a:spcBef>
                <a:spcPts val="980"/>
              </a:spcBef>
              <a:buAutoNum type="arabicPeriod"/>
              <a:tabLst>
                <a:tab pos="469900" algn="l"/>
              </a:tabLst>
            </a:pPr>
            <a:r>
              <a:rPr lang="en-US" b="1" spc="-20" dirty="0">
                <a:latin typeface="Calibri"/>
                <a:cs typeface="Calibri"/>
              </a:rPr>
              <a:t>Watchers</a:t>
            </a:r>
            <a:r>
              <a:rPr lang="en-US" spc="-20" dirty="0">
                <a:latin typeface="Calibri"/>
                <a:cs typeface="Calibri"/>
              </a:rPr>
              <a:t>: </a:t>
            </a:r>
            <a:r>
              <a:rPr lang="en-US" spc="-10" dirty="0" err="1">
                <a:latin typeface="Calibri"/>
                <a:cs typeface="Calibri"/>
              </a:rPr>
              <a:t>ZooKeeper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can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set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watchers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on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nodes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get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notified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of </a:t>
            </a:r>
            <a:r>
              <a:rPr lang="en-US" dirty="0">
                <a:latin typeface="Calibri"/>
                <a:cs typeface="Calibri"/>
              </a:rPr>
              <a:t>changes,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allowing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applications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react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changes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in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state.</a:t>
            </a:r>
            <a:endParaRPr lang="en-US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88373" y="1898173"/>
            <a:ext cx="1923585" cy="111671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453143" y="3546929"/>
            <a:ext cx="3454772" cy="231927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Ambari</a:t>
            </a:r>
            <a:endParaRPr sz="28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51CDAE-FE5A-5CF3-E54D-996CD266D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6927353" cy="4991039"/>
          </a:xfrm>
        </p:spPr>
        <p:txBody>
          <a:bodyPr>
            <a:normAutofit fontScale="70000" lnSpcReduction="20000"/>
          </a:bodyPr>
          <a:lstStyle/>
          <a:p>
            <a:pPr marL="240665" indent="-227965">
              <a:lnSpc>
                <a:spcPts val="1595"/>
              </a:lnSpc>
              <a:spcBef>
                <a:spcPts val="10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dirty="0">
                <a:latin typeface="Calibri"/>
                <a:cs typeface="Calibri"/>
              </a:rPr>
              <a:t>Apache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Ambari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web-</a:t>
            </a:r>
            <a:r>
              <a:rPr lang="en-US" sz="2000" dirty="0">
                <a:latin typeface="Calibri"/>
                <a:cs typeface="Calibri"/>
              </a:rPr>
              <a:t>based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tool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designed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provisioning,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managing,</a:t>
            </a:r>
            <a:r>
              <a:rPr lang="en-US" sz="2000" spc="-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monitoring </a:t>
            </a:r>
            <a:r>
              <a:rPr lang="en-US" sz="2000" dirty="0">
                <a:latin typeface="Calibri"/>
                <a:cs typeface="Calibri"/>
              </a:rPr>
              <a:t>Apache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clusters.</a:t>
            </a:r>
            <a:endParaRPr lang="en-US" sz="2000" dirty="0">
              <a:latin typeface="Calibri"/>
              <a:cs typeface="Calibri"/>
            </a:endParaRPr>
          </a:p>
          <a:p>
            <a:pPr marL="240665" marR="369570" indent="-228600">
              <a:lnSpc>
                <a:spcPts val="1510"/>
              </a:lnSpc>
              <a:spcBef>
                <a:spcPts val="103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provides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user-</a:t>
            </a:r>
            <a:r>
              <a:rPr lang="en-US" sz="2000" dirty="0">
                <a:latin typeface="Calibri"/>
                <a:cs typeface="Calibri"/>
              </a:rPr>
              <a:t>friendly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interface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simplifies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management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complex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Hadoop environments,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making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easier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administrators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operators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deploy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manage various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components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ecosystem.</a:t>
            </a:r>
            <a:endParaRPr lang="en-US"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10"/>
              </a:spcBef>
            </a:pPr>
            <a:r>
              <a:rPr lang="en-US" sz="2000" b="1" dirty="0">
                <a:latin typeface="Calibri"/>
                <a:cs typeface="Calibri"/>
              </a:rPr>
              <a:t>Key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Features</a:t>
            </a:r>
            <a:r>
              <a:rPr lang="en-US" sz="2000" b="1" spc="-5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of</a:t>
            </a:r>
            <a:r>
              <a:rPr lang="en-US" sz="2000" b="1" spc="-3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Apache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Ambari</a:t>
            </a:r>
            <a:endParaRPr lang="en-US" sz="2000" dirty="0">
              <a:latin typeface="Calibri"/>
              <a:cs typeface="Calibri"/>
            </a:endParaRPr>
          </a:p>
          <a:p>
            <a:pPr marL="508000" marR="16510" lvl="1" indent="-227013">
              <a:lnSpc>
                <a:spcPct val="90100"/>
              </a:lnSpc>
              <a:spcBef>
                <a:spcPts val="994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dirty="0">
                <a:latin typeface="Calibri"/>
                <a:cs typeface="Calibri"/>
              </a:rPr>
              <a:t>Cluster</a:t>
            </a:r>
            <a:r>
              <a:rPr lang="en-US" b="1" spc="-55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Provisioning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Ambari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simplifies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10" dirty="0">
                <a:latin typeface="Calibri"/>
                <a:cs typeface="Calibri"/>
              </a:rPr>
              <a:t> installation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configuration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of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Hadoop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clusters, </a:t>
            </a:r>
            <a:r>
              <a:rPr lang="en-US" dirty="0">
                <a:latin typeface="Calibri"/>
                <a:cs typeface="Calibri"/>
              </a:rPr>
              <a:t>allowing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users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easily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add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or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remove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nodes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services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through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guided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installation wizard.</a:t>
            </a:r>
            <a:endParaRPr lang="en-US" dirty="0">
              <a:latin typeface="Calibri"/>
              <a:cs typeface="Calibri"/>
            </a:endParaRPr>
          </a:p>
          <a:p>
            <a:pPr marL="508000" marR="292100" lvl="1" indent="-227013">
              <a:lnSpc>
                <a:spcPts val="1510"/>
              </a:lnSpc>
              <a:spcBef>
                <a:spcPts val="103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dirty="0">
                <a:latin typeface="Calibri"/>
                <a:cs typeface="Calibri"/>
              </a:rPr>
              <a:t>Service</a:t>
            </a:r>
            <a:r>
              <a:rPr lang="en-US" b="1" spc="-45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Management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Users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can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start,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stop,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restart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various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Hadoop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services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(such</a:t>
            </a:r>
            <a:r>
              <a:rPr lang="en-US" spc="-25" dirty="0">
                <a:latin typeface="Calibri"/>
                <a:cs typeface="Calibri"/>
              </a:rPr>
              <a:t> as </a:t>
            </a:r>
            <a:r>
              <a:rPr lang="en-US" dirty="0">
                <a:latin typeface="Calibri"/>
                <a:cs typeface="Calibri"/>
              </a:rPr>
              <a:t>HDFS,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20" dirty="0">
                <a:latin typeface="Calibri"/>
                <a:cs typeface="Calibri"/>
              </a:rPr>
              <a:t>YARN,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Hive,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HBase,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etc.)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through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Ambari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interface.</a:t>
            </a:r>
            <a:endParaRPr lang="en-US" dirty="0">
              <a:latin typeface="Calibri"/>
              <a:cs typeface="Calibri"/>
            </a:endParaRPr>
          </a:p>
          <a:p>
            <a:pPr marL="508000" marR="363855" lvl="1" indent="-227013" algn="just">
              <a:lnSpc>
                <a:spcPts val="1510"/>
              </a:lnSpc>
              <a:spcBef>
                <a:spcPts val="100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dirty="0">
                <a:latin typeface="Calibri"/>
                <a:cs typeface="Calibri"/>
              </a:rPr>
              <a:t>Monitoring</a:t>
            </a:r>
            <a:r>
              <a:rPr lang="en-US" b="1" spc="-55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and</a:t>
            </a:r>
            <a:r>
              <a:rPr lang="en-US" b="1" spc="-45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Alerts</a:t>
            </a:r>
            <a:r>
              <a:rPr lang="en-US" dirty="0">
                <a:latin typeface="Calibri"/>
                <a:cs typeface="Calibri"/>
              </a:rPr>
              <a:t>: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Ambari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provides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dashboards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real-</a:t>
            </a:r>
            <a:r>
              <a:rPr lang="en-US" dirty="0">
                <a:latin typeface="Calibri"/>
                <a:cs typeface="Calibri"/>
              </a:rPr>
              <a:t>time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monitoring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of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cluster 	</a:t>
            </a:r>
            <a:r>
              <a:rPr lang="en-US" dirty="0">
                <a:latin typeface="Calibri"/>
                <a:cs typeface="Calibri"/>
              </a:rPr>
              <a:t>health,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service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metrics,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resource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usage.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It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also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supports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setting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up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alerts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various 	cluster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events</a:t>
            </a:r>
            <a:r>
              <a:rPr lang="en-US" dirty="0">
                <a:latin typeface="Calibri"/>
                <a:cs typeface="Calibri"/>
              </a:rPr>
              <a:t> or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metrics.</a:t>
            </a:r>
            <a:endParaRPr lang="en-US" dirty="0">
              <a:latin typeface="Calibri"/>
              <a:cs typeface="Calibri"/>
            </a:endParaRPr>
          </a:p>
          <a:p>
            <a:pPr marL="508000" marR="325755" lvl="1" indent="-227013" algn="just">
              <a:lnSpc>
                <a:spcPts val="1510"/>
              </a:lnSpc>
              <a:spcBef>
                <a:spcPts val="100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spc="-10" dirty="0">
                <a:latin typeface="Calibri"/>
                <a:cs typeface="Calibri"/>
              </a:rPr>
              <a:t>Configuration</a:t>
            </a:r>
            <a:r>
              <a:rPr lang="en-US" b="1" spc="-65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Management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It</a:t>
            </a:r>
            <a:r>
              <a:rPr lang="en-US" spc="-1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allows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easy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management</a:t>
            </a:r>
            <a:r>
              <a:rPr lang="en-US" spc="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of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configuration settings</a:t>
            </a:r>
            <a:r>
              <a:rPr lang="en-US" spc="5" dirty="0"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for 	</a:t>
            </a:r>
            <a:r>
              <a:rPr lang="en-US" dirty="0">
                <a:latin typeface="Calibri"/>
                <a:cs typeface="Calibri"/>
              </a:rPr>
              <a:t>Hadoop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services,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including</a:t>
            </a:r>
            <a:r>
              <a:rPr lang="en-US" spc="-1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ability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3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apply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configurations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in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centralized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manner.</a:t>
            </a:r>
            <a:endParaRPr lang="en-US" dirty="0">
              <a:latin typeface="Calibri"/>
              <a:cs typeface="Calibri"/>
            </a:endParaRPr>
          </a:p>
          <a:p>
            <a:pPr marL="508000" marR="5080" lvl="1" indent="-227013">
              <a:lnSpc>
                <a:spcPts val="1510"/>
              </a:lnSpc>
              <a:spcBef>
                <a:spcPts val="101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dirty="0">
                <a:latin typeface="Calibri"/>
                <a:cs typeface="Calibri"/>
              </a:rPr>
              <a:t>User</a:t>
            </a:r>
            <a:r>
              <a:rPr lang="en-US" b="1" spc="-40" dirty="0">
                <a:latin typeface="Calibri"/>
                <a:cs typeface="Calibri"/>
              </a:rPr>
              <a:t> </a:t>
            </a:r>
            <a:r>
              <a:rPr lang="en-US" b="1" spc="-10" dirty="0">
                <a:latin typeface="Calibri"/>
                <a:cs typeface="Calibri"/>
              </a:rPr>
              <a:t>Management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Administrators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can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manage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users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their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permissions,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ensuring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secure </a:t>
            </a:r>
            <a:r>
              <a:rPr lang="en-US" dirty="0">
                <a:latin typeface="Calibri"/>
                <a:cs typeface="Calibri"/>
              </a:rPr>
              <a:t>access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to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cluster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resources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configurations.</a:t>
            </a:r>
            <a:endParaRPr lang="en-US" dirty="0">
              <a:latin typeface="Calibri"/>
              <a:cs typeface="Calibri"/>
            </a:endParaRPr>
          </a:p>
          <a:p>
            <a:pPr marL="508000" marR="313690" lvl="1" indent="-227013" algn="just">
              <a:lnSpc>
                <a:spcPct val="90100"/>
              </a:lnSpc>
              <a:spcBef>
                <a:spcPts val="97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spc="-10" dirty="0">
                <a:latin typeface="Calibri"/>
                <a:cs typeface="Calibri"/>
              </a:rPr>
              <a:t>Integration</a:t>
            </a:r>
            <a:r>
              <a:rPr lang="en-US" b="1" spc="-40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with</a:t>
            </a:r>
            <a:r>
              <a:rPr lang="en-US" b="1" spc="-65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Ambari</a:t>
            </a:r>
            <a:r>
              <a:rPr lang="en-US" b="1" spc="-35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Metrics</a:t>
            </a:r>
            <a:r>
              <a:rPr lang="en-US" b="1" spc="-40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and</a:t>
            </a:r>
            <a:r>
              <a:rPr lang="en-US" b="1" spc="-50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Alerts</a:t>
            </a:r>
            <a:r>
              <a:rPr lang="en-US" dirty="0">
                <a:latin typeface="Calibri"/>
                <a:cs typeface="Calibri"/>
              </a:rPr>
              <a:t>: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Supports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collection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and</a:t>
            </a:r>
            <a:r>
              <a:rPr lang="en-US" spc="-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visualization </a:t>
            </a:r>
            <a:r>
              <a:rPr lang="en-US" spc="-25" dirty="0">
                <a:latin typeface="Calibri"/>
                <a:cs typeface="Calibri"/>
              </a:rPr>
              <a:t>of 	</a:t>
            </a:r>
            <a:r>
              <a:rPr lang="en-US" dirty="0">
                <a:latin typeface="Calibri"/>
                <a:cs typeface="Calibri"/>
              </a:rPr>
              <a:t>metrics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from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different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Hadoop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components,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allowing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comprehensive</a:t>
            </a:r>
            <a:r>
              <a:rPr lang="en-US" spc="-2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monitoring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and 	</a:t>
            </a:r>
            <a:r>
              <a:rPr lang="en-US" spc="-10" dirty="0">
                <a:latin typeface="Calibri"/>
                <a:cs typeface="Calibri"/>
              </a:rPr>
              <a:t>alerting.</a:t>
            </a:r>
            <a:endParaRPr lang="en-US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40055" y="1539449"/>
            <a:ext cx="1234318" cy="507244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46040" y="2166434"/>
            <a:ext cx="4743196" cy="298653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942375" y="5272706"/>
            <a:ext cx="1835871" cy="142434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CCE25-35C5-F8C2-93F3-75E6F478C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Final Notes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C69CE-4637-39A9-33A6-B5CFBD5A5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9661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498DF-D91B-3039-6A35-B1D5FAB6D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 Light"/>
                <a:cs typeface="Calibri Light"/>
              </a:rPr>
              <a:t>Main Hadoop Components</a:t>
            </a:r>
            <a:endParaRPr lang="en-US" dirty="0"/>
          </a:p>
        </p:txBody>
      </p:sp>
      <p:graphicFrame>
        <p:nvGraphicFramePr>
          <p:cNvPr id="82" name="Content Placeholder 81">
            <a:extLst>
              <a:ext uri="{FF2B5EF4-FFF2-40B4-BE49-F238E27FC236}">
                <a16:creationId xmlns:a16="http://schemas.microsoft.com/office/drawing/2014/main" id="{135E2F87-A441-0139-1576-BC186FCA12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2959723"/>
              </p:ext>
            </p:extLst>
          </p:nvPr>
        </p:nvGraphicFramePr>
        <p:xfrm>
          <a:off x="284163" y="1706563"/>
          <a:ext cx="11069634" cy="438912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771588">
                  <a:extLst>
                    <a:ext uri="{9D8B030D-6E8A-4147-A177-3AD203B41FA5}">
                      <a16:colId xmlns:a16="http://schemas.microsoft.com/office/drawing/2014/main" val="2092172446"/>
                    </a:ext>
                  </a:extLst>
                </a:gridCol>
                <a:gridCol w="8298046">
                  <a:extLst>
                    <a:ext uri="{9D8B030D-6E8A-4147-A177-3AD203B41FA5}">
                      <a16:colId xmlns:a16="http://schemas.microsoft.com/office/drawing/2014/main" val="252398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Category / Component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Description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880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Storage Components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7041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HDFS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Distributed file system for scalable and fault-tolerant data storage.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49899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HBase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NoSQL database for real-time read/write access to large datasets.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6905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Phoenix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SQL layer on top of HBase for low-latency OLTP and analytics.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98761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Batch Processing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9192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MapReduce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Traditional batch processing model for parallel computation on large data.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4407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Tez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DAG-based execution engine; faster alternative to MapReduce.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794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SQL-like interface for querying large datasets, often runs on Tez or Spark.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0039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Pig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Dataflow scripting platform using Pig Latin for batch data processing.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42877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Impala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000" b="0" i="0" u="none" strike="noStrike" kern="1200" noProof="0" dirty="0">
                          <a:solidFill>
                            <a:schemeClr val="tx1"/>
                          </a:solidFill>
                        </a:rPr>
                        <a:t>MPP (Massively Parallel Processing) SQL query engine for real-time, interactive querying on Hadoop data.</a:t>
                      </a:r>
                      <a:endParaRPr lang="en-US" b="0" i="0" u="none" strike="noStrike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273171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Real-Time / Stream Processing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64672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Spark Streaming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Micro-batch stream processing engine within Apache Spark.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922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Flink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True stream processing engine with high throughput and low latency.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83120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Storm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Distributed real-time computation system for event-driven processing.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545785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Data Ingestion &amp; Integration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04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Sqoop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Imports/exports structured data between Hadoop and relational databases.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1185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Flume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Collects and transports large volumes of log or event data.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3283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5661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EC68E-1A8B-E467-8D3D-CE5781298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8BFAD-F7FC-EB4E-DB73-D0B4611BA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 Light"/>
                <a:cs typeface="Calibri Light"/>
              </a:rPr>
              <a:t>Main Hadoop Components</a:t>
            </a:r>
            <a:endParaRPr lang="en-US" dirty="0" err="1"/>
          </a:p>
        </p:txBody>
      </p:sp>
      <p:graphicFrame>
        <p:nvGraphicFramePr>
          <p:cNvPr id="82" name="Content Placeholder 81">
            <a:extLst>
              <a:ext uri="{FF2B5EF4-FFF2-40B4-BE49-F238E27FC236}">
                <a16:creationId xmlns:a16="http://schemas.microsoft.com/office/drawing/2014/main" id="{E61DA268-6635-1C98-1674-A7AD4D8991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24943444"/>
              </p:ext>
            </p:extLst>
          </p:nvPr>
        </p:nvGraphicFramePr>
        <p:xfrm>
          <a:off x="284163" y="1706563"/>
          <a:ext cx="11069635" cy="48768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786529">
                  <a:extLst>
                    <a:ext uri="{9D8B030D-6E8A-4147-A177-3AD203B41FA5}">
                      <a16:colId xmlns:a16="http://schemas.microsoft.com/office/drawing/2014/main" val="2092172446"/>
                    </a:ext>
                  </a:extLst>
                </a:gridCol>
                <a:gridCol w="8283106">
                  <a:extLst>
                    <a:ext uri="{9D8B030D-6E8A-4147-A177-3AD203B41FA5}">
                      <a16:colId xmlns:a16="http://schemas.microsoft.com/office/drawing/2014/main" val="252398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Category / Component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Description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880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Security &amp; Governance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65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Ranger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Centralized security for authorization, policies, and auditing.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4146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Knox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Gateway that provides perimeter security and REST API access to Hadoop.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5044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Atlas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Metadata management and data governance framework.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26004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Machine Learning &amp; Search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6545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Mahout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Scalable machine learning library for classification, clustering, etc.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5469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 err="1"/>
                        <a:t>Solr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Enterprise search platform; supports full-text search on Hadoop data.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46218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Cluster Coordination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4539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YARN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Resource management layer for job scheduling and cluster resource utilization.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8765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Zookeeper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Coordination service for configuration, synchronization, and leader election.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82057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Serialization &amp; File Formats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65576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Avro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Row-based data serialization framework with schema support.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3502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Parquet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Columnar storage format optimized for performance and compression.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3076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ORC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Columnar storage format optimized for Hive; enables efficient querying.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3445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UI, Workflow &amp; Dev Tools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945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Oozie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Workflow scheduler to orchestrate complex Hadoop jobs.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1197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Ambari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Web UI for provisioning, monitoring, and managing Hadoop clusters.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229722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Web-based user interface for querying and interacting with Hadoop tools.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4158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Zeppelin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Interactive data analytics notebook that supports Spark, SQL, and more.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362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29756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4C8CC7-78EF-4A0E-A00B-57725A4E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Data Components in AWS EMR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13A4C29-0209-FE53-12D8-C68FEFCD6A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2429672"/>
              </p:ext>
            </p:extLst>
          </p:nvPr>
        </p:nvGraphicFramePr>
        <p:xfrm>
          <a:off x="284085" y="1706564"/>
          <a:ext cx="11051880" cy="45720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452630">
                  <a:extLst>
                    <a:ext uri="{9D8B030D-6E8A-4147-A177-3AD203B41FA5}">
                      <a16:colId xmlns:a16="http://schemas.microsoft.com/office/drawing/2014/main" val="4253224905"/>
                    </a:ext>
                  </a:extLst>
                </a:gridCol>
                <a:gridCol w="2172511">
                  <a:extLst>
                    <a:ext uri="{9D8B030D-6E8A-4147-A177-3AD203B41FA5}">
                      <a16:colId xmlns:a16="http://schemas.microsoft.com/office/drawing/2014/main" val="2322419839"/>
                    </a:ext>
                  </a:extLst>
                </a:gridCol>
                <a:gridCol w="6426739">
                  <a:extLst>
                    <a:ext uri="{9D8B030D-6E8A-4147-A177-3AD203B41FA5}">
                      <a16:colId xmlns:a16="http://schemas.microsoft.com/office/drawing/2014/main" val="316446790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lang="en-US" sz="1100" b="1"/>
                        <a:t>Category</a:t>
                      </a:r>
                      <a:endParaRPr lang="en-US" sz="1100"/>
                    </a:p>
                  </a:txBody>
                  <a:tcPr marL="26131" marR="26131" marT="13066" marB="13066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/>
                        <a:t>Application</a:t>
                      </a:r>
                      <a:endParaRPr lang="en-US" sz="1100"/>
                    </a:p>
                  </a:txBody>
                  <a:tcPr marL="26131" marR="26131" marT="13066" marB="13066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Description</a:t>
                      </a:r>
                      <a:endParaRPr lang="en-US" sz="1100" dirty="0"/>
                    </a:p>
                  </a:txBody>
                  <a:tcPr marL="26131" marR="26131" marT="13066" marB="13066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67846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/>
                        <a:t>Big Data Engines</a:t>
                      </a:r>
                      <a:endParaRPr lang="en-US" sz="11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Apache Spark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Fast in-memory distributed data processing for large-scale workloads.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427717819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Hadoop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Core framework for distributed storage (HDFS) and processing (MapReduce/YARN).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57284466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Flink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Real-time stream processing framework with high throughput and low latency.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52827068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HBase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NoSQL database for real-time read/write access on HDFS.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22685322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Presto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Distributed SQL query engine for large-scale interactive queries.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287703604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Trino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High-performance distributed SQL engine (PrestoSQL fork).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142594594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/>
                        <a:t>Notebook Interfaces</a:t>
                      </a:r>
                      <a:endParaRPr lang="en-US" sz="110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JupyterEnterpriseGateway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Enables remote access to Jupyter kernels on distributed clusters.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145614703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JupyterHub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Multi-user </a:t>
                      </a:r>
                      <a:r>
                        <a:rPr lang="en-US" sz="1100" dirty="0" err="1"/>
                        <a:t>Jupyter</a:t>
                      </a:r>
                      <a:r>
                        <a:rPr lang="en-US" sz="1100" dirty="0"/>
                        <a:t> notebook server.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91348887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SQL/Data Warehousing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Hive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SQL-like interface for querying large datasets on Hadoop.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88028125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HCatalog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Table and metadata management layer for Hive.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82927404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Workflow Management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Oozie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Workflow scheduler system to manage Hadoop jobs.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264455002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Tez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Framework for building data processing tasks on YARN.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158714905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Streaming &amp; Interfaces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Livy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REST API for interacting with Spark.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1809762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Zeppelin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Web-based notebook for data exploration and visualization.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0006354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Scripting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Pig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High-level scripting platform for Hadoop.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253820862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Monitoring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AmazonCloudWatchAgent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Sends system metrics and logs to Amazon CloudWatch.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4715354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Machine Learning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TensorFlow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Open-source machine learning framework by Google.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90441434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Data Management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Hue</a:t>
                      </a:r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Web UI for Hadoop ecosystem (Hive, Pig, HDFS, etc.).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364185118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100" b="1" dirty="0"/>
                        <a:t>Coordination Services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ZooKeeper</a:t>
                      </a:r>
                      <a:endParaRPr lang="en-US" sz="1100" dirty="0"/>
                    </a:p>
                  </a:txBody>
                  <a:tcPr marL="26131" marR="26131" marT="13066" marB="13066"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Coordination service for distributed applications.</a:t>
                      </a:r>
                    </a:p>
                  </a:txBody>
                  <a:tcPr marL="26131" marR="26131" marT="13066" marB="13066" anchor="ctr"/>
                </a:tc>
                <a:extLst>
                  <a:ext uri="{0D108BD9-81ED-4DB2-BD59-A6C34878D82A}">
                    <a16:rowId xmlns:a16="http://schemas.microsoft.com/office/drawing/2014/main" val="6274939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56359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35121-B141-7218-B42D-1A5178094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Distributed Processing vs. Massive Parallel Processing (MPP)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3D824-DE25-C32C-01F2-97287FB390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b="1" dirty="0"/>
              <a:t>Distributed Processing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r>
              <a:rPr lang="en-US" b="1" dirty="0">
                <a:ea typeface="+mn-lt"/>
                <a:cs typeface="+mn-lt"/>
              </a:rPr>
              <a:t>General Concept</a:t>
            </a:r>
            <a:r>
              <a:rPr lang="en-US" dirty="0">
                <a:ea typeface="+mn-lt"/>
                <a:cs typeface="+mn-lt"/>
              </a:rPr>
              <a:t>: Any system where multiple computers (or nodes) work together to process data.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Used in</a:t>
            </a:r>
            <a:r>
              <a:rPr lang="en-US" dirty="0">
                <a:ea typeface="+mn-lt"/>
                <a:cs typeface="+mn-lt"/>
              </a:rPr>
              <a:t>: Hadoop (MapReduce), Spark, Flink, Storm, etc.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How it works</a:t>
            </a:r>
            <a:r>
              <a:rPr lang="en-US" dirty="0">
                <a:ea typeface="+mn-lt"/>
                <a:cs typeface="+mn-lt"/>
              </a:rPr>
              <a:t>: The workload is split into chunks and processed in parallel across multiple machines, each with its own memory and CPU.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Flexible</a:t>
            </a:r>
            <a:r>
              <a:rPr lang="en-US" dirty="0">
                <a:ea typeface="+mn-lt"/>
                <a:cs typeface="+mn-lt"/>
              </a:rPr>
              <a:t>: Can handle a wide range of tasks, not just databases—can be for file processing, stream processing, ML, etc.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MPP (Massively Parallel Processing)</a:t>
            </a:r>
            <a:endParaRPr lang="en-US" dirty="0">
              <a:ea typeface="Calibri"/>
              <a:cs typeface="Calibri"/>
            </a:endParaRPr>
          </a:p>
          <a:p>
            <a:r>
              <a:rPr lang="en-US" b="1" dirty="0">
                <a:ea typeface="+mn-lt"/>
                <a:cs typeface="+mn-lt"/>
              </a:rPr>
              <a:t>Specific Type of Distributed Processing</a:t>
            </a:r>
            <a:r>
              <a:rPr lang="en-US" dirty="0">
                <a:ea typeface="+mn-lt"/>
                <a:cs typeface="+mn-lt"/>
              </a:rPr>
              <a:t>: Tailored for </a:t>
            </a:r>
            <a:r>
              <a:rPr lang="en-US" b="1" dirty="0">
                <a:ea typeface="+mn-lt"/>
                <a:cs typeface="+mn-lt"/>
              </a:rPr>
              <a:t>databases</a:t>
            </a:r>
            <a:r>
              <a:rPr lang="en-US" dirty="0">
                <a:ea typeface="+mn-lt"/>
                <a:cs typeface="+mn-lt"/>
              </a:rPr>
              <a:t> and </a:t>
            </a:r>
            <a:r>
              <a:rPr lang="en-US" b="1" dirty="0">
                <a:ea typeface="+mn-lt"/>
                <a:cs typeface="+mn-lt"/>
              </a:rPr>
              <a:t>query execution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Used in</a:t>
            </a:r>
            <a:r>
              <a:rPr lang="en-US" dirty="0">
                <a:ea typeface="+mn-lt"/>
                <a:cs typeface="+mn-lt"/>
              </a:rPr>
              <a:t>: Impala, Amazon Redshift, Google </a:t>
            </a:r>
            <a:r>
              <a:rPr lang="en-US" dirty="0" err="1">
                <a:ea typeface="+mn-lt"/>
                <a:cs typeface="+mn-lt"/>
              </a:rPr>
              <a:t>BigQuery</a:t>
            </a:r>
            <a:r>
              <a:rPr lang="en-US" dirty="0">
                <a:ea typeface="+mn-lt"/>
                <a:cs typeface="+mn-lt"/>
              </a:rPr>
              <a:t>, Greenplum, etc.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How it works</a:t>
            </a:r>
            <a:r>
              <a:rPr lang="en-US" dirty="0">
                <a:ea typeface="+mn-lt"/>
                <a:cs typeface="+mn-lt"/>
              </a:rPr>
              <a:t>: Tables are split into partitions and distributed across nodes. Each node processes its chunk </a:t>
            </a:r>
            <a:r>
              <a:rPr lang="en-US" b="1" dirty="0">
                <a:ea typeface="+mn-lt"/>
                <a:cs typeface="+mn-lt"/>
              </a:rPr>
              <a:t>independently and simultaneously</a:t>
            </a:r>
            <a:r>
              <a:rPr lang="en-US" dirty="0">
                <a:ea typeface="+mn-lt"/>
                <a:cs typeface="+mn-lt"/>
              </a:rPr>
              <a:t>, then results are combined.</a:t>
            </a:r>
            <a:endParaRPr lang="en-US" dirty="0"/>
          </a:p>
          <a:p>
            <a:r>
              <a:rPr lang="en-US" b="1" dirty="0">
                <a:ea typeface="+mn-lt"/>
                <a:cs typeface="+mn-lt"/>
              </a:rPr>
              <a:t>Optimized for</a:t>
            </a:r>
            <a:r>
              <a:rPr lang="en-US" dirty="0">
                <a:ea typeface="+mn-lt"/>
                <a:cs typeface="+mn-lt"/>
              </a:rPr>
              <a:t>: High-speed SQL queries on big data. Think of it like a turbocharged SQL engine.</a:t>
            </a:r>
            <a:endParaRPr lang="en-US" dirty="0"/>
          </a:p>
          <a:p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842855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7BF8-9EB6-EB2A-6FCA-BB3FE543B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Key Differences (Distributed Processing vs. MPP)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49131E5-D272-CD58-3F5C-9B41C4487A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6580622"/>
              </p:ext>
            </p:extLst>
          </p:nvPr>
        </p:nvGraphicFramePr>
        <p:xfrm>
          <a:off x="284163" y="1706563"/>
          <a:ext cx="11069637" cy="237744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3689879">
                  <a:extLst>
                    <a:ext uri="{9D8B030D-6E8A-4147-A177-3AD203B41FA5}">
                      <a16:colId xmlns:a16="http://schemas.microsoft.com/office/drawing/2014/main" val="2650493554"/>
                    </a:ext>
                  </a:extLst>
                </a:gridCol>
                <a:gridCol w="3689879">
                  <a:extLst>
                    <a:ext uri="{9D8B030D-6E8A-4147-A177-3AD203B41FA5}">
                      <a16:colId xmlns:a16="http://schemas.microsoft.com/office/drawing/2014/main" val="707909215"/>
                    </a:ext>
                  </a:extLst>
                </a:gridCol>
                <a:gridCol w="3689879">
                  <a:extLst>
                    <a:ext uri="{9D8B030D-6E8A-4147-A177-3AD203B41FA5}">
                      <a16:colId xmlns:a16="http://schemas.microsoft.com/office/drawing/2014/main" val="5552604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Feature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MPP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Distributed Processing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689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Primary Use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SQL query engines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General data processing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7816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Optimization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Analytical queries (OLAP)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Broader workloads (ETL, ML, streaming)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843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Examples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Impala, Redshift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Spark, MapReduce, Flink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1840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Independence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Nodes work mostly independently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Often requires coordination or intermediate shuffling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55372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A67F442-A4EE-C664-5810-41DD02FE24D6}"/>
              </a:ext>
            </a:extLst>
          </p:cNvPr>
          <p:cNvSpPr txBox="1"/>
          <p:nvPr/>
        </p:nvSpPr>
        <p:spPr>
          <a:xfrm>
            <a:off x="287268" y="4387232"/>
            <a:ext cx="11077997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TL;DR</a:t>
            </a:r>
            <a:r>
              <a:rPr lang="en-US" dirty="0"/>
              <a:t>:</a:t>
            </a:r>
          </a:p>
          <a:p>
            <a:r>
              <a:rPr lang="en-US" b="1" dirty="0"/>
              <a:t>All MPP systems are distributed</a:t>
            </a:r>
            <a:r>
              <a:rPr lang="en-US" dirty="0"/>
              <a:t>, but not all distributed systems are MPP.</a:t>
            </a:r>
            <a:br>
              <a:rPr lang="en-US" dirty="0"/>
            </a:br>
            <a:r>
              <a:rPr lang="en-US" dirty="0"/>
              <a:t>MPP is a specialized, high-performance </a:t>
            </a:r>
            <a:r>
              <a:rPr lang="en-US" b="1" dirty="0"/>
              <a:t>subset</a:t>
            </a:r>
            <a:r>
              <a:rPr lang="en-US" dirty="0"/>
              <a:t> of distributed processing focused on SQL analytics.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5397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5466</Words>
  <Application>Microsoft Office PowerPoint</Application>
  <PresentationFormat>Widescreen</PresentationFormat>
  <Paragraphs>637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9" baseType="lpstr">
      <vt:lpstr>Aptos</vt:lpstr>
      <vt:lpstr>Arial</vt:lpstr>
      <vt:lpstr>Arial MT</vt:lpstr>
      <vt:lpstr>Arial Unicode MS</vt:lpstr>
      <vt:lpstr>Calibri</vt:lpstr>
      <vt:lpstr>Calibri (Body)</vt:lpstr>
      <vt:lpstr>Calibri Light</vt:lpstr>
      <vt:lpstr>Courier New</vt:lpstr>
      <vt:lpstr>Symbol</vt:lpstr>
      <vt:lpstr>Times New Roman</vt:lpstr>
      <vt:lpstr>Office Theme</vt:lpstr>
      <vt:lpstr>307401 Big Data and Data Warehouses</vt:lpstr>
      <vt:lpstr>Types of Processing in Computing</vt:lpstr>
      <vt:lpstr>Speedup Concept</vt:lpstr>
      <vt:lpstr>Introduction to Hadoop</vt:lpstr>
      <vt:lpstr>History of Hadoop</vt:lpstr>
      <vt:lpstr>Hadoop Echo System</vt:lpstr>
      <vt:lpstr>HDFS – Hadoop Distributed File System</vt:lpstr>
      <vt:lpstr>YARN, Yet Another Resource Negotiator</vt:lpstr>
      <vt:lpstr>MapReduce</vt:lpstr>
      <vt:lpstr>Real-World Use Case: Log Analysis for Ad Click Fraud Detection</vt:lpstr>
      <vt:lpstr>Apache Hive</vt:lpstr>
      <vt:lpstr>Real-World Use Case: Marketing Campaign Analysis</vt:lpstr>
      <vt:lpstr>Apache PIG – High Level SQL Like Language on top of Hadoop</vt:lpstr>
      <vt:lpstr>Real-World Use Case: Web Log Processing for User Behavior Analysis</vt:lpstr>
      <vt:lpstr>Apache HBase - Distributed Database on top of Hadoop</vt:lpstr>
      <vt:lpstr>Insert Data in HBase</vt:lpstr>
      <vt:lpstr>Key Concepts</vt:lpstr>
      <vt:lpstr>Real-World Use Case: Messaging Platform – Real-Time Message Storage &amp; Retrieval</vt:lpstr>
      <vt:lpstr>HBase vs Relational DB</vt:lpstr>
      <vt:lpstr>Apache Spark</vt:lpstr>
      <vt:lpstr>MapReduce vs. Spark</vt:lpstr>
      <vt:lpstr>Apache Kafka – Messaging System</vt:lpstr>
      <vt:lpstr>Kafka in E-Commerce Order Processing</vt:lpstr>
      <vt:lpstr>E-commerce Order Processing Flow</vt:lpstr>
      <vt:lpstr>E-commerce Order Processing Flow</vt:lpstr>
      <vt:lpstr>E-commerce Order Processing Flow</vt:lpstr>
      <vt:lpstr>PowerPoint Presentation</vt:lpstr>
      <vt:lpstr>Kafka Message Example</vt:lpstr>
      <vt:lpstr>Apache Flink</vt:lpstr>
      <vt:lpstr>Apache Oozie</vt:lpstr>
      <vt:lpstr>Apache Zookeeper</vt:lpstr>
      <vt:lpstr>Apache Ambari</vt:lpstr>
      <vt:lpstr>Final Notes</vt:lpstr>
      <vt:lpstr>Main Hadoop Components</vt:lpstr>
      <vt:lpstr>Main Hadoop Components</vt:lpstr>
      <vt:lpstr>Big Data Components in AWS EMR</vt:lpstr>
      <vt:lpstr>Distributed Processing vs. Massive Parallel Processing (MPP)</vt:lpstr>
      <vt:lpstr>Key Differences (Distributed Processing vs. MPP)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Distribution Functions</dc:title>
  <dc:creator>Mohammed Fasha</dc:creator>
  <cp:lastModifiedBy>Mohammed Fasha</cp:lastModifiedBy>
  <cp:revision>249</cp:revision>
  <dcterms:created xsi:type="dcterms:W3CDTF">2023-03-26T11:17:23Z</dcterms:created>
  <dcterms:modified xsi:type="dcterms:W3CDTF">2025-07-26T20:08:44Z</dcterms:modified>
</cp:coreProperties>
</file>