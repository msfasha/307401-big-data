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9"/>
  </p:notesMasterIdLst>
  <p:sldIdLst>
    <p:sldId id="483" r:id="rId2"/>
    <p:sldId id="484" r:id="rId3"/>
    <p:sldId id="485" r:id="rId4"/>
    <p:sldId id="486" r:id="rId5"/>
    <p:sldId id="487" r:id="rId6"/>
    <p:sldId id="331" r:id="rId7"/>
    <p:sldId id="488" r:id="rId8"/>
    <p:sldId id="489" r:id="rId9"/>
    <p:sldId id="490" r:id="rId10"/>
    <p:sldId id="491" r:id="rId11"/>
    <p:sldId id="492" r:id="rId12"/>
    <p:sldId id="493" r:id="rId13"/>
    <p:sldId id="494" r:id="rId14"/>
    <p:sldId id="495" r:id="rId15"/>
    <p:sldId id="497" r:id="rId16"/>
    <p:sldId id="498" r:id="rId17"/>
    <p:sldId id="499" r:id="rId18"/>
    <p:sldId id="533" r:id="rId19"/>
    <p:sldId id="500" r:id="rId20"/>
    <p:sldId id="501" r:id="rId21"/>
    <p:sldId id="502" r:id="rId22"/>
    <p:sldId id="509" r:id="rId23"/>
    <p:sldId id="510" r:id="rId24"/>
    <p:sldId id="511" r:id="rId25"/>
    <p:sldId id="512" r:id="rId26"/>
    <p:sldId id="513" r:id="rId27"/>
    <p:sldId id="514" r:id="rId28"/>
    <p:sldId id="534" r:id="rId29"/>
    <p:sldId id="515" r:id="rId30"/>
    <p:sldId id="516" r:id="rId31"/>
    <p:sldId id="504" r:id="rId32"/>
    <p:sldId id="517" r:id="rId33"/>
    <p:sldId id="518" r:id="rId34"/>
    <p:sldId id="519" r:id="rId35"/>
    <p:sldId id="520" r:id="rId36"/>
    <p:sldId id="521" r:id="rId37"/>
    <p:sldId id="522" r:id="rId38"/>
    <p:sldId id="523" r:id="rId39"/>
    <p:sldId id="524" r:id="rId40"/>
    <p:sldId id="525" r:id="rId41"/>
    <p:sldId id="526" r:id="rId42"/>
    <p:sldId id="527" r:id="rId43"/>
    <p:sldId id="528" r:id="rId44"/>
    <p:sldId id="529" r:id="rId45"/>
    <p:sldId id="530" r:id="rId46"/>
    <p:sldId id="531" r:id="rId47"/>
    <p:sldId id="532" r:id="rId48"/>
    <p:sldId id="535" r:id="rId49"/>
    <p:sldId id="540" r:id="rId50"/>
    <p:sldId id="536" r:id="rId51"/>
    <p:sldId id="537" r:id="rId52"/>
    <p:sldId id="538" r:id="rId53"/>
    <p:sldId id="565" r:id="rId54"/>
    <p:sldId id="539" r:id="rId55"/>
    <p:sldId id="542" r:id="rId56"/>
    <p:sldId id="544" r:id="rId57"/>
    <p:sldId id="545" r:id="rId58"/>
    <p:sldId id="546" r:id="rId59"/>
    <p:sldId id="548" r:id="rId60"/>
    <p:sldId id="547" r:id="rId61"/>
    <p:sldId id="549" r:id="rId62"/>
    <p:sldId id="550" r:id="rId63"/>
    <p:sldId id="551" r:id="rId64"/>
    <p:sldId id="552" r:id="rId65"/>
    <p:sldId id="553" r:id="rId66"/>
    <p:sldId id="554" r:id="rId67"/>
    <p:sldId id="555" r:id="rId68"/>
    <p:sldId id="566" r:id="rId69"/>
    <p:sldId id="556" r:id="rId70"/>
    <p:sldId id="557" r:id="rId71"/>
    <p:sldId id="558" r:id="rId72"/>
    <p:sldId id="559" r:id="rId73"/>
    <p:sldId id="560" r:id="rId74"/>
    <p:sldId id="561" r:id="rId75"/>
    <p:sldId id="562" r:id="rId76"/>
    <p:sldId id="563" r:id="rId77"/>
    <p:sldId id="564" r:id="rId78"/>
    <p:sldId id="567" r:id="rId79"/>
    <p:sldId id="568" r:id="rId80"/>
    <p:sldId id="569" r:id="rId81"/>
    <p:sldId id="570" r:id="rId82"/>
    <p:sldId id="571" r:id="rId83"/>
    <p:sldId id="572" r:id="rId84"/>
    <p:sldId id="576" r:id="rId85"/>
    <p:sldId id="573" r:id="rId86"/>
    <p:sldId id="574" r:id="rId87"/>
    <p:sldId id="575" r:id="rId88"/>
    <p:sldId id="577" r:id="rId89"/>
    <p:sldId id="578" r:id="rId90"/>
    <p:sldId id="579" r:id="rId91"/>
    <p:sldId id="580" r:id="rId92"/>
    <p:sldId id="581" r:id="rId93"/>
    <p:sldId id="582" r:id="rId94"/>
    <p:sldId id="583" r:id="rId95"/>
    <p:sldId id="584" r:id="rId96"/>
    <p:sldId id="585" r:id="rId97"/>
    <p:sldId id="586" r:id="rId98"/>
    <p:sldId id="587" r:id="rId99"/>
    <p:sldId id="588" r:id="rId100"/>
    <p:sldId id="589" r:id="rId101"/>
    <p:sldId id="590" r:id="rId102"/>
    <p:sldId id="591" r:id="rId103"/>
    <p:sldId id="592" r:id="rId104"/>
    <p:sldId id="593" r:id="rId105"/>
    <p:sldId id="594" r:id="rId106"/>
    <p:sldId id="595" r:id="rId107"/>
    <p:sldId id="470" r:id="rId10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823B"/>
    <a:srgbClr val="67337A"/>
    <a:srgbClr val="00642D"/>
    <a:srgbClr val="98A5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38" autoAdjust="0"/>
    <p:restoredTop sz="94660"/>
  </p:normalViewPr>
  <p:slideViewPr>
    <p:cSldViewPr snapToGrid="0">
      <p:cViewPr varScale="1">
        <p:scale>
          <a:sx n="109" d="100"/>
          <a:sy n="109" d="100"/>
        </p:scale>
        <p:origin x="63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notesMaster" Target="notesMasters/notes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commentAuthors" Target="commentAuthors.xml"/><Relationship Id="rId115"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Fasha" userId="cc64f42d-a1a6-4f08-b97b-0c37f877119f" providerId="ADAL" clId="{19B6BCF0-69C5-47B4-98CC-B0941D29A039}"/>
    <pc:docChg chg="undo redo custSel addSld delSld modSld sldOrd modMainMaster">
      <pc:chgData name="Mohammed Fasha" userId="cc64f42d-a1a6-4f08-b97b-0c37f877119f" providerId="ADAL" clId="{19B6BCF0-69C5-47B4-98CC-B0941D29A039}" dt="2025-04-09T04:34:39.336" v="631" actId="1076"/>
      <pc:docMkLst>
        <pc:docMk/>
      </pc:docMkLst>
      <pc:sldChg chg="modSp mod">
        <pc:chgData name="Mohammed Fasha" userId="cc64f42d-a1a6-4f08-b97b-0c37f877119f" providerId="ADAL" clId="{19B6BCF0-69C5-47B4-98CC-B0941D29A039}" dt="2025-04-09T04:33:31.242" v="608" actId="27636"/>
        <pc:sldMkLst>
          <pc:docMk/>
          <pc:sldMk cId="3241718055" sldId="344"/>
        </pc:sldMkLst>
      </pc:sldChg>
      <pc:sldChg chg="modSp mod">
        <pc:chgData name="Mohammed Fasha" userId="cc64f42d-a1a6-4f08-b97b-0c37f877119f" providerId="ADAL" clId="{19B6BCF0-69C5-47B4-98CC-B0941D29A039}" dt="2025-04-09T04:26:33.067" v="527" actId="404"/>
        <pc:sldMkLst>
          <pc:docMk/>
          <pc:sldMk cId="1852804652" sldId="396"/>
        </pc:sldMkLst>
      </pc:sldChg>
      <pc:sldChg chg="modSp mod">
        <pc:chgData name="Mohammed Fasha" userId="cc64f42d-a1a6-4f08-b97b-0c37f877119f" providerId="ADAL" clId="{19B6BCF0-69C5-47B4-98CC-B0941D29A039}" dt="2025-04-09T04:26:33.067" v="527" actId="404"/>
        <pc:sldMkLst>
          <pc:docMk/>
          <pc:sldMk cId="2127906749" sldId="427"/>
        </pc:sldMkLst>
      </pc:sldChg>
      <pc:sldChg chg="modSp mod">
        <pc:chgData name="Mohammed Fasha" userId="cc64f42d-a1a6-4f08-b97b-0c37f877119f" providerId="ADAL" clId="{19B6BCF0-69C5-47B4-98CC-B0941D29A039}" dt="2025-04-09T04:26:33.067" v="527" actId="404"/>
        <pc:sldMkLst>
          <pc:docMk/>
          <pc:sldMk cId="3339445507" sldId="430"/>
        </pc:sldMkLst>
      </pc:sldChg>
      <pc:sldChg chg="addSp delSp modSp mod">
        <pc:chgData name="Mohammed Fasha" userId="cc64f42d-a1a6-4f08-b97b-0c37f877119f" providerId="ADAL" clId="{19B6BCF0-69C5-47B4-98CC-B0941D29A039}" dt="2025-04-09T04:16:36.518" v="433" actId="1076"/>
        <pc:sldMkLst>
          <pc:docMk/>
          <pc:sldMk cId="1210803598" sldId="478"/>
        </pc:sldMkLst>
      </pc:sldChg>
      <pc:sldChg chg="modSp mod">
        <pc:chgData name="Mohammed Fasha" userId="cc64f42d-a1a6-4f08-b97b-0c37f877119f" providerId="ADAL" clId="{19B6BCF0-69C5-47B4-98CC-B0941D29A039}" dt="2025-04-07T04:00:51.916" v="22" actId="207"/>
        <pc:sldMkLst>
          <pc:docMk/>
          <pc:sldMk cId="1772982877" sldId="590"/>
        </pc:sldMkLst>
      </pc:sldChg>
      <pc:sldChg chg="modSp mod chgLayout">
        <pc:chgData name="Mohammed Fasha" userId="cc64f42d-a1a6-4f08-b97b-0c37f877119f" providerId="ADAL" clId="{19B6BCF0-69C5-47B4-98CC-B0941D29A039}" dt="2025-04-09T04:26:31.177" v="523" actId="700"/>
        <pc:sldMkLst>
          <pc:docMk/>
          <pc:sldMk cId="4204510001" sldId="592"/>
        </pc:sldMkLst>
      </pc:sldChg>
      <pc:sldChg chg="modSp mod chgLayout">
        <pc:chgData name="Mohammed Fasha" userId="cc64f42d-a1a6-4f08-b97b-0c37f877119f" providerId="ADAL" clId="{19B6BCF0-69C5-47B4-98CC-B0941D29A039}" dt="2025-04-09T04:24:52.300" v="492" actId="700"/>
        <pc:sldMkLst>
          <pc:docMk/>
          <pc:sldMk cId="1503045661" sldId="593"/>
        </pc:sldMkLst>
      </pc:sldChg>
      <pc:sldChg chg="addSp delSp modSp mod">
        <pc:chgData name="Mohammed Fasha" userId="cc64f42d-a1a6-4f08-b97b-0c37f877119f" providerId="ADAL" clId="{19B6BCF0-69C5-47B4-98CC-B0941D29A039}" dt="2025-04-09T04:14:48.624" v="428" actId="1076"/>
        <pc:sldMkLst>
          <pc:docMk/>
          <pc:sldMk cId="3474268344" sldId="596"/>
        </pc:sldMkLst>
      </pc:sldChg>
      <pc:sldChg chg="modSp mod">
        <pc:chgData name="Mohammed Fasha" userId="cc64f42d-a1a6-4f08-b97b-0c37f877119f" providerId="ADAL" clId="{19B6BCF0-69C5-47B4-98CC-B0941D29A039}" dt="2025-04-09T04:26:33.067" v="527" actId="404"/>
        <pc:sldMkLst>
          <pc:docMk/>
          <pc:sldMk cId="627652750" sldId="615"/>
        </pc:sldMkLst>
      </pc:sldChg>
      <pc:sldChg chg="modSp mod">
        <pc:chgData name="Mohammed Fasha" userId="cc64f42d-a1a6-4f08-b97b-0c37f877119f" providerId="ADAL" clId="{19B6BCF0-69C5-47B4-98CC-B0941D29A039}" dt="2025-04-09T04:26:33.067" v="527" actId="404"/>
        <pc:sldMkLst>
          <pc:docMk/>
          <pc:sldMk cId="839834530" sldId="621"/>
        </pc:sldMkLst>
      </pc:sldChg>
      <pc:sldChg chg="modSp mod">
        <pc:chgData name="Mohammed Fasha" userId="cc64f42d-a1a6-4f08-b97b-0c37f877119f" providerId="ADAL" clId="{19B6BCF0-69C5-47B4-98CC-B0941D29A039}" dt="2025-04-09T04:26:32.504" v="525" actId="404"/>
        <pc:sldMkLst>
          <pc:docMk/>
          <pc:sldMk cId="662689605" sldId="649"/>
        </pc:sldMkLst>
      </pc:sldChg>
      <pc:sldChg chg="modSp mod">
        <pc:chgData name="Mohammed Fasha" userId="cc64f42d-a1a6-4f08-b97b-0c37f877119f" providerId="ADAL" clId="{19B6BCF0-69C5-47B4-98CC-B0941D29A039}" dt="2025-04-09T04:26:33.067" v="527" actId="404"/>
        <pc:sldMkLst>
          <pc:docMk/>
          <pc:sldMk cId="3942060319" sldId="650"/>
        </pc:sldMkLst>
      </pc:sldChg>
      <pc:sldChg chg="modSp mod">
        <pc:chgData name="Mohammed Fasha" userId="cc64f42d-a1a6-4f08-b97b-0c37f877119f" providerId="ADAL" clId="{19B6BCF0-69C5-47B4-98CC-B0941D29A039}" dt="2025-04-09T04:26:33.067" v="527" actId="404"/>
        <pc:sldMkLst>
          <pc:docMk/>
          <pc:sldMk cId="916802035" sldId="651"/>
        </pc:sldMkLst>
      </pc:sldChg>
      <pc:sldChg chg="modSp mod">
        <pc:chgData name="Mohammed Fasha" userId="cc64f42d-a1a6-4f08-b97b-0c37f877119f" providerId="ADAL" clId="{19B6BCF0-69C5-47B4-98CC-B0941D29A039}" dt="2025-04-09T04:26:33.067" v="527" actId="404"/>
        <pc:sldMkLst>
          <pc:docMk/>
          <pc:sldMk cId="2892622100" sldId="655"/>
        </pc:sldMkLst>
      </pc:sldChg>
      <pc:sldChg chg="modSp mod">
        <pc:chgData name="Mohammed Fasha" userId="cc64f42d-a1a6-4f08-b97b-0c37f877119f" providerId="ADAL" clId="{19B6BCF0-69C5-47B4-98CC-B0941D29A039}" dt="2025-04-09T04:26:33.067" v="527" actId="404"/>
        <pc:sldMkLst>
          <pc:docMk/>
          <pc:sldMk cId="2680231355" sldId="669"/>
        </pc:sldMkLst>
      </pc:sldChg>
      <pc:sldChg chg="modSp mod">
        <pc:chgData name="Mohammed Fasha" userId="cc64f42d-a1a6-4f08-b97b-0c37f877119f" providerId="ADAL" clId="{19B6BCF0-69C5-47B4-98CC-B0941D29A039}" dt="2025-04-09T04:26:33.067" v="527" actId="404"/>
        <pc:sldMkLst>
          <pc:docMk/>
          <pc:sldMk cId="1620993364" sldId="672"/>
        </pc:sldMkLst>
      </pc:sldChg>
      <pc:sldChg chg="modSp mod">
        <pc:chgData name="Mohammed Fasha" userId="cc64f42d-a1a6-4f08-b97b-0c37f877119f" providerId="ADAL" clId="{19B6BCF0-69C5-47B4-98CC-B0941D29A039}" dt="2025-04-09T04:26:33.067" v="527" actId="404"/>
        <pc:sldMkLst>
          <pc:docMk/>
          <pc:sldMk cId="32004852" sldId="708"/>
        </pc:sldMkLst>
      </pc:sldChg>
      <pc:sldChg chg="modSp mod">
        <pc:chgData name="Mohammed Fasha" userId="cc64f42d-a1a6-4f08-b97b-0c37f877119f" providerId="ADAL" clId="{19B6BCF0-69C5-47B4-98CC-B0941D29A039}" dt="2025-04-09T04:26:33.067" v="527" actId="404"/>
        <pc:sldMkLst>
          <pc:docMk/>
          <pc:sldMk cId="1096386322" sldId="715"/>
        </pc:sldMkLst>
      </pc:sldChg>
      <pc:sldChg chg="modSp mod">
        <pc:chgData name="Mohammed Fasha" userId="cc64f42d-a1a6-4f08-b97b-0c37f877119f" providerId="ADAL" clId="{19B6BCF0-69C5-47B4-98CC-B0941D29A039}" dt="2025-04-09T04:26:33.067" v="527" actId="404"/>
        <pc:sldMkLst>
          <pc:docMk/>
          <pc:sldMk cId="1784058309" sldId="716"/>
        </pc:sldMkLst>
      </pc:sldChg>
      <pc:sldChg chg="modSp mod">
        <pc:chgData name="Mohammed Fasha" userId="cc64f42d-a1a6-4f08-b97b-0c37f877119f" providerId="ADAL" clId="{19B6BCF0-69C5-47B4-98CC-B0941D29A039}" dt="2025-04-09T04:26:33.067" v="527" actId="404"/>
        <pc:sldMkLst>
          <pc:docMk/>
          <pc:sldMk cId="3139017106" sldId="717"/>
        </pc:sldMkLst>
      </pc:sldChg>
      <pc:sldChg chg="modSp mod">
        <pc:chgData name="Mohammed Fasha" userId="cc64f42d-a1a6-4f08-b97b-0c37f877119f" providerId="ADAL" clId="{19B6BCF0-69C5-47B4-98CC-B0941D29A039}" dt="2025-04-09T04:26:33.067" v="527" actId="404"/>
        <pc:sldMkLst>
          <pc:docMk/>
          <pc:sldMk cId="3043812923" sldId="718"/>
        </pc:sldMkLst>
      </pc:sldChg>
      <pc:sldChg chg="addSp delSp modSp new add del mod">
        <pc:chgData name="Mohammed Fasha" userId="cc64f42d-a1a6-4f08-b97b-0c37f877119f" providerId="ADAL" clId="{19B6BCF0-69C5-47B4-98CC-B0941D29A039}" dt="2025-04-09T04:34:39.336" v="631" actId="1076"/>
        <pc:sldMkLst>
          <pc:docMk/>
          <pc:sldMk cId="555545871" sldId="719"/>
        </pc:sldMkLst>
      </pc:sldChg>
      <pc:sldChg chg="addSp delSp modSp new del mod">
        <pc:chgData name="Mohammed Fasha" userId="cc64f42d-a1a6-4f08-b97b-0c37f877119f" providerId="ADAL" clId="{19B6BCF0-69C5-47B4-98CC-B0941D29A039}" dt="2025-04-07T04:08:55.256" v="104" actId="2696"/>
        <pc:sldMkLst>
          <pc:docMk/>
          <pc:sldMk cId="2947275043" sldId="720"/>
        </pc:sldMkLst>
      </pc:sldChg>
      <pc:sldChg chg="addSp delSp modSp add del mod ord">
        <pc:chgData name="Mohammed Fasha" userId="cc64f42d-a1a6-4f08-b97b-0c37f877119f" providerId="ADAL" clId="{19B6BCF0-69C5-47B4-98CC-B0941D29A039}" dt="2025-04-09T04:32:45.968" v="563" actId="2696"/>
        <pc:sldMkLst>
          <pc:docMk/>
          <pc:sldMk cId="3150113204" sldId="720"/>
        </pc:sldMkLst>
      </pc:sldChg>
      <pc:sldChg chg="modSp add mod">
        <pc:chgData name="Mohammed Fasha" userId="cc64f42d-a1a6-4f08-b97b-0c37f877119f" providerId="ADAL" clId="{19B6BCF0-69C5-47B4-98CC-B0941D29A039}" dt="2025-04-09T04:33:34.769" v="611" actId="27636"/>
        <pc:sldMkLst>
          <pc:docMk/>
          <pc:sldMk cId="3150550060" sldId="720"/>
        </pc:sldMkLst>
      </pc:sldChg>
      <pc:sldChg chg="add">
        <pc:chgData name="Mohammed Fasha" userId="cc64f42d-a1a6-4f08-b97b-0c37f877119f" providerId="ADAL" clId="{19B6BCF0-69C5-47B4-98CC-B0941D29A039}" dt="2025-04-09T04:33:17.533" v="605"/>
        <pc:sldMkLst>
          <pc:docMk/>
          <pc:sldMk cId="1915229598" sldId="721"/>
        </pc:sldMkLst>
      </pc:sldChg>
      <pc:sldChg chg="addSp delSp modSp new del mod">
        <pc:chgData name="Mohammed Fasha" userId="cc64f42d-a1a6-4f08-b97b-0c37f877119f" providerId="ADAL" clId="{19B6BCF0-69C5-47B4-98CC-B0941D29A039}" dt="2025-04-09T04:32:45.968" v="563" actId="2696"/>
        <pc:sldMkLst>
          <pc:docMk/>
          <pc:sldMk cId="4183243958" sldId="721"/>
        </pc:sldMkLst>
      </pc:sldChg>
      <pc:sldChg chg="modSp new del mod">
        <pc:chgData name="Mohammed Fasha" userId="cc64f42d-a1a6-4f08-b97b-0c37f877119f" providerId="ADAL" clId="{19B6BCF0-69C5-47B4-98CC-B0941D29A039}" dt="2025-04-07T04:12:17.364" v="158" actId="680"/>
        <pc:sldMkLst>
          <pc:docMk/>
          <pc:sldMk cId="3245137052" sldId="722"/>
        </pc:sldMkLst>
      </pc:sldChg>
      <pc:sldChg chg="modSp new mod">
        <pc:chgData name="Mohammed Fasha" userId="cc64f42d-a1a6-4f08-b97b-0c37f877119f" providerId="ADAL" clId="{19B6BCF0-69C5-47B4-98CC-B0941D29A039}" dt="2025-04-07T04:19:02.971" v="311" actId="404"/>
        <pc:sldMkLst>
          <pc:docMk/>
          <pc:sldMk cId="3417524918" sldId="722"/>
        </pc:sldMkLst>
      </pc:sldChg>
      <pc:sldChg chg="modSp new del mod">
        <pc:chgData name="Mohammed Fasha" userId="cc64f42d-a1a6-4f08-b97b-0c37f877119f" providerId="ADAL" clId="{19B6BCF0-69C5-47B4-98CC-B0941D29A039}" dt="2025-04-09T04:00:40.794" v="375" actId="47"/>
        <pc:sldMkLst>
          <pc:docMk/>
          <pc:sldMk cId="180109985" sldId="723"/>
        </pc:sldMkLst>
      </pc:sldChg>
      <pc:sldChg chg="addSp delSp modSp new mod modClrScheme chgLayout">
        <pc:chgData name="Mohammed Fasha" userId="cc64f42d-a1a6-4f08-b97b-0c37f877119f" providerId="ADAL" clId="{19B6BCF0-69C5-47B4-98CC-B0941D29A039}" dt="2025-04-09T04:33:02.362" v="604" actId="20577"/>
        <pc:sldMkLst>
          <pc:docMk/>
          <pc:sldMk cId="218477773" sldId="723"/>
        </pc:sldMkLst>
      </pc:sldChg>
      <pc:sldChg chg="addSp delSp modSp new del mod">
        <pc:chgData name="Mohammed Fasha" userId="cc64f42d-a1a6-4f08-b97b-0c37f877119f" providerId="ADAL" clId="{19B6BCF0-69C5-47B4-98CC-B0941D29A039}" dt="2025-04-09T04:02:01.456" v="378" actId="47"/>
        <pc:sldMkLst>
          <pc:docMk/>
          <pc:sldMk cId="2150408616" sldId="724"/>
        </pc:sldMkLst>
      </pc:sldChg>
      <pc:sldChg chg="modSp add mod">
        <pc:chgData name="Mohammed Fasha" userId="cc64f42d-a1a6-4f08-b97b-0c37f877119f" providerId="ADAL" clId="{19B6BCF0-69C5-47B4-98CC-B0941D29A039}" dt="2025-04-09T04:33:53.274" v="628" actId="27636"/>
        <pc:sldMkLst>
          <pc:docMk/>
          <pc:sldMk cId="3056700689" sldId="724"/>
        </pc:sldMkLst>
      </pc:sldChg>
      <pc:sldChg chg="addSp delSp modSp new add del mod">
        <pc:chgData name="Mohammed Fasha" userId="cc64f42d-a1a6-4f08-b97b-0c37f877119f" providerId="ADAL" clId="{19B6BCF0-69C5-47B4-98CC-B0941D29A039}" dt="2025-04-09T04:32:31.834" v="562" actId="47"/>
        <pc:sldMkLst>
          <pc:docMk/>
          <pc:sldMk cId="1308458687" sldId="725"/>
        </pc:sldMkLst>
      </pc:sldChg>
      <pc:sldChg chg="addSp delSp modSp new del mod">
        <pc:chgData name="Mohammed Fasha" userId="cc64f42d-a1a6-4f08-b97b-0c37f877119f" providerId="ADAL" clId="{19B6BCF0-69C5-47B4-98CC-B0941D29A039}" dt="2025-04-09T04:32:26.748" v="561" actId="47"/>
        <pc:sldMkLst>
          <pc:docMk/>
          <pc:sldMk cId="745892495" sldId="726"/>
        </pc:sldMkLst>
      </pc:sldChg>
      <pc:sldChg chg="addSp delSp modSp new add del mod">
        <pc:chgData name="Mohammed Fasha" userId="cc64f42d-a1a6-4f08-b97b-0c37f877119f" providerId="ADAL" clId="{19B6BCF0-69C5-47B4-98CC-B0941D29A039}" dt="2025-04-09T04:27:26.321" v="531" actId="47"/>
        <pc:sldMkLst>
          <pc:docMk/>
          <pc:sldMk cId="2248567439" sldId="726"/>
        </pc:sldMkLst>
      </pc:sldChg>
      <pc:sldMasterChg chg="modSldLayout">
        <pc:chgData name="Mohammed Fasha" userId="cc64f42d-a1a6-4f08-b97b-0c37f877119f" providerId="ADAL" clId="{19B6BCF0-69C5-47B4-98CC-B0941D29A039}" dt="2025-04-09T04:24:26.302" v="479" actId="404"/>
        <pc:sldMasterMkLst>
          <pc:docMk/>
          <pc:sldMasterMk cId="742811419" sldId="2147483648"/>
        </pc:sldMasterMkLst>
        <pc:sldLayoutChg chg="modSp">
          <pc:chgData name="Mohammed Fasha" userId="cc64f42d-a1a6-4f08-b97b-0c37f877119f" providerId="ADAL" clId="{19B6BCF0-69C5-47B4-98CC-B0941D29A039}" dt="2025-04-09T04:24:26.302" v="479" actId="404"/>
          <pc:sldLayoutMkLst>
            <pc:docMk/>
            <pc:sldMasterMk cId="742811419" sldId="2147483648"/>
            <pc:sldLayoutMk cId="3573533501" sldId="2147483650"/>
          </pc:sldLayoutMkLst>
          <pc:spChg chg="mod">
            <ac:chgData name="Mohammed Fasha" userId="cc64f42d-a1a6-4f08-b97b-0c37f877119f" providerId="ADAL" clId="{19B6BCF0-69C5-47B4-98CC-B0941D29A039}" dt="2025-04-09T04:24:26.302" v="479" actId="404"/>
            <ac:spMkLst>
              <pc:docMk/>
              <pc:sldMasterMk cId="742811419" sldId="2147483648"/>
              <pc:sldLayoutMk cId="3573533501" sldId="2147483650"/>
              <ac:spMk id="3" creationId="{93FDCCF6-2612-A73C-C264-680D14569853}"/>
            </ac:spMkLst>
          </pc:spChg>
        </pc:sldLayoutChg>
      </pc:sldMasterChg>
    </pc:docChg>
  </pc:docChgLst>
  <pc:docChgLst>
    <pc:chgData name="Mohammed Fasha" userId="cc64f42d-a1a6-4f08-b97b-0c37f877119f" providerId="ADAL" clId="{25C05559-E4DC-4EE1-91BC-1444D09EE869}"/>
    <pc:docChg chg="undo custSel modSld sldOrd">
      <pc:chgData name="Mohammed Fasha" userId="cc64f42d-a1a6-4f08-b97b-0c37f877119f" providerId="ADAL" clId="{25C05559-E4DC-4EE1-91BC-1444D09EE869}" dt="2025-04-16T06:49:10.468" v="48" actId="404"/>
      <pc:docMkLst>
        <pc:docMk/>
      </pc:docMkLst>
      <pc:sldChg chg="modSp mod">
        <pc:chgData name="Mohammed Fasha" userId="cc64f42d-a1a6-4f08-b97b-0c37f877119f" providerId="ADAL" clId="{25C05559-E4DC-4EE1-91BC-1444D09EE869}" dt="2025-04-16T06:14:55.232" v="16" actId="1076"/>
        <pc:sldMkLst>
          <pc:docMk/>
          <pc:sldMk cId="1499958888" sldId="394"/>
        </pc:sldMkLst>
      </pc:sldChg>
      <pc:sldChg chg="delSp modSp mod delAnim">
        <pc:chgData name="Mohammed Fasha" userId="cc64f42d-a1a6-4f08-b97b-0c37f877119f" providerId="ADAL" clId="{25C05559-E4DC-4EE1-91BC-1444D09EE869}" dt="2025-04-16T06:43:36.666" v="20" actId="478"/>
        <pc:sldMkLst>
          <pc:docMk/>
          <pc:sldMk cId="2905491798" sldId="440"/>
        </pc:sldMkLst>
      </pc:sldChg>
      <pc:sldChg chg="modSp mod">
        <pc:chgData name="Mohammed Fasha" userId="cc64f42d-a1a6-4f08-b97b-0c37f877119f" providerId="ADAL" clId="{25C05559-E4DC-4EE1-91BC-1444D09EE869}" dt="2025-04-09T06:23:26.187" v="0" actId="20577"/>
        <pc:sldMkLst>
          <pc:docMk/>
          <pc:sldMk cId="2297456757" sldId="483"/>
        </pc:sldMkLst>
        <pc:spChg chg="mod">
          <ac:chgData name="Mohammed Fasha" userId="cc64f42d-a1a6-4f08-b97b-0c37f877119f" providerId="ADAL" clId="{25C05559-E4DC-4EE1-91BC-1444D09EE869}" dt="2025-04-09T06:23:26.187" v="0" actId="20577"/>
          <ac:spMkLst>
            <pc:docMk/>
            <pc:sldMk cId="2297456757" sldId="483"/>
            <ac:spMk id="5" creationId="{89403830-E271-DAA0-8838-E295A84A8B5B}"/>
          </ac:spMkLst>
        </pc:spChg>
      </pc:sldChg>
      <pc:sldChg chg="ord">
        <pc:chgData name="Mohammed Fasha" userId="cc64f42d-a1a6-4f08-b97b-0c37f877119f" providerId="ADAL" clId="{25C05559-E4DC-4EE1-91BC-1444D09EE869}" dt="2025-04-16T06:46:21.733" v="23" actId="20578"/>
        <pc:sldMkLst>
          <pc:docMk/>
          <pc:sldMk cId="3480194047" sldId="599"/>
        </pc:sldMkLst>
      </pc:sldChg>
      <pc:sldChg chg="modSp mod">
        <pc:chgData name="Mohammed Fasha" userId="cc64f42d-a1a6-4f08-b97b-0c37f877119f" providerId="ADAL" clId="{25C05559-E4DC-4EE1-91BC-1444D09EE869}" dt="2025-04-16T06:46:47.902" v="27" actId="404"/>
        <pc:sldMkLst>
          <pc:docMk/>
          <pc:sldMk cId="3146452721" sldId="600"/>
        </pc:sldMkLst>
      </pc:sldChg>
      <pc:sldChg chg="delSp mod">
        <pc:chgData name="Mohammed Fasha" userId="cc64f42d-a1a6-4f08-b97b-0c37f877119f" providerId="ADAL" clId="{25C05559-E4DC-4EE1-91BC-1444D09EE869}" dt="2025-04-16T06:47:57.131" v="35" actId="21"/>
        <pc:sldMkLst>
          <pc:docMk/>
          <pc:sldMk cId="202107314" sldId="647"/>
        </pc:sldMkLst>
      </pc:sldChg>
      <pc:sldChg chg="modSp mod">
        <pc:chgData name="Mohammed Fasha" userId="cc64f42d-a1a6-4f08-b97b-0c37f877119f" providerId="ADAL" clId="{25C05559-E4DC-4EE1-91BC-1444D09EE869}" dt="2025-04-16T06:48:42.467" v="40" actId="14100"/>
        <pc:sldMkLst>
          <pc:docMk/>
          <pc:sldMk cId="3454522070" sldId="679"/>
        </pc:sldMkLst>
      </pc:sldChg>
      <pc:sldChg chg="modSp mod">
        <pc:chgData name="Mohammed Fasha" userId="cc64f42d-a1a6-4f08-b97b-0c37f877119f" providerId="ADAL" clId="{25C05559-E4DC-4EE1-91BC-1444D09EE869}" dt="2025-04-16T06:49:10.468" v="48" actId="404"/>
        <pc:sldMkLst>
          <pc:docMk/>
          <pc:sldMk cId="2856814121" sldId="681"/>
        </pc:sldMkLst>
      </pc:sldChg>
      <pc:sldChg chg="modSp mod">
        <pc:chgData name="Mohammed Fasha" userId="cc64f42d-a1a6-4f08-b97b-0c37f877119f" providerId="ADAL" clId="{25C05559-E4DC-4EE1-91BC-1444D09EE869}" dt="2025-04-16T06:48:55.287" v="46" actId="27636"/>
        <pc:sldMkLst>
          <pc:docMk/>
          <pc:sldMk cId="265576630" sldId="698"/>
        </pc:sldMkLst>
      </pc:sldChg>
      <pc:sldChg chg="modSp">
        <pc:chgData name="Mohammed Fasha" userId="cc64f42d-a1a6-4f08-b97b-0c37f877119f" providerId="ADAL" clId="{25C05559-E4DC-4EE1-91BC-1444D09EE869}" dt="2025-04-16T06:48:02.658" v="36" actId="1076"/>
        <pc:sldMkLst>
          <pc:docMk/>
          <pc:sldMk cId="3085160177" sldId="704"/>
        </pc:sldMkLst>
      </pc:sldChg>
      <pc:sldChg chg="modSp mod">
        <pc:chgData name="Mohammed Fasha" userId="cc64f42d-a1a6-4f08-b97b-0c37f877119f" providerId="ADAL" clId="{25C05559-E4DC-4EE1-91BC-1444D09EE869}" dt="2025-04-16T06:47:18.630" v="34" actId="1076"/>
        <pc:sldMkLst>
          <pc:docMk/>
          <pc:sldMk cId="32004852" sldId="708"/>
        </pc:sldMkLst>
      </pc:sldChg>
      <pc:sldChg chg="addSp delSp modSp mod">
        <pc:chgData name="Mohammed Fasha" userId="cc64f42d-a1a6-4f08-b97b-0c37f877119f" providerId="ADAL" clId="{25C05559-E4DC-4EE1-91BC-1444D09EE869}" dt="2025-04-16T06:14:10.424" v="11" actId="167"/>
        <pc:sldMkLst>
          <pc:docMk/>
          <pc:sldMk cId="3150550060" sldId="720"/>
        </pc:sldMkLst>
      </pc:sldChg>
    </pc:docChg>
  </pc:docChgLst>
  <pc:docChgLst>
    <pc:chgData name="Mohammed Fasha" userId="cc64f42d-a1a6-4f08-b97b-0c37f877119f" providerId="ADAL" clId="{BECD4A7F-C1AF-4585-8C31-FE7D4FE3ED16}"/>
    <pc:docChg chg="undo redo custSel addSld delSld modSld sldOrd">
      <pc:chgData name="Mohammed Fasha" userId="cc64f42d-a1a6-4f08-b97b-0c37f877119f" providerId="ADAL" clId="{BECD4A7F-C1AF-4585-8C31-FE7D4FE3ED16}" dt="2025-01-05T16:36:16.605" v="1945" actId="1076"/>
      <pc:docMkLst>
        <pc:docMk/>
      </pc:docMkLst>
      <pc:sldChg chg="modSp mod">
        <pc:chgData name="Mohammed Fasha" userId="cc64f42d-a1a6-4f08-b97b-0c37f877119f" providerId="ADAL" clId="{BECD4A7F-C1AF-4585-8C31-FE7D4FE3ED16}" dt="2024-12-30T18:47:27.683" v="988" actId="20577"/>
        <pc:sldMkLst>
          <pc:docMk/>
          <pc:sldMk cId="2281221656" sldId="527"/>
        </pc:sldMkLst>
      </pc:sldChg>
      <pc:sldChg chg="modSp mod">
        <pc:chgData name="Mohammed Fasha" userId="cc64f42d-a1a6-4f08-b97b-0c37f877119f" providerId="ADAL" clId="{BECD4A7F-C1AF-4585-8C31-FE7D4FE3ED16}" dt="2024-12-27T13:59:26.893" v="366" actId="20577"/>
        <pc:sldMkLst>
          <pc:docMk/>
          <pc:sldMk cId="3474268344" sldId="596"/>
        </pc:sldMkLst>
      </pc:sldChg>
      <pc:sldChg chg="modSp mod">
        <pc:chgData name="Mohammed Fasha" userId="cc64f42d-a1a6-4f08-b97b-0c37f877119f" providerId="ADAL" clId="{BECD4A7F-C1AF-4585-8C31-FE7D4FE3ED16}" dt="2024-12-30T18:44:34.649" v="884" actId="20577"/>
        <pc:sldMkLst>
          <pc:docMk/>
          <pc:sldMk cId="916802035" sldId="651"/>
        </pc:sldMkLst>
      </pc:sldChg>
      <pc:sldChg chg="del">
        <pc:chgData name="Mohammed Fasha" userId="cc64f42d-a1a6-4f08-b97b-0c37f877119f" providerId="ADAL" clId="{BECD4A7F-C1AF-4585-8C31-FE7D4FE3ED16}" dt="2025-01-05T14:42:38.675" v="989" actId="2696"/>
        <pc:sldMkLst>
          <pc:docMk/>
          <pc:sldMk cId="426516858" sldId="662"/>
        </pc:sldMkLst>
      </pc:sldChg>
      <pc:sldChg chg="modSp add del mod">
        <pc:chgData name="Mohammed Fasha" userId="cc64f42d-a1a6-4f08-b97b-0c37f877119f" providerId="ADAL" clId="{BECD4A7F-C1AF-4585-8C31-FE7D4FE3ED16}" dt="2025-01-05T16:34:59.233" v="1926" actId="20577"/>
        <pc:sldMkLst>
          <pc:docMk/>
          <pc:sldMk cId="691538069" sldId="662"/>
        </pc:sldMkLst>
      </pc:sldChg>
      <pc:sldChg chg="del">
        <pc:chgData name="Mohammed Fasha" userId="cc64f42d-a1a6-4f08-b97b-0c37f877119f" providerId="ADAL" clId="{BECD4A7F-C1AF-4585-8C31-FE7D4FE3ED16}" dt="2025-01-05T14:42:38.675" v="989" actId="2696"/>
        <pc:sldMkLst>
          <pc:docMk/>
          <pc:sldMk cId="895445062" sldId="663"/>
        </pc:sldMkLst>
      </pc:sldChg>
      <pc:sldChg chg="add del">
        <pc:chgData name="Mohammed Fasha" userId="cc64f42d-a1a6-4f08-b97b-0c37f877119f" providerId="ADAL" clId="{BECD4A7F-C1AF-4585-8C31-FE7D4FE3ED16}" dt="2025-01-05T14:43:16.100" v="993" actId="2696"/>
        <pc:sldMkLst>
          <pc:docMk/>
          <pc:sldMk cId="3980180774" sldId="663"/>
        </pc:sldMkLst>
      </pc:sldChg>
      <pc:sldChg chg="add del">
        <pc:chgData name="Mohammed Fasha" userId="cc64f42d-a1a6-4f08-b97b-0c37f877119f" providerId="ADAL" clId="{BECD4A7F-C1AF-4585-8C31-FE7D4FE3ED16}" dt="2025-01-05T14:43:16.100" v="993" actId="2696"/>
        <pc:sldMkLst>
          <pc:docMk/>
          <pc:sldMk cId="1728680596" sldId="664"/>
        </pc:sldMkLst>
      </pc:sldChg>
      <pc:sldChg chg="del">
        <pc:chgData name="Mohammed Fasha" userId="cc64f42d-a1a6-4f08-b97b-0c37f877119f" providerId="ADAL" clId="{BECD4A7F-C1AF-4585-8C31-FE7D4FE3ED16}" dt="2025-01-05T14:42:38.675" v="989" actId="2696"/>
        <pc:sldMkLst>
          <pc:docMk/>
          <pc:sldMk cId="3900588277" sldId="664"/>
        </pc:sldMkLst>
      </pc:sldChg>
      <pc:sldChg chg="del">
        <pc:chgData name="Mohammed Fasha" userId="cc64f42d-a1a6-4f08-b97b-0c37f877119f" providerId="ADAL" clId="{BECD4A7F-C1AF-4585-8C31-FE7D4FE3ED16}" dt="2025-01-05T14:42:38.675" v="989" actId="2696"/>
        <pc:sldMkLst>
          <pc:docMk/>
          <pc:sldMk cId="123002105" sldId="665"/>
        </pc:sldMkLst>
      </pc:sldChg>
      <pc:sldChg chg="modSp add del mod">
        <pc:chgData name="Mohammed Fasha" userId="cc64f42d-a1a6-4f08-b97b-0c37f877119f" providerId="ADAL" clId="{BECD4A7F-C1AF-4585-8C31-FE7D4FE3ED16}" dt="2025-01-05T15:05:12.729" v="1226" actId="21"/>
        <pc:sldMkLst>
          <pc:docMk/>
          <pc:sldMk cId="148099094" sldId="665"/>
        </pc:sldMkLst>
      </pc:sldChg>
      <pc:sldChg chg="del">
        <pc:chgData name="Mohammed Fasha" userId="cc64f42d-a1a6-4f08-b97b-0c37f877119f" providerId="ADAL" clId="{BECD4A7F-C1AF-4585-8C31-FE7D4FE3ED16}" dt="2025-01-05T14:42:38.675" v="989" actId="2696"/>
        <pc:sldMkLst>
          <pc:docMk/>
          <pc:sldMk cId="659863378" sldId="676"/>
        </pc:sldMkLst>
      </pc:sldChg>
      <pc:sldChg chg="modSp add del mod">
        <pc:chgData name="Mohammed Fasha" userId="cc64f42d-a1a6-4f08-b97b-0c37f877119f" providerId="ADAL" clId="{BECD4A7F-C1AF-4585-8C31-FE7D4FE3ED16}" dt="2025-01-05T14:55:27.595" v="1130" actId="255"/>
        <pc:sldMkLst>
          <pc:docMk/>
          <pc:sldMk cId="1577854815" sldId="676"/>
        </pc:sldMkLst>
      </pc:sldChg>
      <pc:sldChg chg="modSp add del mod">
        <pc:chgData name="Mohammed Fasha" userId="cc64f42d-a1a6-4f08-b97b-0c37f877119f" providerId="ADAL" clId="{BECD4A7F-C1AF-4585-8C31-FE7D4FE3ED16}" dt="2025-01-05T14:55:43.754" v="1132" actId="1076"/>
        <pc:sldMkLst>
          <pc:docMk/>
          <pc:sldMk cId="139882925" sldId="677"/>
        </pc:sldMkLst>
      </pc:sldChg>
      <pc:sldChg chg="del">
        <pc:chgData name="Mohammed Fasha" userId="cc64f42d-a1a6-4f08-b97b-0c37f877119f" providerId="ADAL" clId="{BECD4A7F-C1AF-4585-8C31-FE7D4FE3ED16}" dt="2025-01-05T14:42:38.675" v="989" actId="2696"/>
        <pc:sldMkLst>
          <pc:docMk/>
          <pc:sldMk cId="2736863534" sldId="677"/>
        </pc:sldMkLst>
      </pc:sldChg>
      <pc:sldChg chg="add del">
        <pc:chgData name="Mohammed Fasha" userId="cc64f42d-a1a6-4f08-b97b-0c37f877119f" providerId="ADAL" clId="{BECD4A7F-C1AF-4585-8C31-FE7D4FE3ED16}" dt="2025-01-05T14:43:16.100" v="993" actId="2696"/>
        <pc:sldMkLst>
          <pc:docMk/>
          <pc:sldMk cId="4146654093" sldId="678"/>
        </pc:sldMkLst>
      </pc:sldChg>
      <pc:sldChg chg="del">
        <pc:chgData name="Mohammed Fasha" userId="cc64f42d-a1a6-4f08-b97b-0c37f877119f" providerId="ADAL" clId="{BECD4A7F-C1AF-4585-8C31-FE7D4FE3ED16}" dt="2025-01-05T14:42:38.675" v="989" actId="2696"/>
        <pc:sldMkLst>
          <pc:docMk/>
          <pc:sldMk cId="4228312762" sldId="678"/>
        </pc:sldMkLst>
      </pc:sldChg>
      <pc:sldChg chg="del">
        <pc:chgData name="Mohammed Fasha" userId="cc64f42d-a1a6-4f08-b97b-0c37f877119f" providerId="ADAL" clId="{BECD4A7F-C1AF-4585-8C31-FE7D4FE3ED16}" dt="2025-01-05T14:42:38.675" v="989" actId="2696"/>
        <pc:sldMkLst>
          <pc:docMk/>
          <pc:sldMk cId="581717462" sldId="679"/>
        </pc:sldMkLst>
      </pc:sldChg>
      <pc:sldChg chg="addSp delSp modSp add del mod chgLayout">
        <pc:chgData name="Mohammed Fasha" userId="cc64f42d-a1a6-4f08-b97b-0c37f877119f" providerId="ADAL" clId="{BECD4A7F-C1AF-4585-8C31-FE7D4FE3ED16}" dt="2025-01-05T16:36:16.605" v="1945" actId="1076"/>
        <pc:sldMkLst>
          <pc:docMk/>
          <pc:sldMk cId="3454522070" sldId="679"/>
        </pc:sldMkLst>
      </pc:sldChg>
      <pc:sldChg chg="add del">
        <pc:chgData name="Mohammed Fasha" userId="cc64f42d-a1a6-4f08-b97b-0c37f877119f" providerId="ADAL" clId="{BECD4A7F-C1AF-4585-8C31-FE7D4FE3ED16}" dt="2025-01-05T14:43:16.100" v="993" actId="2696"/>
        <pc:sldMkLst>
          <pc:docMk/>
          <pc:sldMk cId="2856814121" sldId="681"/>
        </pc:sldMkLst>
      </pc:sldChg>
      <pc:sldChg chg="del">
        <pc:chgData name="Mohammed Fasha" userId="cc64f42d-a1a6-4f08-b97b-0c37f877119f" providerId="ADAL" clId="{BECD4A7F-C1AF-4585-8C31-FE7D4FE3ED16}" dt="2025-01-05T14:42:38.675" v="989" actId="2696"/>
        <pc:sldMkLst>
          <pc:docMk/>
          <pc:sldMk cId="3083966018" sldId="681"/>
        </pc:sldMkLst>
      </pc:sldChg>
      <pc:sldChg chg="modSp mod">
        <pc:chgData name="Mohammed Fasha" userId="cc64f42d-a1a6-4f08-b97b-0c37f877119f" providerId="ADAL" clId="{BECD4A7F-C1AF-4585-8C31-FE7D4FE3ED16}" dt="2025-01-05T14:42:50.596" v="990" actId="14100"/>
        <pc:sldMkLst>
          <pc:docMk/>
          <pc:sldMk cId="1697141369" sldId="695"/>
        </pc:sldMkLst>
      </pc:sldChg>
      <pc:sldChg chg="addSp delSp modSp add del mod">
        <pc:chgData name="Mohammed Fasha" userId="cc64f42d-a1a6-4f08-b97b-0c37f877119f" providerId="ADAL" clId="{BECD4A7F-C1AF-4585-8C31-FE7D4FE3ED16}" dt="2025-01-05T14:54:31.375" v="1125" actId="14100"/>
        <pc:sldMkLst>
          <pc:docMk/>
          <pc:sldMk cId="265576630" sldId="698"/>
        </pc:sldMkLst>
      </pc:sldChg>
      <pc:sldChg chg="del">
        <pc:chgData name="Mohammed Fasha" userId="cc64f42d-a1a6-4f08-b97b-0c37f877119f" providerId="ADAL" clId="{BECD4A7F-C1AF-4585-8C31-FE7D4FE3ED16}" dt="2025-01-05T14:42:38.675" v="989" actId="2696"/>
        <pc:sldMkLst>
          <pc:docMk/>
          <pc:sldMk cId="991725834" sldId="698"/>
        </pc:sldMkLst>
      </pc:sldChg>
      <pc:sldChg chg="del">
        <pc:chgData name="Mohammed Fasha" userId="cc64f42d-a1a6-4f08-b97b-0c37f877119f" providerId="ADAL" clId="{BECD4A7F-C1AF-4585-8C31-FE7D4FE3ED16}" dt="2025-01-05T14:42:38.675" v="989" actId="2696"/>
        <pc:sldMkLst>
          <pc:docMk/>
          <pc:sldMk cId="3109561867" sldId="700"/>
        </pc:sldMkLst>
      </pc:sldChg>
      <pc:sldChg chg="addSp delSp modSp add del mod">
        <pc:chgData name="Mohammed Fasha" userId="cc64f42d-a1a6-4f08-b97b-0c37f877119f" providerId="ADAL" clId="{BECD4A7F-C1AF-4585-8C31-FE7D4FE3ED16}" dt="2025-01-05T16:00:05.564" v="1529" actId="20577"/>
        <pc:sldMkLst>
          <pc:docMk/>
          <pc:sldMk cId="4247717824" sldId="700"/>
        </pc:sldMkLst>
      </pc:sldChg>
      <pc:sldChg chg="addSp delSp modSp add mod">
        <pc:chgData name="Mohammed Fasha" userId="cc64f42d-a1a6-4f08-b97b-0c37f877119f" providerId="ADAL" clId="{BECD4A7F-C1AF-4585-8C31-FE7D4FE3ED16}" dt="2025-01-05T14:53:29.185" v="1101" actId="21"/>
        <pc:sldMkLst>
          <pc:docMk/>
          <pc:sldMk cId="67871309" sldId="709"/>
        </pc:sldMkLst>
      </pc:sldChg>
      <pc:sldChg chg="modSp add mod">
        <pc:chgData name="Mohammed Fasha" userId="cc64f42d-a1a6-4f08-b97b-0c37f877119f" providerId="ADAL" clId="{BECD4A7F-C1AF-4585-8C31-FE7D4FE3ED16}" dt="2025-01-05T15:31:09.113" v="1385" actId="6549"/>
        <pc:sldMkLst>
          <pc:docMk/>
          <pc:sldMk cId="4114896152" sldId="710"/>
        </pc:sldMkLst>
      </pc:sldChg>
      <pc:sldChg chg="addSp modSp add mod">
        <pc:chgData name="Mohammed Fasha" userId="cc64f42d-a1a6-4f08-b97b-0c37f877119f" providerId="ADAL" clId="{BECD4A7F-C1AF-4585-8C31-FE7D4FE3ED16}" dt="2025-01-05T15:27:36.027" v="1348" actId="20577"/>
        <pc:sldMkLst>
          <pc:docMk/>
          <pc:sldMk cId="3794385322" sldId="711"/>
        </pc:sldMkLst>
      </pc:sldChg>
      <pc:sldChg chg="add del">
        <pc:chgData name="Mohammed Fasha" userId="cc64f42d-a1a6-4f08-b97b-0c37f877119f" providerId="ADAL" clId="{BECD4A7F-C1AF-4585-8C31-FE7D4FE3ED16}" dt="2025-01-05T14:57:43.613" v="1146" actId="2696"/>
        <pc:sldMkLst>
          <pc:docMk/>
          <pc:sldMk cId="501127302" sldId="712"/>
        </pc:sldMkLst>
      </pc:sldChg>
      <pc:sldChg chg="modSp add mod">
        <pc:chgData name="Mohammed Fasha" userId="cc64f42d-a1a6-4f08-b97b-0c37f877119f" providerId="ADAL" clId="{BECD4A7F-C1AF-4585-8C31-FE7D4FE3ED16}" dt="2025-01-05T15:32:23.870" v="1388"/>
        <pc:sldMkLst>
          <pc:docMk/>
          <pc:sldMk cId="3701206727" sldId="712"/>
        </pc:sldMkLst>
      </pc:sldChg>
      <pc:sldChg chg="addSp modSp add mod">
        <pc:chgData name="Mohammed Fasha" userId="cc64f42d-a1a6-4f08-b97b-0c37f877119f" providerId="ADAL" clId="{BECD4A7F-C1AF-4585-8C31-FE7D4FE3ED16}" dt="2025-01-05T16:06:36.028" v="1538" actId="1076"/>
        <pc:sldMkLst>
          <pc:docMk/>
          <pc:sldMk cId="1499972066" sldId="713"/>
        </pc:sldMkLst>
      </pc:sldChg>
      <pc:sldChg chg="addSp delSp modSp add mod">
        <pc:chgData name="Mohammed Fasha" userId="cc64f42d-a1a6-4f08-b97b-0c37f877119f" providerId="ADAL" clId="{BECD4A7F-C1AF-4585-8C31-FE7D4FE3ED16}" dt="2025-01-05T16:19:08.436" v="1705" actId="1036"/>
        <pc:sldMkLst>
          <pc:docMk/>
          <pc:sldMk cId="1270641495" sldId="714"/>
        </pc:sldMkLst>
      </pc:sldChg>
      <pc:sldChg chg="addSp modSp new mod">
        <pc:chgData name="Mohammed Fasha" userId="cc64f42d-a1a6-4f08-b97b-0c37f877119f" providerId="ADAL" clId="{BECD4A7F-C1AF-4585-8C31-FE7D4FE3ED16}" dt="2025-01-05T16:23:44.632" v="1736" actId="12"/>
        <pc:sldMkLst>
          <pc:docMk/>
          <pc:sldMk cId="1096386322" sldId="715"/>
        </pc:sldMkLst>
      </pc:sldChg>
      <pc:sldChg chg="modSp new mod">
        <pc:chgData name="Mohammed Fasha" userId="cc64f42d-a1a6-4f08-b97b-0c37f877119f" providerId="ADAL" clId="{BECD4A7F-C1AF-4585-8C31-FE7D4FE3ED16}" dt="2025-01-05T16:34:02.360" v="1902" actId="27636"/>
        <pc:sldMkLst>
          <pc:docMk/>
          <pc:sldMk cId="1784058309" sldId="716"/>
        </pc:sldMkLst>
      </pc:sldChg>
      <pc:sldChg chg="modSp add mod ord">
        <pc:chgData name="Mohammed Fasha" userId="cc64f42d-a1a6-4f08-b97b-0c37f877119f" providerId="ADAL" clId="{BECD4A7F-C1AF-4585-8C31-FE7D4FE3ED16}" dt="2025-01-05T16:27:20.520" v="1803"/>
        <pc:sldMkLst>
          <pc:docMk/>
          <pc:sldMk cId="3139017106" sldId="717"/>
        </pc:sldMkLst>
      </pc:sldChg>
      <pc:sldChg chg="addSp delSp modSp new mod">
        <pc:chgData name="Mohammed Fasha" userId="cc64f42d-a1a6-4f08-b97b-0c37f877119f" providerId="ADAL" clId="{BECD4A7F-C1AF-4585-8C31-FE7D4FE3ED16}" dt="2025-01-05T16:32:45.446" v="1897" actId="20577"/>
        <pc:sldMkLst>
          <pc:docMk/>
          <pc:sldMk cId="3043812923" sldId="718"/>
        </pc:sldMkLst>
      </pc:sldChg>
    </pc:docChg>
  </pc:docChgLst>
  <pc:docChgLst>
    <pc:chgData name="Mohammed Fasha" userId="cc64f42d-a1a6-4f08-b97b-0c37f877119f" providerId="ADAL" clId="{5980B3BB-4EB6-4E37-92BF-3A2A8F4B2C7A}"/>
    <pc:docChg chg="custSel modSld">
      <pc:chgData name="Mohammed Fasha" userId="cc64f42d-a1a6-4f08-b97b-0c37f877119f" providerId="ADAL" clId="{5980B3BB-4EB6-4E37-92BF-3A2A8F4B2C7A}" dt="2024-10-15T02:28:13.535" v="0" actId="478"/>
      <pc:docMkLst>
        <pc:docMk/>
      </pc:docMkLst>
      <pc:sldChg chg="delSp mod">
        <pc:chgData name="Mohammed Fasha" userId="cc64f42d-a1a6-4f08-b97b-0c37f877119f" providerId="ADAL" clId="{5980B3BB-4EB6-4E37-92BF-3A2A8F4B2C7A}" dt="2024-10-15T02:28:13.535" v="0" actId="478"/>
        <pc:sldMkLst>
          <pc:docMk/>
          <pc:sldMk cId="2297456757" sldId="483"/>
        </pc:sldMkLst>
      </pc:sldChg>
    </pc:docChg>
  </pc:docChgLst>
  <pc:docChgLst>
    <pc:chgData name="Mohammed Fasha" userId="cc64f42d-a1a6-4f08-b97b-0c37f877119f" providerId="ADAL" clId="{C4E19E38-7064-4221-B9EB-EDF8265691F0}"/>
    <pc:docChg chg="modSld">
      <pc:chgData name="Mohammed Fasha" userId="cc64f42d-a1a6-4f08-b97b-0c37f877119f" providerId="ADAL" clId="{C4E19E38-7064-4221-B9EB-EDF8265691F0}" dt="2025-04-20T19:30:54.966" v="2" actId="20577"/>
      <pc:docMkLst>
        <pc:docMk/>
      </pc:docMkLst>
      <pc:sldChg chg="modSp mod">
        <pc:chgData name="Mohammed Fasha" userId="cc64f42d-a1a6-4f08-b97b-0c37f877119f" providerId="ADAL" clId="{C4E19E38-7064-4221-B9EB-EDF8265691F0}" dt="2025-04-20T19:30:54.966" v="2" actId="20577"/>
        <pc:sldMkLst>
          <pc:docMk/>
          <pc:sldMk cId="2297456757" sldId="483"/>
        </pc:sldMkLst>
        <pc:spChg chg="mod">
          <ac:chgData name="Mohammed Fasha" userId="cc64f42d-a1a6-4f08-b97b-0c37f877119f" providerId="ADAL" clId="{C4E19E38-7064-4221-B9EB-EDF8265691F0}" dt="2025-04-20T19:30:54.966" v="2" actId="20577"/>
          <ac:spMkLst>
            <pc:docMk/>
            <pc:sldMk cId="2297456757" sldId="483"/>
            <ac:spMk id="5" creationId="{89403830-E271-DAA0-8838-E295A84A8B5B}"/>
          </ac:spMkLst>
        </pc:spChg>
      </pc:sldChg>
    </pc:docChg>
  </pc:docChgLst>
  <pc:docChgLst>
    <pc:chgData name="Mohammed Fasha" userId="cc64f42d-a1a6-4f08-b97b-0c37f877119f" providerId="ADAL" clId="{4C71ED24-115E-432D-933D-C801DA3E52F1}"/>
    <pc:docChg chg="delSld">
      <pc:chgData name="Mohammed Fasha" userId="cc64f42d-a1a6-4f08-b97b-0c37f877119f" providerId="ADAL" clId="{4C71ED24-115E-432D-933D-C801DA3E52F1}" dt="2024-12-29T03:12:49.974" v="2" actId="47"/>
      <pc:docMkLst>
        <pc:docMk/>
      </pc:docMkLst>
      <pc:sldChg chg="del">
        <pc:chgData name="Mohammed Fasha" userId="cc64f42d-a1a6-4f08-b97b-0c37f877119f" providerId="ADAL" clId="{4C71ED24-115E-432D-933D-C801DA3E52F1}" dt="2024-12-29T03:12:48.360" v="0" actId="47"/>
        <pc:sldMkLst>
          <pc:docMk/>
          <pc:sldMk cId="2341000601" sldId="701"/>
        </pc:sldMkLst>
      </pc:sldChg>
      <pc:sldChg chg="del">
        <pc:chgData name="Mohammed Fasha" userId="cc64f42d-a1a6-4f08-b97b-0c37f877119f" providerId="ADAL" clId="{4C71ED24-115E-432D-933D-C801DA3E52F1}" dt="2024-12-29T03:12:49.133" v="1" actId="47"/>
        <pc:sldMkLst>
          <pc:docMk/>
          <pc:sldMk cId="3519698944" sldId="702"/>
        </pc:sldMkLst>
      </pc:sldChg>
      <pc:sldChg chg="del">
        <pc:chgData name="Mohammed Fasha" userId="cc64f42d-a1a6-4f08-b97b-0c37f877119f" providerId="ADAL" clId="{4C71ED24-115E-432D-933D-C801DA3E52F1}" dt="2024-12-29T03:12:49.974" v="2" actId="47"/>
        <pc:sldMkLst>
          <pc:docMk/>
          <pc:sldMk cId="3934257344" sldId="703"/>
        </pc:sldMkLst>
      </pc:sldChg>
    </pc:docChg>
  </pc:docChgLst>
  <pc:docChgLst>
    <pc:chgData name="Mohammed Fasha" userId="cc64f42d-a1a6-4f08-b97b-0c37f877119f" providerId="ADAL" clId="{6804A8E6-8D7F-46E3-B091-66A8F6B926BF}"/>
    <pc:docChg chg="custSel modMainMaster">
      <pc:chgData name="Mohammed Fasha" userId="cc64f42d-a1a6-4f08-b97b-0c37f877119f" providerId="ADAL" clId="{6804A8E6-8D7F-46E3-B091-66A8F6B926BF}" dt="2024-11-09T05:15:35.019" v="2" actId="1076"/>
      <pc:docMkLst>
        <pc:docMk/>
      </pc:docMkLst>
      <pc:sldMasterChg chg="delSp mod modSldLayout">
        <pc:chgData name="Mohammed Fasha" userId="cc64f42d-a1a6-4f08-b97b-0c37f877119f" providerId="ADAL" clId="{6804A8E6-8D7F-46E3-B091-66A8F6B926BF}" dt="2024-11-09T05:15:35.019" v="2" actId="1076"/>
        <pc:sldMasterMkLst>
          <pc:docMk/>
          <pc:sldMasterMk cId="742811419" sldId="2147483648"/>
        </pc:sldMasterMkLst>
        <pc:sldLayoutChg chg="addSp modSp mod">
          <pc:chgData name="Mohammed Fasha" userId="cc64f42d-a1a6-4f08-b97b-0c37f877119f" providerId="ADAL" clId="{6804A8E6-8D7F-46E3-B091-66A8F6B926BF}" dt="2024-11-09T05:15:35.019" v="2" actId="1076"/>
          <pc:sldLayoutMkLst>
            <pc:docMk/>
            <pc:sldMasterMk cId="742811419" sldId="2147483648"/>
            <pc:sldLayoutMk cId="4063788262" sldId="2147483649"/>
          </pc:sldLayoutMkLst>
        </pc:sldLayoutChg>
      </pc:sldMasterChg>
    </pc:docChg>
  </pc:docChgLst>
  <pc:docChgLst>
    <pc:chgData name="Mohammed Fasha" userId="cc64f42d-a1a6-4f08-b97b-0c37f877119f" providerId="ADAL" clId="{8DFC6787-4569-4AEF-BB23-FDF85FEE05FB}"/>
    <pc:docChg chg="undo redo custSel addSld delSld modSld sldOrd">
      <pc:chgData name="Mohammed Fasha" userId="cc64f42d-a1a6-4f08-b97b-0c37f877119f" providerId="ADAL" clId="{8DFC6787-4569-4AEF-BB23-FDF85FEE05FB}" dt="2025-04-20T17:11:45.535" v="1564" actId="1076"/>
      <pc:docMkLst>
        <pc:docMk/>
      </pc:docMkLst>
      <pc:sldChg chg="addSp delSp modSp add mod modClrScheme chgLayout">
        <pc:chgData name="Mohammed Fasha" userId="cc64f42d-a1a6-4f08-b97b-0c37f877119f" providerId="ADAL" clId="{8DFC6787-4569-4AEF-BB23-FDF85FEE05FB}" dt="2025-04-20T15:23:07.712" v="581" actId="1036"/>
        <pc:sldMkLst>
          <pc:docMk/>
          <pc:sldMk cId="678552476" sldId="331"/>
        </pc:sldMkLst>
        <pc:spChg chg="add del mod ord">
          <ac:chgData name="Mohammed Fasha" userId="cc64f42d-a1a6-4f08-b97b-0c37f877119f" providerId="ADAL" clId="{8DFC6787-4569-4AEF-BB23-FDF85FEE05FB}" dt="2025-04-20T15:23:02.904" v="563" actId="700"/>
          <ac:spMkLst>
            <pc:docMk/>
            <pc:sldMk cId="678552476" sldId="331"/>
            <ac:spMk id="2" creationId="{1D3C7005-B929-51C0-0C6B-ABC32C1D4FE4}"/>
          </ac:spMkLst>
        </pc:spChg>
        <pc:spChg chg="mod ord">
          <ac:chgData name="Mohammed Fasha" userId="cc64f42d-a1a6-4f08-b97b-0c37f877119f" providerId="ADAL" clId="{8DFC6787-4569-4AEF-BB23-FDF85FEE05FB}" dt="2025-04-20T15:23:02.904" v="563" actId="700"/>
          <ac:spMkLst>
            <pc:docMk/>
            <pc:sldMk cId="678552476" sldId="331"/>
            <ac:spMk id="3" creationId="{00000000-0000-0000-0000-000000000000}"/>
          </ac:spMkLst>
        </pc:spChg>
        <pc:spChg chg="mod ord">
          <ac:chgData name="Mohammed Fasha" userId="cc64f42d-a1a6-4f08-b97b-0c37f877119f" providerId="ADAL" clId="{8DFC6787-4569-4AEF-BB23-FDF85FEE05FB}" dt="2025-04-20T15:23:02.904" v="563" actId="700"/>
          <ac:spMkLst>
            <pc:docMk/>
            <pc:sldMk cId="678552476" sldId="331"/>
            <ac:spMk id="4" creationId="{00000000-0000-0000-0000-000000000000}"/>
          </ac:spMkLst>
        </pc:spChg>
        <pc:grpChg chg="mod">
          <ac:chgData name="Mohammed Fasha" userId="cc64f42d-a1a6-4f08-b97b-0c37f877119f" providerId="ADAL" clId="{8DFC6787-4569-4AEF-BB23-FDF85FEE05FB}" dt="2025-04-20T15:23:07.712" v="581" actId="1036"/>
          <ac:grpSpMkLst>
            <pc:docMk/>
            <pc:sldMk cId="678552476" sldId="331"/>
            <ac:grpSpMk id="12" creationId="{0685440A-10FF-44C7-BD6F-4B2EC8F05B07}"/>
          </ac:grpSpMkLst>
        </pc:grpChg>
      </pc:sldChg>
      <pc:sldChg chg="del">
        <pc:chgData name="Mohammed Fasha" userId="cc64f42d-a1a6-4f08-b97b-0c37f877119f" providerId="ADAL" clId="{8DFC6787-4569-4AEF-BB23-FDF85FEE05FB}" dt="2025-04-20T14:32:10.451" v="45" actId="2696"/>
        <pc:sldMkLst>
          <pc:docMk/>
          <pc:sldMk cId="607684796" sldId="333"/>
        </pc:sldMkLst>
      </pc:sldChg>
      <pc:sldChg chg="del">
        <pc:chgData name="Mohammed Fasha" userId="cc64f42d-a1a6-4f08-b97b-0c37f877119f" providerId="ADAL" clId="{8DFC6787-4569-4AEF-BB23-FDF85FEE05FB}" dt="2025-04-20T14:32:10.451" v="45" actId="2696"/>
        <pc:sldMkLst>
          <pc:docMk/>
          <pc:sldMk cId="3241718055" sldId="344"/>
        </pc:sldMkLst>
      </pc:sldChg>
      <pc:sldChg chg="addSp delSp modSp add del mod modClrScheme chgLayout">
        <pc:chgData name="Mohammed Fasha" userId="cc64f42d-a1a6-4f08-b97b-0c37f877119f" providerId="ADAL" clId="{8DFC6787-4569-4AEF-BB23-FDF85FEE05FB}" dt="2025-04-20T15:38:51.118" v="739" actId="47"/>
        <pc:sldMkLst>
          <pc:docMk/>
          <pc:sldMk cId="2151019119" sldId="345"/>
        </pc:sldMkLst>
        <pc:spChg chg="add del mod ord">
          <ac:chgData name="Mohammed Fasha" userId="cc64f42d-a1a6-4f08-b97b-0c37f877119f" providerId="ADAL" clId="{8DFC6787-4569-4AEF-BB23-FDF85FEE05FB}" dt="2025-04-20T15:27:14.233" v="602" actId="21"/>
          <ac:spMkLst>
            <pc:docMk/>
            <pc:sldMk cId="2151019119" sldId="345"/>
            <ac:spMk id="2" creationId="{F789E23B-EEDA-8582-53DB-745F6357464D}"/>
          </ac:spMkLst>
        </pc:spChg>
        <pc:spChg chg="mod">
          <ac:chgData name="Mohammed Fasha" userId="cc64f42d-a1a6-4f08-b97b-0c37f877119f" providerId="ADAL" clId="{8DFC6787-4569-4AEF-BB23-FDF85FEE05FB}" dt="2025-04-20T15:27:27.865" v="629" actId="1036"/>
          <ac:spMkLst>
            <pc:docMk/>
            <pc:sldMk cId="2151019119" sldId="345"/>
            <ac:spMk id="5" creationId="{00000000-0000-0000-0000-000000000000}"/>
          </ac:spMkLst>
        </pc:spChg>
        <pc:spChg chg="mod">
          <ac:chgData name="Mohammed Fasha" userId="cc64f42d-a1a6-4f08-b97b-0c37f877119f" providerId="ADAL" clId="{8DFC6787-4569-4AEF-BB23-FDF85FEE05FB}" dt="2025-04-20T15:27:27.865" v="629" actId="1036"/>
          <ac:spMkLst>
            <pc:docMk/>
            <pc:sldMk cId="2151019119" sldId="345"/>
            <ac:spMk id="6" creationId="{00000000-0000-0000-0000-000000000000}"/>
          </ac:spMkLst>
        </pc:spChg>
        <pc:spChg chg="mod">
          <ac:chgData name="Mohammed Fasha" userId="cc64f42d-a1a6-4f08-b97b-0c37f877119f" providerId="ADAL" clId="{8DFC6787-4569-4AEF-BB23-FDF85FEE05FB}" dt="2025-04-20T15:27:27.865" v="629" actId="1036"/>
          <ac:spMkLst>
            <pc:docMk/>
            <pc:sldMk cId="2151019119" sldId="345"/>
            <ac:spMk id="7" creationId="{00000000-0000-0000-0000-000000000000}"/>
          </ac:spMkLst>
        </pc:spChg>
        <pc:spChg chg="mod">
          <ac:chgData name="Mohammed Fasha" userId="cc64f42d-a1a6-4f08-b97b-0c37f877119f" providerId="ADAL" clId="{8DFC6787-4569-4AEF-BB23-FDF85FEE05FB}" dt="2025-04-20T15:27:27.865" v="629" actId="1036"/>
          <ac:spMkLst>
            <pc:docMk/>
            <pc:sldMk cId="2151019119" sldId="345"/>
            <ac:spMk id="8" creationId="{00000000-0000-0000-0000-000000000000}"/>
          </ac:spMkLst>
        </pc:spChg>
        <pc:spChg chg="mod">
          <ac:chgData name="Mohammed Fasha" userId="cc64f42d-a1a6-4f08-b97b-0c37f877119f" providerId="ADAL" clId="{8DFC6787-4569-4AEF-BB23-FDF85FEE05FB}" dt="2025-04-20T15:27:27.865" v="629" actId="1036"/>
          <ac:spMkLst>
            <pc:docMk/>
            <pc:sldMk cId="2151019119" sldId="345"/>
            <ac:spMk id="9" creationId="{00000000-0000-0000-0000-000000000000}"/>
          </ac:spMkLst>
        </pc:spChg>
        <pc:spChg chg="mod">
          <ac:chgData name="Mohammed Fasha" userId="cc64f42d-a1a6-4f08-b97b-0c37f877119f" providerId="ADAL" clId="{8DFC6787-4569-4AEF-BB23-FDF85FEE05FB}" dt="2025-04-20T15:27:27.865" v="629" actId="1036"/>
          <ac:spMkLst>
            <pc:docMk/>
            <pc:sldMk cId="2151019119" sldId="345"/>
            <ac:spMk id="10" creationId="{00000000-0000-0000-0000-000000000000}"/>
          </ac:spMkLst>
        </pc:spChg>
        <pc:spChg chg="mod ord">
          <ac:chgData name="Mohammed Fasha" userId="cc64f42d-a1a6-4f08-b97b-0c37f877119f" providerId="ADAL" clId="{8DFC6787-4569-4AEF-BB23-FDF85FEE05FB}" dt="2025-04-20T15:27:05.305" v="600" actId="700"/>
          <ac:spMkLst>
            <pc:docMk/>
            <pc:sldMk cId="2151019119" sldId="345"/>
            <ac:spMk id="12" creationId="{00000000-0000-0000-0000-000000000000}"/>
          </ac:spMkLst>
        </pc:spChg>
        <pc:spChg chg="mod ord">
          <ac:chgData name="Mohammed Fasha" userId="cc64f42d-a1a6-4f08-b97b-0c37f877119f" providerId="ADAL" clId="{8DFC6787-4569-4AEF-BB23-FDF85FEE05FB}" dt="2025-04-20T15:27:27.865" v="629" actId="1036"/>
          <ac:spMkLst>
            <pc:docMk/>
            <pc:sldMk cId="2151019119" sldId="345"/>
            <ac:spMk id="13" creationId="{3E7D460C-05A5-FDA6-5CF3-ABF94A747504}"/>
          </ac:spMkLst>
        </pc:spChg>
        <pc:picChg chg="mod">
          <ac:chgData name="Mohammed Fasha" userId="cc64f42d-a1a6-4f08-b97b-0c37f877119f" providerId="ADAL" clId="{8DFC6787-4569-4AEF-BB23-FDF85FEE05FB}" dt="2025-04-20T15:27:27.865" v="629" actId="1036"/>
          <ac:picMkLst>
            <pc:docMk/>
            <pc:sldMk cId="2151019119" sldId="345"/>
            <ac:picMk id="4" creationId="{00000000-0000-0000-0000-000000000000}"/>
          </ac:picMkLst>
        </pc:picChg>
        <pc:picChg chg="mod">
          <ac:chgData name="Mohammed Fasha" userId="cc64f42d-a1a6-4f08-b97b-0c37f877119f" providerId="ADAL" clId="{8DFC6787-4569-4AEF-BB23-FDF85FEE05FB}" dt="2025-04-20T15:27:27.865" v="629" actId="1036"/>
          <ac:picMkLst>
            <pc:docMk/>
            <pc:sldMk cId="2151019119" sldId="345"/>
            <ac:picMk id="2050" creationId="{00000000-0000-0000-0000-000000000000}"/>
          </ac:picMkLst>
        </pc:picChg>
        <pc:picChg chg="mod">
          <ac:chgData name="Mohammed Fasha" userId="cc64f42d-a1a6-4f08-b97b-0c37f877119f" providerId="ADAL" clId="{8DFC6787-4569-4AEF-BB23-FDF85FEE05FB}" dt="2025-04-20T15:27:27.865" v="629" actId="1036"/>
          <ac:picMkLst>
            <pc:docMk/>
            <pc:sldMk cId="2151019119" sldId="345"/>
            <ac:picMk id="2052" creationId="{00000000-0000-0000-0000-000000000000}"/>
          </ac:picMkLst>
        </pc:picChg>
      </pc:sldChg>
      <pc:sldChg chg="del">
        <pc:chgData name="Mohammed Fasha" userId="cc64f42d-a1a6-4f08-b97b-0c37f877119f" providerId="ADAL" clId="{8DFC6787-4569-4AEF-BB23-FDF85FEE05FB}" dt="2025-04-20T14:32:10.451" v="45" actId="2696"/>
        <pc:sldMkLst>
          <pc:docMk/>
          <pc:sldMk cId="2957811751" sldId="354"/>
        </pc:sldMkLst>
      </pc:sldChg>
      <pc:sldChg chg="del">
        <pc:chgData name="Mohammed Fasha" userId="cc64f42d-a1a6-4f08-b97b-0c37f877119f" providerId="ADAL" clId="{8DFC6787-4569-4AEF-BB23-FDF85FEE05FB}" dt="2025-04-20T14:32:10.451" v="45" actId="2696"/>
        <pc:sldMkLst>
          <pc:docMk/>
          <pc:sldMk cId="1499958888" sldId="394"/>
        </pc:sldMkLst>
      </pc:sldChg>
      <pc:sldChg chg="del">
        <pc:chgData name="Mohammed Fasha" userId="cc64f42d-a1a6-4f08-b97b-0c37f877119f" providerId="ADAL" clId="{8DFC6787-4569-4AEF-BB23-FDF85FEE05FB}" dt="2025-04-20T14:32:10.451" v="45" actId="2696"/>
        <pc:sldMkLst>
          <pc:docMk/>
          <pc:sldMk cId="1852804652" sldId="396"/>
        </pc:sldMkLst>
      </pc:sldChg>
      <pc:sldChg chg="del">
        <pc:chgData name="Mohammed Fasha" userId="cc64f42d-a1a6-4f08-b97b-0c37f877119f" providerId="ADAL" clId="{8DFC6787-4569-4AEF-BB23-FDF85FEE05FB}" dt="2025-04-20T14:32:10.451" v="45" actId="2696"/>
        <pc:sldMkLst>
          <pc:docMk/>
          <pc:sldMk cId="587789057" sldId="423"/>
        </pc:sldMkLst>
      </pc:sldChg>
      <pc:sldChg chg="del">
        <pc:chgData name="Mohammed Fasha" userId="cc64f42d-a1a6-4f08-b97b-0c37f877119f" providerId="ADAL" clId="{8DFC6787-4569-4AEF-BB23-FDF85FEE05FB}" dt="2025-04-20T14:32:10.451" v="45" actId="2696"/>
        <pc:sldMkLst>
          <pc:docMk/>
          <pc:sldMk cId="1625691186" sldId="425"/>
        </pc:sldMkLst>
      </pc:sldChg>
      <pc:sldChg chg="del">
        <pc:chgData name="Mohammed Fasha" userId="cc64f42d-a1a6-4f08-b97b-0c37f877119f" providerId="ADAL" clId="{8DFC6787-4569-4AEF-BB23-FDF85FEE05FB}" dt="2025-04-20T14:32:10.451" v="45" actId="2696"/>
        <pc:sldMkLst>
          <pc:docMk/>
          <pc:sldMk cId="2127906749" sldId="427"/>
        </pc:sldMkLst>
      </pc:sldChg>
      <pc:sldChg chg="del">
        <pc:chgData name="Mohammed Fasha" userId="cc64f42d-a1a6-4f08-b97b-0c37f877119f" providerId="ADAL" clId="{8DFC6787-4569-4AEF-BB23-FDF85FEE05FB}" dt="2025-04-20T14:32:10.451" v="45" actId="2696"/>
        <pc:sldMkLst>
          <pc:docMk/>
          <pc:sldMk cId="391491219" sldId="428"/>
        </pc:sldMkLst>
      </pc:sldChg>
      <pc:sldChg chg="del">
        <pc:chgData name="Mohammed Fasha" userId="cc64f42d-a1a6-4f08-b97b-0c37f877119f" providerId="ADAL" clId="{8DFC6787-4569-4AEF-BB23-FDF85FEE05FB}" dt="2025-04-20T14:32:10.451" v="45" actId="2696"/>
        <pc:sldMkLst>
          <pc:docMk/>
          <pc:sldMk cId="3339445507" sldId="430"/>
        </pc:sldMkLst>
      </pc:sldChg>
      <pc:sldChg chg="del">
        <pc:chgData name="Mohammed Fasha" userId="cc64f42d-a1a6-4f08-b97b-0c37f877119f" providerId="ADAL" clId="{8DFC6787-4569-4AEF-BB23-FDF85FEE05FB}" dt="2025-04-20T14:32:10.451" v="45" actId="2696"/>
        <pc:sldMkLst>
          <pc:docMk/>
          <pc:sldMk cId="3389046835" sldId="431"/>
        </pc:sldMkLst>
      </pc:sldChg>
      <pc:sldChg chg="del">
        <pc:chgData name="Mohammed Fasha" userId="cc64f42d-a1a6-4f08-b97b-0c37f877119f" providerId="ADAL" clId="{8DFC6787-4569-4AEF-BB23-FDF85FEE05FB}" dt="2025-04-20T14:32:10.451" v="45" actId="2696"/>
        <pc:sldMkLst>
          <pc:docMk/>
          <pc:sldMk cId="2409345436" sldId="437"/>
        </pc:sldMkLst>
      </pc:sldChg>
      <pc:sldChg chg="del">
        <pc:chgData name="Mohammed Fasha" userId="cc64f42d-a1a6-4f08-b97b-0c37f877119f" providerId="ADAL" clId="{8DFC6787-4569-4AEF-BB23-FDF85FEE05FB}" dt="2025-04-20T14:32:10.451" v="45" actId="2696"/>
        <pc:sldMkLst>
          <pc:docMk/>
          <pc:sldMk cId="2522174856" sldId="438"/>
        </pc:sldMkLst>
      </pc:sldChg>
      <pc:sldChg chg="del">
        <pc:chgData name="Mohammed Fasha" userId="cc64f42d-a1a6-4f08-b97b-0c37f877119f" providerId="ADAL" clId="{8DFC6787-4569-4AEF-BB23-FDF85FEE05FB}" dt="2025-04-20T14:32:10.451" v="45" actId="2696"/>
        <pc:sldMkLst>
          <pc:docMk/>
          <pc:sldMk cId="2905491798" sldId="440"/>
        </pc:sldMkLst>
      </pc:sldChg>
      <pc:sldChg chg="del">
        <pc:chgData name="Mohammed Fasha" userId="cc64f42d-a1a6-4f08-b97b-0c37f877119f" providerId="ADAL" clId="{8DFC6787-4569-4AEF-BB23-FDF85FEE05FB}" dt="2025-04-20T14:32:17.274" v="52" actId="2696"/>
        <pc:sldMkLst>
          <pc:docMk/>
          <pc:sldMk cId="4208461039" sldId="447"/>
        </pc:sldMkLst>
      </pc:sldChg>
      <pc:sldChg chg="add">
        <pc:chgData name="Mohammed Fasha" userId="cc64f42d-a1a6-4f08-b97b-0c37f877119f" providerId="ADAL" clId="{8DFC6787-4569-4AEF-BB23-FDF85FEE05FB}" dt="2025-04-20T16:34:28.119" v="1292"/>
        <pc:sldMkLst>
          <pc:docMk/>
          <pc:sldMk cId="961461304" sldId="470"/>
        </pc:sldMkLst>
      </pc:sldChg>
      <pc:sldChg chg="del">
        <pc:chgData name="Mohammed Fasha" userId="cc64f42d-a1a6-4f08-b97b-0c37f877119f" providerId="ADAL" clId="{8DFC6787-4569-4AEF-BB23-FDF85FEE05FB}" dt="2025-04-20T14:32:10.451" v="45" actId="2696"/>
        <pc:sldMkLst>
          <pc:docMk/>
          <pc:sldMk cId="1210803598" sldId="478"/>
        </pc:sldMkLst>
      </pc:sldChg>
      <pc:sldChg chg="del">
        <pc:chgData name="Mohammed Fasha" userId="cc64f42d-a1a6-4f08-b97b-0c37f877119f" providerId="ADAL" clId="{8DFC6787-4569-4AEF-BB23-FDF85FEE05FB}" dt="2025-04-20T14:32:10.451" v="45" actId="2696"/>
        <pc:sldMkLst>
          <pc:docMk/>
          <pc:sldMk cId="2726994946" sldId="479"/>
        </pc:sldMkLst>
      </pc:sldChg>
      <pc:sldChg chg="addSp delSp modSp mod">
        <pc:chgData name="Mohammed Fasha" userId="cc64f42d-a1a6-4f08-b97b-0c37f877119f" providerId="ADAL" clId="{8DFC6787-4569-4AEF-BB23-FDF85FEE05FB}" dt="2025-04-20T17:11:45.535" v="1564" actId="1076"/>
        <pc:sldMkLst>
          <pc:docMk/>
          <pc:sldMk cId="2297456757" sldId="483"/>
        </pc:sldMkLst>
        <pc:spChg chg="mod">
          <ac:chgData name="Mohammed Fasha" userId="cc64f42d-a1a6-4f08-b97b-0c37f877119f" providerId="ADAL" clId="{8DFC6787-4569-4AEF-BB23-FDF85FEE05FB}" dt="2025-04-20T17:11:45.535" v="1564" actId="1076"/>
          <ac:spMkLst>
            <pc:docMk/>
            <pc:sldMk cId="2297456757" sldId="483"/>
            <ac:spMk id="4" creationId="{B53E9DF1-2223-C2DE-EF40-211A8D65CA29}"/>
          </ac:spMkLst>
        </pc:spChg>
        <pc:spChg chg="mod">
          <ac:chgData name="Mohammed Fasha" userId="cc64f42d-a1a6-4f08-b97b-0c37f877119f" providerId="ADAL" clId="{8DFC6787-4569-4AEF-BB23-FDF85FEE05FB}" dt="2025-04-20T17:11:45.535" v="1564" actId="1076"/>
          <ac:spMkLst>
            <pc:docMk/>
            <pc:sldMk cId="2297456757" sldId="483"/>
            <ac:spMk id="5" creationId="{89403830-E271-DAA0-8838-E295A84A8B5B}"/>
          </ac:spMkLst>
        </pc:spChg>
        <pc:picChg chg="del">
          <ac:chgData name="Mohammed Fasha" userId="cc64f42d-a1a6-4f08-b97b-0c37f877119f" providerId="ADAL" clId="{8DFC6787-4569-4AEF-BB23-FDF85FEE05FB}" dt="2025-04-20T17:11:36.655" v="1560" actId="21"/>
          <ac:picMkLst>
            <pc:docMk/>
            <pc:sldMk cId="2297456757" sldId="483"/>
            <ac:picMk id="6" creationId="{87387D1D-1AA9-EA47-F9E0-B5509D9C1DE4}"/>
          </ac:picMkLst>
        </pc:picChg>
        <pc:picChg chg="add mod">
          <ac:chgData name="Mohammed Fasha" userId="cc64f42d-a1a6-4f08-b97b-0c37f877119f" providerId="ADAL" clId="{8DFC6787-4569-4AEF-BB23-FDF85FEE05FB}" dt="2025-04-20T17:11:41.570" v="1563" actId="1076"/>
          <ac:picMkLst>
            <pc:docMk/>
            <pc:sldMk cId="2297456757" sldId="483"/>
            <ac:picMk id="3076" creationId="{38B7DCD3-CA20-063C-2119-4CA1A1EA3B4E}"/>
          </ac:picMkLst>
        </pc:picChg>
      </pc:sldChg>
      <pc:sldChg chg="del">
        <pc:chgData name="Mohammed Fasha" userId="cc64f42d-a1a6-4f08-b97b-0c37f877119f" providerId="ADAL" clId="{8DFC6787-4569-4AEF-BB23-FDF85FEE05FB}" dt="2025-04-20T14:32:10.451" v="45" actId="2696"/>
        <pc:sldMkLst>
          <pc:docMk/>
          <pc:sldMk cId="941853383" sldId="484"/>
        </pc:sldMkLst>
      </pc:sldChg>
      <pc:sldChg chg="addSp modSp new mod">
        <pc:chgData name="Mohammed Fasha" userId="cc64f42d-a1a6-4f08-b97b-0c37f877119f" providerId="ADAL" clId="{8DFC6787-4569-4AEF-BB23-FDF85FEE05FB}" dt="2025-04-20T14:45:21.761" v="336" actId="14100"/>
        <pc:sldMkLst>
          <pc:docMk/>
          <pc:sldMk cId="1157739513" sldId="484"/>
        </pc:sldMkLst>
        <pc:spChg chg="mod">
          <ac:chgData name="Mohammed Fasha" userId="cc64f42d-a1a6-4f08-b97b-0c37f877119f" providerId="ADAL" clId="{8DFC6787-4569-4AEF-BB23-FDF85FEE05FB}" dt="2025-04-20T14:32:51.552" v="59" actId="113"/>
          <ac:spMkLst>
            <pc:docMk/>
            <pc:sldMk cId="1157739513" sldId="484"/>
            <ac:spMk id="2" creationId="{E3B23C79-29F5-D59C-2561-B116A954590C}"/>
          </ac:spMkLst>
        </pc:spChg>
        <pc:spChg chg="mod">
          <ac:chgData name="Mohammed Fasha" userId="cc64f42d-a1a6-4f08-b97b-0c37f877119f" providerId="ADAL" clId="{8DFC6787-4569-4AEF-BB23-FDF85FEE05FB}" dt="2025-04-20T14:45:21.761" v="336" actId="14100"/>
          <ac:spMkLst>
            <pc:docMk/>
            <pc:sldMk cId="1157739513" sldId="484"/>
            <ac:spMk id="3" creationId="{DC064928-03FD-2F1C-3E34-414DA658610C}"/>
          </ac:spMkLst>
        </pc:spChg>
        <pc:picChg chg="add mod">
          <ac:chgData name="Mohammed Fasha" userId="cc64f42d-a1a6-4f08-b97b-0c37f877119f" providerId="ADAL" clId="{8DFC6787-4569-4AEF-BB23-FDF85FEE05FB}" dt="2025-04-20T14:45:19.114" v="335" actId="1076"/>
          <ac:picMkLst>
            <pc:docMk/>
            <pc:sldMk cId="1157739513" sldId="484"/>
            <ac:picMk id="4" creationId="{368D5601-8DFF-01F0-E29B-A1FCB675F50A}"/>
          </ac:picMkLst>
        </pc:picChg>
      </pc:sldChg>
      <pc:sldChg chg="addSp delSp modSp add mod">
        <pc:chgData name="Mohammed Fasha" userId="cc64f42d-a1a6-4f08-b97b-0c37f877119f" providerId="ADAL" clId="{8DFC6787-4569-4AEF-BB23-FDF85FEE05FB}" dt="2025-04-20T17:05:00.134" v="1535" actId="14734"/>
        <pc:sldMkLst>
          <pc:docMk/>
          <pc:sldMk cId="1041433416" sldId="485"/>
        </pc:sldMkLst>
        <pc:spChg chg="mod">
          <ac:chgData name="Mohammed Fasha" userId="cc64f42d-a1a6-4f08-b97b-0c37f877119f" providerId="ADAL" clId="{8DFC6787-4569-4AEF-BB23-FDF85FEE05FB}" dt="2025-04-20T14:33:21.151" v="65"/>
          <ac:spMkLst>
            <pc:docMk/>
            <pc:sldMk cId="1041433416" sldId="485"/>
            <ac:spMk id="2" creationId="{4B32C8FC-8118-3888-4D92-66F1AA0CC7CF}"/>
          </ac:spMkLst>
        </pc:spChg>
        <pc:spChg chg="del">
          <ac:chgData name="Mohammed Fasha" userId="cc64f42d-a1a6-4f08-b97b-0c37f877119f" providerId="ADAL" clId="{8DFC6787-4569-4AEF-BB23-FDF85FEE05FB}" dt="2025-04-20T14:33:00.013" v="60"/>
          <ac:spMkLst>
            <pc:docMk/>
            <pc:sldMk cId="1041433416" sldId="485"/>
            <ac:spMk id="3" creationId="{C2770523-6EFC-927F-2D9D-5169C19B5FD9}"/>
          </ac:spMkLst>
        </pc:spChg>
        <pc:spChg chg="add mod">
          <ac:chgData name="Mohammed Fasha" userId="cc64f42d-a1a6-4f08-b97b-0c37f877119f" providerId="ADAL" clId="{8DFC6787-4569-4AEF-BB23-FDF85FEE05FB}" dt="2025-04-20T14:45:54.634" v="347" actId="1076"/>
          <ac:spMkLst>
            <pc:docMk/>
            <pc:sldMk cId="1041433416" sldId="485"/>
            <ac:spMk id="6" creationId="{B91B438E-3608-40B2-2EA9-7E0C326AD200}"/>
          </ac:spMkLst>
        </pc:spChg>
        <pc:graphicFrameChg chg="add mod modGraphic">
          <ac:chgData name="Mohammed Fasha" userId="cc64f42d-a1a6-4f08-b97b-0c37f877119f" providerId="ADAL" clId="{8DFC6787-4569-4AEF-BB23-FDF85FEE05FB}" dt="2025-04-20T17:05:00.134" v="1535" actId="14734"/>
          <ac:graphicFrameMkLst>
            <pc:docMk/>
            <pc:sldMk cId="1041433416" sldId="485"/>
            <ac:graphicFrameMk id="4" creationId="{A1F0D89E-9CE3-3B71-953C-7DB9947FCDB7}"/>
          </ac:graphicFrameMkLst>
        </pc:graphicFrameChg>
        <pc:picChg chg="add mod">
          <ac:chgData name="Mohammed Fasha" userId="cc64f42d-a1a6-4f08-b97b-0c37f877119f" providerId="ADAL" clId="{8DFC6787-4569-4AEF-BB23-FDF85FEE05FB}" dt="2025-04-20T14:46:02.119" v="350" actId="1076"/>
          <ac:picMkLst>
            <pc:docMk/>
            <pc:sldMk cId="1041433416" sldId="485"/>
            <ac:picMk id="5" creationId="{909F3513-91D6-1EBD-CF1E-635EB1465BFD}"/>
          </ac:picMkLst>
        </pc:picChg>
        <pc:picChg chg="add mod">
          <ac:chgData name="Mohammed Fasha" userId="cc64f42d-a1a6-4f08-b97b-0c37f877119f" providerId="ADAL" clId="{8DFC6787-4569-4AEF-BB23-FDF85FEE05FB}" dt="2025-04-20T14:46:06.426" v="352" actId="14100"/>
          <ac:picMkLst>
            <pc:docMk/>
            <pc:sldMk cId="1041433416" sldId="485"/>
            <ac:picMk id="7" creationId="{83B02E82-8BA5-C5EF-5BF1-F840215EE55A}"/>
          </ac:picMkLst>
        </pc:picChg>
      </pc:sldChg>
      <pc:sldChg chg="modSp add mod">
        <pc:chgData name="Mohammed Fasha" userId="cc64f42d-a1a6-4f08-b97b-0c37f877119f" providerId="ADAL" clId="{8DFC6787-4569-4AEF-BB23-FDF85FEE05FB}" dt="2025-04-20T14:33:33.928" v="72" actId="113"/>
        <pc:sldMkLst>
          <pc:docMk/>
          <pc:sldMk cId="3032146913" sldId="486"/>
        </pc:sldMkLst>
        <pc:spChg chg="mod">
          <ac:chgData name="Mohammed Fasha" userId="cc64f42d-a1a6-4f08-b97b-0c37f877119f" providerId="ADAL" clId="{8DFC6787-4569-4AEF-BB23-FDF85FEE05FB}" dt="2025-04-20T14:33:33.928" v="72" actId="113"/>
          <ac:spMkLst>
            <pc:docMk/>
            <pc:sldMk cId="3032146913" sldId="486"/>
            <ac:spMk id="2" creationId="{AB7FFC34-1784-E59D-4C59-7F08628E13DC}"/>
          </ac:spMkLst>
        </pc:spChg>
        <pc:spChg chg="mod">
          <ac:chgData name="Mohammed Fasha" userId="cc64f42d-a1a6-4f08-b97b-0c37f877119f" providerId="ADAL" clId="{8DFC6787-4569-4AEF-BB23-FDF85FEE05FB}" dt="2025-04-20T14:33:30.190" v="67" actId="21"/>
          <ac:spMkLst>
            <pc:docMk/>
            <pc:sldMk cId="3032146913" sldId="486"/>
            <ac:spMk id="3" creationId="{9112A1B7-5E2F-CE96-D453-6C8320781013}"/>
          </ac:spMkLst>
        </pc:spChg>
      </pc:sldChg>
      <pc:sldChg chg="addSp modSp add mod">
        <pc:chgData name="Mohammed Fasha" userId="cc64f42d-a1a6-4f08-b97b-0c37f877119f" providerId="ADAL" clId="{8DFC6787-4569-4AEF-BB23-FDF85FEE05FB}" dt="2025-04-20T15:22:30.508" v="559" actId="1076"/>
        <pc:sldMkLst>
          <pc:docMk/>
          <pc:sldMk cId="3938091334" sldId="487"/>
        </pc:sldMkLst>
        <pc:spChg chg="mod">
          <ac:chgData name="Mohammed Fasha" userId="cc64f42d-a1a6-4f08-b97b-0c37f877119f" providerId="ADAL" clId="{8DFC6787-4569-4AEF-BB23-FDF85FEE05FB}" dt="2025-04-20T14:33:44.844" v="79" actId="113"/>
          <ac:spMkLst>
            <pc:docMk/>
            <pc:sldMk cId="3938091334" sldId="487"/>
            <ac:spMk id="2" creationId="{3098E821-69DE-EB4A-9A6F-212FAFCBFBA8}"/>
          </ac:spMkLst>
        </pc:spChg>
        <pc:spChg chg="mod">
          <ac:chgData name="Mohammed Fasha" userId="cc64f42d-a1a6-4f08-b97b-0c37f877119f" providerId="ADAL" clId="{8DFC6787-4569-4AEF-BB23-FDF85FEE05FB}" dt="2025-04-20T15:22:21.812" v="556" actId="27636"/>
          <ac:spMkLst>
            <pc:docMk/>
            <pc:sldMk cId="3938091334" sldId="487"/>
            <ac:spMk id="3" creationId="{BE4B808E-3C20-8163-00D6-427989874E69}"/>
          </ac:spMkLst>
        </pc:spChg>
        <pc:picChg chg="add mod">
          <ac:chgData name="Mohammed Fasha" userId="cc64f42d-a1a6-4f08-b97b-0c37f877119f" providerId="ADAL" clId="{8DFC6787-4569-4AEF-BB23-FDF85FEE05FB}" dt="2025-04-20T15:22:30.508" v="559" actId="1076"/>
          <ac:picMkLst>
            <pc:docMk/>
            <pc:sldMk cId="3938091334" sldId="487"/>
            <ac:picMk id="5" creationId="{AC4151B4-9C18-7C83-AB0B-6D11DC17B8EE}"/>
          </ac:picMkLst>
        </pc:picChg>
      </pc:sldChg>
      <pc:sldChg chg="modSp add mod">
        <pc:chgData name="Mohammed Fasha" userId="cc64f42d-a1a6-4f08-b97b-0c37f877119f" providerId="ADAL" clId="{8DFC6787-4569-4AEF-BB23-FDF85FEE05FB}" dt="2025-04-20T14:34:07.957" v="89" actId="12"/>
        <pc:sldMkLst>
          <pc:docMk/>
          <pc:sldMk cId="2278481155" sldId="488"/>
        </pc:sldMkLst>
        <pc:spChg chg="mod">
          <ac:chgData name="Mohammed Fasha" userId="cc64f42d-a1a6-4f08-b97b-0c37f877119f" providerId="ADAL" clId="{8DFC6787-4569-4AEF-BB23-FDF85FEE05FB}" dt="2025-04-20T14:33:59.501" v="86" actId="113"/>
          <ac:spMkLst>
            <pc:docMk/>
            <pc:sldMk cId="2278481155" sldId="488"/>
            <ac:spMk id="2" creationId="{D3A098E6-4734-9D7D-3FC2-C6AB6C43337A}"/>
          </ac:spMkLst>
        </pc:spChg>
        <pc:spChg chg="mod">
          <ac:chgData name="Mohammed Fasha" userId="cc64f42d-a1a6-4f08-b97b-0c37f877119f" providerId="ADAL" clId="{8DFC6787-4569-4AEF-BB23-FDF85FEE05FB}" dt="2025-04-20T14:34:07.957" v="89" actId="12"/>
          <ac:spMkLst>
            <pc:docMk/>
            <pc:sldMk cId="2278481155" sldId="488"/>
            <ac:spMk id="3" creationId="{5D037F5B-DC88-AD0F-06A3-FFC4778F0004}"/>
          </ac:spMkLst>
        </pc:spChg>
      </pc:sldChg>
      <pc:sldChg chg="modSp add mod">
        <pc:chgData name="Mohammed Fasha" userId="cc64f42d-a1a6-4f08-b97b-0c37f877119f" providerId="ADAL" clId="{8DFC6787-4569-4AEF-BB23-FDF85FEE05FB}" dt="2025-04-20T14:34:30.301" v="96" actId="113"/>
        <pc:sldMkLst>
          <pc:docMk/>
          <pc:sldMk cId="1156889741" sldId="489"/>
        </pc:sldMkLst>
        <pc:spChg chg="mod">
          <ac:chgData name="Mohammed Fasha" userId="cc64f42d-a1a6-4f08-b97b-0c37f877119f" providerId="ADAL" clId="{8DFC6787-4569-4AEF-BB23-FDF85FEE05FB}" dt="2025-04-20T14:34:30.301" v="96" actId="113"/>
          <ac:spMkLst>
            <pc:docMk/>
            <pc:sldMk cId="1156889741" sldId="489"/>
            <ac:spMk id="2" creationId="{D0C09B9F-DC42-70B7-E509-EA6985582A23}"/>
          </ac:spMkLst>
        </pc:spChg>
        <pc:spChg chg="mod">
          <ac:chgData name="Mohammed Fasha" userId="cc64f42d-a1a6-4f08-b97b-0c37f877119f" providerId="ADAL" clId="{8DFC6787-4569-4AEF-BB23-FDF85FEE05FB}" dt="2025-04-20T14:34:26.543" v="91" actId="21"/>
          <ac:spMkLst>
            <pc:docMk/>
            <pc:sldMk cId="1156889741" sldId="489"/>
            <ac:spMk id="3" creationId="{917899E1-923C-D056-FE4A-A4D3E4757372}"/>
          </ac:spMkLst>
        </pc:spChg>
      </pc:sldChg>
      <pc:sldChg chg="addSp delSp modSp new mod">
        <pc:chgData name="Mohammed Fasha" userId="cc64f42d-a1a6-4f08-b97b-0c37f877119f" providerId="ADAL" clId="{8DFC6787-4569-4AEF-BB23-FDF85FEE05FB}" dt="2025-04-20T17:05:21.313" v="1537" actId="14734"/>
        <pc:sldMkLst>
          <pc:docMk/>
          <pc:sldMk cId="1757417059" sldId="490"/>
        </pc:sldMkLst>
        <pc:spChg chg="mod">
          <ac:chgData name="Mohammed Fasha" userId="cc64f42d-a1a6-4f08-b97b-0c37f877119f" providerId="ADAL" clId="{8DFC6787-4569-4AEF-BB23-FDF85FEE05FB}" dt="2025-04-20T14:35:16.636" v="110"/>
          <ac:spMkLst>
            <pc:docMk/>
            <pc:sldMk cId="1757417059" sldId="490"/>
            <ac:spMk id="2" creationId="{CD356C74-8179-9630-D788-D81C2750F533}"/>
          </ac:spMkLst>
        </pc:spChg>
        <pc:spChg chg="del">
          <ac:chgData name="Mohammed Fasha" userId="cc64f42d-a1a6-4f08-b97b-0c37f877119f" providerId="ADAL" clId="{8DFC6787-4569-4AEF-BB23-FDF85FEE05FB}" dt="2025-04-20T14:34:44.485" v="103"/>
          <ac:spMkLst>
            <pc:docMk/>
            <pc:sldMk cId="1757417059" sldId="490"/>
            <ac:spMk id="3" creationId="{E764465C-CA81-AD01-A04C-595CD43C7D6F}"/>
          </ac:spMkLst>
        </pc:spChg>
        <pc:graphicFrameChg chg="add mod modGraphic">
          <ac:chgData name="Mohammed Fasha" userId="cc64f42d-a1a6-4f08-b97b-0c37f877119f" providerId="ADAL" clId="{8DFC6787-4569-4AEF-BB23-FDF85FEE05FB}" dt="2025-04-20T17:05:21.313" v="1537" actId="14734"/>
          <ac:graphicFrameMkLst>
            <pc:docMk/>
            <pc:sldMk cId="1757417059" sldId="490"/>
            <ac:graphicFrameMk id="4" creationId="{47A25922-9144-4F9A-8824-436887DB8159}"/>
          </ac:graphicFrameMkLst>
        </pc:graphicFrameChg>
      </pc:sldChg>
      <pc:sldChg chg="addSp delSp modSp add mod modClrScheme chgLayout">
        <pc:chgData name="Mohammed Fasha" userId="cc64f42d-a1a6-4f08-b97b-0c37f877119f" providerId="ADAL" clId="{8DFC6787-4569-4AEF-BB23-FDF85FEE05FB}" dt="2025-04-20T14:36:57.948" v="112"/>
        <pc:sldMkLst>
          <pc:docMk/>
          <pc:sldMk cId="2994235587" sldId="491"/>
        </pc:sldMkLst>
        <pc:spChg chg="del mod ord">
          <ac:chgData name="Mohammed Fasha" userId="cc64f42d-a1a6-4f08-b97b-0c37f877119f" providerId="ADAL" clId="{8DFC6787-4569-4AEF-BB23-FDF85FEE05FB}" dt="2025-04-20T14:36:57.073" v="111" actId="700"/>
          <ac:spMkLst>
            <pc:docMk/>
            <pc:sldMk cId="2994235587" sldId="491"/>
            <ac:spMk id="2" creationId="{15AA18AB-74F4-9E33-7B9F-03204E49BE59}"/>
          </ac:spMkLst>
        </pc:spChg>
        <pc:spChg chg="del mod ord">
          <ac:chgData name="Mohammed Fasha" userId="cc64f42d-a1a6-4f08-b97b-0c37f877119f" providerId="ADAL" clId="{8DFC6787-4569-4AEF-BB23-FDF85FEE05FB}" dt="2025-04-20T14:36:57.073" v="111" actId="700"/>
          <ac:spMkLst>
            <pc:docMk/>
            <pc:sldMk cId="2994235587" sldId="491"/>
            <ac:spMk id="3" creationId="{EAAA4011-3678-4DB8-29E4-BA4D6488C584}"/>
          </ac:spMkLst>
        </pc:spChg>
        <pc:spChg chg="add mod ord">
          <ac:chgData name="Mohammed Fasha" userId="cc64f42d-a1a6-4f08-b97b-0c37f877119f" providerId="ADAL" clId="{8DFC6787-4569-4AEF-BB23-FDF85FEE05FB}" dt="2025-04-20T14:36:57.948" v="112"/>
          <ac:spMkLst>
            <pc:docMk/>
            <pc:sldMk cId="2994235587" sldId="491"/>
            <ac:spMk id="4" creationId="{F5175249-BCEC-76AE-2376-F37AAAF3F34D}"/>
          </ac:spMkLst>
        </pc:spChg>
        <pc:spChg chg="add mod ord">
          <ac:chgData name="Mohammed Fasha" userId="cc64f42d-a1a6-4f08-b97b-0c37f877119f" providerId="ADAL" clId="{8DFC6787-4569-4AEF-BB23-FDF85FEE05FB}" dt="2025-04-20T14:36:57.073" v="111" actId="700"/>
          <ac:spMkLst>
            <pc:docMk/>
            <pc:sldMk cId="2994235587" sldId="491"/>
            <ac:spMk id="5" creationId="{EF5429A0-11B7-9397-7A57-385CE4310C15}"/>
          </ac:spMkLst>
        </pc:spChg>
      </pc:sldChg>
      <pc:sldChg chg="modSp add mod">
        <pc:chgData name="Mohammed Fasha" userId="cc64f42d-a1a6-4f08-b97b-0c37f877119f" providerId="ADAL" clId="{8DFC6787-4569-4AEF-BB23-FDF85FEE05FB}" dt="2025-04-20T14:40:17.002" v="209" actId="179"/>
        <pc:sldMkLst>
          <pc:docMk/>
          <pc:sldMk cId="346894193" sldId="492"/>
        </pc:sldMkLst>
        <pc:spChg chg="mod">
          <ac:chgData name="Mohammed Fasha" userId="cc64f42d-a1a6-4f08-b97b-0c37f877119f" providerId="ADAL" clId="{8DFC6787-4569-4AEF-BB23-FDF85FEE05FB}" dt="2025-04-20T14:38:51.684" v="176" actId="113"/>
          <ac:spMkLst>
            <pc:docMk/>
            <pc:sldMk cId="346894193" sldId="492"/>
            <ac:spMk id="2" creationId="{1FBB8AA3-35D2-49BE-5E1F-FFF5A9262858}"/>
          </ac:spMkLst>
        </pc:spChg>
        <pc:spChg chg="mod">
          <ac:chgData name="Mohammed Fasha" userId="cc64f42d-a1a6-4f08-b97b-0c37f877119f" providerId="ADAL" clId="{8DFC6787-4569-4AEF-BB23-FDF85FEE05FB}" dt="2025-04-20T14:40:17.002" v="209" actId="179"/>
          <ac:spMkLst>
            <pc:docMk/>
            <pc:sldMk cId="346894193" sldId="492"/>
            <ac:spMk id="3" creationId="{E8656ED4-BDC9-809E-BC8E-9F6B96F7F2BA}"/>
          </ac:spMkLst>
        </pc:spChg>
      </pc:sldChg>
      <pc:sldChg chg="addSp delSp modSp add mod">
        <pc:chgData name="Mohammed Fasha" userId="cc64f42d-a1a6-4f08-b97b-0c37f877119f" providerId="ADAL" clId="{8DFC6787-4569-4AEF-BB23-FDF85FEE05FB}" dt="2025-04-20T14:39:51.294" v="197" actId="14100"/>
        <pc:sldMkLst>
          <pc:docMk/>
          <pc:sldMk cId="2492520158" sldId="493"/>
        </pc:sldMkLst>
        <pc:spChg chg="mod">
          <ac:chgData name="Mohammed Fasha" userId="cc64f42d-a1a6-4f08-b97b-0c37f877119f" providerId="ADAL" clId="{8DFC6787-4569-4AEF-BB23-FDF85FEE05FB}" dt="2025-04-20T14:39:19.595" v="189" actId="27636"/>
          <ac:spMkLst>
            <pc:docMk/>
            <pc:sldMk cId="2492520158" sldId="493"/>
            <ac:spMk id="2" creationId="{DB9B37EF-1E05-9B7B-BDB7-6B7ABB6C49FD}"/>
          </ac:spMkLst>
        </pc:spChg>
        <pc:spChg chg="del">
          <ac:chgData name="Mohammed Fasha" userId="cc64f42d-a1a6-4f08-b97b-0c37f877119f" providerId="ADAL" clId="{8DFC6787-4569-4AEF-BB23-FDF85FEE05FB}" dt="2025-04-20T14:39:03.756" v="177"/>
          <ac:spMkLst>
            <pc:docMk/>
            <pc:sldMk cId="2492520158" sldId="493"/>
            <ac:spMk id="3" creationId="{6EF94CEF-1EB6-6E2B-6D15-CCEEFB634782}"/>
          </ac:spMkLst>
        </pc:spChg>
        <pc:spChg chg="add del mod">
          <ac:chgData name="Mohammed Fasha" userId="cc64f42d-a1a6-4f08-b97b-0c37f877119f" providerId="ADAL" clId="{8DFC6787-4569-4AEF-BB23-FDF85FEE05FB}" dt="2025-04-20T14:39:09.892" v="180"/>
          <ac:spMkLst>
            <pc:docMk/>
            <pc:sldMk cId="2492520158" sldId="493"/>
            <ac:spMk id="5" creationId="{3163063C-99A1-E1CF-11F8-DAEAF756034D}"/>
          </ac:spMkLst>
        </pc:spChg>
        <pc:spChg chg="add mod">
          <ac:chgData name="Mohammed Fasha" userId="cc64f42d-a1a6-4f08-b97b-0c37f877119f" providerId="ADAL" clId="{8DFC6787-4569-4AEF-BB23-FDF85FEE05FB}" dt="2025-04-20T14:39:51.294" v="197" actId="14100"/>
          <ac:spMkLst>
            <pc:docMk/>
            <pc:sldMk cId="2492520158" sldId="493"/>
            <ac:spMk id="7" creationId="{975987A5-D6BA-61A0-3061-34BEA86D87C7}"/>
          </ac:spMkLst>
        </pc:spChg>
        <pc:graphicFrameChg chg="add mod modGraphic">
          <ac:chgData name="Mohammed Fasha" userId="cc64f42d-a1a6-4f08-b97b-0c37f877119f" providerId="ADAL" clId="{8DFC6787-4569-4AEF-BB23-FDF85FEE05FB}" dt="2025-04-20T14:39:37.345" v="194" actId="113"/>
          <ac:graphicFrameMkLst>
            <pc:docMk/>
            <pc:sldMk cId="2492520158" sldId="493"/>
            <ac:graphicFrameMk id="4" creationId="{A805AFBC-86E5-30EC-3AA1-29FC3AC92369}"/>
          </ac:graphicFrameMkLst>
        </pc:graphicFrameChg>
      </pc:sldChg>
      <pc:sldChg chg="modSp add mod">
        <pc:chgData name="Mohammed Fasha" userId="cc64f42d-a1a6-4f08-b97b-0c37f877119f" providerId="ADAL" clId="{8DFC6787-4569-4AEF-BB23-FDF85FEE05FB}" dt="2025-04-20T14:40:08.073" v="206" actId="20577"/>
        <pc:sldMkLst>
          <pc:docMk/>
          <pc:sldMk cId="274101089" sldId="494"/>
        </pc:sldMkLst>
        <pc:spChg chg="mod">
          <ac:chgData name="Mohammed Fasha" userId="cc64f42d-a1a6-4f08-b97b-0c37f877119f" providerId="ADAL" clId="{8DFC6787-4569-4AEF-BB23-FDF85FEE05FB}" dt="2025-04-20T14:40:05.503" v="204" actId="113"/>
          <ac:spMkLst>
            <pc:docMk/>
            <pc:sldMk cId="274101089" sldId="494"/>
            <ac:spMk id="2" creationId="{53E2BD18-10ED-5B5E-A9B6-13C225A888BE}"/>
          </ac:spMkLst>
        </pc:spChg>
        <pc:spChg chg="mod">
          <ac:chgData name="Mohammed Fasha" userId="cc64f42d-a1a6-4f08-b97b-0c37f877119f" providerId="ADAL" clId="{8DFC6787-4569-4AEF-BB23-FDF85FEE05FB}" dt="2025-04-20T14:40:08.073" v="206" actId="20577"/>
          <ac:spMkLst>
            <pc:docMk/>
            <pc:sldMk cId="274101089" sldId="494"/>
            <ac:spMk id="3" creationId="{522589E6-095E-11EE-1701-3068D24F9833}"/>
          </ac:spMkLst>
        </pc:spChg>
      </pc:sldChg>
      <pc:sldChg chg="modSp add mod">
        <pc:chgData name="Mohammed Fasha" userId="cc64f42d-a1a6-4f08-b97b-0c37f877119f" providerId="ADAL" clId="{8DFC6787-4569-4AEF-BB23-FDF85FEE05FB}" dt="2025-04-20T14:40:30.147" v="216" actId="113"/>
        <pc:sldMkLst>
          <pc:docMk/>
          <pc:sldMk cId="4061804934" sldId="495"/>
        </pc:sldMkLst>
        <pc:spChg chg="mod">
          <ac:chgData name="Mohammed Fasha" userId="cc64f42d-a1a6-4f08-b97b-0c37f877119f" providerId="ADAL" clId="{8DFC6787-4569-4AEF-BB23-FDF85FEE05FB}" dt="2025-04-20T14:40:30.147" v="216" actId="113"/>
          <ac:spMkLst>
            <pc:docMk/>
            <pc:sldMk cId="4061804934" sldId="495"/>
            <ac:spMk id="2" creationId="{8E6D26ED-FF36-D319-E3D8-398AD0471554}"/>
          </ac:spMkLst>
        </pc:spChg>
        <pc:spChg chg="mod">
          <ac:chgData name="Mohammed Fasha" userId="cc64f42d-a1a6-4f08-b97b-0c37f877119f" providerId="ADAL" clId="{8DFC6787-4569-4AEF-BB23-FDF85FEE05FB}" dt="2025-04-20T14:40:26.304" v="211" actId="21"/>
          <ac:spMkLst>
            <pc:docMk/>
            <pc:sldMk cId="4061804934" sldId="495"/>
            <ac:spMk id="3" creationId="{7D805475-EBBE-7D92-74CE-C3AEF415869B}"/>
          </ac:spMkLst>
        </pc:spChg>
      </pc:sldChg>
      <pc:sldChg chg="addSp delSp modSp new del mod modClrScheme chgLayout">
        <pc:chgData name="Mohammed Fasha" userId="cc64f42d-a1a6-4f08-b97b-0c37f877119f" providerId="ADAL" clId="{8DFC6787-4569-4AEF-BB23-FDF85FEE05FB}" dt="2025-04-20T17:10:40.777" v="1547" actId="47"/>
        <pc:sldMkLst>
          <pc:docMk/>
          <pc:sldMk cId="287885716" sldId="496"/>
        </pc:sldMkLst>
        <pc:spChg chg="del mod ord">
          <ac:chgData name="Mohammed Fasha" userId="cc64f42d-a1a6-4f08-b97b-0c37f877119f" providerId="ADAL" clId="{8DFC6787-4569-4AEF-BB23-FDF85FEE05FB}" dt="2025-04-20T14:37:09.199" v="114" actId="700"/>
          <ac:spMkLst>
            <pc:docMk/>
            <pc:sldMk cId="287885716" sldId="496"/>
            <ac:spMk id="2" creationId="{832BA3E8-E317-9D44-3A2C-29B444B3CED1}"/>
          </ac:spMkLst>
        </pc:spChg>
        <pc:spChg chg="del mod ord">
          <ac:chgData name="Mohammed Fasha" userId="cc64f42d-a1a6-4f08-b97b-0c37f877119f" providerId="ADAL" clId="{8DFC6787-4569-4AEF-BB23-FDF85FEE05FB}" dt="2025-04-20T14:37:09.199" v="114" actId="700"/>
          <ac:spMkLst>
            <pc:docMk/>
            <pc:sldMk cId="287885716" sldId="496"/>
            <ac:spMk id="3" creationId="{AE3B500F-6376-656B-33D8-12DF9031761B}"/>
          </ac:spMkLst>
        </pc:spChg>
        <pc:spChg chg="add mod ord">
          <ac:chgData name="Mohammed Fasha" userId="cc64f42d-a1a6-4f08-b97b-0c37f877119f" providerId="ADAL" clId="{8DFC6787-4569-4AEF-BB23-FDF85FEE05FB}" dt="2025-04-20T14:37:24.885" v="163" actId="20577"/>
          <ac:spMkLst>
            <pc:docMk/>
            <pc:sldMk cId="287885716" sldId="496"/>
            <ac:spMk id="4" creationId="{4FF78F21-9DFC-047B-E2F7-BFFD3B79E71E}"/>
          </ac:spMkLst>
        </pc:spChg>
        <pc:spChg chg="add mod ord">
          <ac:chgData name="Mohammed Fasha" userId="cc64f42d-a1a6-4f08-b97b-0c37f877119f" providerId="ADAL" clId="{8DFC6787-4569-4AEF-BB23-FDF85FEE05FB}" dt="2025-04-20T14:37:09.199" v="114" actId="700"/>
          <ac:spMkLst>
            <pc:docMk/>
            <pc:sldMk cId="287885716" sldId="496"/>
            <ac:spMk id="5" creationId="{FEF8E69C-8256-0F37-F6BA-D1130597B4D5}"/>
          </ac:spMkLst>
        </pc:spChg>
        <pc:picChg chg="add mod">
          <ac:chgData name="Mohammed Fasha" userId="cc64f42d-a1a6-4f08-b97b-0c37f877119f" providerId="ADAL" clId="{8DFC6787-4569-4AEF-BB23-FDF85FEE05FB}" dt="2025-04-20T14:37:56.237" v="166" actId="1076"/>
          <ac:picMkLst>
            <pc:docMk/>
            <pc:sldMk cId="287885716" sldId="496"/>
            <ac:picMk id="3074" creationId="{7EA1DB1B-1612-6F3D-9229-7286431DFF99}"/>
          </ac:picMkLst>
        </pc:picChg>
        <pc:picChg chg="add del mod">
          <ac:chgData name="Mohammed Fasha" userId="cc64f42d-a1a6-4f08-b97b-0c37f877119f" providerId="ADAL" clId="{8DFC6787-4569-4AEF-BB23-FDF85FEE05FB}" dt="2025-04-20T17:10:25.974" v="1540" actId="21"/>
          <ac:picMkLst>
            <pc:docMk/>
            <pc:sldMk cId="287885716" sldId="496"/>
            <ac:picMk id="3076" creationId="{38B7DCD3-CA20-063C-2119-4CA1A1EA3B4E}"/>
          </ac:picMkLst>
        </pc:picChg>
      </pc:sldChg>
      <pc:sldChg chg="modSp new mod">
        <pc:chgData name="Mohammed Fasha" userId="cc64f42d-a1a6-4f08-b97b-0c37f877119f" providerId="ADAL" clId="{8DFC6787-4569-4AEF-BB23-FDF85FEE05FB}" dt="2025-04-20T14:40:56.172" v="259" actId="113"/>
        <pc:sldMkLst>
          <pc:docMk/>
          <pc:sldMk cId="3785505166" sldId="497"/>
        </pc:sldMkLst>
        <pc:spChg chg="mod">
          <ac:chgData name="Mohammed Fasha" userId="cc64f42d-a1a6-4f08-b97b-0c37f877119f" providerId="ADAL" clId="{8DFC6787-4569-4AEF-BB23-FDF85FEE05FB}" dt="2025-04-20T14:40:56.172" v="259" actId="113"/>
          <ac:spMkLst>
            <pc:docMk/>
            <pc:sldMk cId="3785505166" sldId="497"/>
            <ac:spMk id="2" creationId="{F4D07030-06FA-484F-1F97-1E1241755EC8}"/>
          </ac:spMkLst>
        </pc:spChg>
        <pc:spChg chg="mod">
          <ac:chgData name="Mohammed Fasha" userId="cc64f42d-a1a6-4f08-b97b-0c37f877119f" providerId="ADAL" clId="{8DFC6787-4569-4AEF-BB23-FDF85FEE05FB}" dt="2025-04-20T14:40:52.779" v="254" actId="21"/>
          <ac:spMkLst>
            <pc:docMk/>
            <pc:sldMk cId="3785505166" sldId="497"/>
            <ac:spMk id="3" creationId="{D6AE1DBF-0C3A-45E3-E36F-564FCC37D844}"/>
          </ac:spMkLst>
        </pc:spChg>
      </pc:sldChg>
      <pc:sldChg chg="modSp add mod">
        <pc:chgData name="Mohammed Fasha" userId="cc64f42d-a1a6-4f08-b97b-0c37f877119f" providerId="ADAL" clId="{8DFC6787-4569-4AEF-BB23-FDF85FEE05FB}" dt="2025-04-20T14:41:07.401" v="266" actId="113"/>
        <pc:sldMkLst>
          <pc:docMk/>
          <pc:sldMk cId="3900601116" sldId="498"/>
        </pc:sldMkLst>
        <pc:spChg chg="mod">
          <ac:chgData name="Mohammed Fasha" userId="cc64f42d-a1a6-4f08-b97b-0c37f877119f" providerId="ADAL" clId="{8DFC6787-4569-4AEF-BB23-FDF85FEE05FB}" dt="2025-04-20T14:41:07.401" v="266" actId="113"/>
          <ac:spMkLst>
            <pc:docMk/>
            <pc:sldMk cId="3900601116" sldId="498"/>
            <ac:spMk id="2" creationId="{D74AA50F-A157-AF83-7181-562538086E19}"/>
          </ac:spMkLst>
        </pc:spChg>
        <pc:spChg chg="mod">
          <ac:chgData name="Mohammed Fasha" userId="cc64f42d-a1a6-4f08-b97b-0c37f877119f" providerId="ADAL" clId="{8DFC6787-4569-4AEF-BB23-FDF85FEE05FB}" dt="2025-04-20T14:41:03.311" v="261" actId="21"/>
          <ac:spMkLst>
            <pc:docMk/>
            <pc:sldMk cId="3900601116" sldId="498"/>
            <ac:spMk id="3" creationId="{22D0E54D-3E23-11CB-5C69-A6C4A94F2058}"/>
          </ac:spMkLst>
        </pc:spChg>
      </pc:sldChg>
      <pc:sldChg chg="modSp add mod">
        <pc:chgData name="Mohammed Fasha" userId="cc64f42d-a1a6-4f08-b97b-0c37f877119f" providerId="ADAL" clId="{8DFC6787-4569-4AEF-BB23-FDF85FEE05FB}" dt="2025-04-20T14:41:20.176" v="273" actId="113"/>
        <pc:sldMkLst>
          <pc:docMk/>
          <pc:sldMk cId="2467848175" sldId="499"/>
        </pc:sldMkLst>
        <pc:spChg chg="mod">
          <ac:chgData name="Mohammed Fasha" userId="cc64f42d-a1a6-4f08-b97b-0c37f877119f" providerId="ADAL" clId="{8DFC6787-4569-4AEF-BB23-FDF85FEE05FB}" dt="2025-04-20T14:41:20.176" v="273" actId="113"/>
          <ac:spMkLst>
            <pc:docMk/>
            <pc:sldMk cId="2467848175" sldId="499"/>
            <ac:spMk id="2" creationId="{E8F446CC-12B7-32B6-41C9-6413C27FA425}"/>
          </ac:spMkLst>
        </pc:spChg>
        <pc:spChg chg="mod">
          <ac:chgData name="Mohammed Fasha" userId="cc64f42d-a1a6-4f08-b97b-0c37f877119f" providerId="ADAL" clId="{8DFC6787-4569-4AEF-BB23-FDF85FEE05FB}" dt="2025-04-20T14:41:16.797" v="268" actId="21"/>
          <ac:spMkLst>
            <pc:docMk/>
            <pc:sldMk cId="2467848175" sldId="499"/>
            <ac:spMk id="3" creationId="{00AFB963-9D6E-6492-2601-1AC6CED3CE9F}"/>
          </ac:spMkLst>
        </pc:spChg>
      </pc:sldChg>
      <pc:sldChg chg="modSp add mod">
        <pc:chgData name="Mohammed Fasha" userId="cc64f42d-a1a6-4f08-b97b-0c37f877119f" providerId="ADAL" clId="{8DFC6787-4569-4AEF-BB23-FDF85FEE05FB}" dt="2025-04-20T14:42:10.935" v="285" actId="179"/>
        <pc:sldMkLst>
          <pc:docMk/>
          <pc:sldMk cId="3327834872" sldId="500"/>
        </pc:sldMkLst>
        <pc:spChg chg="mod">
          <ac:chgData name="Mohammed Fasha" userId="cc64f42d-a1a6-4f08-b97b-0c37f877119f" providerId="ADAL" clId="{8DFC6787-4569-4AEF-BB23-FDF85FEE05FB}" dt="2025-04-20T14:42:05.378" v="284" actId="113"/>
          <ac:spMkLst>
            <pc:docMk/>
            <pc:sldMk cId="3327834872" sldId="500"/>
            <ac:spMk id="2" creationId="{7E249D93-11A6-243A-EA44-7434459475B8}"/>
          </ac:spMkLst>
        </pc:spChg>
        <pc:spChg chg="mod">
          <ac:chgData name="Mohammed Fasha" userId="cc64f42d-a1a6-4f08-b97b-0c37f877119f" providerId="ADAL" clId="{8DFC6787-4569-4AEF-BB23-FDF85FEE05FB}" dt="2025-04-20T14:42:10.935" v="285" actId="179"/>
          <ac:spMkLst>
            <pc:docMk/>
            <pc:sldMk cId="3327834872" sldId="500"/>
            <ac:spMk id="3" creationId="{96EFDC88-798A-69A6-D75F-B04E3EB71FF3}"/>
          </ac:spMkLst>
        </pc:spChg>
      </pc:sldChg>
      <pc:sldChg chg="modSp add mod">
        <pc:chgData name="Mohammed Fasha" userId="cc64f42d-a1a6-4f08-b97b-0c37f877119f" providerId="ADAL" clId="{8DFC6787-4569-4AEF-BB23-FDF85FEE05FB}" dt="2025-04-20T14:42:22.393" v="292" actId="113"/>
        <pc:sldMkLst>
          <pc:docMk/>
          <pc:sldMk cId="1095751481" sldId="501"/>
        </pc:sldMkLst>
        <pc:spChg chg="mod">
          <ac:chgData name="Mohammed Fasha" userId="cc64f42d-a1a6-4f08-b97b-0c37f877119f" providerId="ADAL" clId="{8DFC6787-4569-4AEF-BB23-FDF85FEE05FB}" dt="2025-04-20T14:42:22.393" v="292" actId="113"/>
          <ac:spMkLst>
            <pc:docMk/>
            <pc:sldMk cId="1095751481" sldId="501"/>
            <ac:spMk id="2" creationId="{EF6F70FC-B494-F49B-15F3-63510FADDFE6}"/>
          </ac:spMkLst>
        </pc:spChg>
        <pc:spChg chg="mod">
          <ac:chgData name="Mohammed Fasha" userId="cc64f42d-a1a6-4f08-b97b-0c37f877119f" providerId="ADAL" clId="{8DFC6787-4569-4AEF-BB23-FDF85FEE05FB}" dt="2025-04-20T14:42:17.804" v="287" actId="21"/>
          <ac:spMkLst>
            <pc:docMk/>
            <pc:sldMk cId="1095751481" sldId="501"/>
            <ac:spMk id="3" creationId="{80CD49B6-AE31-6205-33EA-B51798493EBD}"/>
          </ac:spMkLst>
        </pc:spChg>
      </pc:sldChg>
      <pc:sldChg chg="addSp delSp modSp add mod ord">
        <pc:chgData name="Mohammed Fasha" userId="cc64f42d-a1a6-4f08-b97b-0c37f877119f" providerId="ADAL" clId="{8DFC6787-4569-4AEF-BB23-FDF85FEE05FB}" dt="2025-04-20T15:51:37.809" v="918" actId="1076"/>
        <pc:sldMkLst>
          <pc:docMk/>
          <pc:sldMk cId="1571885319" sldId="502"/>
        </pc:sldMkLst>
        <pc:spChg chg="mod">
          <ac:chgData name="Mohammed Fasha" userId="cc64f42d-a1a6-4f08-b97b-0c37f877119f" providerId="ADAL" clId="{8DFC6787-4569-4AEF-BB23-FDF85FEE05FB}" dt="2025-04-20T14:42:36.725" v="299" actId="113"/>
          <ac:spMkLst>
            <pc:docMk/>
            <pc:sldMk cId="1571885319" sldId="502"/>
            <ac:spMk id="2" creationId="{5C6ECCAD-EEDD-F4FC-53F7-7A59B3771B41}"/>
          </ac:spMkLst>
        </pc:spChg>
        <pc:spChg chg="mod">
          <ac:chgData name="Mohammed Fasha" userId="cc64f42d-a1a6-4f08-b97b-0c37f877119f" providerId="ADAL" clId="{8DFC6787-4569-4AEF-BB23-FDF85FEE05FB}" dt="2025-04-20T15:43:17.380" v="842" actId="14100"/>
          <ac:spMkLst>
            <pc:docMk/>
            <pc:sldMk cId="1571885319" sldId="502"/>
            <ac:spMk id="3" creationId="{27C67603-5A5E-58C5-2125-F9EBFD7EB206}"/>
          </ac:spMkLst>
        </pc:spChg>
        <pc:spChg chg="add mod">
          <ac:chgData name="Mohammed Fasha" userId="cc64f42d-a1a6-4f08-b97b-0c37f877119f" providerId="ADAL" clId="{8DFC6787-4569-4AEF-BB23-FDF85FEE05FB}" dt="2025-04-20T15:51:12.338" v="910" actId="21"/>
          <ac:spMkLst>
            <pc:docMk/>
            <pc:sldMk cId="1571885319" sldId="502"/>
            <ac:spMk id="7" creationId="{64A54633-4B27-6690-0D9C-4CD4EC6DF1E2}"/>
          </ac:spMkLst>
        </pc:spChg>
        <pc:spChg chg="add del mod">
          <ac:chgData name="Mohammed Fasha" userId="cc64f42d-a1a6-4f08-b97b-0c37f877119f" providerId="ADAL" clId="{8DFC6787-4569-4AEF-BB23-FDF85FEE05FB}" dt="2025-04-20T15:51:00.182" v="886" actId="22"/>
          <ac:spMkLst>
            <pc:docMk/>
            <pc:sldMk cId="1571885319" sldId="502"/>
            <ac:spMk id="9" creationId="{50312550-651C-0954-5629-C4B619EE614D}"/>
          </ac:spMkLst>
        </pc:spChg>
        <pc:spChg chg="add mod">
          <ac:chgData name="Mohammed Fasha" userId="cc64f42d-a1a6-4f08-b97b-0c37f877119f" providerId="ADAL" clId="{8DFC6787-4569-4AEF-BB23-FDF85FEE05FB}" dt="2025-04-20T15:51:37.809" v="918" actId="1076"/>
          <ac:spMkLst>
            <pc:docMk/>
            <pc:sldMk cId="1571885319" sldId="502"/>
            <ac:spMk id="11" creationId="{D09123F2-55B3-8B74-3917-CDA7C2093784}"/>
          </ac:spMkLst>
        </pc:spChg>
        <pc:picChg chg="add mod">
          <ac:chgData name="Mohammed Fasha" userId="cc64f42d-a1a6-4f08-b97b-0c37f877119f" providerId="ADAL" clId="{8DFC6787-4569-4AEF-BB23-FDF85FEE05FB}" dt="2025-04-20T15:46:12.326" v="855" actId="1076"/>
          <ac:picMkLst>
            <pc:docMk/>
            <pc:sldMk cId="1571885319" sldId="502"/>
            <ac:picMk id="5" creationId="{1465F9A1-FB67-D393-7DBB-A4D7907C90E7}"/>
          </ac:picMkLst>
        </pc:picChg>
        <pc:picChg chg="add del mod">
          <ac:chgData name="Mohammed Fasha" userId="cc64f42d-a1a6-4f08-b97b-0c37f877119f" providerId="ADAL" clId="{8DFC6787-4569-4AEF-BB23-FDF85FEE05FB}" dt="2025-04-20T15:46:14.604" v="856" actId="21"/>
          <ac:picMkLst>
            <pc:docMk/>
            <pc:sldMk cId="1571885319" sldId="502"/>
            <ac:picMk id="21506" creationId="{974E8964-DC70-91A1-02D2-FD5A8A9BCFF5}"/>
          </ac:picMkLst>
        </pc:picChg>
      </pc:sldChg>
      <pc:sldChg chg="delSp add del mod">
        <pc:chgData name="Mohammed Fasha" userId="cc64f42d-a1a6-4f08-b97b-0c37f877119f" providerId="ADAL" clId="{8DFC6787-4569-4AEF-BB23-FDF85FEE05FB}" dt="2025-04-20T15:52:09.380" v="925" actId="2696"/>
        <pc:sldMkLst>
          <pc:docMk/>
          <pc:sldMk cId="2403362978" sldId="503"/>
        </pc:sldMkLst>
        <pc:picChg chg="del">
          <ac:chgData name="Mohammed Fasha" userId="cc64f42d-a1a6-4f08-b97b-0c37f877119f" providerId="ADAL" clId="{8DFC6787-4569-4AEF-BB23-FDF85FEE05FB}" dt="2025-04-20T15:51:51.886" v="919" actId="21"/>
          <ac:picMkLst>
            <pc:docMk/>
            <pc:sldMk cId="2403362978" sldId="503"/>
            <ac:picMk id="7" creationId="{6B730ADE-A691-7B32-24E1-4B677CB96AEE}"/>
          </ac:picMkLst>
        </pc:picChg>
      </pc:sldChg>
      <pc:sldChg chg="addSp delSp modSp add del mod">
        <pc:chgData name="Mohammed Fasha" userId="cc64f42d-a1a6-4f08-b97b-0c37f877119f" providerId="ADAL" clId="{8DFC6787-4569-4AEF-BB23-FDF85FEE05FB}" dt="2025-04-20T15:38:17.984" v="732" actId="2696"/>
        <pc:sldMkLst>
          <pc:docMk/>
          <pc:sldMk cId="4226438352" sldId="503"/>
        </pc:sldMkLst>
        <pc:spChg chg="mod">
          <ac:chgData name="Mohammed Fasha" userId="cc64f42d-a1a6-4f08-b97b-0c37f877119f" providerId="ADAL" clId="{8DFC6787-4569-4AEF-BB23-FDF85FEE05FB}" dt="2025-04-20T14:43:02.050" v="304"/>
          <ac:spMkLst>
            <pc:docMk/>
            <pc:sldMk cId="4226438352" sldId="503"/>
            <ac:spMk id="2" creationId="{B566812B-0FB0-291E-2C71-8D3415556111}"/>
          </ac:spMkLst>
        </pc:spChg>
        <pc:spChg chg="add del mod">
          <ac:chgData name="Mohammed Fasha" userId="cc64f42d-a1a6-4f08-b97b-0c37f877119f" providerId="ADAL" clId="{8DFC6787-4569-4AEF-BB23-FDF85FEE05FB}" dt="2025-04-20T14:43:06.455" v="305" actId="14100"/>
          <ac:spMkLst>
            <pc:docMk/>
            <pc:sldMk cId="4226438352" sldId="503"/>
            <ac:spMk id="3" creationId="{C131301A-F161-21D0-2C07-8732F4B9B24B}"/>
          </ac:spMkLst>
        </pc:spChg>
        <pc:spChg chg="add mod">
          <ac:chgData name="Mohammed Fasha" userId="cc64f42d-a1a6-4f08-b97b-0c37f877119f" providerId="ADAL" clId="{8DFC6787-4569-4AEF-BB23-FDF85FEE05FB}" dt="2025-04-20T14:42:52.538" v="301"/>
          <ac:spMkLst>
            <pc:docMk/>
            <pc:sldMk cId="4226438352" sldId="503"/>
            <ac:spMk id="4" creationId="{09B4D717-B53C-7C12-1FFC-6CD3701DFE3F}"/>
          </ac:spMkLst>
        </pc:spChg>
        <pc:graphicFrameChg chg="add del mod modGraphic">
          <ac:chgData name="Mohammed Fasha" userId="cc64f42d-a1a6-4f08-b97b-0c37f877119f" providerId="ADAL" clId="{8DFC6787-4569-4AEF-BB23-FDF85FEE05FB}" dt="2025-04-20T15:29:40.405" v="702" actId="21"/>
          <ac:graphicFrameMkLst>
            <pc:docMk/>
            <pc:sldMk cId="4226438352" sldId="503"/>
            <ac:graphicFrameMk id="5" creationId="{C3989531-2699-6126-853D-EFA80D01F27A}"/>
          </ac:graphicFrameMkLst>
        </pc:graphicFrameChg>
        <pc:picChg chg="add mod">
          <ac:chgData name="Mohammed Fasha" userId="cc64f42d-a1a6-4f08-b97b-0c37f877119f" providerId="ADAL" clId="{8DFC6787-4569-4AEF-BB23-FDF85FEE05FB}" dt="2025-04-20T15:29:59.836" v="705" actId="1076"/>
          <ac:picMkLst>
            <pc:docMk/>
            <pc:sldMk cId="4226438352" sldId="503"/>
            <ac:picMk id="7" creationId="{6B730ADE-A691-7B32-24E1-4B677CB96AEE}"/>
          </ac:picMkLst>
        </pc:picChg>
      </pc:sldChg>
      <pc:sldChg chg="addSp modSp add del mod">
        <pc:chgData name="Mohammed Fasha" userId="cc64f42d-a1a6-4f08-b97b-0c37f877119f" providerId="ADAL" clId="{8DFC6787-4569-4AEF-BB23-FDF85FEE05FB}" dt="2025-04-20T15:38:17.984" v="732" actId="2696"/>
        <pc:sldMkLst>
          <pc:docMk/>
          <pc:sldMk cId="549323355" sldId="504"/>
        </pc:sldMkLst>
        <pc:spChg chg="mod">
          <ac:chgData name="Mohammed Fasha" userId="cc64f42d-a1a6-4f08-b97b-0c37f877119f" providerId="ADAL" clId="{8DFC6787-4569-4AEF-BB23-FDF85FEE05FB}" dt="2025-04-20T14:44:11.695" v="316"/>
          <ac:spMkLst>
            <pc:docMk/>
            <pc:sldMk cId="549323355" sldId="504"/>
            <ac:spMk id="2" creationId="{61D91477-9951-8825-B31D-9020009A4279}"/>
          </ac:spMkLst>
        </pc:spChg>
        <pc:spChg chg="mod">
          <ac:chgData name="Mohammed Fasha" userId="cc64f42d-a1a6-4f08-b97b-0c37f877119f" providerId="ADAL" clId="{8DFC6787-4569-4AEF-BB23-FDF85FEE05FB}" dt="2025-04-20T15:25:52.562" v="586" actId="14100"/>
          <ac:spMkLst>
            <pc:docMk/>
            <pc:sldMk cId="549323355" sldId="504"/>
            <ac:spMk id="3" creationId="{469B590D-DE47-A621-B66D-765A993C27F7}"/>
          </ac:spMkLst>
        </pc:spChg>
        <pc:spChg chg="mod">
          <ac:chgData name="Mohammed Fasha" userId="cc64f42d-a1a6-4f08-b97b-0c37f877119f" providerId="ADAL" clId="{8DFC6787-4569-4AEF-BB23-FDF85FEE05FB}" dt="2025-04-20T15:26:04.943" v="595" actId="404"/>
          <ac:spMkLst>
            <pc:docMk/>
            <pc:sldMk cId="549323355" sldId="504"/>
            <ac:spMk id="6" creationId="{67B234E9-5415-009F-9F84-D5AE0AB70DFB}"/>
          </ac:spMkLst>
        </pc:spChg>
        <pc:spChg chg="mod">
          <ac:chgData name="Mohammed Fasha" userId="cc64f42d-a1a6-4f08-b97b-0c37f877119f" providerId="ADAL" clId="{8DFC6787-4569-4AEF-BB23-FDF85FEE05FB}" dt="2025-04-20T15:26:04.943" v="595" actId="404"/>
          <ac:spMkLst>
            <pc:docMk/>
            <pc:sldMk cId="549323355" sldId="504"/>
            <ac:spMk id="8" creationId="{E9700965-CA01-4EC2-4C77-F49B5B7380B2}"/>
          </ac:spMkLst>
        </pc:spChg>
        <pc:spChg chg="mod">
          <ac:chgData name="Mohammed Fasha" userId="cc64f42d-a1a6-4f08-b97b-0c37f877119f" providerId="ADAL" clId="{8DFC6787-4569-4AEF-BB23-FDF85FEE05FB}" dt="2025-04-20T15:26:04.943" v="595" actId="404"/>
          <ac:spMkLst>
            <pc:docMk/>
            <pc:sldMk cId="549323355" sldId="504"/>
            <ac:spMk id="10" creationId="{55CD68BC-3FDD-E47D-E3B6-24E5A867F01A}"/>
          </ac:spMkLst>
        </pc:spChg>
        <pc:spChg chg="mod">
          <ac:chgData name="Mohammed Fasha" userId="cc64f42d-a1a6-4f08-b97b-0c37f877119f" providerId="ADAL" clId="{8DFC6787-4569-4AEF-BB23-FDF85FEE05FB}" dt="2025-04-20T15:26:04.943" v="595" actId="404"/>
          <ac:spMkLst>
            <pc:docMk/>
            <pc:sldMk cId="549323355" sldId="504"/>
            <ac:spMk id="12" creationId="{52D173CB-5278-C6D7-466D-C621F884EB96}"/>
          </ac:spMkLst>
        </pc:spChg>
        <pc:spChg chg="mod">
          <ac:chgData name="Mohammed Fasha" userId="cc64f42d-a1a6-4f08-b97b-0c37f877119f" providerId="ADAL" clId="{8DFC6787-4569-4AEF-BB23-FDF85FEE05FB}" dt="2025-04-20T15:26:04.943" v="595" actId="404"/>
          <ac:spMkLst>
            <pc:docMk/>
            <pc:sldMk cId="549323355" sldId="504"/>
            <ac:spMk id="13" creationId="{A0A80D68-9BAF-B5C9-E2F9-DF4117840736}"/>
          </ac:spMkLst>
        </pc:spChg>
        <pc:spChg chg="mod">
          <ac:chgData name="Mohammed Fasha" userId="cc64f42d-a1a6-4f08-b97b-0c37f877119f" providerId="ADAL" clId="{8DFC6787-4569-4AEF-BB23-FDF85FEE05FB}" dt="2025-04-20T15:26:04.943" v="595" actId="404"/>
          <ac:spMkLst>
            <pc:docMk/>
            <pc:sldMk cId="549323355" sldId="504"/>
            <ac:spMk id="15" creationId="{99AAFEE9-9F8B-38BC-1FA3-A570FC8C9FA9}"/>
          </ac:spMkLst>
        </pc:spChg>
        <pc:spChg chg="mod">
          <ac:chgData name="Mohammed Fasha" userId="cc64f42d-a1a6-4f08-b97b-0c37f877119f" providerId="ADAL" clId="{8DFC6787-4569-4AEF-BB23-FDF85FEE05FB}" dt="2025-04-20T15:26:04.943" v="595" actId="404"/>
          <ac:spMkLst>
            <pc:docMk/>
            <pc:sldMk cId="549323355" sldId="504"/>
            <ac:spMk id="20" creationId="{A42084C4-9E99-86A9-0254-B07538E95397}"/>
          </ac:spMkLst>
        </pc:spChg>
        <pc:spChg chg="mod">
          <ac:chgData name="Mohammed Fasha" userId="cc64f42d-a1a6-4f08-b97b-0c37f877119f" providerId="ADAL" clId="{8DFC6787-4569-4AEF-BB23-FDF85FEE05FB}" dt="2025-04-20T15:26:04.943" v="595" actId="404"/>
          <ac:spMkLst>
            <pc:docMk/>
            <pc:sldMk cId="549323355" sldId="504"/>
            <ac:spMk id="21" creationId="{E25D00E3-FED9-CDE4-B552-DD6960A4B65D}"/>
          </ac:spMkLst>
        </pc:spChg>
        <pc:spChg chg="mod">
          <ac:chgData name="Mohammed Fasha" userId="cc64f42d-a1a6-4f08-b97b-0c37f877119f" providerId="ADAL" clId="{8DFC6787-4569-4AEF-BB23-FDF85FEE05FB}" dt="2025-04-20T15:26:04.943" v="595" actId="404"/>
          <ac:spMkLst>
            <pc:docMk/>
            <pc:sldMk cId="549323355" sldId="504"/>
            <ac:spMk id="22" creationId="{9210C6B5-AB95-4E40-40B1-5A48954960B7}"/>
          </ac:spMkLst>
        </pc:spChg>
        <pc:spChg chg="mod">
          <ac:chgData name="Mohammed Fasha" userId="cc64f42d-a1a6-4f08-b97b-0c37f877119f" providerId="ADAL" clId="{8DFC6787-4569-4AEF-BB23-FDF85FEE05FB}" dt="2025-04-20T15:26:04.943" v="595" actId="404"/>
          <ac:spMkLst>
            <pc:docMk/>
            <pc:sldMk cId="549323355" sldId="504"/>
            <ac:spMk id="31" creationId="{A08ECB67-32A7-AF7E-A70C-6C87C5C3D2BD}"/>
          </ac:spMkLst>
        </pc:spChg>
        <pc:grpChg chg="mod">
          <ac:chgData name="Mohammed Fasha" userId="cc64f42d-a1a6-4f08-b97b-0c37f877119f" providerId="ADAL" clId="{8DFC6787-4569-4AEF-BB23-FDF85FEE05FB}" dt="2025-04-20T15:26:02.202" v="590" actId="14100"/>
          <ac:grpSpMkLst>
            <pc:docMk/>
            <pc:sldMk cId="549323355" sldId="504"/>
            <ac:grpSpMk id="4" creationId="{54CB8CB4-E6BE-9217-F1E1-FEB1AF99BEA0}"/>
          </ac:grpSpMkLst>
        </pc:grpChg>
      </pc:sldChg>
      <pc:sldChg chg="add">
        <pc:chgData name="Mohammed Fasha" userId="cc64f42d-a1a6-4f08-b97b-0c37f877119f" providerId="ADAL" clId="{8DFC6787-4569-4AEF-BB23-FDF85FEE05FB}" dt="2025-04-20T15:39:31.491" v="741"/>
        <pc:sldMkLst>
          <pc:docMk/>
          <pc:sldMk cId="952400947" sldId="504"/>
        </pc:sldMkLst>
      </pc:sldChg>
      <pc:sldChg chg="modSp add del mod">
        <pc:chgData name="Mohammed Fasha" userId="cc64f42d-a1a6-4f08-b97b-0c37f877119f" providerId="ADAL" clId="{8DFC6787-4569-4AEF-BB23-FDF85FEE05FB}" dt="2025-04-20T15:27:08.497" v="601" actId="2696"/>
        <pc:sldMkLst>
          <pc:docMk/>
          <pc:sldMk cId="813418996" sldId="505"/>
        </pc:sldMkLst>
        <pc:spChg chg="mod">
          <ac:chgData name="Mohammed Fasha" userId="cc64f42d-a1a6-4f08-b97b-0c37f877119f" providerId="ADAL" clId="{8DFC6787-4569-4AEF-BB23-FDF85FEE05FB}" dt="2025-04-20T14:44:31.842" v="323" actId="113"/>
          <ac:spMkLst>
            <pc:docMk/>
            <pc:sldMk cId="813418996" sldId="505"/>
            <ac:spMk id="2" creationId="{FF6486A0-59EA-E0CA-C7EE-B5179CCD0EA5}"/>
          </ac:spMkLst>
        </pc:spChg>
        <pc:spChg chg="mod">
          <ac:chgData name="Mohammed Fasha" userId="cc64f42d-a1a6-4f08-b97b-0c37f877119f" providerId="ADAL" clId="{8DFC6787-4569-4AEF-BB23-FDF85FEE05FB}" dt="2025-04-20T14:44:46.919" v="332" actId="12"/>
          <ac:spMkLst>
            <pc:docMk/>
            <pc:sldMk cId="813418996" sldId="505"/>
            <ac:spMk id="3" creationId="{9FE1E46A-3142-06B9-1133-448544869F69}"/>
          </ac:spMkLst>
        </pc:spChg>
      </pc:sldChg>
      <pc:sldChg chg="addSp delSp modSp add del mod modClrScheme chgLayout">
        <pc:chgData name="Mohammed Fasha" userId="cc64f42d-a1a6-4f08-b97b-0c37f877119f" providerId="ADAL" clId="{8DFC6787-4569-4AEF-BB23-FDF85FEE05FB}" dt="2025-04-20T15:38:41.804" v="736" actId="47"/>
        <pc:sldMkLst>
          <pc:docMk/>
          <pc:sldMk cId="179592037" sldId="506"/>
        </pc:sldMkLst>
        <pc:spChg chg="del mod ord">
          <ac:chgData name="Mohammed Fasha" userId="cc64f42d-a1a6-4f08-b97b-0c37f877119f" providerId="ADAL" clId="{8DFC6787-4569-4AEF-BB23-FDF85FEE05FB}" dt="2025-04-20T15:01:56.679" v="353" actId="700"/>
          <ac:spMkLst>
            <pc:docMk/>
            <pc:sldMk cId="179592037" sldId="506"/>
            <ac:spMk id="2" creationId="{28CAEE80-DE33-3ADE-9000-81FA8B932D0B}"/>
          </ac:spMkLst>
        </pc:spChg>
        <pc:spChg chg="del mod ord">
          <ac:chgData name="Mohammed Fasha" userId="cc64f42d-a1a6-4f08-b97b-0c37f877119f" providerId="ADAL" clId="{8DFC6787-4569-4AEF-BB23-FDF85FEE05FB}" dt="2025-04-20T15:01:56.679" v="353" actId="700"/>
          <ac:spMkLst>
            <pc:docMk/>
            <pc:sldMk cId="179592037" sldId="506"/>
            <ac:spMk id="3" creationId="{3F1C5EE9-C7B8-71E8-28E5-09EB6FE038CB}"/>
          </ac:spMkLst>
        </pc:spChg>
        <pc:spChg chg="add mod ord">
          <ac:chgData name="Mohammed Fasha" userId="cc64f42d-a1a6-4f08-b97b-0c37f877119f" providerId="ADAL" clId="{8DFC6787-4569-4AEF-BB23-FDF85FEE05FB}" dt="2025-04-20T15:01:58.895" v="355" actId="27636"/>
          <ac:spMkLst>
            <pc:docMk/>
            <pc:sldMk cId="179592037" sldId="506"/>
            <ac:spMk id="4" creationId="{6D24C36E-F5D1-53E5-0585-3E132EB74282}"/>
          </ac:spMkLst>
        </pc:spChg>
        <pc:spChg chg="add mod ord">
          <ac:chgData name="Mohammed Fasha" userId="cc64f42d-a1a6-4f08-b97b-0c37f877119f" providerId="ADAL" clId="{8DFC6787-4569-4AEF-BB23-FDF85FEE05FB}" dt="2025-04-20T15:01:56.679" v="353" actId="700"/>
          <ac:spMkLst>
            <pc:docMk/>
            <pc:sldMk cId="179592037" sldId="506"/>
            <ac:spMk id="5" creationId="{D9E276E3-C925-22FF-57DB-814BDA4B02EF}"/>
          </ac:spMkLst>
        </pc:spChg>
      </pc:sldChg>
      <pc:sldChg chg="modSp add del mod">
        <pc:chgData name="Mohammed Fasha" userId="cc64f42d-a1a6-4f08-b97b-0c37f877119f" providerId="ADAL" clId="{8DFC6787-4569-4AEF-BB23-FDF85FEE05FB}" dt="2025-04-20T15:38:39.506" v="735" actId="47"/>
        <pc:sldMkLst>
          <pc:docMk/>
          <pc:sldMk cId="3353165080" sldId="507"/>
        </pc:sldMkLst>
        <pc:spChg chg="mod">
          <ac:chgData name="Mohammed Fasha" userId="cc64f42d-a1a6-4f08-b97b-0c37f877119f" providerId="ADAL" clId="{8DFC6787-4569-4AEF-BB23-FDF85FEE05FB}" dt="2025-04-20T15:05:02.410" v="381" actId="113"/>
          <ac:spMkLst>
            <pc:docMk/>
            <pc:sldMk cId="3353165080" sldId="507"/>
            <ac:spMk id="2" creationId="{474E81D5-C381-F545-2B99-C5A7DD8B1E0C}"/>
          </ac:spMkLst>
        </pc:spChg>
        <pc:spChg chg="mod">
          <ac:chgData name="Mohammed Fasha" userId="cc64f42d-a1a6-4f08-b97b-0c37f877119f" providerId="ADAL" clId="{8DFC6787-4569-4AEF-BB23-FDF85FEE05FB}" dt="2025-04-20T15:05:33.660" v="386" actId="5793"/>
          <ac:spMkLst>
            <pc:docMk/>
            <pc:sldMk cId="3353165080" sldId="507"/>
            <ac:spMk id="3" creationId="{A6CE561D-A1A7-94C7-894A-68D9D35460C5}"/>
          </ac:spMkLst>
        </pc:spChg>
      </pc:sldChg>
      <pc:sldChg chg="addSp delSp modSp add del mod">
        <pc:chgData name="Mohammed Fasha" userId="cc64f42d-a1a6-4f08-b97b-0c37f877119f" providerId="ADAL" clId="{8DFC6787-4569-4AEF-BB23-FDF85FEE05FB}" dt="2025-04-20T15:39:11.619" v="740" actId="47"/>
        <pc:sldMkLst>
          <pc:docMk/>
          <pc:sldMk cId="4075048187" sldId="508"/>
        </pc:sldMkLst>
        <pc:spChg chg="mod">
          <ac:chgData name="Mohammed Fasha" userId="cc64f42d-a1a6-4f08-b97b-0c37f877119f" providerId="ADAL" clId="{8DFC6787-4569-4AEF-BB23-FDF85FEE05FB}" dt="2025-04-20T15:06:26.279" v="394"/>
          <ac:spMkLst>
            <pc:docMk/>
            <pc:sldMk cId="4075048187" sldId="508"/>
            <ac:spMk id="2" creationId="{089ED449-F9F9-650D-C4B2-EDD6F77382C1}"/>
          </ac:spMkLst>
        </pc:spChg>
        <pc:spChg chg="del mod">
          <ac:chgData name="Mohammed Fasha" userId="cc64f42d-a1a6-4f08-b97b-0c37f877119f" providerId="ADAL" clId="{8DFC6787-4569-4AEF-BB23-FDF85FEE05FB}" dt="2025-04-20T15:06:01.480" v="387"/>
          <ac:spMkLst>
            <pc:docMk/>
            <pc:sldMk cId="4075048187" sldId="508"/>
            <ac:spMk id="3" creationId="{AFFF2189-F645-B92D-FA41-8E598385B6C3}"/>
          </ac:spMkLst>
        </pc:spChg>
        <pc:graphicFrameChg chg="add mod modGraphic">
          <ac:chgData name="Mohammed Fasha" userId="cc64f42d-a1a6-4f08-b97b-0c37f877119f" providerId="ADAL" clId="{8DFC6787-4569-4AEF-BB23-FDF85FEE05FB}" dt="2025-04-20T15:06:32.181" v="395" actId="14734"/>
          <ac:graphicFrameMkLst>
            <pc:docMk/>
            <pc:sldMk cId="4075048187" sldId="508"/>
            <ac:graphicFrameMk id="4" creationId="{E050BDA9-8512-73A2-0A24-5B073EA08938}"/>
          </ac:graphicFrameMkLst>
        </pc:graphicFrameChg>
      </pc:sldChg>
      <pc:sldChg chg="addSp delSp modSp add mod">
        <pc:chgData name="Mohammed Fasha" userId="cc64f42d-a1a6-4f08-b97b-0c37f877119f" providerId="ADAL" clId="{8DFC6787-4569-4AEF-BB23-FDF85FEE05FB}" dt="2025-04-20T15:35:43.832" v="729" actId="1076"/>
        <pc:sldMkLst>
          <pc:docMk/>
          <pc:sldMk cId="141115565" sldId="509"/>
        </pc:sldMkLst>
        <pc:spChg chg="mod">
          <ac:chgData name="Mohammed Fasha" userId="cc64f42d-a1a6-4f08-b97b-0c37f877119f" providerId="ADAL" clId="{8DFC6787-4569-4AEF-BB23-FDF85FEE05FB}" dt="2025-04-20T15:07:25.469" v="406"/>
          <ac:spMkLst>
            <pc:docMk/>
            <pc:sldMk cId="141115565" sldId="509"/>
            <ac:spMk id="2" creationId="{F456D5FB-C802-B01A-7E1E-018F7BA8CCFB}"/>
          </ac:spMkLst>
        </pc:spChg>
        <pc:spChg chg="add del mod">
          <ac:chgData name="Mohammed Fasha" userId="cc64f42d-a1a6-4f08-b97b-0c37f877119f" providerId="ADAL" clId="{8DFC6787-4569-4AEF-BB23-FDF85FEE05FB}" dt="2025-04-20T15:35:40.525" v="728" actId="27636"/>
          <ac:spMkLst>
            <pc:docMk/>
            <pc:sldMk cId="141115565" sldId="509"/>
            <ac:spMk id="3" creationId="{F861F6EC-5C68-1EF6-F060-888C9C68CAF1}"/>
          </ac:spMkLst>
        </pc:spChg>
        <pc:spChg chg="add mod">
          <ac:chgData name="Mohammed Fasha" userId="cc64f42d-a1a6-4f08-b97b-0c37f877119f" providerId="ADAL" clId="{8DFC6787-4569-4AEF-BB23-FDF85FEE05FB}" dt="2025-04-20T15:06:45.530" v="397"/>
          <ac:spMkLst>
            <pc:docMk/>
            <pc:sldMk cId="141115565" sldId="509"/>
            <ac:spMk id="4" creationId="{25932AA0-562E-9FFE-BEEE-3C324A33B5E2}"/>
          </ac:spMkLst>
        </pc:spChg>
        <pc:spChg chg="add mod">
          <ac:chgData name="Mohammed Fasha" userId="cc64f42d-a1a6-4f08-b97b-0c37f877119f" providerId="ADAL" clId="{8DFC6787-4569-4AEF-BB23-FDF85FEE05FB}" dt="2025-04-20T15:06:54.784" v="399"/>
          <ac:spMkLst>
            <pc:docMk/>
            <pc:sldMk cId="141115565" sldId="509"/>
            <ac:spMk id="5" creationId="{4C8835A8-6ECE-23AD-911A-E427A3A51A1C}"/>
          </ac:spMkLst>
        </pc:spChg>
        <pc:spChg chg="add">
          <ac:chgData name="Mohammed Fasha" userId="cc64f42d-a1a6-4f08-b97b-0c37f877119f" providerId="ADAL" clId="{8DFC6787-4569-4AEF-BB23-FDF85FEE05FB}" dt="2025-04-20T15:07:04.631" v="401"/>
          <ac:spMkLst>
            <pc:docMk/>
            <pc:sldMk cId="141115565" sldId="509"/>
            <ac:spMk id="6" creationId="{490952BE-1C71-04E3-4C71-7D3172E758F9}"/>
          </ac:spMkLst>
        </pc:spChg>
        <pc:spChg chg="add">
          <ac:chgData name="Mohammed Fasha" userId="cc64f42d-a1a6-4f08-b97b-0c37f877119f" providerId="ADAL" clId="{8DFC6787-4569-4AEF-BB23-FDF85FEE05FB}" dt="2025-04-20T15:35:03.083" v="721"/>
          <ac:spMkLst>
            <pc:docMk/>
            <pc:sldMk cId="141115565" sldId="509"/>
            <ac:spMk id="7" creationId="{4CAC06AC-1500-4077-582D-F947F3441CAA}"/>
          </ac:spMkLst>
        </pc:spChg>
        <pc:spChg chg="add del">
          <ac:chgData name="Mohammed Fasha" userId="cc64f42d-a1a6-4f08-b97b-0c37f877119f" providerId="ADAL" clId="{8DFC6787-4569-4AEF-BB23-FDF85FEE05FB}" dt="2025-04-20T15:35:09.483" v="723" actId="21"/>
          <ac:spMkLst>
            <pc:docMk/>
            <pc:sldMk cId="141115565" sldId="509"/>
            <ac:spMk id="8" creationId="{DB4E931D-4C48-811E-F42B-89C3C7E2FD47}"/>
          </ac:spMkLst>
        </pc:spChg>
        <pc:picChg chg="add mod">
          <ac:chgData name="Mohammed Fasha" userId="cc64f42d-a1a6-4f08-b97b-0c37f877119f" providerId="ADAL" clId="{8DFC6787-4569-4AEF-BB23-FDF85FEE05FB}" dt="2025-04-20T15:35:43.832" v="729" actId="1076"/>
          <ac:picMkLst>
            <pc:docMk/>
            <pc:sldMk cId="141115565" sldId="509"/>
            <ac:picMk id="10" creationId="{D2ECE146-1B40-110F-7A77-94BC6489BE88}"/>
          </ac:picMkLst>
        </pc:picChg>
      </pc:sldChg>
      <pc:sldChg chg="del">
        <pc:chgData name="Mohammed Fasha" userId="cc64f42d-a1a6-4f08-b97b-0c37f877119f" providerId="ADAL" clId="{8DFC6787-4569-4AEF-BB23-FDF85FEE05FB}" dt="2025-04-20T14:32:10.451" v="45" actId="2696"/>
        <pc:sldMkLst>
          <pc:docMk/>
          <pc:sldMk cId="1586650541" sldId="510"/>
        </pc:sldMkLst>
      </pc:sldChg>
      <pc:sldChg chg="addSp delSp modSp add mod">
        <pc:chgData name="Mohammed Fasha" userId="cc64f42d-a1a6-4f08-b97b-0c37f877119f" providerId="ADAL" clId="{8DFC6787-4569-4AEF-BB23-FDF85FEE05FB}" dt="2025-04-20T15:46:25.032" v="859" actId="14100"/>
        <pc:sldMkLst>
          <pc:docMk/>
          <pc:sldMk cId="4047405113" sldId="510"/>
        </pc:sldMkLst>
        <pc:spChg chg="mod">
          <ac:chgData name="Mohammed Fasha" userId="cc64f42d-a1a6-4f08-b97b-0c37f877119f" providerId="ADAL" clId="{8DFC6787-4569-4AEF-BB23-FDF85FEE05FB}" dt="2025-04-20T15:07:40.019" v="413" actId="113"/>
          <ac:spMkLst>
            <pc:docMk/>
            <pc:sldMk cId="4047405113" sldId="510"/>
            <ac:spMk id="2" creationId="{5F7741A9-E550-39C5-EBD0-4C48BE1AFA38}"/>
          </ac:spMkLst>
        </pc:spChg>
        <pc:spChg chg="mod">
          <ac:chgData name="Mohammed Fasha" userId="cc64f42d-a1a6-4f08-b97b-0c37f877119f" providerId="ADAL" clId="{8DFC6787-4569-4AEF-BB23-FDF85FEE05FB}" dt="2025-04-20T15:46:25.032" v="859" actId="14100"/>
          <ac:spMkLst>
            <pc:docMk/>
            <pc:sldMk cId="4047405113" sldId="510"/>
            <ac:spMk id="3" creationId="{5F69D7C7-B0F0-CCCF-5D0A-0322A729E161}"/>
          </ac:spMkLst>
        </pc:spChg>
        <pc:picChg chg="add del mod">
          <ac:chgData name="Mohammed Fasha" userId="cc64f42d-a1a6-4f08-b97b-0c37f877119f" providerId="ADAL" clId="{8DFC6787-4569-4AEF-BB23-FDF85FEE05FB}" dt="2025-04-20T15:45:00.990" v="843" actId="478"/>
          <ac:picMkLst>
            <pc:docMk/>
            <pc:sldMk cId="4047405113" sldId="510"/>
            <ac:picMk id="18434" creationId="{8B8AB973-6C48-5EE9-B872-7A7D267609EA}"/>
          </ac:picMkLst>
        </pc:picChg>
        <pc:picChg chg="add mod">
          <ac:chgData name="Mohammed Fasha" userId="cc64f42d-a1a6-4f08-b97b-0c37f877119f" providerId="ADAL" clId="{8DFC6787-4569-4AEF-BB23-FDF85FEE05FB}" dt="2025-04-20T15:45:13.805" v="848" actId="14100"/>
          <ac:picMkLst>
            <pc:docMk/>
            <pc:sldMk cId="4047405113" sldId="510"/>
            <ac:picMk id="18436" creationId="{4F5C3D33-28C8-0961-8762-A41A2D49765E}"/>
          </ac:picMkLst>
        </pc:picChg>
        <pc:picChg chg="add mod">
          <ac:chgData name="Mohammed Fasha" userId="cc64f42d-a1a6-4f08-b97b-0c37f877119f" providerId="ADAL" clId="{8DFC6787-4569-4AEF-BB23-FDF85FEE05FB}" dt="2025-04-20T15:46:22.154" v="858" actId="1076"/>
          <ac:picMkLst>
            <pc:docMk/>
            <pc:sldMk cId="4047405113" sldId="510"/>
            <ac:picMk id="21506" creationId="{974E8964-DC70-91A1-02D2-FD5A8A9BCFF5}"/>
          </ac:picMkLst>
        </pc:picChg>
      </pc:sldChg>
      <pc:sldChg chg="addSp modSp add mod">
        <pc:chgData name="Mohammed Fasha" userId="cc64f42d-a1a6-4f08-b97b-0c37f877119f" providerId="ADAL" clId="{8DFC6787-4569-4AEF-BB23-FDF85FEE05FB}" dt="2025-04-20T15:32:07.648" v="715" actId="14100"/>
        <pc:sldMkLst>
          <pc:docMk/>
          <pc:sldMk cId="2629241566" sldId="511"/>
        </pc:sldMkLst>
        <pc:spChg chg="mod">
          <ac:chgData name="Mohammed Fasha" userId="cc64f42d-a1a6-4f08-b97b-0c37f877119f" providerId="ADAL" clId="{8DFC6787-4569-4AEF-BB23-FDF85FEE05FB}" dt="2025-04-20T15:07:58.467" v="420" actId="113"/>
          <ac:spMkLst>
            <pc:docMk/>
            <pc:sldMk cId="2629241566" sldId="511"/>
            <ac:spMk id="2" creationId="{416138AF-EE34-A876-3B99-06AB160DBF02}"/>
          </ac:spMkLst>
        </pc:spChg>
        <pc:spChg chg="mod">
          <ac:chgData name="Mohammed Fasha" userId="cc64f42d-a1a6-4f08-b97b-0c37f877119f" providerId="ADAL" clId="{8DFC6787-4569-4AEF-BB23-FDF85FEE05FB}" dt="2025-04-20T15:31:33.971" v="707" actId="14100"/>
          <ac:spMkLst>
            <pc:docMk/>
            <pc:sldMk cId="2629241566" sldId="511"/>
            <ac:spMk id="3" creationId="{4BA5AA06-4E2F-AB4E-F29A-793C2B20A845}"/>
          </ac:spMkLst>
        </pc:spChg>
        <pc:picChg chg="add mod">
          <ac:chgData name="Mohammed Fasha" userId="cc64f42d-a1a6-4f08-b97b-0c37f877119f" providerId="ADAL" clId="{8DFC6787-4569-4AEF-BB23-FDF85FEE05FB}" dt="2025-04-20T15:32:07.648" v="715" actId="14100"/>
          <ac:picMkLst>
            <pc:docMk/>
            <pc:sldMk cId="2629241566" sldId="511"/>
            <ac:picMk id="15362" creationId="{306C6C9F-7D08-33C1-D098-E61656AD8B3D}"/>
          </ac:picMkLst>
        </pc:picChg>
        <pc:picChg chg="add mod">
          <ac:chgData name="Mohammed Fasha" userId="cc64f42d-a1a6-4f08-b97b-0c37f877119f" providerId="ADAL" clId="{8DFC6787-4569-4AEF-BB23-FDF85FEE05FB}" dt="2025-04-20T15:32:05.116" v="714" actId="14100"/>
          <ac:picMkLst>
            <pc:docMk/>
            <pc:sldMk cId="2629241566" sldId="511"/>
            <ac:picMk id="15364" creationId="{DB785EF3-2CF4-F119-2325-BF097566A5AF}"/>
          </ac:picMkLst>
        </pc:picChg>
      </pc:sldChg>
      <pc:sldChg chg="addSp modSp add mod">
        <pc:chgData name="Mohammed Fasha" userId="cc64f42d-a1a6-4f08-b97b-0c37f877119f" providerId="ADAL" clId="{8DFC6787-4569-4AEF-BB23-FDF85FEE05FB}" dt="2025-04-20T15:33:43.142" v="720" actId="14100"/>
        <pc:sldMkLst>
          <pc:docMk/>
          <pc:sldMk cId="4081930743" sldId="512"/>
        </pc:sldMkLst>
        <pc:spChg chg="mod">
          <ac:chgData name="Mohammed Fasha" userId="cc64f42d-a1a6-4f08-b97b-0c37f877119f" providerId="ADAL" clId="{8DFC6787-4569-4AEF-BB23-FDF85FEE05FB}" dt="2025-04-20T15:08:08.336" v="427" actId="113"/>
          <ac:spMkLst>
            <pc:docMk/>
            <pc:sldMk cId="4081930743" sldId="512"/>
            <ac:spMk id="2" creationId="{761A893F-F948-42BD-7FD3-410E2BBE6125}"/>
          </ac:spMkLst>
        </pc:spChg>
        <pc:spChg chg="mod">
          <ac:chgData name="Mohammed Fasha" userId="cc64f42d-a1a6-4f08-b97b-0c37f877119f" providerId="ADAL" clId="{8DFC6787-4569-4AEF-BB23-FDF85FEE05FB}" dt="2025-04-20T15:33:43.142" v="720" actId="14100"/>
          <ac:spMkLst>
            <pc:docMk/>
            <pc:sldMk cId="4081930743" sldId="512"/>
            <ac:spMk id="3" creationId="{1DA22A46-FC65-9499-0737-1E41D8E1C7A6}"/>
          </ac:spMkLst>
        </pc:spChg>
        <pc:picChg chg="add mod">
          <ac:chgData name="Mohammed Fasha" userId="cc64f42d-a1a6-4f08-b97b-0c37f877119f" providerId="ADAL" clId="{8DFC6787-4569-4AEF-BB23-FDF85FEE05FB}" dt="2025-04-20T15:33:39.817" v="719" actId="14100"/>
          <ac:picMkLst>
            <pc:docMk/>
            <pc:sldMk cId="4081930743" sldId="512"/>
            <ac:picMk id="17410" creationId="{4B593FE2-7DC8-6768-0B0E-8CECCE793971}"/>
          </ac:picMkLst>
        </pc:picChg>
      </pc:sldChg>
      <pc:sldChg chg="modSp add mod">
        <pc:chgData name="Mohammed Fasha" userId="cc64f42d-a1a6-4f08-b97b-0c37f877119f" providerId="ADAL" clId="{8DFC6787-4569-4AEF-BB23-FDF85FEE05FB}" dt="2025-04-20T15:08:21.727" v="434" actId="113"/>
        <pc:sldMkLst>
          <pc:docMk/>
          <pc:sldMk cId="3132154303" sldId="513"/>
        </pc:sldMkLst>
        <pc:spChg chg="mod">
          <ac:chgData name="Mohammed Fasha" userId="cc64f42d-a1a6-4f08-b97b-0c37f877119f" providerId="ADAL" clId="{8DFC6787-4569-4AEF-BB23-FDF85FEE05FB}" dt="2025-04-20T15:08:21.727" v="434" actId="113"/>
          <ac:spMkLst>
            <pc:docMk/>
            <pc:sldMk cId="3132154303" sldId="513"/>
            <ac:spMk id="2" creationId="{484B1042-2D97-2B8C-BEAE-CA6260C41B02}"/>
          </ac:spMkLst>
        </pc:spChg>
        <pc:spChg chg="mod">
          <ac:chgData name="Mohammed Fasha" userId="cc64f42d-a1a6-4f08-b97b-0c37f877119f" providerId="ADAL" clId="{8DFC6787-4569-4AEF-BB23-FDF85FEE05FB}" dt="2025-04-20T15:08:18.067" v="429" actId="21"/>
          <ac:spMkLst>
            <pc:docMk/>
            <pc:sldMk cId="3132154303" sldId="513"/>
            <ac:spMk id="3" creationId="{96760918-554B-A40A-5207-F4783E627189}"/>
          </ac:spMkLst>
        </pc:spChg>
      </pc:sldChg>
      <pc:sldChg chg="del">
        <pc:chgData name="Mohammed Fasha" userId="cc64f42d-a1a6-4f08-b97b-0c37f877119f" providerId="ADAL" clId="{8DFC6787-4569-4AEF-BB23-FDF85FEE05FB}" dt="2025-04-20T14:32:10.451" v="45" actId="2696"/>
        <pc:sldMkLst>
          <pc:docMk/>
          <pc:sldMk cId="1271956779" sldId="514"/>
        </pc:sldMkLst>
      </pc:sldChg>
      <pc:sldChg chg="addSp delSp modSp add mod">
        <pc:chgData name="Mohammed Fasha" userId="cc64f42d-a1a6-4f08-b97b-0c37f877119f" providerId="ADAL" clId="{8DFC6787-4569-4AEF-BB23-FDF85FEE05FB}" dt="2025-04-20T15:10:28.156" v="446" actId="20577"/>
        <pc:sldMkLst>
          <pc:docMk/>
          <pc:sldMk cId="1406483951" sldId="514"/>
        </pc:sldMkLst>
        <pc:spChg chg="mod">
          <ac:chgData name="Mohammed Fasha" userId="cc64f42d-a1a6-4f08-b97b-0c37f877119f" providerId="ADAL" clId="{8DFC6787-4569-4AEF-BB23-FDF85FEE05FB}" dt="2025-04-20T15:10:28.156" v="446" actId="20577"/>
          <ac:spMkLst>
            <pc:docMk/>
            <pc:sldMk cId="1406483951" sldId="514"/>
            <ac:spMk id="2" creationId="{054CADE6-0EFA-0286-2D2F-CD0878EFE94E}"/>
          </ac:spMkLst>
        </pc:spChg>
        <pc:spChg chg="del">
          <ac:chgData name="Mohammed Fasha" userId="cc64f42d-a1a6-4f08-b97b-0c37f877119f" providerId="ADAL" clId="{8DFC6787-4569-4AEF-BB23-FDF85FEE05FB}" dt="2025-04-20T15:10:09.647" v="435" actId="22"/>
          <ac:spMkLst>
            <pc:docMk/>
            <pc:sldMk cId="1406483951" sldId="514"/>
            <ac:spMk id="3" creationId="{EF9A88DB-C2AF-1A75-E43E-E7D15E25EA7F}"/>
          </ac:spMkLst>
        </pc:spChg>
        <pc:spChg chg="add mod">
          <ac:chgData name="Mohammed Fasha" userId="cc64f42d-a1a6-4f08-b97b-0c37f877119f" providerId="ADAL" clId="{8DFC6787-4569-4AEF-BB23-FDF85FEE05FB}" dt="2025-04-20T15:10:21.430" v="439" actId="14100"/>
          <ac:spMkLst>
            <pc:docMk/>
            <pc:sldMk cId="1406483951" sldId="514"/>
            <ac:spMk id="7" creationId="{15294888-BC61-FDB6-E1AA-4F012318CC76}"/>
          </ac:spMkLst>
        </pc:spChg>
        <pc:picChg chg="add mod ord">
          <ac:chgData name="Mohammed Fasha" userId="cc64f42d-a1a6-4f08-b97b-0c37f877119f" providerId="ADAL" clId="{8DFC6787-4569-4AEF-BB23-FDF85FEE05FB}" dt="2025-04-20T15:10:12.079" v="436" actId="1076"/>
          <ac:picMkLst>
            <pc:docMk/>
            <pc:sldMk cId="1406483951" sldId="514"/>
            <ac:picMk id="5" creationId="{2BB22699-AF37-B15C-BCE3-BB57F6C01DEF}"/>
          </ac:picMkLst>
        </pc:picChg>
      </pc:sldChg>
      <pc:sldChg chg="addSp modSp add mod">
        <pc:chgData name="Mohammed Fasha" userId="cc64f42d-a1a6-4f08-b97b-0c37f877119f" providerId="ADAL" clId="{8DFC6787-4569-4AEF-BB23-FDF85FEE05FB}" dt="2025-04-20T15:52:22.771" v="928" actId="1076"/>
        <pc:sldMkLst>
          <pc:docMk/>
          <pc:sldMk cId="3647485116" sldId="515"/>
        </pc:sldMkLst>
        <pc:spChg chg="mod">
          <ac:chgData name="Mohammed Fasha" userId="cc64f42d-a1a6-4f08-b97b-0c37f877119f" providerId="ADAL" clId="{8DFC6787-4569-4AEF-BB23-FDF85FEE05FB}" dt="2025-04-20T15:15:15.452" v="456" actId="113"/>
          <ac:spMkLst>
            <pc:docMk/>
            <pc:sldMk cId="3647485116" sldId="515"/>
            <ac:spMk id="2" creationId="{EC3D37DC-C0A5-3543-A9CB-68AAA7101D8B}"/>
          </ac:spMkLst>
        </pc:spChg>
        <pc:spChg chg="mod">
          <ac:chgData name="Mohammed Fasha" userId="cc64f42d-a1a6-4f08-b97b-0c37f877119f" providerId="ADAL" clId="{8DFC6787-4569-4AEF-BB23-FDF85FEE05FB}" dt="2025-04-20T15:51:55.483" v="921" actId="27636"/>
          <ac:spMkLst>
            <pc:docMk/>
            <pc:sldMk cId="3647485116" sldId="515"/>
            <ac:spMk id="3" creationId="{5A69782F-5628-5197-1C70-5C34842AD39D}"/>
          </ac:spMkLst>
        </pc:spChg>
        <pc:picChg chg="add mod">
          <ac:chgData name="Mohammed Fasha" userId="cc64f42d-a1a6-4f08-b97b-0c37f877119f" providerId="ADAL" clId="{8DFC6787-4569-4AEF-BB23-FDF85FEE05FB}" dt="2025-04-20T15:52:22.771" v="928" actId="1076"/>
          <ac:picMkLst>
            <pc:docMk/>
            <pc:sldMk cId="3647485116" sldId="515"/>
            <ac:picMk id="7" creationId="{6B730ADE-A691-7B32-24E1-4B677CB96AEE}"/>
          </ac:picMkLst>
        </pc:picChg>
      </pc:sldChg>
      <pc:sldChg chg="addSp delSp modSp add mod ord">
        <pc:chgData name="Mohammed Fasha" userId="cc64f42d-a1a6-4f08-b97b-0c37f877119f" providerId="ADAL" clId="{8DFC6787-4569-4AEF-BB23-FDF85FEE05FB}" dt="2025-04-20T15:41:33.345" v="829" actId="20577"/>
        <pc:sldMkLst>
          <pc:docMk/>
          <pc:sldMk cId="2689584689" sldId="516"/>
        </pc:sldMkLst>
        <pc:spChg chg="mod">
          <ac:chgData name="Mohammed Fasha" userId="cc64f42d-a1a6-4f08-b97b-0c37f877119f" providerId="ADAL" clId="{8DFC6787-4569-4AEF-BB23-FDF85FEE05FB}" dt="2025-04-20T15:16:06.255" v="467"/>
          <ac:spMkLst>
            <pc:docMk/>
            <pc:sldMk cId="2689584689" sldId="516"/>
            <ac:spMk id="2" creationId="{D27B596D-DD2C-24E1-86B4-518672168A61}"/>
          </ac:spMkLst>
        </pc:spChg>
        <pc:spChg chg="del">
          <ac:chgData name="Mohammed Fasha" userId="cc64f42d-a1a6-4f08-b97b-0c37f877119f" providerId="ADAL" clId="{8DFC6787-4569-4AEF-BB23-FDF85FEE05FB}" dt="2025-04-20T15:15:47.080" v="461"/>
          <ac:spMkLst>
            <pc:docMk/>
            <pc:sldMk cId="2689584689" sldId="516"/>
            <ac:spMk id="3" creationId="{6C288AAA-7F85-4A58-981D-4F00B2C03AF0}"/>
          </ac:spMkLst>
        </pc:spChg>
        <pc:graphicFrameChg chg="add mod modGraphic">
          <ac:chgData name="Mohammed Fasha" userId="cc64f42d-a1a6-4f08-b97b-0c37f877119f" providerId="ADAL" clId="{8DFC6787-4569-4AEF-BB23-FDF85FEE05FB}" dt="2025-04-20T15:41:33.345" v="829" actId="20577"/>
          <ac:graphicFrameMkLst>
            <pc:docMk/>
            <pc:sldMk cId="2689584689" sldId="516"/>
            <ac:graphicFrameMk id="4" creationId="{EB2CFEC4-FBB2-51F8-5C70-EB48A676CD76}"/>
          </ac:graphicFrameMkLst>
        </pc:graphicFrameChg>
      </pc:sldChg>
      <pc:sldChg chg="addSp delSp modSp add mod">
        <pc:chgData name="Mohammed Fasha" userId="cc64f42d-a1a6-4f08-b97b-0c37f877119f" providerId="ADAL" clId="{8DFC6787-4569-4AEF-BB23-FDF85FEE05FB}" dt="2025-04-20T15:47:13.103" v="871" actId="22"/>
        <pc:sldMkLst>
          <pc:docMk/>
          <pc:sldMk cId="1882562879" sldId="517"/>
        </pc:sldMkLst>
        <pc:spChg chg="mod">
          <ac:chgData name="Mohammed Fasha" userId="cc64f42d-a1a6-4f08-b97b-0c37f877119f" providerId="ADAL" clId="{8DFC6787-4569-4AEF-BB23-FDF85FEE05FB}" dt="2025-04-20T15:17:02.711" v="483"/>
          <ac:spMkLst>
            <pc:docMk/>
            <pc:sldMk cId="1882562879" sldId="517"/>
            <ac:spMk id="2" creationId="{F5C3E16F-FCBE-4835-7B62-1F84FA11CA3A}"/>
          </ac:spMkLst>
        </pc:spChg>
        <pc:spChg chg="add del mod">
          <ac:chgData name="Mohammed Fasha" userId="cc64f42d-a1a6-4f08-b97b-0c37f877119f" providerId="ADAL" clId="{8DFC6787-4569-4AEF-BB23-FDF85FEE05FB}" dt="2025-04-20T15:16:36.719" v="476" actId="14100"/>
          <ac:spMkLst>
            <pc:docMk/>
            <pc:sldMk cId="1882562879" sldId="517"/>
            <ac:spMk id="3" creationId="{8248DB72-5448-0910-73EE-917DE39733AC}"/>
          </ac:spMkLst>
        </pc:spChg>
        <pc:spChg chg="add mod">
          <ac:chgData name="Mohammed Fasha" userId="cc64f42d-a1a6-4f08-b97b-0c37f877119f" providerId="ADAL" clId="{8DFC6787-4569-4AEF-BB23-FDF85FEE05FB}" dt="2025-04-20T15:16:30.334" v="472"/>
          <ac:spMkLst>
            <pc:docMk/>
            <pc:sldMk cId="1882562879" sldId="517"/>
            <ac:spMk id="4" creationId="{9163BBC5-C121-591D-325E-F9312311F6D9}"/>
          </ac:spMkLst>
        </pc:spChg>
        <pc:graphicFrameChg chg="add mod modGraphic">
          <ac:chgData name="Mohammed Fasha" userId="cc64f42d-a1a6-4f08-b97b-0c37f877119f" providerId="ADAL" clId="{8DFC6787-4569-4AEF-BB23-FDF85FEE05FB}" dt="2025-04-20T15:41:46.241" v="831" actId="14734"/>
          <ac:graphicFrameMkLst>
            <pc:docMk/>
            <pc:sldMk cId="1882562879" sldId="517"/>
            <ac:graphicFrameMk id="5" creationId="{5F5ACF14-FE43-7A1A-6303-F92A883D1C63}"/>
          </ac:graphicFrameMkLst>
        </pc:graphicFrameChg>
        <pc:picChg chg="add del mod">
          <ac:chgData name="Mohammed Fasha" userId="cc64f42d-a1a6-4f08-b97b-0c37f877119f" providerId="ADAL" clId="{8DFC6787-4569-4AEF-BB23-FDF85FEE05FB}" dt="2025-04-20T15:47:13.103" v="871" actId="22"/>
          <ac:picMkLst>
            <pc:docMk/>
            <pc:sldMk cId="1882562879" sldId="517"/>
            <ac:picMk id="7" creationId="{D006E457-4441-422C-331B-70280F5C27F3}"/>
          </ac:picMkLst>
        </pc:picChg>
      </pc:sldChg>
      <pc:sldChg chg="addSp delSp modSp add mod">
        <pc:chgData name="Mohammed Fasha" userId="cc64f42d-a1a6-4f08-b97b-0c37f877119f" providerId="ADAL" clId="{8DFC6787-4569-4AEF-BB23-FDF85FEE05FB}" dt="2025-04-20T15:18:12.652" v="502"/>
        <pc:sldMkLst>
          <pc:docMk/>
          <pc:sldMk cId="767635333" sldId="518"/>
        </pc:sldMkLst>
        <pc:spChg chg="mod">
          <ac:chgData name="Mohammed Fasha" userId="cc64f42d-a1a6-4f08-b97b-0c37f877119f" providerId="ADAL" clId="{8DFC6787-4569-4AEF-BB23-FDF85FEE05FB}" dt="2025-04-20T15:18:12.652" v="502"/>
          <ac:spMkLst>
            <pc:docMk/>
            <pc:sldMk cId="767635333" sldId="518"/>
            <ac:spMk id="2" creationId="{0B1FD6B8-B7BF-6E39-6D9E-47ED40198536}"/>
          </ac:spMkLst>
        </pc:spChg>
        <pc:spChg chg="add del mod">
          <ac:chgData name="Mohammed Fasha" userId="cc64f42d-a1a6-4f08-b97b-0c37f877119f" providerId="ADAL" clId="{8DFC6787-4569-4AEF-BB23-FDF85FEE05FB}" dt="2025-04-20T15:17:42.494" v="494" actId="14100"/>
          <ac:spMkLst>
            <pc:docMk/>
            <pc:sldMk cId="767635333" sldId="518"/>
            <ac:spMk id="3" creationId="{C5C44C94-754B-DBFF-85DD-53275578D31C}"/>
          </ac:spMkLst>
        </pc:spChg>
        <pc:graphicFrameChg chg="add mod modGraphic">
          <ac:chgData name="Mohammed Fasha" userId="cc64f42d-a1a6-4f08-b97b-0c37f877119f" providerId="ADAL" clId="{8DFC6787-4569-4AEF-BB23-FDF85FEE05FB}" dt="2025-04-20T15:17:31.889" v="490"/>
          <ac:graphicFrameMkLst>
            <pc:docMk/>
            <pc:sldMk cId="767635333" sldId="518"/>
            <ac:graphicFrameMk id="4" creationId="{A692CF1A-B657-7654-A0C6-167A8DF85A78}"/>
          </ac:graphicFrameMkLst>
        </pc:graphicFrameChg>
        <pc:graphicFrameChg chg="add mod modGraphic">
          <ac:chgData name="Mohammed Fasha" userId="cc64f42d-a1a6-4f08-b97b-0c37f877119f" providerId="ADAL" clId="{8DFC6787-4569-4AEF-BB23-FDF85FEE05FB}" dt="2025-04-20T15:18:05.424" v="501" actId="207"/>
          <ac:graphicFrameMkLst>
            <pc:docMk/>
            <pc:sldMk cId="767635333" sldId="518"/>
            <ac:graphicFrameMk id="5" creationId="{EAF45DB5-15A3-89F3-B3EF-97BD31B8660F}"/>
          </ac:graphicFrameMkLst>
        </pc:graphicFrameChg>
      </pc:sldChg>
      <pc:sldChg chg="addSp modSp add mod">
        <pc:chgData name="Mohammed Fasha" userId="cc64f42d-a1a6-4f08-b97b-0c37f877119f" providerId="ADAL" clId="{8DFC6787-4569-4AEF-BB23-FDF85FEE05FB}" dt="2025-04-20T15:19:06.842" v="516"/>
        <pc:sldMkLst>
          <pc:docMk/>
          <pc:sldMk cId="2862893919" sldId="519"/>
        </pc:sldMkLst>
        <pc:spChg chg="mod">
          <ac:chgData name="Mohammed Fasha" userId="cc64f42d-a1a6-4f08-b97b-0c37f877119f" providerId="ADAL" clId="{8DFC6787-4569-4AEF-BB23-FDF85FEE05FB}" dt="2025-04-20T15:19:06.842" v="516"/>
          <ac:spMkLst>
            <pc:docMk/>
            <pc:sldMk cId="2862893919" sldId="519"/>
            <ac:spMk id="2" creationId="{93636518-6277-013F-5EE9-3BE39884F870}"/>
          </ac:spMkLst>
        </pc:spChg>
        <pc:spChg chg="mod">
          <ac:chgData name="Mohammed Fasha" userId="cc64f42d-a1a6-4f08-b97b-0c37f877119f" providerId="ADAL" clId="{8DFC6787-4569-4AEF-BB23-FDF85FEE05FB}" dt="2025-04-20T15:18:29.119" v="506" actId="14100"/>
          <ac:spMkLst>
            <pc:docMk/>
            <pc:sldMk cId="2862893919" sldId="519"/>
            <ac:spMk id="3" creationId="{A06F8B6A-0B1F-C4A7-73CF-839588F81BB6}"/>
          </ac:spMkLst>
        </pc:spChg>
        <pc:graphicFrameChg chg="add mod modGraphic">
          <ac:chgData name="Mohammed Fasha" userId="cc64f42d-a1a6-4f08-b97b-0c37f877119f" providerId="ADAL" clId="{8DFC6787-4569-4AEF-BB23-FDF85FEE05FB}" dt="2025-04-20T15:19:01.924" v="515" actId="207"/>
          <ac:graphicFrameMkLst>
            <pc:docMk/>
            <pc:sldMk cId="2862893919" sldId="519"/>
            <ac:graphicFrameMk id="4" creationId="{9482F5EA-24A8-A5F7-4718-F56665E65952}"/>
          </ac:graphicFrameMkLst>
        </pc:graphicFrameChg>
      </pc:sldChg>
      <pc:sldChg chg="addSp modSp add mod">
        <pc:chgData name="Mohammed Fasha" userId="cc64f42d-a1a6-4f08-b97b-0c37f877119f" providerId="ADAL" clId="{8DFC6787-4569-4AEF-BB23-FDF85FEE05FB}" dt="2025-04-20T15:19:43.983" v="527" actId="207"/>
        <pc:sldMkLst>
          <pc:docMk/>
          <pc:sldMk cId="2300469145" sldId="520"/>
        </pc:sldMkLst>
        <pc:spChg chg="mod">
          <ac:chgData name="Mohammed Fasha" userId="cc64f42d-a1a6-4f08-b97b-0c37f877119f" providerId="ADAL" clId="{8DFC6787-4569-4AEF-BB23-FDF85FEE05FB}" dt="2025-04-20T15:19:15.271" v="517"/>
          <ac:spMkLst>
            <pc:docMk/>
            <pc:sldMk cId="2300469145" sldId="520"/>
            <ac:spMk id="2" creationId="{AB4C6D8B-68A8-386B-9067-B4D6CB002948}"/>
          </ac:spMkLst>
        </pc:spChg>
        <pc:spChg chg="mod">
          <ac:chgData name="Mohammed Fasha" userId="cc64f42d-a1a6-4f08-b97b-0c37f877119f" providerId="ADAL" clId="{8DFC6787-4569-4AEF-BB23-FDF85FEE05FB}" dt="2025-04-20T15:19:25.972" v="521" actId="14100"/>
          <ac:spMkLst>
            <pc:docMk/>
            <pc:sldMk cId="2300469145" sldId="520"/>
            <ac:spMk id="3" creationId="{B8870E60-719E-66F9-BBF0-5050313A5E54}"/>
          </ac:spMkLst>
        </pc:spChg>
        <pc:graphicFrameChg chg="add mod modGraphic">
          <ac:chgData name="Mohammed Fasha" userId="cc64f42d-a1a6-4f08-b97b-0c37f877119f" providerId="ADAL" clId="{8DFC6787-4569-4AEF-BB23-FDF85FEE05FB}" dt="2025-04-20T15:19:43.983" v="527" actId="207"/>
          <ac:graphicFrameMkLst>
            <pc:docMk/>
            <pc:sldMk cId="2300469145" sldId="520"/>
            <ac:graphicFrameMk id="4" creationId="{64218794-9DFA-BE45-D3EA-023355297EFE}"/>
          </ac:graphicFrameMkLst>
        </pc:graphicFrameChg>
      </pc:sldChg>
      <pc:sldChg chg="addSp delSp modSp add mod">
        <pc:chgData name="Mohammed Fasha" userId="cc64f42d-a1a6-4f08-b97b-0c37f877119f" providerId="ADAL" clId="{8DFC6787-4569-4AEF-BB23-FDF85FEE05FB}" dt="2025-04-20T15:20:30.428" v="541" actId="14734"/>
        <pc:sldMkLst>
          <pc:docMk/>
          <pc:sldMk cId="3034463171" sldId="521"/>
        </pc:sldMkLst>
        <pc:spChg chg="mod">
          <ac:chgData name="Mohammed Fasha" userId="cc64f42d-a1a6-4f08-b97b-0c37f877119f" providerId="ADAL" clId="{8DFC6787-4569-4AEF-BB23-FDF85FEE05FB}" dt="2025-04-20T15:19:54.726" v="528"/>
          <ac:spMkLst>
            <pc:docMk/>
            <pc:sldMk cId="3034463171" sldId="521"/>
            <ac:spMk id="2" creationId="{7ABF4D5B-550B-46E4-1B2B-E378D1D08A56}"/>
          </ac:spMkLst>
        </pc:spChg>
        <pc:spChg chg="add del mod">
          <ac:chgData name="Mohammed Fasha" userId="cc64f42d-a1a6-4f08-b97b-0c37f877119f" providerId="ADAL" clId="{8DFC6787-4569-4AEF-BB23-FDF85FEE05FB}" dt="2025-04-20T15:20:05.763" v="534" actId="14100"/>
          <ac:spMkLst>
            <pc:docMk/>
            <pc:sldMk cId="3034463171" sldId="521"/>
            <ac:spMk id="3" creationId="{0944644F-93E6-C26C-F0B8-1895856D6828}"/>
          </ac:spMkLst>
        </pc:spChg>
        <pc:spChg chg="add mod">
          <ac:chgData name="Mohammed Fasha" userId="cc64f42d-a1a6-4f08-b97b-0c37f877119f" providerId="ADAL" clId="{8DFC6787-4569-4AEF-BB23-FDF85FEE05FB}" dt="2025-04-20T15:19:59.307" v="530"/>
          <ac:spMkLst>
            <pc:docMk/>
            <pc:sldMk cId="3034463171" sldId="521"/>
            <ac:spMk id="4" creationId="{03C692F6-698C-C7FE-423E-531CFEAF916B}"/>
          </ac:spMkLst>
        </pc:spChg>
        <pc:graphicFrameChg chg="add mod modGraphic">
          <ac:chgData name="Mohammed Fasha" userId="cc64f42d-a1a6-4f08-b97b-0c37f877119f" providerId="ADAL" clId="{8DFC6787-4569-4AEF-BB23-FDF85FEE05FB}" dt="2025-04-20T15:20:30.428" v="541" actId="14734"/>
          <ac:graphicFrameMkLst>
            <pc:docMk/>
            <pc:sldMk cId="3034463171" sldId="521"/>
            <ac:graphicFrameMk id="5" creationId="{2BDC24E7-33FE-52CA-6769-ADC6A8E980CB}"/>
          </ac:graphicFrameMkLst>
        </pc:graphicFrameChg>
      </pc:sldChg>
      <pc:sldChg chg="addSp modSp add mod">
        <pc:chgData name="Mohammed Fasha" userId="cc64f42d-a1a6-4f08-b97b-0c37f877119f" providerId="ADAL" clId="{8DFC6787-4569-4AEF-BB23-FDF85FEE05FB}" dt="2025-04-20T17:06:19.111" v="1539" actId="14734"/>
        <pc:sldMkLst>
          <pc:docMk/>
          <pc:sldMk cId="2784107051" sldId="522"/>
        </pc:sldMkLst>
        <pc:spChg chg="mod">
          <ac:chgData name="Mohammed Fasha" userId="cc64f42d-a1a6-4f08-b97b-0c37f877119f" providerId="ADAL" clId="{8DFC6787-4569-4AEF-BB23-FDF85FEE05FB}" dt="2025-04-20T15:20:41.184" v="542"/>
          <ac:spMkLst>
            <pc:docMk/>
            <pc:sldMk cId="2784107051" sldId="522"/>
            <ac:spMk id="2" creationId="{BED312A6-E723-2812-EDF1-EB9F74B79539}"/>
          </ac:spMkLst>
        </pc:spChg>
        <pc:spChg chg="mod">
          <ac:chgData name="Mohammed Fasha" userId="cc64f42d-a1a6-4f08-b97b-0c37f877119f" providerId="ADAL" clId="{8DFC6787-4569-4AEF-BB23-FDF85FEE05FB}" dt="2025-04-20T15:20:51.420" v="546" actId="14100"/>
          <ac:spMkLst>
            <pc:docMk/>
            <pc:sldMk cId="2784107051" sldId="522"/>
            <ac:spMk id="3" creationId="{FF780903-6DF1-68F1-A4EB-1DE196404C01}"/>
          </ac:spMkLst>
        </pc:spChg>
        <pc:graphicFrameChg chg="add mod modGraphic">
          <ac:chgData name="Mohammed Fasha" userId="cc64f42d-a1a6-4f08-b97b-0c37f877119f" providerId="ADAL" clId="{8DFC6787-4569-4AEF-BB23-FDF85FEE05FB}" dt="2025-04-20T17:06:19.111" v="1539" actId="14734"/>
          <ac:graphicFrameMkLst>
            <pc:docMk/>
            <pc:sldMk cId="2784107051" sldId="522"/>
            <ac:graphicFrameMk id="4" creationId="{06EA12A4-2A5B-91D6-D777-CBDD76BAAC2B}"/>
          </ac:graphicFrameMkLst>
        </pc:graphicFrameChg>
      </pc:sldChg>
      <pc:sldChg chg="modSp add mod">
        <pc:chgData name="Mohammed Fasha" userId="cc64f42d-a1a6-4f08-b97b-0c37f877119f" providerId="ADAL" clId="{8DFC6787-4569-4AEF-BB23-FDF85FEE05FB}" dt="2025-04-20T15:21:22.147" v="554"/>
        <pc:sldMkLst>
          <pc:docMk/>
          <pc:sldMk cId="2884749228" sldId="523"/>
        </pc:sldMkLst>
        <pc:spChg chg="mod">
          <ac:chgData name="Mohammed Fasha" userId="cc64f42d-a1a6-4f08-b97b-0c37f877119f" providerId="ADAL" clId="{8DFC6787-4569-4AEF-BB23-FDF85FEE05FB}" dt="2025-04-20T15:21:17.258" v="553"/>
          <ac:spMkLst>
            <pc:docMk/>
            <pc:sldMk cId="2884749228" sldId="523"/>
            <ac:spMk id="2" creationId="{451F67F9-CA74-AA32-8473-B860E1DA2DDB}"/>
          </ac:spMkLst>
        </pc:spChg>
        <pc:spChg chg="mod">
          <ac:chgData name="Mohammed Fasha" userId="cc64f42d-a1a6-4f08-b97b-0c37f877119f" providerId="ADAL" clId="{8DFC6787-4569-4AEF-BB23-FDF85FEE05FB}" dt="2025-04-20T15:21:22.147" v="554"/>
          <ac:spMkLst>
            <pc:docMk/>
            <pc:sldMk cId="2884749228" sldId="523"/>
            <ac:spMk id="3" creationId="{FD0739AA-CCAE-57C6-BCAA-081B7042333B}"/>
          </ac:spMkLst>
        </pc:spChg>
      </pc:sldChg>
      <pc:sldChg chg="addSp delSp modSp add mod modClrScheme chgLayout">
        <pc:chgData name="Mohammed Fasha" userId="cc64f42d-a1a6-4f08-b97b-0c37f877119f" providerId="ADAL" clId="{8DFC6787-4569-4AEF-BB23-FDF85FEE05FB}" dt="2025-04-20T15:53:05.318" v="932" actId="27636"/>
        <pc:sldMkLst>
          <pc:docMk/>
          <pc:sldMk cId="4275001740" sldId="524"/>
        </pc:sldMkLst>
        <pc:spChg chg="del mod ord">
          <ac:chgData name="Mohammed Fasha" userId="cc64f42d-a1a6-4f08-b97b-0c37f877119f" providerId="ADAL" clId="{8DFC6787-4569-4AEF-BB23-FDF85FEE05FB}" dt="2025-04-20T15:53:00.534" v="929" actId="700"/>
          <ac:spMkLst>
            <pc:docMk/>
            <pc:sldMk cId="4275001740" sldId="524"/>
            <ac:spMk id="2" creationId="{1D91DBC7-198F-8ED2-920B-A7F3524D14D9}"/>
          </ac:spMkLst>
        </pc:spChg>
        <pc:spChg chg="del">
          <ac:chgData name="Mohammed Fasha" userId="cc64f42d-a1a6-4f08-b97b-0c37f877119f" providerId="ADAL" clId="{8DFC6787-4569-4AEF-BB23-FDF85FEE05FB}" dt="2025-04-20T15:53:00.534" v="929" actId="700"/>
          <ac:spMkLst>
            <pc:docMk/>
            <pc:sldMk cId="4275001740" sldId="524"/>
            <ac:spMk id="3" creationId="{2BE42EE9-9BE4-D872-8851-64D593648F7E}"/>
          </ac:spMkLst>
        </pc:spChg>
        <pc:spChg chg="add del mod ord">
          <ac:chgData name="Mohammed Fasha" userId="cc64f42d-a1a6-4f08-b97b-0c37f877119f" providerId="ADAL" clId="{8DFC6787-4569-4AEF-BB23-FDF85FEE05FB}" dt="2025-04-20T15:53:04.421" v="930" actId="700"/>
          <ac:spMkLst>
            <pc:docMk/>
            <pc:sldMk cId="4275001740" sldId="524"/>
            <ac:spMk id="4" creationId="{C514ECFC-638E-392E-A542-FD7C9546CAEE}"/>
          </ac:spMkLst>
        </pc:spChg>
        <pc:spChg chg="add mod ord">
          <ac:chgData name="Mohammed Fasha" userId="cc64f42d-a1a6-4f08-b97b-0c37f877119f" providerId="ADAL" clId="{8DFC6787-4569-4AEF-BB23-FDF85FEE05FB}" dt="2025-04-20T15:53:05.318" v="932" actId="27636"/>
          <ac:spMkLst>
            <pc:docMk/>
            <pc:sldMk cId="4275001740" sldId="524"/>
            <ac:spMk id="5" creationId="{2C3B68C9-5281-BD73-446D-9B632BB663CD}"/>
          </ac:spMkLst>
        </pc:spChg>
        <pc:spChg chg="add mod ord">
          <ac:chgData name="Mohammed Fasha" userId="cc64f42d-a1a6-4f08-b97b-0c37f877119f" providerId="ADAL" clId="{8DFC6787-4569-4AEF-BB23-FDF85FEE05FB}" dt="2025-04-20T15:53:04.421" v="930" actId="700"/>
          <ac:spMkLst>
            <pc:docMk/>
            <pc:sldMk cId="4275001740" sldId="524"/>
            <ac:spMk id="6" creationId="{2525E359-99B9-DE6A-70D8-5EC5B50AE0E2}"/>
          </ac:spMkLst>
        </pc:spChg>
      </pc:sldChg>
      <pc:sldChg chg="addSp modSp add mod">
        <pc:chgData name="Mohammed Fasha" userId="cc64f42d-a1a6-4f08-b97b-0c37f877119f" providerId="ADAL" clId="{8DFC6787-4569-4AEF-BB23-FDF85FEE05FB}" dt="2025-04-20T15:56:09.348" v="965" actId="27636"/>
        <pc:sldMkLst>
          <pc:docMk/>
          <pc:sldMk cId="402301686" sldId="525"/>
        </pc:sldMkLst>
        <pc:spChg chg="mod">
          <ac:chgData name="Mohammed Fasha" userId="cc64f42d-a1a6-4f08-b97b-0c37f877119f" providerId="ADAL" clId="{8DFC6787-4569-4AEF-BB23-FDF85FEE05FB}" dt="2025-04-20T15:54:32.736" v="937"/>
          <ac:spMkLst>
            <pc:docMk/>
            <pc:sldMk cId="402301686" sldId="525"/>
            <ac:spMk id="2" creationId="{0A386DD0-3ACC-3D11-E806-29198C42E490}"/>
          </ac:spMkLst>
        </pc:spChg>
        <pc:spChg chg="mod">
          <ac:chgData name="Mohammed Fasha" userId="cc64f42d-a1a6-4f08-b97b-0c37f877119f" providerId="ADAL" clId="{8DFC6787-4569-4AEF-BB23-FDF85FEE05FB}" dt="2025-04-20T15:55:05.913" v="946" actId="14100"/>
          <ac:spMkLst>
            <pc:docMk/>
            <pc:sldMk cId="402301686" sldId="525"/>
            <ac:spMk id="3" creationId="{D2CC942C-E9DA-F430-8E74-DB9EBEC5893C}"/>
          </ac:spMkLst>
        </pc:spChg>
        <pc:spChg chg="add mod">
          <ac:chgData name="Mohammed Fasha" userId="cc64f42d-a1a6-4f08-b97b-0c37f877119f" providerId="ADAL" clId="{8DFC6787-4569-4AEF-BB23-FDF85FEE05FB}" dt="2025-04-20T15:56:09.348" v="965" actId="27636"/>
          <ac:spMkLst>
            <pc:docMk/>
            <pc:sldMk cId="402301686" sldId="525"/>
            <ac:spMk id="5" creationId="{4262C186-6452-BB97-64AA-EC6829967831}"/>
          </ac:spMkLst>
        </pc:spChg>
        <pc:graphicFrameChg chg="add mod modGraphic">
          <ac:chgData name="Mohammed Fasha" userId="cc64f42d-a1a6-4f08-b97b-0c37f877119f" providerId="ADAL" clId="{8DFC6787-4569-4AEF-BB23-FDF85FEE05FB}" dt="2025-04-20T15:55:45.681" v="961" actId="14734"/>
          <ac:graphicFrameMkLst>
            <pc:docMk/>
            <pc:sldMk cId="402301686" sldId="525"/>
            <ac:graphicFrameMk id="4" creationId="{2F91AB24-C1E7-4806-E58B-9A847FCC4907}"/>
          </ac:graphicFrameMkLst>
        </pc:graphicFrameChg>
      </pc:sldChg>
      <pc:sldChg chg="modSp add mod">
        <pc:chgData name="Mohammed Fasha" userId="cc64f42d-a1a6-4f08-b97b-0c37f877119f" providerId="ADAL" clId="{8DFC6787-4569-4AEF-BB23-FDF85FEE05FB}" dt="2025-04-20T15:56:23.238" v="967"/>
        <pc:sldMkLst>
          <pc:docMk/>
          <pc:sldMk cId="3836701463" sldId="526"/>
        </pc:sldMkLst>
        <pc:spChg chg="mod">
          <ac:chgData name="Mohammed Fasha" userId="cc64f42d-a1a6-4f08-b97b-0c37f877119f" providerId="ADAL" clId="{8DFC6787-4569-4AEF-BB23-FDF85FEE05FB}" dt="2025-04-20T15:56:18.771" v="966"/>
          <ac:spMkLst>
            <pc:docMk/>
            <pc:sldMk cId="3836701463" sldId="526"/>
            <ac:spMk id="2" creationId="{F3A9C71F-CD73-B3E9-D564-55CC7DBB0C3C}"/>
          </ac:spMkLst>
        </pc:spChg>
        <pc:spChg chg="mod">
          <ac:chgData name="Mohammed Fasha" userId="cc64f42d-a1a6-4f08-b97b-0c37f877119f" providerId="ADAL" clId="{8DFC6787-4569-4AEF-BB23-FDF85FEE05FB}" dt="2025-04-20T15:56:23.238" v="967"/>
          <ac:spMkLst>
            <pc:docMk/>
            <pc:sldMk cId="3836701463" sldId="526"/>
            <ac:spMk id="3" creationId="{CA8A193B-A314-F0D7-7854-BB2FF816511B}"/>
          </ac:spMkLst>
        </pc:spChg>
      </pc:sldChg>
      <pc:sldChg chg="del">
        <pc:chgData name="Mohammed Fasha" userId="cc64f42d-a1a6-4f08-b97b-0c37f877119f" providerId="ADAL" clId="{8DFC6787-4569-4AEF-BB23-FDF85FEE05FB}" dt="2025-04-20T14:32:10.451" v="45" actId="2696"/>
        <pc:sldMkLst>
          <pc:docMk/>
          <pc:sldMk cId="2281221656" sldId="527"/>
        </pc:sldMkLst>
      </pc:sldChg>
      <pc:sldChg chg="modSp add mod">
        <pc:chgData name="Mohammed Fasha" userId="cc64f42d-a1a6-4f08-b97b-0c37f877119f" providerId="ADAL" clId="{8DFC6787-4569-4AEF-BB23-FDF85FEE05FB}" dt="2025-04-20T15:56:34.616" v="969"/>
        <pc:sldMkLst>
          <pc:docMk/>
          <pc:sldMk cId="2486995565" sldId="527"/>
        </pc:sldMkLst>
        <pc:spChg chg="mod">
          <ac:chgData name="Mohammed Fasha" userId="cc64f42d-a1a6-4f08-b97b-0c37f877119f" providerId="ADAL" clId="{8DFC6787-4569-4AEF-BB23-FDF85FEE05FB}" dt="2025-04-20T15:56:30.666" v="968"/>
          <ac:spMkLst>
            <pc:docMk/>
            <pc:sldMk cId="2486995565" sldId="527"/>
            <ac:spMk id="2" creationId="{E73A1F7E-681F-9ED5-C517-C9BCA022EDFF}"/>
          </ac:spMkLst>
        </pc:spChg>
        <pc:spChg chg="mod">
          <ac:chgData name="Mohammed Fasha" userId="cc64f42d-a1a6-4f08-b97b-0c37f877119f" providerId="ADAL" clId="{8DFC6787-4569-4AEF-BB23-FDF85FEE05FB}" dt="2025-04-20T15:56:34.616" v="969"/>
          <ac:spMkLst>
            <pc:docMk/>
            <pc:sldMk cId="2486995565" sldId="527"/>
            <ac:spMk id="3" creationId="{D1B57E23-7528-8802-54A1-8BF5DFD5C71A}"/>
          </ac:spMkLst>
        </pc:spChg>
      </pc:sldChg>
      <pc:sldChg chg="addSp modSp add mod">
        <pc:chgData name="Mohammed Fasha" userId="cc64f42d-a1a6-4f08-b97b-0c37f877119f" providerId="ADAL" clId="{8DFC6787-4569-4AEF-BB23-FDF85FEE05FB}" dt="2025-04-20T15:57:24.996" v="983" actId="1076"/>
        <pc:sldMkLst>
          <pc:docMk/>
          <pc:sldMk cId="1649687093" sldId="528"/>
        </pc:sldMkLst>
        <pc:spChg chg="mod">
          <ac:chgData name="Mohammed Fasha" userId="cc64f42d-a1a6-4f08-b97b-0c37f877119f" providerId="ADAL" clId="{8DFC6787-4569-4AEF-BB23-FDF85FEE05FB}" dt="2025-04-20T15:56:41.045" v="970"/>
          <ac:spMkLst>
            <pc:docMk/>
            <pc:sldMk cId="1649687093" sldId="528"/>
            <ac:spMk id="2" creationId="{AE080115-D85B-4A54-4FEC-1C51FF2DA657}"/>
          </ac:spMkLst>
        </pc:spChg>
        <pc:spChg chg="mod">
          <ac:chgData name="Mohammed Fasha" userId="cc64f42d-a1a6-4f08-b97b-0c37f877119f" providerId="ADAL" clId="{8DFC6787-4569-4AEF-BB23-FDF85FEE05FB}" dt="2025-04-20T15:57:24.996" v="983" actId="1076"/>
          <ac:spMkLst>
            <pc:docMk/>
            <pc:sldMk cId="1649687093" sldId="528"/>
            <ac:spMk id="3" creationId="{E6D6CBC4-6AD1-80E6-8C88-C41B3180AC06}"/>
          </ac:spMkLst>
        </pc:spChg>
        <pc:graphicFrameChg chg="add mod modGraphic">
          <ac:chgData name="Mohammed Fasha" userId="cc64f42d-a1a6-4f08-b97b-0c37f877119f" providerId="ADAL" clId="{8DFC6787-4569-4AEF-BB23-FDF85FEE05FB}" dt="2025-04-20T15:57:20.233" v="982" actId="207"/>
          <ac:graphicFrameMkLst>
            <pc:docMk/>
            <pc:sldMk cId="1649687093" sldId="528"/>
            <ac:graphicFrameMk id="4" creationId="{E5495247-0737-9905-560A-7D58AB86A958}"/>
          </ac:graphicFrameMkLst>
        </pc:graphicFrameChg>
      </pc:sldChg>
      <pc:sldChg chg="modSp add mod">
        <pc:chgData name="Mohammed Fasha" userId="cc64f42d-a1a6-4f08-b97b-0c37f877119f" providerId="ADAL" clId="{8DFC6787-4569-4AEF-BB23-FDF85FEE05FB}" dt="2025-04-20T15:57:42.557" v="985"/>
        <pc:sldMkLst>
          <pc:docMk/>
          <pc:sldMk cId="1225925495" sldId="529"/>
        </pc:sldMkLst>
        <pc:spChg chg="mod">
          <ac:chgData name="Mohammed Fasha" userId="cc64f42d-a1a6-4f08-b97b-0c37f877119f" providerId="ADAL" clId="{8DFC6787-4569-4AEF-BB23-FDF85FEE05FB}" dt="2025-04-20T15:57:42.557" v="985"/>
          <ac:spMkLst>
            <pc:docMk/>
            <pc:sldMk cId="1225925495" sldId="529"/>
            <ac:spMk id="2" creationId="{C7B244A5-4684-8304-5AED-B61F8044FD20}"/>
          </ac:spMkLst>
        </pc:spChg>
        <pc:spChg chg="mod">
          <ac:chgData name="Mohammed Fasha" userId="cc64f42d-a1a6-4f08-b97b-0c37f877119f" providerId="ADAL" clId="{8DFC6787-4569-4AEF-BB23-FDF85FEE05FB}" dt="2025-04-20T15:57:34.591" v="984"/>
          <ac:spMkLst>
            <pc:docMk/>
            <pc:sldMk cId="1225925495" sldId="529"/>
            <ac:spMk id="3" creationId="{EBC00723-0E77-6E52-A4BA-F5FE2FCB602E}"/>
          </ac:spMkLst>
        </pc:spChg>
      </pc:sldChg>
      <pc:sldChg chg="addSp delSp modSp add mod">
        <pc:chgData name="Mohammed Fasha" userId="cc64f42d-a1a6-4f08-b97b-0c37f877119f" providerId="ADAL" clId="{8DFC6787-4569-4AEF-BB23-FDF85FEE05FB}" dt="2025-04-20T16:04:03.071" v="992" actId="14734"/>
        <pc:sldMkLst>
          <pc:docMk/>
          <pc:sldMk cId="193360162" sldId="530"/>
        </pc:sldMkLst>
        <pc:spChg chg="mod">
          <ac:chgData name="Mohammed Fasha" userId="cc64f42d-a1a6-4f08-b97b-0c37f877119f" providerId="ADAL" clId="{8DFC6787-4569-4AEF-BB23-FDF85FEE05FB}" dt="2025-04-20T16:03:44.207" v="986"/>
          <ac:spMkLst>
            <pc:docMk/>
            <pc:sldMk cId="193360162" sldId="530"/>
            <ac:spMk id="2" creationId="{47CF0277-0108-E01A-D655-DA31004169E5}"/>
          </ac:spMkLst>
        </pc:spChg>
        <pc:spChg chg="del">
          <ac:chgData name="Mohammed Fasha" userId="cc64f42d-a1a6-4f08-b97b-0c37f877119f" providerId="ADAL" clId="{8DFC6787-4569-4AEF-BB23-FDF85FEE05FB}" dt="2025-04-20T16:03:48.648" v="987"/>
          <ac:spMkLst>
            <pc:docMk/>
            <pc:sldMk cId="193360162" sldId="530"/>
            <ac:spMk id="3" creationId="{D8C9961B-87CF-DACE-BBB8-671A525D2D7C}"/>
          </ac:spMkLst>
        </pc:spChg>
        <pc:graphicFrameChg chg="add mod modGraphic">
          <ac:chgData name="Mohammed Fasha" userId="cc64f42d-a1a6-4f08-b97b-0c37f877119f" providerId="ADAL" clId="{8DFC6787-4569-4AEF-BB23-FDF85FEE05FB}" dt="2025-04-20T16:04:03.071" v="992" actId="14734"/>
          <ac:graphicFrameMkLst>
            <pc:docMk/>
            <pc:sldMk cId="193360162" sldId="530"/>
            <ac:graphicFrameMk id="4" creationId="{06C5863E-8C5C-AA36-2443-51E3534C65CB}"/>
          </ac:graphicFrameMkLst>
        </pc:graphicFrameChg>
      </pc:sldChg>
      <pc:sldChg chg="addSp modSp add mod">
        <pc:chgData name="Mohammed Fasha" userId="cc64f42d-a1a6-4f08-b97b-0c37f877119f" providerId="ADAL" clId="{8DFC6787-4569-4AEF-BB23-FDF85FEE05FB}" dt="2025-04-20T16:04:33.401" v="997"/>
        <pc:sldMkLst>
          <pc:docMk/>
          <pc:sldMk cId="2241217429" sldId="531"/>
        </pc:sldMkLst>
        <pc:spChg chg="mod">
          <ac:chgData name="Mohammed Fasha" userId="cc64f42d-a1a6-4f08-b97b-0c37f877119f" providerId="ADAL" clId="{8DFC6787-4569-4AEF-BB23-FDF85FEE05FB}" dt="2025-04-20T16:04:33.401" v="997"/>
          <ac:spMkLst>
            <pc:docMk/>
            <pc:sldMk cId="2241217429" sldId="531"/>
            <ac:spMk id="2" creationId="{344A1B0C-DCEC-D0FC-B1CA-C3FFC06B7D2C}"/>
          </ac:spMkLst>
        </pc:spChg>
        <pc:spChg chg="mod">
          <ac:chgData name="Mohammed Fasha" userId="cc64f42d-a1a6-4f08-b97b-0c37f877119f" providerId="ADAL" clId="{8DFC6787-4569-4AEF-BB23-FDF85FEE05FB}" dt="2025-04-20T16:04:19.347" v="994" actId="14100"/>
          <ac:spMkLst>
            <pc:docMk/>
            <pc:sldMk cId="2241217429" sldId="531"/>
            <ac:spMk id="3" creationId="{7FC83F5D-7F4F-9440-81B7-9835CF1AF6D7}"/>
          </ac:spMkLst>
        </pc:spChg>
        <pc:spChg chg="add mod">
          <ac:chgData name="Mohammed Fasha" userId="cc64f42d-a1a6-4f08-b97b-0c37f877119f" providerId="ADAL" clId="{8DFC6787-4569-4AEF-BB23-FDF85FEE05FB}" dt="2025-04-20T16:04:26.815" v="996" actId="1076"/>
          <ac:spMkLst>
            <pc:docMk/>
            <pc:sldMk cId="2241217429" sldId="531"/>
            <ac:spMk id="5" creationId="{5A4210C9-FD27-54B5-BCBF-732B9CCACF61}"/>
          </ac:spMkLst>
        </pc:spChg>
      </pc:sldChg>
      <pc:sldChg chg="addSp delSp modSp add mod">
        <pc:chgData name="Mohammed Fasha" userId="cc64f42d-a1a6-4f08-b97b-0c37f877119f" providerId="ADAL" clId="{8DFC6787-4569-4AEF-BB23-FDF85FEE05FB}" dt="2025-04-20T16:04:55.797" v="1005"/>
        <pc:sldMkLst>
          <pc:docMk/>
          <pc:sldMk cId="153827184" sldId="532"/>
        </pc:sldMkLst>
        <pc:spChg chg="mod">
          <ac:chgData name="Mohammed Fasha" userId="cc64f42d-a1a6-4f08-b97b-0c37f877119f" providerId="ADAL" clId="{8DFC6787-4569-4AEF-BB23-FDF85FEE05FB}" dt="2025-04-20T16:04:55.797" v="1005"/>
          <ac:spMkLst>
            <pc:docMk/>
            <pc:sldMk cId="153827184" sldId="532"/>
            <ac:spMk id="2" creationId="{B7B0D47B-6073-F4D6-FDE8-5B5A3144A895}"/>
          </ac:spMkLst>
        </pc:spChg>
        <pc:spChg chg="add del mod">
          <ac:chgData name="Mohammed Fasha" userId="cc64f42d-a1a6-4f08-b97b-0c37f877119f" providerId="ADAL" clId="{8DFC6787-4569-4AEF-BB23-FDF85FEE05FB}" dt="2025-04-20T16:04:49.785" v="1004" actId="313"/>
          <ac:spMkLst>
            <pc:docMk/>
            <pc:sldMk cId="153827184" sldId="532"/>
            <ac:spMk id="3" creationId="{E6B4965D-7417-5B05-4756-F407695D0B9A}"/>
          </ac:spMkLst>
        </pc:spChg>
        <pc:spChg chg="add mod">
          <ac:chgData name="Mohammed Fasha" userId="cc64f42d-a1a6-4f08-b97b-0c37f877119f" providerId="ADAL" clId="{8DFC6787-4569-4AEF-BB23-FDF85FEE05FB}" dt="2025-04-20T16:04:42.594" v="999"/>
          <ac:spMkLst>
            <pc:docMk/>
            <pc:sldMk cId="153827184" sldId="532"/>
            <ac:spMk id="4" creationId="{C4F48837-1FE0-933A-BB53-41E4672BEFCF}"/>
          </ac:spMkLst>
        </pc:spChg>
      </pc:sldChg>
      <pc:sldChg chg="addSp delSp modSp new mod modClrScheme chgLayout">
        <pc:chgData name="Mohammed Fasha" userId="cc64f42d-a1a6-4f08-b97b-0c37f877119f" providerId="ADAL" clId="{8DFC6787-4569-4AEF-BB23-FDF85FEE05FB}" dt="2025-04-20T14:41:52.910" v="277" actId="27636"/>
        <pc:sldMkLst>
          <pc:docMk/>
          <pc:sldMk cId="2207611031" sldId="533"/>
        </pc:sldMkLst>
        <pc:spChg chg="del mod ord">
          <ac:chgData name="Mohammed Fasha" userId="cc64f42d-a1a6-4f08-b97b-0c37f877119f" providerId="ADAL" clId="{8DFC6787-4569-4AEF-BB23-FDF85FEE05FB}" dt="2025-04-20T14:41:41.917" v="275" actId="700"/>
          <ac:spMkLst>
            <pc:docMk/>
            <pc:sldMk cId="2207611031" sldId="533"/>
            <ac:spMk id="2" creationId="{FC732F3C-F249-B48E-154E-C48A6441C63E}"/>
          </ac:spMkLst>
        </pc:spChg>
        <pc:spChg chg="del mod ord">
          <ac:chgData name="Mohammed Fasha" userId="cc64f42d-a1a6-4f08-b97b-0c37f877119f" providerId="ADAL" clId="{8DFC6787-4569-4AEF-BB23-FDF85FEE05FB}" dt="2025-04-20T14:41:41.917" v="275" actId="700"/>
          <ac:spMkLst>
            <pc:docMk/>
            <pc:sldMk cId="2207611031" sldId="533"/>
            <ac:spMk id="3" creationId="{7342FDFA-5646-A809-23DA-2B3A0E8E25E6}"/>
          </ac:spMkLst>
        </pc:spChg>
        <pc:spChg chg="add mod ord">
          <ac:chgData name="Mohammed Fasha" userId="cc64f42d-a1a6-4f08-b97b-0c37f877119f" providerId="ADAL" clId="{8DFC6787-4569-4AEF-BB23-FDF85FEE05FB}" dt="2025-04-20T14:41:52.910" v="277" actId="27636"/>
          <ac:spMkLst>
            <pc:docMk/>
            <pc:sldMk cId="2207611031" sldId="533"/>
            <ac:spMk id="4" creationId="{7261AFB2-72A8-8EB8-7961-B0838F34BF9F}"/>
          </ac:spMkLst>
        </pc:spChg>
        <pc:spChg chg="add mod ord">
          <ac:chgData name="Mohammed Fasha" userId="cc64f42d-a1a6-4f08-b97b-0c37f877119f" providerId="ADAL" clId="{8DFC6787-4569-4AEF-BB23-FDF85FEE05FB}" dt="2025-04-20T14:41:41.917" v="275" actId="700"/>
          <ac:spMkLst>
            <pc:docMk/>
            <pc:sldMk cId="2207611031" sldId="533"/>
            <ac:spMk id="5" creationId="{D5F65A1A-6D99-8557-A100-36B46E95D0E9}"/>
          </ac:spMkLst>
        </pc:spChg>
      </pc:sldChg>
      <pc:sldChg chg="addSp delSp modSp new mod modClrScheme chgLayout">
        <pc:chgData name="Mohammed Fasha" userId="cc64f42d-a1a6-4f08-b97b-0c37f877119f" providerId="ADAL" clId="{8DFC6787-4569-4AEF-BB23-FDF85FEE05FB}" dt="2025-04-20T15:14:59.604" v="449"/>
        <pc:sldMkLst>
          <pc:docMk/>
          <pc:sldMk cId="1925859816" sldId="534"/>
        </pc:sldMkLst>
        <pc:spChg chg="del mod ord">
          <ac:chgData name="Mohammed Fasha" userId="cc64f42d-a1a6-4f08-b97b-0c37f877119f" providerId="ADAL" clId="{8DFC6787-4569-4AEF-BB23-FDF85FEE05FB}" dt="2025-04-20T15:14:58.933" v="448" actId="700"/>
          <ac:spMkLst>
            <pc:docMk/>
            <pc:sldMk cId="1925859816" sldId="534"/>
            <ac:spMk id="2" creationId="{1A2EC6E8-9CAF-A5B0-C914-BAB30FB3FB1D}"/>
          </ac:spMkLst>
        </pc:spChg>
        <pc:spChg chg="del mod ord">
          <ac:chgData name="Mohammed Fasha" userId="cc64f42d-a1a6-4f08-b97b-0c37f877119f" providerId="ADAL" clId="{8DFC6787-4569-4AEF-BB23-FDF85FEE05FB}" dt="2025-04-20T15:14:58.933" v="448" actId="700"/>
          <ac:spMkLst>
            <pc:docMk/>
            <pc:sldMk cId="1925859816" sldId="534"/>
            <ac:spMk id="3" creationId="{52D9A9FA-DB00-9C48-5788-15ECB745AEE1}"/>
          </ac:spMkLst>
        </pc:spChg>
        <pc:spChg chg="add mod ord">
          <ac:chgData name="Mohammed Fasha" userId="cc64f42d-a1a6-4f08-b97b-0c37f877119f" providerId="ADAL" clId="{8DFC6787-4569-4AEF-BB23-FDF85FEE05FB}" dt="2025-04-20T15:14:59.604" v="449"/>
          <ac:spMkLst>
            <pc:docMk/>
            <pc:sldMk cId="1925859816" sldId="534"/>
            <ac:spMk id="4" creationId="{8CDE0BE4-92C3-6052-131F-2114E4B1502D}"/>
          </ac:spMkLst>
        </pc:spChg>
        <pc:spChg chg="add mod ord">
          <ac:chgData name="Mohammed Fasha" userId="cc64f42d-a1a6-4f08-b97b-0c37f877119f" providerId="ADAL" clId="{8DFC6787-4569-4AEF-BB23-FDF85FEE05FB}" dt="2025-04-20T15:14:58.933" v="448" actId="700"/>
          <ac:spMkLst>
            <pc:docMk/>
            <pc:sldMk cId="1925859816" sldId="534"/>
            <ac:spMk id="5" creationId="{FB6DC077-7047-30E9-E5C6-4126598617F0}"/>
          </ac:spMkLst>
        </pc:spChg>
      </pc:sldChg>
      <pc:sldChg chg="modSp new mod">
        <pc:chgData name="Mohammed Fasha" userId="cc64f42d-a1a6-4f08-b97b-0c37f877119f" providerId="ADAL" clId="{8DFC6787-4569-4AEF-BB23-FDF85FEE05FB}" dt="2025-04-20T16:05:16.581" v="1012"/>
        <pc:sldMkLst>
          <pc:docMk/>
          <pc:sldMk cId="691279895" sldId="535"/>
        </pc:sldMkLst>
        <pc:spChg chg="mod">
          <ac:chgData name="Mohammed Fasha" userId="cc64f42d-a1a6-4f08-b97b-0c37f877119f" providerId="ADAL" clId="{8DFC6787-4569-4AEF-BB23-FDF85FEE05FB}" dt="2025-04-20T16:05:12.293" v="1011"/>
          <ac:spMkLst>
            <pc:docMk/>
            <pc:sldMk cId="691279895" sldId="535"/>
            <ac:spMk id="2" creationId="{FB0EA5D7-CB8E-F6D0-1FBE-E3F5FD5A70E0}"/>
          </ac:spMkLst>
        </pc:spChg>
        <pc:spChg chg="mod">
          <ac:chgData name="Mohammed Fasha" userId="cc64f42d-a1a6-4f08-b97b-0c37f877119f" providerId="ADAL" clId="{8DFC6787-4569-4AEF-BB23-FDF85FEE05FB}" dt="2025-04-20T16:05:16.581" v="1012"/>
          <ac:spMkLst>
            <pc:docMk/>
            <pc:sldMk cId="691279895" sldId="535"/>
            <ac:spMk id="3" creationId="{67FC2479-BEA3-EF1C-7769-4FC2CDEFDC3B}"/>
          </ac:spMkLst>
        </pc:spChg>
      </pc:sldChg>
      <pc:sldChg chg="modSp new mod">
        <pc:chgData name="Mohammed Fasha" userId="cc64f42d-a1a6-4f08-b97b-0c37f877119f" providerId="ADAL" clId="{8DFC6787-4569-4AEF-BB23-FDF85FEE05FB}" dt="2025-04-20T16:14:05.314" v="1017"/>
        <pc:sldMkLst>
          <pc:docMk/>
          <pc:sldMk cId="974044099" sldId="536"/>
        </pc:sldMkLst>
        <pc:spChg chg="mod">
          <ac:chgData name="Mohammed Fasha" userId="cc64f42d-a1a6-4f08-b97b-0c37f877119f" providerId="ADAL" clId="{8DFC6787-4569-4AEF-BB23-FDF85FEE05FB}" dt="2025-04-20T16:13:51.694" v="1015"/>
          <ac:spMkLst>
            <pc:docMk/>
            <pc:sldMk cId="974044099" sldId="536"/>
            <ac:spMk id="2" creationId="{0787E976-947D-6EC8-AC28-494AEF3B2A4B}"/>
          </ac:spMkLst>
        </pc:spChg>
        <pc:spChg chg="mod">
          <ac:chgData name="Mohammed Fasha" userId="cc64f42d-a1a6-4f08-b97b-0c37f877119f" providerId="ADAL" clId="{8DFC6787-4569-4AEF-BB23-FDF85FEE05FB}" dt="2025-04-20T16:14:05.314" v="1017"/>
          <ac:spMkLst>
            <pc:docMk/>
            <pc:sldMk cId="974044099" sldId="536"/>
            <ac:spMk id="3" creationId="{8EF64BF2-EDFA-AD1B-0B43-6A5CED0008CB}"/>
          </ac:spMkLst>
        </pc:spChg>
      </pc:sldChg>
      <pc:sldChg chg="modSp new mod">
        <pc:chgData name="Mohammed Fasha" userId="cc64f42d-a1a6-4f08-b97b-0c37f877119f" providerId="ADAL" clId="{8DFC6787-4569-4AEF-BB23-FDF85FEE05FB}" dt="2025-04-20T16:14:19.872" v="1019"/>
        <pc:sldMkLst>
          <pc:docMk/>
          <pc:sldMk cId="3850774780" sldId="537"/>
        </pc:sldMkLst>
        <pc:spChg chg="mod">
          <ac:chgData name="Mohammed Fasha" userId="cc64f42d-a1a6-4f08-b97b-0c37f877119f" providerId="ADAL" clId="{8DFC6787-4569-4AEF-BB23-FDF85FEE05FB}" dt="2025-04-20T16:14:19.872" v="1019"/>
          <ac:spMkLst>
            <pc:docMk/>
            <pc:sldMk cId="3850774780" sldId="537"/>
            <ac:spMk id="2" creationId="{DEDDFE9E-3EDA-865A-9A41-E3305832C481}"/>
          </ac:spMkLst>
        </pc:spChg>
        <pc:spChg chg="mod">
          <ac:chgData name="Mohammed Fasha" userId="cc64f42d-a1a6-4f08-b97b-0c37f877119f" providerId="ADAL" clId="{8DFC6787-4569-4AEF-BB23-FDF85FEE05FB}" dt="2025-04-20T16:14:13.333" v="1018"/>
          <ac:spMkLst>
            <pc:docMk/>
            <pc:sldMk cId="3850774780" sldId="537"/>
            <ac:spMk id="3" creationId="{2244D89F-842A-A4E4-4DAE-391D823DD460}"/>
          </ac:spMkLst>
        </pc:spChg>
      </pc:sldChg>
      <pc:sldChg chg="addSp delSp modSp new mod">
        <pc:chgData name="Mohammed Fasha" userId="cc64f42d-a1a6-4f08-b97b-0c37f877119f" providerId="ADAL" clId="{8DFC6787-4569-4AEF-BB23-FDF85FEE05FB}" dt="2025-04-20T16:14:55.627" v="1026" actId="14100"/>
        <pc:sldMkLst>
          <pc:docMk/>
          <pc:sldMk cId="2084523023" sldId="538"/>
        </pc:sldMkLst>
        <pc:spChg chg="mod">
          <ac:chgData name="Mohammed Fasha" userId="cc64f42d-a1a6-4f08-b97b-0c37f877119f" providerId="ADAL" clId="{8DFC6787-4569-4AEF-BB23-FDF85FEE05FB}" dt="2025-04-20T16:14:27.782" v="1020"/>
          <ac:spMkLst>
            <pc:docMk/>
            <pc:sldMk cId="2084523023" sldId="538"/>
            <ac:spMk id="2" creationId="{B54DB50B-59BE-0440-4BE4-B624A115A07F}"/>
          </ac:spMkLst>
        </pc:spChg>
        <pc:spChg chg="add del mod">
          <ac:chgData name="Mohammed Fasha" userId="cc64f42d-a1a6-4f08-b97b-0c37f877119f" providerId="ADAL" clId="{8DFC6787-4569-4AEF-BB23-FDF85FEE05FB}" dt="2025-04-20T16:14:55.627" v="1026" actId="14100"/>
          <ac:spMkLst>
            <pc:docMk/>
            <pc:sldMk cId="2084523023" sldId="538"/>
            <ac:spMk id="3" creationId="{2E6D5AE4-1CD8-ABA6-F8E7-2042CE8A5F04}"/>
          </ac:spMkLst>
        </pc:spChg>
        <pc:spChg chg="add mod">
          <ac:chgData name="Mohammed Fasha" userId="cc64f42d-a1a6-4f08-b97b-0c37f877119f" providerId="ADAL" clId="{8DFC6787-4569-4AEF-BB23-FDF85FEE05FB}" dt="2025-04-20T16:14:36.516" v="1022"/>
          <ac:spMkLst>
            <pc:docMk/>
            <pc:sldMk cId="2084523023" sldId="538"/>
            <ac:spMk id="4" creationId="{D67F57A4-B307-CBEE-1BEF-1405DE3CE2F4}"/>
          </ac:spMkLst>
        </pc:spChg>
      </pc:sldChg>
      <pc:sldChg chg="modSp new mod">
        <pc:chgData name="Mohammed Fasha" userId="cc64f42d-a1a6-4f08-b97b-0c37f877119f" providerId="ADAL" clId="{8DFC6787-4569-4AEF-BB23-FDF85FEE05FB}" dt="2025-04-20T16:15:11.377" v="1033" actId="113"/>
        <pc:sldMkLst>
          <pc:docMk/>
          <pc:sldMk cId="535607353" sldId="539"/>
        </pc:sldMkLst>
        <pc:spChg chg="mod">
          <ac:chgData name="Mohammed Fasha" userId="cc64f42d-a1a6-4f08-b97b-0c37f877119f" providerId="ADAL" clId="{8DFC6787-4569-4AEF-BB23-FDF85FEE05FB}" dt="2025-04-20T16:15:11.377" v="1033" actId="113"/>
          <ac:spMkLst>
            <pc:docMk/>
            <pc:sldMk cId="535607353" sldId="539"/>
            <ac:spMk id="2" creationId="{14088819-AA85-A0E1-4668-A112E95B0250}"/>
          </ac:spMkLst>
        </pc:spChg>
        <pc:spChg chg="mod">
          <ac:chgData name="Mohammed Fasha" userId="cc64f42d-a1a6-4f08-b97b-0c37f877119f" providerId="ADAL" clId="{8DFC6787-4569-4AEF-BB23-FDF85FEE05FB}" dt="2025-04-20T16:15:07.647" v="1028" actId="21"/>
          <ac:spMkLst>
            <pc:docMk/>
            <pc:sldMk cId="535607353" sldId="539"/>
            <ac:spMk id="3" creationId="{35176D50-7DBE-74A7-C832-E8C7593B609A}"/>
          </ac:spMkLst>
        </pc:spChg>
      </pc:sldChg>
      <pc:sldChg chg="addSp delSp modSp new mod modClrScheme chgLayout">
        <pc:chgData name="Mohammed Fasha" userId="cc64f42d-a1a6-4f08-b97b-0c37f877119f" providerId="ADAL" clId="{8DFC6787-4569-4AEF-BB23-FDF85FEE05FB}" dt="2025-04-20T16:13:59.364" v="1016"/>
        <pc:sldMkLst>
          <pc:docMk/>
          <pc:sldMk cId="1965007340" sldId="540"/>
        </pc:sldMkLst>
        <pc:spChg chg="del mod ord">
          <ac:chgData name="Mohammed Fasha" userId="cc64f42d-a1a6-4f08-b97b-0c37f877119f" providerId="ADAL" clId="{8DFC6787-4569-4AEF-BB23-FDF85FEE05FB}" dt="2025-04-20T16:13:49.062" v="1014" actId="700"/>
          <ac:spMkLst>
            <pc:docMk/>
            <pc:sldMk cId="1965007340" sldId="540"/>
            <ac:spMk id="2" creationId="{398DDA0D-F031-287B-C9B1-377BC7B86A69}"/>
          </ac:spMkLst>
        </pc:spChg>
        <pc:spChg chg="del mod ord">
          <ac:chgData name="Mohammed Fasha" userId="cc64f42d-a1a6-4f08-b97b-0c37f877119f" providerId="ADAL" clId="{8DFC6787-4569-4AEF-BB23-FDF85FEE05FB}" dt="2025-04-20T16:13:49.062" v="1014" actId="700"/>
          <ac:spMkLst>
            <pc:docMk/>
            <pc:sldMk cId="1965007340" sldId="540"/>
            <ac:spMk id="3" creationId="{B8D047A6-2764-17F7-1FCA-0046812DDB8E}"/>
          </ac:spMkLst>
        </pc:spChg>
        <pc:spChg chg="add mod ord">
          <ac:chgData name="Mohammed Fasha" userId="cc64f42d-a1a6-4f08-b97b-0c37f877119f" providerId="ADAL" clId="{8DFC6787-4569-4AEF-BB23-FDF85FEE05FB}" dt="2025-04-20T16:13:59.364" v="1016"/>
          <ac:spMkLst>
            <pc:docMk/>
            <pc:sldMk cId="1965007340" sldId="540"/>
            <ac:spMk id="4" creationId="{28E5FEBF-16FE-4B7A-E1D1-03B412301E89}"/>
          </ac:spMkLst>
        </pc:spChg>
        <pc:spChg chg="add mod ord">
          <ac:chgData name="Mohammed Fasha" userId="cc64f42d-a1a6-4f08-b97b-0c37f877119f" providerId="ADAL" clId="{8DFC6787-4569-4AEF-BB23-FDF85FEE05FB}" dt="2025-04-20T16:13:49.062" v="1014" actId="700"/>
          <ac:spMkLst>
            <pc:docMk/>
            <pc:sldMk cId="1965007340" sldId="540"/>
            <ac:spMk id="5" creationId="{FC24C09E-2C12-DFED-2A87-CA301B0EE9F0}"/>
          </ac:spMkLst>
        </pc:spChg>
      </pc:sldChg>
      <pc:sldChg chg="modSp new mod">
        <pc:chgData name="Mohammed Fasha" userId="cc64f42d-a1a6-4f08-b97b-0c37f877119f" providerId="ADAL" clId="{8DFC6787-4569-4AEF-BB23-FDF85FEE05FB}" dt="2025-04-20T16:15:33.780" v="1047" actId="113"/>
        <pc:sldMkLst>
          <pc:docMk/>
          <pc:sldMk cId="3049387189" sldId="541"/>
        </pc:sldMkLst>
        <pc:spChg chg="mod">
          <ac:chgData name="Mohammed Fasha" userId="cc64f42d-a1a6-4f08-b97b-0c37f877119f" providerId="ADAL" clId="{8DFC6787-4569-4AEF-BB23-FDF85FEE05FB}" dt="2025-04-20T16:15:33.780" v="1047" actId="113"/>
          <ac:spMkLst>
            <pc:docMk/>
            <pc:sldMk cId="3049387189" sldId="541"/>
            <ac:spMk id="2" creationId="{15D16548-3A68-BC45-1F76-06ADF2939DE7}"/>
          </ac:spMkLst>
        </pc:spChg>
        <pc:spChg chg="mod">
          <ac:chgData name="Mohammed Fasha" userId="cc64f42d-a1a6-4f08-b97b-0c37f877119f" providerId="ADAL" clId="{8DFC6787-4569-4AEF-BB23-FDF85FEE05FB}" dt="2025-04-20T16:15:29.904" v="1042" actId="21"/>
          <ac:spMkLst>
            <pc:docMk/>
            <pc:sldMk cId="3049387189" sldId="541"/>
            <ac:spMk id="3" creationId="{2977F580-A6AA-F5BD-3BB9-ED7F2E2DA031}"/>
          </ac:spMkLst>
        </pc:spChg>
      </pc:sldChg>
      <pc:sldChg chg="modSp add mod">
        <pc:chgData name="Mohammed Fasha" userId="cc64f42d-a1a6-4f08-b97b-0c37f877119f" providerId="ADAL" clId="{8DFC6787-4569-4AEF-BB23-FDF85FEE05FB}" dt="2025-04-20T16:15:44.078" v="1054" actId="113"/>
        <pc:sldMkLst>
          <pc:docMk/>
          <pc:sldMk cId="1726072780" sldId="542"/>
        </pc:sldMkLst>
        <pc:spChg chg="mod">
          <ac:chgData name="Mohammed Fasha" userId="cc64f42d-a1a6-4f08-b97b-0c37f877119f" providerId="ADAL" clId="{8DFC6787-4569-4AEF-BB23-FDF85FEE05FB}" dt="2025-04-20T16:15:44.078" v="1054" actId="113"/>
          <ac:spMkLst>
            <pc:docMk/>
            <pc:sldMk cId="1726072780" sldId="542"/>
            <ac:spMk id="2" creationId="{E1EC8285-9F8F-EFD2-7FFF-889410D44C75}"/>
          </ac:spMkLst>
        </pc:spChg>
        <pc:spChg chg="mod">
          <ac:chgData name="Mohammed Fasha" userId="cc64f42d-a1a6-4f08-b97b-0c37f877119f" providerId="ADAL" clId="{8DFC6787-4569-4AEF-BB23-FDF85FEE05FB}" dt="2025-04-20T16:15:40.883" v="1049" actId="21"/>
          <ac:spMkLst>
            <pc:docMk/>
            <pc:sldMk cId="1726072780" sldId="542"/>
            <ac:spMk id="3" creationId="{057A3ED1-0A19-9CDA-46C3-D3BBC2B481C3}"/>
          </ac:spMkLst>
        </pc:spChg>
      </pc:sldChg>
      <pc:sldChg chg="addSp delSp modSp add mod">
        <pc:chgData name="Mohammed Fasha" userId="cc64f42d-a1a6-4f08-b97b-0c37f877119f" providerId="ADAL" clId="{8DFC6787-4569-4AEF-BB23-FDF85FEE05FB}" dt="2025-04-20T16:16:40.183" v="1068" actId="1076"/>
        <pc:sldMkLst>
          <pc:docMk/>
          <pc:sldMk cId="1046126438" sldId="543"/>
        </pc:sldMkLst>
        <pc:spChg chg="mod">
          <ac:chgData name="Mohammed Fasha" userId="cc64f42d-a1a6-4f08-b97b-0c37f877119f" providerId="ADAL" clId="{8DFC6787-4569-4AEF-BB23-FDF85FEE05FB}" dt="2025-04-20T16:16:36.621" v="1067"/>
          <ac:spMkLst>
            <pc:docMk/>
            <pc:sldMk cId="1046126438" sldId="543"/>
            <ac:spMk id="2" creationId="{1C521581-832D-5D64-20CB-A7296B01421F}"/>
          </ac:spMkLst>
        </pc:spChg>
        <pc:spChg chg="add del mod">
          <ac:chgData name="Mohammed Fasha" userId="cc64f42d-a1a6-4f08-b97b-0c37f877119f" providerId="ADAL" clId="{8DFC6787-4569-4AEF-BB23-FDF85FEE05FB}" dt="2025-04-20T16:16:40.183" v="1068" actId="1076"/>
          <ac:spMkLst>
            <pc:docMk/>
            <pc:sldMk cId="1046126438" sldId="543"/>
            <ac:spMk id="3" creationId="{48E9C026-DB1E-42F4-1684-5619B346975D}"/>
          </ac:spMkLst>
        </pc:spChg>
        <pc:spChg chg="add">
          <ac:chgData name="Mohammed Fasha" userId="cc64f42d-a1a6-4f08-b97b-0c37f877119f" providerId="ADAL" clId="{8DFC6787-4569-4AEF-BB23-FDF85FEE05FB}" dt="2025-04-20T16:16:00.874" v="1055"/>
          <ac:spMkLst>
            <pc:docMk/>
            <pc:sldMk cId="1046126438" sldId="543"/>
            <ac:spMk id="5" creationId="{90E07834-CEFA-A59F-8150-0BB8B9625083}"/>
          </ac:spMkLst>
        </pc:spChg>
        <pc:graphicFrameChg chg="add mod">
          <ac:chgData name="Mohammed Fasha" userId="cc64f42d-a1a6-4f08-b97b-0c37f877119f" providerId="ADAL" clId="{8DFC6787-4569-4AEF-BB23-FDF85FEE05FB}" dt="2025-04-20T16:16:01.751" v="1056"/>
          <ac:graphicFrameMkLst>
            <pc:docMk/>
            <pc:sldMk cId="1046126438" sldId="543"/>
            <ac:graphicFrameMk id="4" creationId="{E66464F2-DF8C-0963-A633-958F60F5A250}"/>
          </ac:graphicFrameMkLst>
        </pc:graphicFrameChg>
        <pc:graphicFrameChg chg="add mod modGraphic">
          <ac:chgData name="Mohammed Fasha" userId="cc64f42d-a1a6-4f08-b97b-0c37f877119f" providerId="ADAL" clId="{8DFC6787-4569-4AEF-BB23-FDF85FEE05FB}" dt="2025-04-20T16:16:31.698" v="1066" actId="207"/>
          <ac:graphicFrameMkLst>
            <pc:docMk/>
            <pc:sldMk cId="1046126438" sldId="543"/>
            <ac:graphicFrameMk id="6" creationId="{4772F095-620F-FC98-CF30-AFF62F3FF96A}"/>
          </ac:graphicFrameMkLst>
        </pc:graphicFrameChg>
      </pc:sldChg>
      <pc:sldChg chg="modSp add mod">
        <pc:chgData name="Mohammed Fasha" userId="cc64f42d-a1a6-4f08-b97b-0c37f877119f" providerId="ADAL" clId="{8DFC6787-4569-4AEF-BB23-FDF85FEE05FB}" dt="2025-04-20T16:16:55.028" v="1075" actId="113"/>
        <pc:sldMkLst>
          <pc:docMk/>
          <pc:sldMk cId="2367421114" sldId="544"/>
        </pc:sldMkLst>
        <pc:spChg chg="mod">
          <ac:chgData name="Mohammed Fasha" userId="cc64f42d-a1a6-4f08-b97b-0c37f877119f" providerId="ADAL" clId="{8DFC6787-4569-4AEF-BB23-FDF85FEE05FB}" dt="2025-04-20T16:16:55.028" v="1075" actId="113"/>
          <ac:spMkLst>
            <pc:docMk/>
            <pc:sldMk cId="2367421114" sldId="544"/>
            <ac:spMk id="2" creationId="{1BD7219A-565B-0364-D1A6-A395C00C8AC1}"/>
          </ac:spMkLst>
        </pc:spChg>
        <pc:spChg chg="mod">
          <ac:chgData name="Mohammed Fasha" userId="cc64f42d-a1a6-4f08-b97b-0c37f877119f" providerId="ADAL" clId="{8DFC6787-4569-4AEF-BB23-FDF85FEE05FB}" dt="2025-04-20T16:16:51.516" v="1070" actId="21"/>
          <ac:spMkLst>
            <pc:docMk/>
            <pc:sldMk cId="2367421114" sldId="544"/>
            <ac:spMk id="3" creationId="{B1CA823B-EFCF-52EE-7B6D-C87B19D4D1AD}"/>
          </ac:spMkLst>
        </pc:spChg>
      </pc:sldChg>
      <pc:sldChg chg="modSp add mod">
        <pc:chgData name="Mohammed Fasha" userId="cc64f42d-a1a6-4f08-b97b-0c37f877119f" providerId="ADAL" clId="{8DFC6787-4569-4AEF-BB23-FDF85FEE05FB}" dt="2025-04-20T16:17:18.178" v="1083" actId="179"/>
        <pc:sldMkLst>
          <pc:docMk/>
          <pc:sldMk cId="2873219672" sldId="545"/>
        </pc:sldMkLst>
        <pc:spChg chg="mod">
          <ac:chgData name="Mohammed Fasha" userId="cc64f42d-a1a6-4f08-b97b-0c37f877119f" providerId="ADAL" clId="{8DFC6787-4569-4AEF-BB23-FDF85FEE05FB}" dt="2025-04-20T16:17:10.405" v="1082" actId="113"/>
          <ac:spMkLst>
            <pc:docMk/>
            <pc:sldMk cId="2873219672" sldId="545"/>
            <ac:spMk id="2" creationId="{177838D7-20A2-18DE-4C40-55154AB01259}"/>
          </ac:spMkLst>
        </pc:spChg>
        <pc:spChg chg="mod">
          <ac:chgData name="Mohammed Fasha" userId="cc64f42d-a1a6-4f08-b97b-0c37f877119f" providerId="ADAL" clId="{8DFC6787-4569-4AEF-BB23-FDF85FEE05FB}" dt="2025-04-20T16:17:18.178" v="1083" actId="179"/>
          <ac:spMkLst>
            <pc:docMk/>
            <pc:sldMk cId="2873219672" sldId="545"/>
            <ac:spMk id="3" creationId="{3506EBC8-A8EF-0FFA-8A82-7C36F13B9B3A}"/>
          </ac:spMkLst>
        </pc:spChg>
      </pc:sldChg>
      <pc:sldChg chg="addSp delSp modSp add mod">
        <pc:chgData name="Mohammed Fasha" userId="cc64f42d-a1a6-4f08-b97b-0c37f877119f" providerId="ADAL" clId="{8DFC6787-4569-4AEF-BB23-FDF85FEE05FB}" dt="2025-04-20T16:17:57.898" v="1093" actId="14734"/>
        <pc:sldMkLst>
          <pc:docMk/>
          <pc:sldMk cId="3251816614" sldId="546"/>
        </pc:sldMkLst>
        <pc:spChg chg="mod">
          <ac:chgData name="Mohammed Fasha" userId="cc64f42d-a1a6-4f08-b97b-0c37f877119f" providerId="ADAL" clId="{8DFC6787-4569-4AEF-BB23-FDF85FEE05FB}" dt="2025-04-20T16:17:31.786" v="1084"/>
          <ac:spMkLst>
            <pc:docMk/>
            <pc:sldMk cId="3251816614" sldId="546"/>
            <ac:spMk id="2" creationId="{00B56891-AA74-F48F-1FC4-667A2169FCEE}"/>
          </ac:spMkLst>
        </pc:spChg>
        <pc:spChg chg="del">
          <ac:chgData name="Mohammed Fasha" userId="cc64f42d-a1a6-4f08-b97b-0c37f877119f" providerId="ADAL" clId="{8DFC6787-4569-4AEF-BB23-FDF85FEE05FB}" dt="2025-04-20T16:17:37.321" v="1085"/>
          <ac:spMkLst>
            <pc:docMk/>
            <pc:sldMk cId="3251816614" sldId="546"/>
            <ac:spMk id="3" creationId="{3015FAE3-7D05-131D-9A01-DDF32643FD74}"/>
          </ac:spMkLst>
        </pc:spChg>
        <pc:graphicFrameChg chg="add mod modGraphic">
          <ac:chgData name="Mohammed Fasha" userId="cc64f42d-a1a6-4f08-b97b-0c37f877119f" providerId="ADAL" clId="{8DFC6787-4569-4AEF-BB23-FDF85FEE05FB}" dt="2025-04-20T16:17:57.898" v="1093" actId="14734"/>
          <ac:graphicFrameMkLst>
            <pc:docMk/>
            <pc:sldMk cId="3251816614" sldId="546"/>
            <ac:graphicFrameMk id="4" creationId="{09D2270A-56BB-6025-22B0-054C374A88CB}"/>
          </ac:graphicFrameMkLst>
        </pc:graphicFrameChg>
      </pc:sldChg>
      <pc:sldChg chg="modSp add mod">
        <pc:chgData name="Mohammed Fasha" userId="cc64f42d-a1a6-4f08-b97b-0c37f877119f" providerId="ADAL" clId="{8DFC6787-4569-4AEF-BB23-FDF85FEE05FB}" dt="2025-04-20T16:18:43.787" v="1104" actId="179"/>
        <pc:sldMkLst>
          <pc:docMk/>
          <pc:sldMk cId="911742515" sldId="547"/>
        </pc:sldMkLst>
        <pc:spChg chg="mod">
          <ac:chgData name="Mohammed Fasha" userId="cc64f42d-a1a6-4f08-b97b-0c37f877119f" providerId="ADAL" clId="{8DFC6787-4569-4AEF-BB23-FDF85FEE05FB}" dt="2025-04-20T16:18:39.264" v="1103" actId="113"/>
          <ac:spMkLst>
            <pc:docMk/>
            <pc:sldMk cId="911742515" sldId="547"/>
            <ac:spMk id="2" creationId="{CE1309BF-3268-C9E5-17FA-93C35BF763A0}"/>
          </ac:spMkLst>
        </pc:spChg>
        <pc:spChg chg="mod">
          <ac:chgData name="Mohammed Fasha" userId="cc64f42d-a1a6-4f08-b97b-0c37f877119f" providerId="ADAL" clId="{8DFC6787-4569-4AEF-BB23-FDF85FEE05FB}" dt="2025-04-20T16:18:43.787" v="1104" actId="179"/>
          <ac:spMkLst>
            <pc:docMk/>
            <pc:sldMk cId="911742515" sldId="547"/>
            <ac:spMk id="3" creationId="{8DCB0AD6-F8A2-7AD2-CE9E-8ACC5C709189}"/>
          </ac:spMkLst>
        </pc:spChg>
      </pc:sldChg>
      <pc:sldChg chg="addSp delSp modSp new mod modClrScheme chgLayout">
        <pc:chgData name="Mohammed Fasha" userId="cc64f42d-a1a6-4f08-b97b-0c37f877119f" providerId="ADAL" clId="{8DFC6787-4569-4AEF-BB23-FDF85FEE05FB}" dt="2025-04-20T16:18:25.861" v="1096"/>
        <pc:sldMkLst>
          <pc:docMk/>
          <pc:sldMk cId="4271525347" sldId="548"/>
        </pc:sldMkLst>
        <pc:spChg chg="del mod ord">
          <ac:chgData name="Mohammed Fasha" userId="cc64f42d-a1a6-4f08-b97b-0c37f877119f" providerId="ADAL" clId="{8DFC6787-4569-4AEF-BB23-FDF85FEE05FB}" dt="2025-04-20T16:18:24.844" v="1095" actId="700"/>
          <ac:spMkLst>
            <pc:docMk/>
            <pc:sldMk cId="4271525347" sldId="548"/>
            <ac:spMk id="2" creationId="{54671B73-E217-393A-ADA0-1C309A1406ED}"/>
          </ac:spMkLst>
        </pc:spChg>
        <pc:spChg chg="del mod ord">
          <ac:chgData name="Mohammed Fasha" userId="cc64f42d-a1a6-4f08-b97b-0c37f877119f" providerId="ADAL" clId="{8DFC6787-4569-4AEF-BB23-FDF85FEE05FB}" dt="2025-04-20T16:18:24.844" v="1095" actId="700"/>
          <ac:spMkLst>
            <pc:docMk/>
            <pc:sldMk cId="4271525347" sldId="548"/>
            <ac:spMk id="3" creationId="{F682A2BD-2BD9-3C59-15C7-614EF54AF11C}"/>
          </ac:spMkLst>
        </pc:spChg>
        <pc:spChg chg="add mod ord">
          <ac:chgData name="Mohammed Fasha" userId="cc64f42d-a1a6-4f08-b97b-0c37f877119f" providerId="ADAL" clId="{8DFC6787-4569-4AEF-BB23-FDF85FEE05FB}" dt="2025-04-20T16:18:25.861" v="1096"/>
          <ac:spMkLst>
            <pc:docMk/>
            <pc:sldMk cId="4271525347" sldId="548"/>
            <ac:spMk id="4" creationId="{1CC20D07-049B-3CA8-2024-7EFEE66520CC}"/>
          </ac:spMkLst>
        </pc:spChg>
        <pc:spChg chg="add mod ord">
          <ac:chgData name="Mohammed Fasha" userId="cc64f42d-a1a6-4f08-b97b-0c37f877119f" providerId="ADAL" clId="{8DFC6787-4569-4AEF-BB23-FDF85FEE05FB}" dt="2025-04-20T16:18:24.844" v="1095" actId="700"/>
          <ac:spMkLst>
            <pc:docMk/>
            <pc:sldMk cId="4271525347" sldId="548"/>
            <ac:spMk id="5" creationId="{E28F8395-4487-BB5E-260B-942B3E07EE44}"/>
          </ac:spMkLst>
        </pc:spChg>
      </pc:sldChg>
      <pc:sldChg chg="addSp delSp modSp new mod">
        <pc:chgData name="Mohammed Fasha" userId="cc64f42d-a1a6-4f08-b97b-0c37f877119f" providerId="ADAL" clId="{8DFC6787-4569-4AEF-BB23-FDF85FEE05FB}" dt="2025-04-20T16:19:18.883" v="1127"/>
        <pc:sldMkLst>
          <pc:docMk/>
          <pc:sldMk cId="3792898422" sldId="549"/>
        </pc:sldMkLst>
        <pc:spChg chg="mod">
          <ac:chgData name="Mohammed Fasha" userId="cc64f42d-a1a6-4f08-b97b-0c37f877119f" providerId="ADAL" clId="{8DFC6787-4569-4AEF-BB23-FDF85FEE05FB}" dt="2025-04-20T16:19:18.883" v="1127"/>
          <ac:spMkLst>
            <pc:docMk/>
            <pc:sldMk cId="3792898422" sldId="549"/>
            <ac:spMk id="2" creationId="{8530B7F1-14F3-FBFD-5B77-11C2E7912C63}"/>
          </ac:spMkLst>
        </pc:spChg>
        <pc:spChg chg="del">
          <ac:chgData name="Mohammed Fasha" userId="cc64f42d-a1a6-4f08-b97b-0c37f877119f" providerId="ADAL" clId="{8DFC6787-4569-4AEF-BB23-FDF85FEE05FB}" dt="2025-04-20T16:19:02.022" v="1121"/>
          <ac:spMkLst>
            <pc:docMk/>
            <pc:sldMk cId="3792898422" sldId="549"/>
            <ac:spMk id="3" creationId="{2E5B50F0-0B3B-0E18-F149-2E7D6BBB1E9C}"/>
          </ac:spMkLst>
        </pc:spChg>
        <pc:graphicFrameChg chg="add mod modGraphic">
          <ac:chgData name="Mohammed Fasha" userId="cc64f42d-a1a6-4f08-b97b-0c37f877119f" providerId="ADAL" clId="{8DFC6787-4569-4AEF-BB23-FDF85FEE05FB}" dt="2025-04-20T16:19:13.989" v="1126" actId="207"/>
          <ac:graphicFrameMkLst>
            <pc:docMk/>
            <pc:sldMk cId="3792898422" sldId="549"/>
            <ac:graphicFrameMk id="4" creationId="{23784DCA-38B3-2B08-C761-B38A9BE7C30C}"/>
          </ac:graphicFrameMkLst>
        </pc:graphicFrameChg>
      </pc:sldChg>
      <pc:sldChg chg="modSp new mod">
        <pc:chgData name="Mohammed Fasha" userId="cc64f42d-a1a6-4f08-b97b-0c37f877119f" providerId="ADAL" clId="{8DFC6787-4569-4AEF-BB23-FDF85FEE05FB}" dt="2025-04-20T16:19:35.376" v="1129"/>
        <pc:sldMkLst>
          <pc:docMk/>
          <pc:sldMk cId="1904661062" sldId="550"/>
        </pc:sldMkLst>
        <pc:spChg chg="mod">
          <ac:chgData name="Mohammed Fasha" userId="cc64f42d-a1a6-4f08-b97b-0c37f877119f" providerId="ADAL" clId="{8DFC6787-4569-4AEF-BB23-FDF85FEE05FB}" dt="2025-04-20T16:19:35.376" v="1129"/>
          <ac:spMkLst>
            <pc:docMk/>
            <pc:sldMk cId="1904661062" sldId="550"/>
            <ac:spMk id="2" creationId="{B70E7044-C734-6DCA-70DC-41BF59B09FFA}"/>
          </ac:spMkLst>
        </pc:spChg>
        <pc:spChg chg="mod">
          <ac:chgData name="Mohammed Fasha" userId="cc64f42d-a1a6-4f08-b97b-0c37f877119f" providerId="ADAL" clId="{8DFC6787-4569-4AEF-BB23-FDF85FEE05FB}" dt="2025-04-20T16:19:25.441" v="1128"/>
          <ac:spMkLst>
            <pc:docMk/>
            <pc:sldMk cId="1904661062" sldId="550"/>
            <ac:spMk id="3" creationId="{3931397A-7788-D1BD-366C-19C0F6CB7739}"/>
          </ac:spMkLst>
        </pc:spChg>
      </pc:sldChg>
      <pc:sldChg chg="modSp new mod">
        <pc:chgData name="Mohammed Fasha" userId="cc64f42d-a1a6-4f08-b97b-0c37f877119f" providerId="ADAL" clId="{8DFC6787-4569-4AEF-BB23-FDF85FEE05FB}" dt="2025-04-20T16:19:52.075" v="1131"/>
        <pc:sldMkLst>
          <pc:docMk/>
          <pc:sldMk cId="1778249791" sldId="551"/>
        </pc:sldMkLst>
        <pc:spChg chg="mod">
          <ac:chgData name="Mohammed Fasha" userId="cc64f42d-a1a6-4f08-b97b-0c37f877119f" providerId="ADAL" clId="{8DFC6787-4569-4AEF-BB23-FDF85FEE05FB}" dt="2025-04-20T16:19:52.075" v="1131"/>
          <ac:spMkLst>
            <pc:docMk/>
            <pc:sldMk cId="1778249791" sldId="551"/>
            <ac:spMk id="2" creationId="{B66C7229-851A-8EA1-4281-2708CB34D225}"/>
          </ac:spMkLst>
        </pc:spChg>
        <pc:spChg chg="mod">
          <ac:chgData name="Mohammed Fasha" userId="cc64f42d-a1a6-4f08-b97b-0c37f877119f" providerId="ADAL" clId="{8DFC6787-4569-4AEF-BB23-FDF85FEE05FB}" dt="2025-04-20T16:19:43.120" v="1130"/>
          <ac:spMkLst>
            <pc:docMk/>
            <pc:sldMk cId="1778249791" sldId="551"/>
            <ac:spMk id="3" creationId="{81ECA7CD-91EE-5722-4174-C950F2B8D0A8}"/>
          </ac:spMkLst>
        </pc:spChg>
      </pc:sldChg>
      <pc:sldChg chg="modSp new mod">
        <pc:chgData name="Mohammed Fasha" userId="cc64f42d-a1a6-4f08-b97b-0c37f877119f" providerId="ADAL" clId="{8DFC6787-4569-4AEF-BB23-FDF85FEE05FB}" dt="2025-04-20T16:20:10.111" v="1138" actId="14100"/>
        <pc:sldMkLst>
          <pc:docMk/>
          <pc:sldMk cId="3613121118" sldId="552"/>
        </pc:sldMkLst>
        <pc:spChg chg="mod">
          <ac:chgData name="Mohammed Fasha" userId="cc64f42d-a1a6-4f08-b97b-0c37f877119f" providerId="ADAL" clId="{8DFC6787-4569-4AEF-BB23-FDF85FEE05FB}" dt="2025-04-20T16:20:06.678" v="1137" actId="113"/>
          <ac:spMkLst>
            <pc:docMk/>
            <pc:sldMk cId="3613121118" sldId="552"/>
            <ac:spMk id="2" creationId="{D544B22A-1CA7-B3BA-DDCB-672BC9A698B7}"/>
          </ac:spMkLst>
        </pc:spChg>
        <pc:spChg chg="mod">
          <ac:chgData name="Mohammed Fasha" userId="cc64f42d-a1a6-4f08-b97b-0c37f877119f" providerId="ADAL" clId="{8DFC6787-4569-4AEF-BB23-FDF85FEE05FB}" dt="2025-04-20T16:20:10.111" v="1138" actId="14100"/>
          <ac:spMkLst>
            <pc:docMk/>
            <pc:sldMk cId="3613121118" sldId="552"/>
            <ac:spMk id="3" creationId="{C08BBBCF-DECF-94E6-0D26-5AFDEA6C3095}"/>
          </ac:spMkLst>
        </pc:spChg>
      </pc:sldChg>
      <pc:sldChg chg="modSp new mod">
        <pc:chgData name="Mohammed Fasha" userId="cc64f42d-a1a6-4f08-b97b-0c37f877119f" providerId="ADAL" clId="{8DFC6787-4569-4AEF-BB23-FDF85FEE05FB}" dt="2025-04-20T16:20:32.869" v="1147" actId="113"/>
        <pc:sldMkLst>
          <pc:docMk/>
          <pc:sldMk cId="1591255543" sldId="553"/>
        </pc:sldMkLst>
        <pc:spChg chg="mod">
          <ac:chgData name="Mohammed Fasha" userId="cc64f42d-a1a6-4f08-b97b-0c37f877119f" providerId="ADAL" clId="{8DFC6787-4569-4AEF-BB23-FDF85FEE05FB}" dt="2025-04-20T16:20:32.869" v="1147" actId="113"/>
          <ac:spMkLst>
            <pc:docMk/>
            <pc:sldMk cId="1591255543" sldId="553"/>
            <ac:spMk id="2" creationId="{7FC1762F-5818-13F4-CE1D-5FF01A43F4CA}"/>
          </ac:spMkLst>
        </pc:spChg>
        <pc:spChg chg="mod">
          <ac:chgData name="Mohammed Fasha" userId="cc64f42d-a1a6-4f08-b97b-0c37f877119f" providerId="ADAL" clId="{8DFC6787-4569-4AEF-BB23-FDF85FEE05FB}" dt="2025-04-20T16:20:25.978" v="1140" actId="21"/>
          <ac:spMkLst>
            <pc:docMk/>
            <pc:sldMk cId="1591255543" sldId="553"/>
            <ac:spMk id="3" creationId="{8BEDF79E-A50F-D475-FE47-442C2C6614AD}"/>
          </ac:spMkLst>
        </pc:spChg>
      </pc:sldChg>
      <pc:sldChg chg="addSp delSp modSp new mod">
        <pc:chgData name="Mohammed Fasha" userId="cc64f42d-a1a6-4f08-b97b-0c37f877119f" providerId="ADAL" clId="{8DFC6787-4569-4AEF-BB23-FDF85FEE05FB}" dt="2025-04-20T16:21:05.688" v="1156" actId="207"/>
        <pc:sldMkLst>
          <pc:docMk/>
          <pc:sldMk cId="1163823271" sldId="554"/>
        </pc:sldMkLst>
        <pc:spChg chg="mod">
          <ac:chgData name="Mohammed Fasha" userId="cc64f42d-a1a6-4f08-b97b-0c37f877119f" providerId="ADAL" clId="{8DFC6787-4569-4AEF-BB23-FDF85FEE05FB}" dt="2025-04-20T16:20:47.318" v="1150"/>
          <ac:spMkLst>
            <pc:docMk/>
            <pc:sldMk cId="1163823271" sldId="554"/>
            <ac:spMk id="2" creationId="{980D4609-B10A-1D2D-7989-2A2D7BBE9B42}"/>
          </ac:spMkLst>
        </pc:spChg>
        <pc:spChg chg="del mod">
          <ac:chgData name="Mohammed Fasha" userId="cc64f42d-a1a6-4f08-b97b-0c37f877119f" providerId="ADAL" clId="{8DFC6787-4569-4AEF-BB23-FDF85FEE05FB}" dt="2025-04-20T16:20:51.855" v="1151"/>
          <ac:spMkLst>
            <pc:docMk/>
            <pc:sldMk cId="1163823271" sldId="554"/>
            <ac:spMk id="3" creationId="{906EC915-6DE6-4A63-FBCC-843B5B454811}"/>
          </ac:spMkLst>
        </pc:spChg>
        <pc:graphicFrameChg chg="add mod modGraphic">
          <ac:chgData name="Mohammed Fasha" userId="cc64f42d-a1a6-4f08-b97b-0c37f877119f" providerId="ADAL" clId="{8DFC6787-4569-4AEF-BB23-FDF85FEE05FB}" dt="2025-04-20T16:21:05.688" v="1156" actId="207"/>
          <ac:graphicFrameMkLst>
            <pc:docMk/>
            <pc:sldMk cId="1163823271" sldId="554"/>
            <ac:graphicFrameMk id="4" creationId="{12750FDE-A73F-F19F-19CA-43E01D9D1185}"/>
          </ac:graphicFrameMkLst>
        </pc:graphicFrameChg>
      </pc:sldChg>
      <pc:sldChg chg="addSp delSp modSp new mod">
        <pc:chgData name="Mohammed Fasha" userId="cc64f42d-a1a6-4f08-b97b-0c37f877119f" providerId="ADAL" clId="{8DFC6787-4569-4AEF-BB23-FDF85FEE05FB}" dt="2025-04-20T16:21:32.846" v="1167" actId="113"/>
        <pc:sldMkLst>
          <pc:docMk/>
          <pc:sldMk cId="2123342641" sldId="555"/>
        </pc:sldMkLst>
        <pc:spChg chg="mod">
          <ac:chgData name="Mohammed Fasha" userId="cc64f42d-a1a6-4f08-b97b-0c37f877119f" providerId="ADAL" clId="{8DFC6787-4569-4AEF-BB23-FDF85FEE05FB}" dt="2025-04-20T16:21:32.846" v="1167" actId="113"/>
          <ac:spMkLst>
            <pc:docMk/>
            <pc:sldMk cId="2123342641" sldId="555"/>
            <ac:spMk id="2" creationId="{83950DEA-F978-30DF-0F7B-8EF0CB490E4E}"/>
          </ac:spMkLst>
        </pc:spChg>
        <pc:spChg chg="add del mod">
          <ac:chgData name="Mohammed Fasha" userId="cc64f42d-a1a6-4f08-b97b-0c37f877119f" providerId="ADAL" clId="{8DFC6787-4569-4AEF-BB23-FDF85FEE05FB}" dt="2025-04-20T16:21:28.055" v="1160" actId="21"/>
          <ac:spMkLst>
            <pc:docMk/>
            <pc:sldMk cId="2123342641" sldId="555"/>
            <ac:spMk id="3" creationId="{73C2FFE0-8C61-B37F-A4AB-589694E5ACEE}"/>
          </ac:spMkLst>
        </pc:spChg>
        <pc:spChg chg="add mod">
          <ac:chgData name="Mohammed Fasha" userId="cc64f42d-a1a6-4f08-b97b-0c37f877119f" providerId="ADAL" clId="{8DFC6787-4569-4AEF-BB23-FDF85FEE05FB}" dt="2025-04-20T16:21:17.991" v="1158"/>
          <ac:spMkLst>
            <pc:docMk/>
            <pc:sldMk cId="2123342641" sldId="555"/>
            <ac:spMk id="4" creationId="{19749544-16C2-75AE-494D-AC5B93BD942D}"/>
          </ac:spMkLst>
        </pc:spChg>
      </pc:sldChg>
      <pc:sldChg chg="modSp new mod">
        <pc:chgData name="Mohammed Fasha" userId="cc64f42d-a1a6-4f08-b97b-0c37f877119f" providerId="ADAL" clId="{8DFC6787-4569-4AEF-BB23-FDF85FEE05FB}" dt="2025-04-20T16:30:48.827" v="1257" actId="113"/>
        <pc:sldMkLst>
          <pc:docMk/>
          <pc:sldMk cId="369462326" sldId="556"/>
        </pc:sldMkLst>
        <pc:spChg chg="mod">
          <ac:chgData name="Mohammed Fasha" userId="cc64f42d-a1a6-4f08-b97b-0c37f877119f" providerId="ADAL" clId="{8DFC6787-4569-4AEF-BB23-FDF85FEE05FB}" dt="2025-04-20T16:30:48.827" v="1257" actId="113"/>
          <ac:spMkLst>
            <pc:docMk/>
            <pc:sldMk cId="369462326" sldId="556"/>
            <ac:spMk id="2" creationId="{E51B2151-8E09-9592-09BB-503F7F53054F}"/>
          </ac:spMkLst>
        </pc:spChg>
        <pc:spChg chg="mod">
          <ac:chgData name="Mohammed Fasha" userId="cc64f42d-a1a6-4f08-b97b-0c37f877119f" providerId="ADAL" clId="{8DFC6787-4569-4AEF-BB23-FDF85FEE05FB}" dt="2025-04-20T16:30:45.306" v="1252" actId="21"/>
          <ac:spMkLst>
            <pc:docMk/>
            <pc:sldMk cId="369462326" sldId="556"/>
            <ac:spMk id="3" creationId="{5D4B651C-37BB-C62F-4859-7737D4128910}"/>
          </ac:spMkLst>
        </pc:spChg>
      </pc:sldChg>
      <pc:sldChg chg="modSp new mod">
        <pc:chgData name="Mohammed Fasha" userId="cc64f42d-a1a6-4f08-b97b-0c37f877119f" providerId="ADAL" clId="{8DFC6787-4569-4AEF-BB23-FDF85FEE05FB}" dt="2025-04-20T16:31:01.135" v="1264" actId="113"/>
        <pc:sldMkLst>
          <pc:docMk/>
          <pc:sldMk cId="1059666236" sldId="557"/>
        </pc:sldMkLst>
        <pc:spChg chg="mod">
          <ac:chgData name="Mohammed Fasha" userId="cc64f42d-a1a6-4f08-b97b-0c37f877119f" providerId="ADAL" clId="{8DFC6787-4569-4AEF-BB23-FDF85FEE05FB}" dt="2025-04-20T16:31:01.135" v="1264" actId="113"/>
          <ac:spMkLst>
            <pc:docMk/>
            <pc:sldMk cId="1059666236" sldId="557"/>
            <ac:spMk id="2" creationId="{B670E45C-0F4F-6A40-4C72-3410D4312122}"/>
          </ac:spMkLst>
        </pc:spChg>
        <pc:spChg chg="mod">
          <ac:chgData name="Mohammed Fasha" userId="cc64f42d-a1a6-4f08-b97b-0c37f877119f" providerId="ADAL" clId="{8DFC6787-4569-4AEF-BB23-FDF85FEE05FB}" dt="2025-04-20T16:30:57.441" v="1259" actId="21"/>
          <ac:spMkLst>
            <pc:docMk/>
            <pc:sldMk cId="1059666236" sldId="557"/>
            <ac:spMk id="3" creationId="{298434D0-EFA2-10B0-0D1A-127391D1DE46}"/>
          </ac:spMkLst>
        </pc:spChg>
      </pc:sldChg>
      <pc:sldChg chg="addSp delSp modSp new mod">
        <pc:chgData name="Mohammed Fasha" userId="cc64f42d-a1a6-4f08-b97b-0c37f877119f" providerId="ADAL" clId="{8DFC6787-4569-4AEF-BB23-FDF85FEE05FB}" dt="2025-04-20T16:31:40.789" v="1276" actId="1076"/>
        <pc:sldMkLst>
          <pc:docMk/>
          <pc:sldMk cId="880183050" sldId="558"/>
        </pc:sldMkLst>
        <pc:spChg chg="mod">
          <ac:chgData name="Mohammed Fasha" userId="cc64f42d-a1a6-4f08-b97b-0c37f877119f" providerId="ADAL" clId="{8DFC6787-4569-4AEF-BB23-FDF85FEE05FB}" dt="2025-04-20T16:31:08.312" v="1265"/>
          <ac:spMkLst>
            <pc:docMk/>
            <pc:sldMk cId="880183050" sldId="558"/>
            <ac:spMk id="2" creationId="{88810EBD-84C1-9DDA-4F6F-D6980AFEDF57}"/>
          </ac:spMkLst>
        </pc:spChg>
        <pc:spChg chg="del">
          <ac:chgData name="Mohammed Fasha" userId="cc64f42d-a1a6-4f08-b97b-0c37f877119f" providerId="ADAL" clId="{8DFC6787-4569-4AEF-BB23-FDF85FEE05FB}" dt="2025-04-20T16:31:13.944" v="1266"/>
          <ac:spMkLst>
            <pc:docMk/>
            <pc:sldMk cId="880183050" sldId="558"/>
            <ac:spMk id="3" creationId="{CAF69739-9647-F676-9656-572121BD5DF3}"/>
          </ac:spMkLst>
        </pc:spChg>
        <pc:graphicFrameChg chg="add mod modGraphic">
          <ac:chgData name="Mohammed Fasha" userId="cc64f42d-a1a6-4f08-b97b-0c37f877119f" providerId="ADAL" clId="{8DFC6787-4569-4AEF-BB23-FDF85FEE05FB}" dt="2025-04-20T16:31:40.789" v="1276" actId="1076"/>
          <ac:graphicFrameMkLst>
            <pc:docMk/>
            <pc:sldMk cId="880183050" sldId="558"/>
            <ac:graphicFrameMk id="4" creationId="{7BA51BA0-5C76-EDD2-6206-D20B9ECBEFC7}"/>
          </ac:graphicFrameMkLst>
        </pc:graphicFrameChg>
      </pc:sldChg>
      <pc:sldChg chg="modSp new mod">
        <pc:chgData name="Mohammed Fasha" userId="cc64f42d-a1a6-4f08-b97b-0c37f877119f" providerId="ADAL" clId="{8DFC6787-4569-4AEF-BB23-FDF85FEE05FB}" dt="2025-04-20T16:31:53.875" v="1278"/>
        <pc:sldMkLst>
          <pc:docMk/>
          <pc:sldMk cId="3113957299" sldId="559"/>
        </pc:sldMkLst>
        <pc:spChg chg="mod">
          <ac:chgData name="Mohammed Fasha" userId="cc64f42d-a1a6-4f08-b97b-0c37f877119f" providerId="ADAL" clId="{8DFC6787-4569-4AEF-BB23-FDF85FEE05FB}" dt="2025-04-20T16:31:53.875" v="1278"/>
          <ac:spMkLst>
            <pc:docMk/>
            <pc:sldMk cId="3113957299" sldId="559"/>
            <ac:spMk id="2" creationId="{A625D598-3061-F1E2-2E09-21E68A47440F}"/>
          </ac:spMkLst>
        </pc:spChg>
        <pc:spChg chg="mod">
          <ac:chgData name="Mohammed Fasha" userId="cc64f42d-a1a6-4f08-b97b-0c37f877119f" providerId="ADAL" clId="{8DFC6787-4569-4AEF-BB23-FDF85FEE05FB}" dt="2025-04-20T16:31:49.058" v="1277"/>
          <ac:spMkLst>
            <pc:docMk/>
            <pc:sldMk cId="3113957299" sldId="559"/>
            <ac:spMk id="3" creationId="{1A56C2B4-2D7E-D580-361E-CAF6480A3BAB}"/>
          </ac:spMkLst>
        </pc:spChg>
      </pc:sldChg>
      <pc:sldChg chg="modSp new mod">
        <pc:chgData name="Mohammed Fasha" userId="cc64f42d-a1a6-4f08-b97b-0c37f877119f" providerId="ADAL" clId="{8DFC6787-4569-4AEF-BB23-FDF85FEE05FB}" dt="2025-04-20T16:32:06.044" v="1280"/>
        <pc:sldMkLst>
          <pc:docMk/>
          <pc:sldMk cId="1318437956" sldId="560"/>
        </pc:sldMkLst>
        <pc:spChg chg="mod">
          <ac:chgData name="Mohammed Fasha" userId="cc64f42d-a1a6-4f08-b97b-0c37f877119f" providerId="ADAL" clId="{8DFC6787-4569-4AEF-BB23-FDF85FEE05FB}" dt="2025-04-20T16:32:06.044" v="1280"/>
          <ac:spMkLst>
            <pc:docMk/>
            <pc:sldMk cId="1318437956" sldId="560"/>
            <ac:spMk id="2" creationId="{8FD3F24D-C2CB-AC76-ACDA-EFBB25C1F58E}"/>
          </ac:spMkLst>
        </pc:spChg>
        <pc:spChg chg="mod">
          <ac:chgData name="Mohammed Fasha" userId="cc64f42d-a1a6-4f08-b97b-0c37f877119f" providerId="ADAL" clId="{8DFC6787-4569-4AEF-BB23-FDF85FEE05FB}" dt="2025-04-20T16:32:00.462" v="1279"/>
          <ac:spMkLst>
            <pc:docMk/>
            <pc:sldMk cId="1318437956" sldId="560"/>
            <ac:spMk id="3" creationId="{673D1EE1-2197-35B0-A405-8D13FBCC1244}"/>
          </ac:spMkLst>
        </pc:spChg>
      </pc:sldChg>
      <pc:sldChg chg="modSp new mod">
        <pc:chgData name="Mohammed Fasha" userId="cc64f42d-a1a6-4f08-b97b-0c37f877119f" providerId="ADAL" clId="{8DFC6787-4569-4AEF-BB23-FDF85FEE05FB}" dt="2025-04-20T16:32:19.594" v="1282"/>
        <pc:sldMkLst>
          <pc:docMk/>
          <pc:sldMk cId="3428783325" sldId="561"/>
        </pc:sldMkLst>
        <pc:spChg chg="mod">
          <ac:chgData name="Mohammed Fasha" userId="cc64f42d-a1a6-4f08-b97b-0c37f877119f" providerId="ADAL" clId="{8DFC6787-4569-4AEF-BB23-FDF85FEE05FB}" dt="2025-04-20T16:32:19.594" v="1282"/>
          <ac:spMkLst>
            <pc:docMk/>
            <pc:sldMk cId="3428783325" sldId="561"/>
            <ac:spMk id="2" creationId="{5CB8BA54-945F-1D42-7118-284F2B315D91}"/>
          </ac:spMkLst>
        </pc:spChg>
        <pc:spChg chg="mod">
          <ac:chgData name="Mohammed Fasha" userId="cc64f42d-a1a6-4f08-b97b-0c37f877119f" providerId="ADAL" clId="{8DFC6787-4569-4AEF-BB23-FDF85FEE05FB}" dt="2025-04-20T16:32:12.697" v="1281"/>
          <ac:spMkLst>
            <pc:docMk/>
            <pc:sldMk cId="3428783325" sldId="561"/>
            <ac:spMk id="3" creationId="{853D8809-DD8C-D409-4749-7973F58CB9F9}"/>
          </ac:spMkLst>
        </pc:spChg>
      </pc:sldChg>
      <pc:sldChg chg="modSp new mod">
        <pc:chgData name="Mohammed Fasha" userId="cc64f42d-a1a6-4f08-b97b-0c37f877119f" providerId="ADAL" clId="{8DFC6787-4569-4AEF-BB23-FDF85FEE05FB}" dt="2025-04-20T16:32:31.655" v="1284"/>
        <pc:sldMkLst>
          <pc:docMk/>
          <pc:sldMk cId="2026840369" sldId="562"/>
        </pc:sldMkLst>
        <pc:spChg chg="mod">
          <ac:chgData name="Mohammed Fasha" userId="cc64f42d-a1a6-4f08-b97b-0c37f877119f" providerId="ADAL" clId="{8DFC6787-4569-4AEF-BB23-FDF85FEE05FB}" dt="2025-04-20T16:32:31.655" v="1284"/>
          <ac:spMkLst>
            <pc:docMk/>
            <pc:sldMk cId="2026840369" sldId="562"/>
            <ac:spMk id="2" creationId="{A9B6D353-619E-E4CA-715E-5BA48A217D7D}"/>
          </ac:spMkLst>
        </pc:spChg>
        <pc:spChg chg="mod">
          <ac:chgData name="Mohammed Fasha" userId="cc64f42d-a1a6-4f08-b97b-0c37f877119f" providerId="ADAL" clId="{8DFC6787-4569-4AEF-BB23-FDF85FEE05FB}" dt="2025-04-20T16:32:26.051" v="1283"/>
          <ac:spMkLst>
            <pc:docMk/>
            <pc:sldMk cId="2026840369" sldId="562"/>
            <ac:spMk id="3" creationId="{0DFF4ABB-D621-AFCC-44B1-ADD467B27876}"/>
          </ac:spMkLst>
        </pc:spChg>
      </pc:sldChg>
      <pc:sldChg chg="addSp delSp modSp new mod">
        <pc:chgData name="Mohammed Fasha" userId="cc64f42d-a1a6-4f08-b97b-0c37f877119f" providerId="ADAL" clId="{8DFC6787-4569-4AEF-BB23-FDF85FEE05FB}" dt="2025-04-20T16:52:22.169" v="1303" actId="14734"/>
        <pc:sldMkLst>
          <pc:docMk/>
          <pc:sldMk cId="111678867" sldId="563"/>
        </pc:sldMkLst>
        <pc:spChg chg="mod">
          <ac:chgData name="Mohammed Fasha" userId="cc64f42d-a1a6-4f08-b97b-0c37f877119f" providerId="ADAL" clId="{8DFC6787-4569-4AEF-BB23-FDF85FEE05FB}" dt="2025-04-20T16:32:39.708" v="1285"/>
          <ac:spMkLst>
            <pc:docMk/>
            <pc:sldMk cId="111678867" sldId="563"/>
            <ac:spMk id="2" creationId="{06EB5DC8-2E6D-FF77-7DD5-943BBA1FA01E}"/>
          </ac:spMkLst>
        </pc:spChg>
        <pc:spChg chg="del">
          <ac:chgData name="Mohammed Fasha" userId="cc64f42d-a1a6-4f08-b97b-0c37f877119f" providerId="ADAL" clId="{8DFC6787-4569-4AEF-BB23-FDF85FEE05FB}" dt="2025-04-20T16:32:43.067" v="1286"/>
          <ac:spMkLst>
            <pc:docMk/>
            <pc:sldMk cId="111678867" sldId="563"/>
            <ac:spMk id="3" creationId="{F1BCFA5F-0A48-F408-E08A-D06D2FDAC0B0}"/>
          </ac:spMkLst>
        </pc:spChg>
        <pc:graphicFrameChg chg="add mod modGraphic">
          <ac:chgData name="Mohammed Fasha" userId="cc64f42d-a1a6-4f08-b97b-0c37f877119f" providerId="ADAL" clId="{8DFC6787-4569-4AEF-BB23-FDF85FEE05FB}" dt="2025-04-20T16:52:22.169" v="1303" actId="14734"/>
          <ac:graphicFrameMkLst>
            <pc:docMk/>
            <pc:sldMk cId="111678867" sldId="563"/>
            <ac:graphicFrameMk id="4" creationId="{F1DF050B-ABED-3F60-93D9-0CA27BFBA435}"/>
          </ac:graphicFrameMkLst>
        </pc:graphicFrameChg>
      </pc:sldChg>
      <pc:sldChg chg="addSp delSp modSp new mod modClrScheme chgLayout">
        <pc:chgData name="Mohammed Fasha" userId="cc64f42d-a1a6-4f08-b97b-0c37f877119f" providerId="ADAL" clId="{8DFC6787-4569-4AEF-BB23-FDF85FEE05FB}" dt="2025-04-20T16:52:48.459" v="1307" actId="404"/>
        <pc:sldMkLst>
          <pc:docMk/>
          <pc:sldMk cId="1207130840" sldId="564"/>
        </pc:sldMkLst>
        <pc:spChg chg="del mod ord">
          <ac:chgData name="Mohammed Fasha" userId="cc64f42d-a1a6-4f08-b97b-0c37f877119f" providerId="ADAL" clId="{8DFC6787-4569-4AEF-BB23-FDF85FEE05FB}" dt="2025-04-20T16:52:26.318" v="1304" actId="700"/>
          <ac:spMkLst>
            <pc:docMk/>
            <pc:sldMk cId="1207130840" sldId="564"/>
            <ac:spMk id="2" creationId="{241F665C-B2B5-92DB-D872-43CC95DAD0B6}"/>
          </ac:spMkLst>
        </pc:spChg>
        <pc:spChg chg="del mod ord">
          <ac:chgData name="Mohammed Fasha" userId="cc64f42d-a1a6-4f08-b97b-0c37f877119f" providerId="ADAL" clId="{8DFC6787-4569-4AEF-BB23-FDF85FEE05FB}" dt="2025-04-20T16:52:26.318" v="1304" actId="700"/>
          <ac:spMkLst>
            <pc:docMk/>
            <pc:sldMk cId="1207130840" sldId="564"/>
            <ac:spMk id="3" creationId="{95445AAE-BF7D-FF16-93A7-3C2ECE51A09E}"/>
          </ac:spMkLst>
        </pc:spChg>
        <pc:spChg chg="add mod ord">
          <ac:chgData name="Mohammed Fasha" userId="cc64f42d-a1a6-4f08-b97b-0c37f877119f" providerId="ADAL" clId="{8DFC6787-4569-4AEF-BB23-FDF85FEE05FB}" dt="2025-04-20T16:52:48.459" v="1307" actId="404"/>
          <ac:spMkLst>
            <pc:docMk/>
            <pc:sldMk cId="1207130840" sldId="564"/>
            <ac:spMk id="4" creationId="{CD982736-4D15-E8BC-6C7D-8C3E9EDFEFBA}"/>
          </ac:spMkLst>
        </pc:spChg>
        <pc:spChg chg="add mod ord">
          <ac:chgData name="Mohammed Fasha" userId="cc64f42d-a1a6-4f08-b97b-0c37f877119f" providerId="ADAL" clId="{8DFC6787-4569-4AEF-BB23-FDF85FEE05FB}" dt="2025-04-20T16:52:26.318" v="1304" actId="700"/>
          <ac:spMkLst>
            <pc:docMk/>
            <pc:sldMk cId="1207130840" sldId="564"/>
            <ac:spMk id="5" creationId="{A7144D67-B07B-7FE9-36BE-4A328E8F3C18}"/>
          </ac:spMkLst>
        </pc:spChg>
      </pc:sldChg>
      <pc:sldChg chg="addSp delSp modSp new mod">
        <pc:chgData name="Mohammed Fasha" userId="cc64f42d-a1a6-4f08-b97b-0c37f877119f" providerId="ADAL" clId="{8DFC6787-4569-4AEF-BB23-FDF85FEE05FB}" dt="2025-04-20T16:29:37.235" v="1247" actId="1076"/>
        <pc:sldMkLst>
          <pc:docMk/>
          <pc:sldMk cId="458402484" sldId="565"/>
        </pc:sldMkLst>
        <pc:spChg chg="mod">
          <ac:chgData name="Mohammed Fasha" userId="cc64f42d-a1a6-4f08-b97b-0c37f877119f" providerId="ADAL" clId="{8DFC6787-4569-4AEF-BB23-FDF85FEE05FB}" dt="2025-04-20T16:28:21.918" v="1232" actId="1076"/>
          <ac:spMkLst>
            <pc:docMk/>
            <pc:sldMk cId="458402484" sldId="565"/>
            <ac:spMk id="2" creationId="{AA24FE04-14DE-C864-D73A-8581DB7C2E03}"/>
          </ac:spMkLst>
        </pc:spChg>
        <pc:spChg chg="del">
          <ac:chgData name="Mohammed Fasha" userId="cc64f42d-a1a6-4f08-b97b-0c37f877119f" providerId="ADAL" clId="{8DFC6787-4569-4AEF-BB23-FDF85FEE05FB}" dt="2025-04-20T16:23:46.208" v="1169"/>
          <ac:spMkLst>
            <pc:docMk/>
            <pc:sldMk cId="458402484" sldId="565"/>
            <ac:spMk id="3" creationId="{8B34FA2C-1206-F0C4-2530-4CD058D280C6}"/>
          </ac:spMkLst>
        </pc:spChg>
        <pc:spChg chg="add mod">
          <ac:chgData name="Mohammed Fasha" userId="cc64f42d-a1a6-4f08-b97b-0c37f877119f" providerId="ADAL" clId="{8DFC6787-4569-4AEF-BB23-FDF85FEE05FB}" dt="2025-04-20T16:29:37.235" v="1247" actId="1076"/>
          <ac:spMkLst>
            <pc:docMk/>
            <pc:sldMk cId="458402484" sldId="565"/>
            <ac:spMk id="6" creationId="{AAA7A14F-1D02-6A36-39F0-F41D17E1A7FB}"/>
          </ac:spMkLst>
        </pc:spChg>
        <pc:spChg chg="add">
          <ac:chgData name="Mohammed Fasha" userId="cc64f42d-a1a6-4f08-b97b-0c37f877119f" providerId="ADAL" clId="{8DFC6787-4569-4AEF-BB23-FDF85FEE05FB}" dt="2025-04-20T16:27:08.746" v="1209"/>
          <ac:spMkLst>
            <pc:docMk/>
            <pc:sldMk cId="458402484" sldId="565"/>
            <ac:spMk id="7" creationId="{3A9E57DC-29B3-589C-0D23-4981F2DE55F2}"/>
          </ac:spMkLst>
        </pc:spChg>
        <pc:spChg chg="add mod">
          <ac:chgData name="Mohammed Fasha" userId="cc64f42d-a1a6-4f08-b97b-0c37f877119f" providerId="ADAL" clId="{8DFC6787-4569-4AEF-BB23-FDF85FEE05FB}" dt="2025-04-20T16:27:19.869" v="1211"/>
          <ac:spMkLst>
            <pc:docMk/>
            <pc:sldMk cId="458402484" sldId="565"/>
            <ac:spMk id="8" creationId="{A7391AB6-9E92-AADF-B980-42C784B41261}"/>
          </ac:spMkLst>
        </pc:spChg>
        <pc:graphicFrameChg chg="add mod modGraphic">
          <ac:chgData name="Mohammed Fasha" userId="cc64f42d-a1a6-4f08-b97b-0c37f877119f" providerId="ADAL" clId="{8DFC6787-4569-4AEF-BB23-FDF85FEE05FB}" dt="2025-04-20T16:29:23.596" v="1246" actId="122"/>
          <ac:graphicFrameMkLst>
            <pc:docMk/>
            <pc:sldMk cId="458402484" sldId="565"/>
            <ac:graphicFrameMk id="4" creationId="{61ECF572-D5E9-565F-3A07-D2F7FC77FFCE}"/>
          </ac:graphicFrameMkLst>
        </pc:graphicFrameChg>
      </pc:sldChg>
      <pc:sldChg chg="addSp delSp modSp new mod modClrScheme chgLayout">
        <pc:chgData name="Mohammed Fasha" userId="cc64f42d-a1a6-4f08-b97b-0c37f877119f" providerId="ADAL" clId="{8DFC6787-4569-4AEF-BB23-FDF85FEE05FB}" dt="2025-04-20T16:30:32.566" v="1250"/>
        <pc:sldMkLst>
          <pc:docMk/>
          <pc:sldMk cId="2278083572" sldId="566"/>
        </pc:sldMkLst>
        <pc:spChg chg="del mod ord">
          <ac:chgData name="Mohammed Fasha" userId="cc64f42d-a1a6-4f08-b97b-0c37f877119f" providerId="ADAL" clId="{8DFC6787-4569-4AEF-BB23-FDF85FEE05FB}" dt="2025-04-20T16:30:31.183" v="1249" actId="700"/>
          <ac:spMkLst>
            <pc:docMk/>
            <pc:sldMk cId="2278083572" sldId="566"/>
            <ac:spMk id="2" creationId="{080F98E9-9714-5682-84F3-723D8D66D31C}"/>
          </ac:spMkLst>
        </pc:spChg>
        <pc:spChg chg="del mod ord">
          <ac:chgData name="Mohammed Fasha" userId="cc64f42d-a1a6-4f08-b97b-0c37f877119f" providerId="ADAL" clId="{8DFC6787-4569-4AEF-BB23-FDF85FEE05FB}" dt="2025-04-20T16:30:31.183" v="1249" actId="700"/>
          <ac:spMkLst>
            <pc:docMk/>
            <pc:sldMk cId="2278083572" sldId="566"/>
            <ac:spMk id="3" creationId="{48016DEC-3812-F263-53CF-3231481B0C27}"/>
          </ac:spMkLst>
        </pc:spChg>
        <pc:spChg chg="add mod ord">
          <ac:chgData name="Mohammed Fasha" userId="cc64f42d-a1a6-4f08-b97b-0c37f877119f" providerId="ADAL" clId="{8DFC6787-4569-4AEF-BB23-FDF85FEE05FB}" dt="2025-04-20T16:30:32.566" v="1250"/>
          <ac:spMkLst>
            <pc:docMk/>
            <pc:sldMk cId="2278083572" sldId="566"/>
            <ac:spMk id="4" creationId="{B6361DCE-9F98-18A5-0475-F8810E47C24B}"/>
          </ac:spMkLst>
        </pc:spChg>
        <pc:spChg chg="add mod ord">
          <ac:chgData name="Mohammed Fasha" userId="cc64f42d-a1a6-4f08-b97b-0c37f877119f" providerId="ADAL" clId="{8DFC6787-4569-4AEF-BB23-FDF85FEE05FB}" dt="2025-04-20T16:30:31.183" v="1249" actId="700"/>
          <ac:spMkLst>
            <pc:docMk/>
            <pc:sldMk cId="2278083572" sldId="566"/>
            <ac:spMk id="5" creationId="{76A40532-959C-3105-EFD7-0C54F8096952}"/>
          </ac:spMkLst>
        </pc:spChg>
      </pc:sldChg>
      <pc:sldChg chg="modSp add mod">
        <pc:chgData name="Mohammed Fasha" userId="cc64f42d-a1a6-4f08-b97b-0c37f877119f" providerId="ADAL" clId="{8DFC6787-4569-4AEF-BB23-FDF85FEE05FB}" dt="2025-04-20T16:53:02.280" v="1310"/>
        <pc:sldMkLst>
          <pc:docMk/>
          <pc:sldMk cId="1014027306" sldId="567"/>
        </pc:sldMkLst>
        <pc:spChg chg="mod">
          <ac:chgData name="Mohammed Fasha" userId="cc64f42d-a1a6-4f08-b97b-0c37f877119f" providerId="ADAL" clId="{8DFC6787-4569-4AEF-BB23-FDF85FEE05FB}" dt="2025-04-20T16:52:56.938" v="1308"/>
          <ac:spMkLst>
            <pc:docMk/>
            <pc:sldMk cId="1014027306" sldId="567"/>
            <ac:spMk id="2" creationId="{C221DFDE-8679-38D5-70B8-8E842D2A58D9}"/>
          </ac:spMkLst>
        </pc:spChg>
        <pc:spChg chg="mod">
          <ac:chgData name="Mohammed Fasha" userId="cc64f42d-a1a6-4f08-b97b-0c37f877119f" providerId="ADAL" clId="{8DFC6787-4569-4AEF-BB23-FDF85FEE05FB}" dt="2025-04-20T16:53:02.280" v="1310"/>
          <ac:spMkLst>
            <pc:docMk/>
            <pc:sldMk cId="1014027306" sldId="567"/>
            <ac:spMk id="3" creationId="{D80862DA-A3F2-69F7-F792-08B24FABAF2F}"/>
          </ac:spMkLst>
        </pc:spChg>
      </pc:sldChg>
      <pc:sldChg chg="modSp add mod">
        <pc:chgData name="Mohammed Fasha" userId="cc64f42d-a1a6-4f08-b97b-0c37f877119f" providerId="ADAL" clId="{8DFC6787-4569-4AEF-BB23-FDF85FEE05FB}" dt="2025-04-20T16:53:16.403" v="1315"/>
        <pc:sldMkLst>
          <pc:docMk/>
          <pc:sldMk cId="488425355" sldId="568"/>
        </pc:sldMkLst>
        <pc:spChg chg="mod">
          <ac:chgData name="Mohammed Fasha" userId="cc64f42d-a1a6-4f08-b97b-0c37f877119f" providerId="ADAL" clId="{8DFC6787-4569-4AEF-BB23-FDF85FEE05FB}" dt="2025-04-20T16:53:11.170" v="1314" actId="20577"/>
          <ac:spMkLst>
            <pc:docMk/>
            <pc:sldMk cId="488425355" sldId="568"/>
            <ac:spMk id="2" creationId="{CA989DFE-B541-C2E0-6FFC-AEEBD6212A4B}"/>
          </ac:spMkLst>
        </pc:spChg>
        <pc:spChg chg="mod">
          <ac:chgData name="Mohammed Fasha" userId="cc64f42d-a1a6-4f08-b97b-0c37f877119f" providerId="ADAL" clId="{8DFC6787-4569-4AEF-BB23-FDF85FEE05FB}" dt="2025-04-20T16:53:16.403" v="1315"/>
          <ac:spMkLst>
            <pc:docMk/>
            <pc:sldMk cId="488425355" sldId="568"/>
            <ac:spMk id="3" creationId="{6580A05C-C7C5-F3B9-BEA1-C2E51FBD2E9F}"/>
          </ac:spMkLst>
        </pc:spChg>
      </pc:sldChg>
      <pc:sldChg chg="modSp add mod">
        <pc:chgData name="Mohammed Fasha" userId="cc64f42d-a1a6-4f08-b97b-0c37f877119f" providerId="ADAL" clId="{8DFC6787-4569-4AEF-BB23-FDF85FEE05FB}" dt="2025-04-20T16:53:26.780" v="1317"/>
        <pc:sldMkLst>
          <pc:docMk/>
          <pc:sldMk cId="2124297065" sldId="569"/>
        </pc:sldMkLst>
        <pc:spChg chg="mod">
          <ac:chgData name="Mohammed Fasha" userId="cc64f42d-a1a6-4f08-b97b-0c37f877119f" providerId="ADAL" clId="{8DFC6787-4569-4AEF-BB23-FDF85FEE05FB}" dt="2025-04-20T16:53:21.789" v="1316"/>
          <ac:spMkLst>
            <pc:docMk/>
            <pc:sldMk cId="2124297065" sldId="569"/>
            <ac:spMk id="2" creationId="{CB508E17-B861-A706-1838-41F7EAE56A46}"/>
          </ac:spMkLst>
        </pc:spChg>
        <pc:spChg chg="mod">
          <ac:chgData name="Mohammed Fasha" userId="cc64f42d-a1a6-4f08-b97b-0c37f877119f" providerId="ADAL" clId="{8DFC6787-4569-4AEF-BB23-FDF85FEE05FB}" dt="2025-04-20T16:53:26.780" v="1317"/>
          <ac:spMkLst>
            <pc:docMk/>
            <pc:sldMk cId="2124297065" sldId="569"/>
            <ac:spMk id="3" creationId="{4A54A31D-544D-A99D-641E-58D250801357}"/>
          </ac:spMkLst>
        </pc:spChg>
      </pc:sldChg>
      <pc:sldChg chg="modSp add mod">
        <pc:chgData name="Mohammed Fasha" userId="cc64f42d-a1a6-4f08-b97b-0c37f877119f" providerId="ADAL" clId="{8DFC6787-4569-4AEF-BB23-FDF85FEE05FB}" dt="2025-04-20T16:53:43.897" v="1319"/>
        <pc:sldMkLst>
          <pc:docMk/>
          <pc:sldMk cId="344335387" sldId="570"/>
        </pc:sldMkLst>
        <pc:spChg chg="mod">
          <ac:chgData name="Mohammed Fasha" userId="cc64f42d-a1a6-4f08-b97b-0c37f877119f" providerId="ADAL" clId="{8DFC6787-4569-4AEF-BB23-FDF85FEE05FB}" dt="2025-04-20T16:53:36.496" v="1318"/>
          <ac:spMkLst>
            <pc:docMk/>
            <pc:sldMk cId="344335387" sldId="570"/>
            <ac:spMk id="2" creationId="{9DE01E44-9B15-9217-301B-DA3C5AB5AD95}"/>
          </ac:spMkLst>
        </pc:spChg>
        <pc:spChg chg="mod">
          <ac:chgData name="Mohammed Fasha" userId="cc64f42d-a1a6-4f08-b97b-0c37f877119f" providerId="ADAL" clId="{8DFC6787-4569-4AEF-BB23-FDF85FEE05FB}" dt="2025-04-20T16:53:43.897" v="1319"/>
          <ac:spMkLst>
            <pc:docMk/>
            <pc:sldMk cId="344335387" sldId="570"/>
            <ac:spMk id="3" creationId="{37C60482-1B39-21CC-767E-C45C947FAAED}"/>
          </ac:spMkLst>
        </pc:spChg>
      </pc:sldChg>
      <pc:sldChg chg="modSp add mod">
        <pc:chgData name="Mohammed Fasha" userId="cc64f42d-a1a6-4f08-b97b-0c37f877119f" providerId="ADAL" clId="{8DFC6787-4569-4AEF-BB23-FDF85FEE05FB}" dt="2025-04-20T16:53:54.050" v="1321"/>
        <pc:sldMkLst>
          <pc:docMk/>
          <pc:sldMk cId="1008267675" sldId="571"/>
        </pc:sldMkLst>
        <pc:spChg chg="mod">
          <ac:chgData name="Mohammed Fasha" userId="cc64f42d-a1a6-4f08-b97b-0c37f877119f" providerId="ADAL" clId="{8DFC6787-4569-4AEF-BB23-FDF85FEE05FB}" dt="2025-04-20T16:53:49.698" v="1320"/>
          <ac:spMkLst>
            <pc:docMk/>
            <pc:sldMk cId="1008267675" sldId="571"/>
            <ac:spMk id="2" creationId="{0D3B8FB2-893C-8C82-1F05-DC9248A8779D}"/>
          </ac:spMkLst>
        </pc:spChg>
        <pc:spChg chg="mod">
          <ac:chgData name="Mohammed Fasha" userId="cc64f42d-a1a6-4f08-b97b-0c37f877119f" providerId="ADAL" clId="{8DFC6787-4569-4AEF-BB23-FDF85FEE05FB}" dt="2025-04-20T16:53:54.050" v="1321"/>
          <ac:spMkLst>
            <pc:docMk/>
            <pc:sldMk cId="1008267675" sldId="571"/>
            <ac:spMk id="3" creationId="{68D40757-D97E-0281-CE26-E181AB48FEC5}"/>
          </ac:spMkLst>
        </pc:spChg>
      </pc:sldChg>
      <pc:sldChg chg="modSp add mod">
        <pc:chgData name="Mohammed Fasha" userId="cc64f42d-a1a6-4f08-b97b-0c37f877119f" providerId="ADAL" clId="{8DFC6787-4569-4AEF-BB23-FDF85FEE05FB}" dt="2025-04-20T16:54:05.586" v="1323"/>
        <pc:sldMkLst>
          <pc:docMk/>
          <pc:sldMk cId="2977344403" sldId="572"/>
        </pc:sldMkLst>
        <pc:spChg chg="mod">
          <ac:chgData name="Mohammed Fasha" userId="cc64f42d-a1a6-4f08-b97b-0c37f877119f" providerId="ADAL" clId="{8DFC6787-4569-4AEF-BB23-FDF85FEE05FB}" dt="2025-04-20T16:53:59.675" v="1322"/>
          <ac:spMkLst>
            <pc:docMk/>
            <pc:sldMk cId="2977344403" sldId="572"/>
            <ac:spMk id="2" creationId="{184F0429-EDEC-F80E-DEA3-12B27068E45A}"/>
          </ac:spMkLst>
        </pc:spChg>
        <pc:spChg chg="mod">
          <ac:chgData name="Mohammed Fasha" userId="cc64f42d-a1a6-4f08-b97b-0c37f877119f" providerId="ADAL" clId="{8DFC6787-4569-4AEF-BB23-FDF85FEE05FB}" dt="2025-04-20T16:54:05.586" v="1323"/>
          <ac:spMkLst>
            <pc:docMk/>
            <pc:sldMk cId="2977344403" sldId="572"/>
            <ac:spMk id="3" creationId="{F63A4F31-921C-E625-7832-C25B5E62CB9E}"/>
          </ac:spMkLst>
        </pc:spChg>
      </pc:sldChg>
      <pc:sldChg chg="addSp delSp modSp new mod modClrScheme chgLayout">
        <pc:chgData name="Mohammed Fasha" userId="cc64f42d-a1a6-4f08-b97b-0c37f877119f" providerId="ADAL" clId="{8DFC6787-4569-4AEF-BB23-FDF85FEE05FB}" dt="2025-04-20T16:55:11.414" v="1336" actId="404"/>
        <pc:sldMkLst>
          <pc:docMk/>
          <pc:sldMk cId="1023332048" sldId="573"/>
        </pc:sldMkLst>
        <pc:spChg chg="del mod ord">
          <ac:chgData name="Mohammed Fasha" userId="cc64f42d-a1a6-4f08-b97b-0c37f877119f" providerId="ADAL" clId="{8DFC6787-4569-4AEF-BB23-FDF85FEE05FB}" dt="2025-04-20T16:55:00.860" v="1332" actId="700"/>
          <ac:spMkLst>
            <pc:docMk/>
            <pc:sldMk cId="1023332048" sldId="573"/>
            <ac:spMk id="2" creationId="{389A62DB-6F10-5602-BC8A-353A0B0B11E1}"/>
          </ac:spMkLst>
        </pc:spChg>
        <pc:spChg chg="del mod ord">
          <ac:chgData name="Mohammed Fasha" userId="cc64f42d-a1a6-4f08-b97b-0c37f877119f" providerId="ADAL" clId="{8DFC6787-4569-4AEF-BB23-FDF85FEE05FB}" dt="2025-04-20T16:55:00.860" v="1332" actId="700"/>
          <ac:spMkLst>
            <pc:docMk/>
            <pc:sldMk cId="1023332048" sldId="573"/>
            <ac:spMk id="3" creationId="{681AB38D-4DA9-0A25-E4C5-555DD9E8C991}"/>
          </ac:spMkLst>
        </pc:spChg>
        <pc:spChg chg="add mod ord">
          <ac:chgData name="Mohammed Fasha" userId="cc64f42d-a1a6-4f08-b97b-0c37f877119f" providerId="ADAL" clId="{8DFC6787-4569-4AEF-BB23-FDF85FEE05FB}" dt="2025-04-20T16:55:11.414" v="1336" actId="404"/>
          <ac:spMkLst>
            <pc:docMk/>
            <pc:sldMk cId="1023332048" sldId="573"/>
            <ac:spMk id="4" creationId="{B4E84AA5-44CF-A35C-115B-1C3F8493859E}"/>
          </ac:spMkLst>
        </pc:spChg>
        <pc:spChg chg="add mod ord">
          <ac:chgData name="Mohammed Fasha" userId="cc64f42d-a1a6-4f08-b97b-0c37f877119f" providerId="ADAL" clId="{8DFC6787-4569-4AEF-BB23-FDF85FEE05FB}" dt="2025-04-20T16:55:00.860" v="1332" actId="700"/>
          <ac:spMkLst>
            <pc:docMk/>
            <pc:sldMk cId="1023332048" sldId="573"/>
            <ac:spMk id="5" creationId="{8DD8B505-3F9B-B750-9934-9F25A9B11635}"/>
          </ac:spMkLst>
        </pc:spChg>
      </pc:sldChg>
      <pc:sldChg chg="modSp new mod">
        <pc:chgData name="Mohammed Fasha" userId="cc64f42d-a1a6-4f08-b97b-0c37f877119f" providerId="ADAL" clId="{8DFC6787-4569-4AEF-BB23-FDF85FEE05FB}" dt="2025-04-20T16:55:26.094" v="1338"/>
        <pc:sldMkLst>
          <pc:docMk/>
          <pc:sldMk cId="2948433726" sldId="574"/>
        </pc:sldMkLst>
        <pc:spChg chg="mod">
          <ac:chgData name="Mohammed Fasha" userId="cc64f42d-a1a6-4f08-b97b-0c37f877119f" providerId="ADAL" clId="{8DFC6787-4569-4AEF-BB23-FDF85FEE05FB}" dt="2025-04-20T16:55:22.274" v="1337"/>
          <ac:spMkLst>
            <pc:docMk/>
            <pc:sldMk cId="2948433726" sldId="574"/>
            <ac:spMk id="2" creationId="{2B94D355-F3F6-2D43-3AB1-F296EFD644FF}"/>
          </ac:spMkLst>
        </pc:spChg>
        <pc:spChg chg="mod">
          <ac:chgData name="Mohammed Fasha" userId="cc64f42d-a1a6-4f08-b97b-0c37f877119f" providerId="ADAL" clId="{8DFC6787-4569-4AEF-BB23-FDF85FEE05FB}" dt="2025-04-20T16:55:26.094" v="1338"/>
          <ac:spMkLst>
            <pc:docMk/>
            <pc:sldMk cId="2948433726" sldId="574"/>
            <ac:spMk id="3" creationId="{F996C9AD-0932-E34F-38DB-1B8C9E594BFB}"/>
          </ac:spMkLst>
        </pc:spChg>
      </pc:sldChg>
      <pc:sldChg chg="modSp new mod">
        <pc:chgData name="Mohammed Fasha" userId="cc64f42d-a1a6-4f08-b97b-0c37f877119f" providerId="ADAL" clId="{8DFC6787-4569-4AEF-BB23-FDF85FEE05FB}" dt="2025-04-20T16:55:49.587" v="1344"/>
        <pc:sldMkLst>
          <pc:docMk/>
          <pc:sldMk cId="1176656988" sldId="575"/>
        </pc:sldMkLst>
        <pc:spChg chg="mod">
          <ac:chgData name="Mohammed Fasha" userId="cc64f42d-a1a6-4f08-b97b-0c37f877119f" providerId="ADAL" clId="{8DFC6787-4569-4AEF-BB23-FDF85FEE05FB}" dt="2025-04-20T16:55:34.256" v="1339"/>
          <ac:spMkLst>
            <pc:docMk/>
            <pc:sldMk cId="1176656988" sldId="575"/>
            <ac:spMk id="2" creationId="{D1D4ECC9-73A0-4685-38BC-FDC2FC8A2FAF}"/>
          </ac:spMkLst>
        </pc:spChg>
        <pc:spChg chg="mod">
          <ac:chgData name="Mohammed Fasha" userId="cc64f42d-a1a6-4f08-b97b-0c37f877119f" providerId="ADAL" clId="{8DFC6787-4569-4AEF-BB23-FDF85FEE05FB}" dt="2025-04-20T16:55:49.587" v="1344"/>
          <ac:spMkLst>
            <pc:docMk/>
            <pc:sldMk cId="1176656988" sldId="575"/>
            <ac:spMk id="3" creationId="{3A09DED4-E2C1-1400-4A70-68E68FEF0295}"/>
          </ac:spMkLst>
        </pc:spChg>
      </pc:sldChg>
      <pc:sldChg chg="modSp new del mod">
        <pc:chgData name="Mohammed Fasha" userId="cc64f42d-a1a6-4f08-b97b-0c37f877119f" providerId="ADAL" clId="{8DFC6787-4569-4AEF-BB23-FDF85FEE05FB}" dt="2025-04-20T16:54:53.103" v="1330" actId="2696"/>
        <pc:sldMkLst>
          <pc:docMk/>
          <pc:sldMk cId="1374569913" sldId="576"/>
        </pc:sldMkLst>
        <pc:spChg chg="mod">
          <ac:chgData name="Mohammed Fasha" userId="cc64f42d-a1a6-4f08-b97b-0c37f877119f" providerId="ADAL" clId="{8DFC6787-4569-4AEF-BB23-FDF85FEE05FB}" dt="2025-04-20T16:54:15.203" v="1328"/>
          <ac:spMkLst>
            <pc:docMk/>
            <pc:sldMk cId="1374569913" sldId="576"/>
            <ac:spMk id="2" creationId="{CB0FE283-D482-93F1-7E6E-465B0116062F}"/>
          </ac:spMkLst>
        </pc:spChg>
        <pc:spChg chg="mod">
          <ac:chgData name="Mohammed Fasha" userId="cc64f42d-a1a6-4f08-b97b-0c37f877119f" providerId="ADAL" clId="{8DFC6787-4569-4AEF-BB23-FDF85FEE05FB}" dt="2025-04-20T16:54:26.363" v="1329"/>
          <ac:spMkLst>
            <pc:docMk/>
            <pc:sldMk cId="1374569913" sldId="576"/>
            <ac:spMk id="3" creationId="{7ADE36ED-35BC-1B75-8089-290FB1243629}"/>
          </ac:spMkLst>
        </pc:spChg>
      </pc:sldChg>
      <pc:sldChg chg="add">
        <pc:chgData name="Mohammed Fasha" userId="cc64f42d-a1a6-4f08-b97b-0c37f877119f" providerId="ADAL" clId="{8DFC6787-4569-4AEF-BB23-FDF85FEE05FB}" dt="2025-04-20T16:54:54.906" v="1331"/>
        <pc:sldMkLst>
          <pc:docMk/>
          <pc:sldMk cId="1672592268" sldId="576"/>
        </pc:sldMkLst>
      </pc:sldChg>
      <pc:sldChg chg="addSp delSp modSp new mod">
        <pc:chgData name="Mohammed Fasha" userId="cc64f42d-a1a6-4f08-b97b-0c37f877119f" providerId="ADAL" clId="{8DFC6787-4569-4AEF-BB23-FDF85FEE05FB}" dt="2025-04-20T16:57:14.031" v="1367" actId="14734"/>
        <pc:sldMkLst>
          <pc:docMk/>
          <pc:sldMk cId="3540067521" sldId="577"/>
        </pc:sldMkLst>
        <pc:spChg chg="mod">
          <ac:chgData name="Mohammed Fasha" userId="cc64f42d-a1a6-4f08-b97b-0c37f877119f" providerId="ADAL" clId="{8DFC6787-4569-4AEF-BB23-FDF85FEE05FB}" dt="2025-04-20T16:55:55.344" v="1345"/>
          <ac:spMkLst>
            <pc:docMk/>
            <pc:sldMk cId="3540067521" sldId="577"/>
            <ac:spMk id="2" creationId="{3CEBA481-6E10-2760-8DF5-2099195F2078}"/>
          </ac:spMkLst>
        </pc:spChg>
        <pc:spChg chg="del">
          <ac:chgData name="Mohammed Fasha" userId="cc64f42d-a1a6-4f08-b97b-0c37f877119f" providerId="ADAL" clId="{8DFC6787-4569-4AEF-BB23-FDF85FEE05FB}" dt="2025-04-20T16:55:59.514" v="1346"/>
          <ac:spMkLst>
            <pc:docMk/>
            <pc:sldMk cId="3540067521" sldId="577"/>
            <ac:spMk id="3" creationId="{27D3C1EE-2545-03A3-19B8-1DA4D34BFB7D}"/>
          </ac:spMkLst>
        </pc:spChg>
        <pc:spChg chg="add mod">
          <ac:chgData name="Mohammed Fasha" userId="cc64f42d-a1a6-4f08-b97b-0c37f877119f" providerId="ADAL" clId="{8DFC6787-4569-4AEF-BB23-FDF85FEE05FB}" dt="2025-04-20T16:56:38.811" v="1359" actId="1076"/>
          <ac:spMkLst>
            <pc:docMk/>
            <pc:sldMk cId="3540067521" sldId="577"/>
            <ac:spMk id="6" creationId="{6C6A8217-03D7-4CC1-0AE6-A4DBD9A0BF5C}"/>
          </ac:spMkLst>
        </pc:spChg>
        <pc:graphicFrameChg chg="add mod modGraphic">
          <ac:chgData name="Mohammed Fasha" userId="cc64f42d-a1a6-4f08-b97b-0c37f877119f" providerId="ADAL" clId="{8DFC6787-4569-4AEF-BB23-FDF85FEE05FB}" dt="2025-04-20T16:57:14.031" v="1367" actId="14734"/>
          <ac:graphicFrameMkLst>
            <pc:docMk/>
            <pc:sldMk cId="3540067521" sldId="577"/>
            <ac:graphicFrameMk id="4" creationId="{8CAAF197-B910-33E4-9D68-4372C6CA4E1C}"/>
          </ac:graphicFrameMkLst>
        </pc:graphicFrameChg>
      </pc:sldChg>
      <pc:sldChg chg="modSp add mod">
        <pc:chgData name="Mohammed Fasha" userId="cc64f42d-a1a6-4f08-b97b-0c37f877119f" providerId="ADAL" clId="{8DFC6787-4569-4AEF-BB23-FDF85FEE05FB}" dt="2025-04-20T16:56:53.921" v="1366" actId="113"/>
        <pc:sldMkLst>
          <pc:docMk/>
          <pc:sldMk cId="1268903903" sldId="578"/>
        </pc:sldMkLst>
        <pc:spChg chg="mod">
          <ac:chgData name="Mohammed Fasha" userId="cc64f42d-a1a6-4f08-b97b-0c37f877119f" providerId="ADAL" clId="{8DFC6787-4569-4AEF-BB23-FDF85FEE05FB}" dt="2025-04-20T16:56:53.921" v="1366" actId="113"/>
          <ac:spMkLst>
            <pc:docMk/>
            <pc:sldMk cId="1268903903" sldId="578"/>
            <ac:spMk id="2" creationId="{2D11DB5A-5890-24C4-73E2-2738D7CFA0ED}"/>
          </ac:spMkLst>
        </pc:spChg>
        <pc:spChg chg="mod">
          <ac:chgData name="Mohammed Fasha" userId="cc64f42d-a1a6-4f08-b97b-0c37f877119f" providerId="ADAL" clId="{8DFC6787-4569-4AEF-BB23-FDF85FEE05FB}" dt="2025-04-20T16:56:49.085" v="1361" actId="21"/>
          <ac:spMkLst>
            <pc:docMk/>
            <pc:sldMk cId="1268903903" sldId="578"/>
            <ac:spMk id="3" creationId="{0F15A2FC-6496-2FF9-75EF-BBC4343E6164}"/>
          </ac:spMkLst>
        </pc:spChg>
      </pc:sldChg>
      <pc:sldChg chg="modSp add mod">
        <pc:chgData name="Mohammed Fasha" userId="cc64f42d-a1a6-4f08-b97b-0c37f877119f" providerId="ADAL" clId="{8DFC6787-4569-4AEF-BB23-FDF85FEE05FB}" dt="2025-04-20T16:57:50.061" v="1379" actId="5793"/>
        <pc:sldMkLst>
          <pc:docMk/>
          <pc:sldMk cId="1025754460" sldId="579"/>
        </pc:sldMkLst>
        <pc:spChg chg="mod">
          <ac:chgData name="Mohammed Fasha" userId="cc64f42d-a1a6-4f08-b97b-0c37f877119f" providerId="ADAL" clId="{8DFC6787-4569-4AEF-BB23-FDF85FEE05FB}" dt="2025-04-20T16:57:29.125" v="1374" actId="113"/>
          <ac:spMkLst>
            <pc:docMk/>
            <pc:sldMk cId="1025754460" sldId="579"/>
            <ac:spMk id="2" creationId="{A0212384-2126-4A97-0F47-74AECBB38D5E}"/>
          </ac:spMkLst>
        </pc:spChg>
        <pc:spChg chg="mod">
          <ac:chgData name="Mohammed Fasha" userId="cc64f42d-a1a6-4f08-b97b-0c37f877119f" providerId="ADAL" clId="{8DFC6787-4569-4AEF-BB23-FDF85FEE05FB}" dt="2025-04-20T16:57:50.061" v="1379" actId="5793"/>
          <ac:spMkLst>
            <pc:docMk/>
            <pc:sldMk cId="1025754460" sldId="579"/>
            <ac:spMk id="3" creationId="{2236DE9C-4D85-E3DC-43C8-8B131CBE840C}"/>
          </ac:spMkLst>
        </pc:spChg>
      </pc:sldChg>
      <pc:sldChg chg="modSp add mod">
        <pc:chgData name="Mohammed Fasha" userId="cc64f42d-a1a6-4f08-b97b-0c37f877119f" providerId="ADAL" clId="{8DFC6787-4569-4AEF-BB23-FDF85FEE05FB}" dt="2025-04-20T16:58:04.243" v="1386" actId="113"/>
        <pc:sldMkLst>
          <pc:docMk/>
          <pc:sldMk cId="3611954685" sldId="580"/>
        </pc:sldMkLst>
        <pc:spChg chg="mod">
          <ac:chgData name="Mohammed Fasha" userId="cc64f42d-a1a6-4f08-b97b-0c37f877119f" providerId="ADAL" clId="{8DFC6787-4569-4AEF-BB23-FDF85FEE05FB}" dt="2025-04-20T16:58:04.243" v="1386" actId="113"/>
          <ac:spMkLst>
            <pc:docMk/>
            <pc:sldMk cId="3611954685" sldId="580"/>
            <ac:spMk id="2" creationId="{AB582869-FA2A-FDA5-3421-15306527009E}"/>
          </ac:spMkLst>
        </pc:spChg>
        <pc:spChg chg="mod">
          <ac:chgData name="Mohammed Fasha" userId="cc64f42d-a1a6-4f08-b97b-0c37f877119f" providerId="ADAL" clId="{8DFC6787-4569-4AEF-BB23-FDF85FEE05FB}" dt="2025-04-20T16:58:00.641" v="1381" actId="21"/>
          <ac:spMkLst>
            <pc:docMk/>
            <pc:sldMk cId="3611954685" sldId="580"/>
            <ac:spMk id="3" creationId="{8A0620E7-825B-690B-7DD6-4C1E2083CEA6}"/>
          </ac:spMkLst>
        </pc:spChg>
      </pc:sldChg>
      <pc:sldChg chg="modSp new mod">
        <pc:chgData name="Mohammed Fasha" userId="cc64f42d-a1a6-4f08-b97b-0c37f877119f" providerId="ADAL" clId="{8DFC6787-4569-4AEF-BB23-FDF85FEE05FB}" dt="2025-04-20T16:58:21.845" v="1394" actId="113"/>
        <pc:sldMkLst>
          <pc:docMk/>
          <pc:sldMk cId="3913947880" sldId="581"/>
        </pc:sldMkLst>
        <pc:spChg chg="mod">
          <ac:chgData name="Mohammed Fasha" userId="cc64f42d-a1a6-4f08-b97b-0c37f877119f" providerId="ADAL" clId="{8DFC6787-4569-4AEF-BB23-FDF85FEE05FB}" dt="2025-04-20T16:58:21.845" v="1394" actId="113"/>
          <ac:spMkLst>
            <pc:docMk/>
            <pc:sldMk cId="3913947880" sldId="581"/>
            <ac:spMk id="2" creationId="{F457B30F-2AAF-F066-99FB-58A7FD9904A0}"/>
          </ac:spMkLst>
        </pc:spChg>
        <pc:spChg chg="mod">
          <ac:chgData name="Mohammed Fasha" userId="cc64f42d-a1a6-4f08-b97b-0c37f877119f" providerId="ADAL" clId="{8DFC6787-4569-4AEF-BB23-FDF85FEE05FB}" dt="2025-04-20T16:58:18.484" v="1389" actId="21"/>
          <ac:spMkLst>
            <pc:docMk/>
            <pc:sldMk cId="3913947880" sldId="581"/>
            <ac:spMk id="3" creationId="{0FAFC4FB-8C13-BE21-B8AE-9333BA5E385E}"/>
          </ac:spMkLst>
        </pc:spChg>
      </pc:sldChg>
      <pc:sldChg chg="modSp new mod">
        <pc:chgData name="Mohammed Fasha" userId="cc64f42d-a1a6-4f08-b97b-0c37f877119f" providerId="ADAL" clId="{8DFC6787-4569-4AEF-BB23-FDF85FEE05FB}" dt="2025-04-20T16:58:35.262" v="1402" actId="113"/>
        <pc:sldMkLst>
          <pc:docMk/>
          <pc:sldMk cId="1910666289" sldId="582"/>
        </pc:sldMkLst>
        <pc:spChg chg="mod">
          <ac:chgData name="Mohammed Fasha" userId="cc64f42d-a1a6-4f08-b97b-0c37f877119f" providerId="ADAL" clId="{8DFC6787-4569-4AEF-BB23-FDF85FEE05FB}" dt="2025-04-20T16:58:35.262" v="1402" actId="113"/>
          <ac:spMkLst>
            <pc:docMk/>
            <pc:sldMk cId="1910666289" sldId="582"/>
            <ac:spMk id="2" creationId="{42A7A175-AA95-AE0E-3EA0-C22755CE0728}"/>
          </ac:spMkLst>
        </pc:spChg>
        <pc:spChg chg="mod">
          <ac:chgData name="Mohammed Fasha" userId="cc64f42d-a1a6-4f08-b97b-0c37f877119f" providerId="ADAL" clId="{8DFC6787-4569-4AEF-BB23-FDF85FEE05FB}" dt="2025-04-20T16:58:31.589" v="1397" actId="21"/>
          <ac:spMkLst>
            <pc:docMk/>
            <pc:sldMk cId="1910666289" sldId="582"/>
            <ac:spMk id="3" creationId="{D76E880E-800D-79F6-2A8C-D0ADF36C921F}"/>
          </ac:spMkLst>
        </pc:spChg>
      </pc:sldChg>
      <pc:sldChg chg="addSp delSp modSp new mod">
        <pc:chgData name="Mohammed Fasha" userId="cc64f42d-a1a6-4f08-b97b-0c37f877119f" providerId="ADAL" clId="{8DFC6787-4569-4AEF-BB23-FDF85FEE05FB}" dt="2025-04-20T16:59:23.475" v="1413" actId="14734"/>
        <pc:sldMkLst>
          <pc:docMk/>
          <pc:sldMk cId="2077761126" sldId="583"/>
        </pc:sldMkLst>
        <pc:spChg chg="mod">
          <ac:chgData name="Mohammed Fasha" userId="cc64f42d-a1a6-4f08-b97b-0c37f877119f" providerId="ADAL" clId="{8DFC6787-4569-4AEF-BB23-FDF85FEE05FB}" dt="2025-04-20T16:58:46.763" v="1404"/>
          <ac:spMkLst>
            <pc:docMk/>
            <pc:sldMk cId="2077761126" sldId="583"/>
            <ac:spMk id="2" creationId="{D7ABBB4A-96FF-AEE0-25AC-07A4D1161957}"/>
          </ac:spMkLst>
        </pc:spChg>
        <pc:spChg chg="del">
          <ac:chgData name="Mohammed Fasha" userId="cc64f42d-a1a6-4f08-b97b-0c37f877119f" providerId="ADAL" clId="{8DFC6787-4569-4AEF-BB23-FDF85FEE05FB}" dt="2025-04-20T16:58:58.925" v="1405"/>
          <ac:spMkLst>
            <pc:docMk/>
            <pc:sldMk cId="2077761126" sldId="583"/>
            <ac:spMk id="3" creationId="{4A8C4C41-B178-5645-E72B-BE9CFD5347BA}"/>
          </ac:spMkLst>
        </pc:spChg>
        <pc:graphicFrameChg chg="add mod modGraphic">
          <ac:chgData name="Mohammed Fasha" userId="cc64f42d-a1a6-4f08-b97b-0c37f877119f" providerId="ADAL" clId="{8DFC6787-4569-4AEF-BB23-FDF85FEE05FB}" dt="2025-04-20T16:59:23.475" v="1413" actId="14734"/>
          <ac:graphicFrameMkLst>
            <pc:docMk/>
            <pc:sldMk cId="2077761126" sldId="583"/>
            <ac:graphicFrameMk id="4" creationId="{F19070A2-3390-CFD9-BF80-E72F4A69E43C}"/>
          </ac:graphicFrameMkLst>
        </pc:graphicFrameChg>
      </pc:sldChg>
      <pc:sldChg chg="addSp delSp modSp new mod modClrScheme chgLayout">
        <pc:chgData name="Mohammed Fasha" userId="cc64f42d-a1a6-4f08-b97b-0c37f877119f" providerId="ADAL" clId="{8DFC6787-4569-4AEF-BB23-FDF85FEE05FB}" dt="2025-04-20T17:00:03.739" v="1437" actId="403"/>
        <pc:sldMkLst>
          <pc:docMk/>
          <pc:sldMk cId="322781112" sldId="584"/>
        </pc:sldMkLst>
        <pc:spChg chg="del mod ord">
          <ac:chgData name="Mohammed Fasha" userId="cc64f42d-a1a6-4f08-b97b-0c37f877119f" providerId="ADAL" clId="{8DFC6787-4569-4AEF-BB23-FDF85FEE05FB}" dt="2025-04-20T16:59:47.995" v="1432" actId="700"/>
          <ac:spMkLst>
            <pc:docMk/>
            <pc:sldMk cId="322781112" sldId="584"/>
            <ac:spMk id="2" creationId="{034A132F-37F6-8B89-0AF9-17D66A22CD9A}"/>
          </ac:spMkLst>
        </pc:spChg>
        <pc:spChg chg="del mod ord">
          <ac:chgData name="Mohammed Fasha" userId="cc64f42d-a1a6-4f08-b97b-0c37f877119f" providerId="ADAL" clId="{8DFC6787-4569-4AEF-BB23-FDF85FEE05FB}" dt="2025-04-20T16:59:47.995" v="1432" actId="700"/>
          <ac:spMkLst>
            <pc:docMk/>
            <pc:sldMk cId="322781112" sldId="584"/>
            <ac:spMk id="3" creationId="{1BE18C9C-6F22-7314-C5FB-F80FEEBAB979}"/>
          </ac:spMkLst>
        </pc:spChg>
        <pc:spChg chg="add mod ord">
          <ac:chgData name="Mohammed Fasha" userId="cc64f42d-a1a6-4f08-b97b-0c37f877119f" providerId="ADAL" clId="{8DFC6787-4569-4AEF-BB23-FDF85FEE05FB}" dt="2025-04-20T17:00:03.739" v="1437" actId="403"/>
          <ac:spMkLst>
            <pc:docMk/>
            <pc:sldMk cId="322781112" sldId="584"/>
            <ac:spMk id="4" creationId="{B8F642D9-B402-2961-D211-8C08DD73745A}"/>
          </ac:spMkLst>
        </pc:spChg>
        <pc:spChg chg="add mod ord">
          <ac:chgData name="Mohammed Fasha" userId="cc64f42d-a1a6-4f08-b97b-0c37f877119f" providerId="ADAL" clId="{8DFC6787-4569-4AEF-BB23-FDF85FEE05FB}" dt="2025-04-20T16:59:47.995" v="1432" actId="700"/>
          <ac:spMkLst>
            <pc:docMk/>
            <pc:sldMk cId="322781112" sldId="584"/>
            <ac:spMk id="5" creationId="{407F000B-9583-644B-5D12-A0A274892B4F}"/>
          </ac:spMkLst>
        </pc:spChg>
      </pc:sldChg>
      <pc:sldChg chg="modSp add mod">
        <pc:chgData name="Mohammed Fasha" userId="cc64f42d-a1a6-4f08-b97b-0c37f877119f" providerId="ADAL" clId="{8DFC6787-4569-4AEF-BB23-FDF85FEE05FB}" dt="2025-04-20T17:00:21.101" v="1441" actId="20577"/>
        <pc:sldMkLst>
          <pc:docMk/>
          <pc:sldMk cId="3067591480" sldId="585"/>
        </pc:sldMkLst>
        <pc:spChg chg="mod">
          <ac:chgData name="Mohammed Fasha" userId="cc64f42d-a1a6-4f08-b97b-0c37f877119f" providerId="ADAL" clId="{8DFC6787-4569-4AEF-BB23-FDF85FEE05FB}" dt="2025-04-20T17:00:09.707" v="1438"/>
          <ac:spMkLst>
            <pc:docMk/>
            <pc:sldMk cId="3067591480" sldId="585"/>
            <ac:spMk id="2" creationId="{11277672-9930-9E06-2ECC-CF2A2EB069B8}"/>
          </ac:spMkLst>
        </pc:spChg>
        <pc:spChg chg="mod">
          <ac:chgData name="Mohammed Fasha" userId="cc64f42d-a1a6-4f08-b97b-0c37f877119f" providerId="ADAL" clId="{8DFC6787-4569-4AEF-BB23-FDF85FEE05FB}" dt="2025-04-20T17:00:21.101" v="1441" actId="20577"/>
          <ac:spMkLst>
            <pc:docMk/>
            <pc:sldMk cId="3067591480" sldId="585"/>
            <ac:spMk id="3" creationId="{E580E733-FC13-A58A-F12F-9B26AFCB1A87}"/>
          </ac:spMkLst>
        </pc:spChg>
      </pc:sldChg>
      <pc:sldChg chg="addSp delSp modSp add mod">
        <pc:chgData name="Mohammed Fasha" userId="cc64f42d-a1a6-4f08-b97b-0c37f877119f" providerId="ADAL" clId="{8DFC6787-4569-4AEF-BB23-FDF85FEE05FB}" dt="2025-04-20T17:00:50.117" v="1448" actId="14734"/>
        <pc:sldMkLst>
          <pc:docMk/>
          <pc:sldMk cId="1822846115" sldId="586"/>
        </pc:sldMkLst>
        <pc:spChg chg="mod">
          <ac:chgData name="Mohammed Fasha" userId="cc64f42d-a1a6-4f08-b97b-0c37f877119f" providerId="ADAL" clId="{8DFC6787-4569-4AEF-BB23-FDF85FEE05FB}" dt="2025-04-20T17:00:27.606" v="1442"/>
          <ac:spMkLst>
            <pc:docMk/>
            <pc:sldMk cId="1822846115" sldId="586"/>
            <ac:spMk id="2" creationId="{6EFF2366-090D-0430-2AA6-E64CFC026751}"/>
          </ac:spMkLst>
        </pc:spChg>
        <pc:spChg chg="del">
          <ac:chgData name="Mohammed Fasha" userId="cc64f42d-a1a6-4f08-b97b-0c37f877119f" providerId="ADAL" clId="{8DFC6787-4569-4AEF-BB23-FDF85FEE05FB}" dt="2025-04-20T17:00:33.049" v="1443"/>
          <ac:spMkLst>
            <pc:docMk/>
            <pc:sldMk cId="1822846115" sldId="586"/>
            <ac:spMk id="3" creationId="{7402A1A4-F03D-220F-91ED-C089B9E0CAFE}"/>
          </ac:spMkLst>
        </pc:spChg>
        <pc:graphicFrameChg chg="add mod modGraphic">
          <ac:chgData name="Mohammed Fasha" userId="cc64f42d-a1a6-4f08-b97b-0c37f877119f" providerId="ADAL" clId="{8DFC6787-4569-4AEF-BB23-FDF85FEE05FB}" dt="2025-04-20T17:00:50.117" v="1448" actId="14734"/>
          <ac:graphicFrameMkLst>
            <pc:docMk/>
            <pc:sldMk cId="1822846115" sldId="586"/>
            <ac:graphicFrameMk id="4" creationId="{96711436-FA86-8F77-1D15-1949D7468A83}"/>
          </ac:graphicFrameMkLst>
        </pc:graphicFrameChg>
      </pc:sldChg>
      <pc:sldChg chg="modSp add mod">
        <pc:chgData name="Mohammed Fasha" userId="cc64f42d-a1a6-4f08-b97b-0c37f877119f" providerId="ADAL" clId="{8DFC6787-4569-4AEF-BB23-FDF85FEE05FB}" dt="2025-04-20T17:01:25.423" v="1455" actId="20577"/>
        <pc:sldMkLst>
          <pc:docMk/>
          <pc:sldMk cId="1196054167" sldId="587"/>
        </pc:sldMkLst>
        <pc:spChg chg="mod">
          <ac:chgData name="Mohammed Fasha" userId="cc64f42d-a1a6-4f08-b97b-0c37f877119f" providerId="ADAL" clId="{8DFC6787-4569-4AEF-BB23-FDF85FEE05FB}" dt="2025-04-20T17:01:08.995" v="1449"/>
          <ac:spMkLst>
            <pc:docMk/>
            <pc:sldMk cId="1196054167" sldId="587"/>
            <ac:spMk id="2" creationId="{AB4702C9-F54F-67EF-570B-C50D4D5D2380}"/>
          </ac:spMkLst>
        </pc:spChg>
        <pc:spChg chg="mod">
          <ac:chgData name="Mohammed Fasha" userId="cc64f42d-a1a6-4f08-b97b-0c37f877119f" providerId="ADAL" clId="{8DFC6787-4569-4AEF-BB23-FDF85FEE05FB}" dt="2025-04-20T17:01:25.423" v="1455" actId="20577"/>
          <ac:spMkLst>
            <pc:docMk/>
            <pc:sldMk cId="1196054167" sldId="587"/>
            <ac:spMk id="3" creationId="{FA755082-70DA-3D50-1613-A4A6723FED1F}"/>
          </ac:spMkLst>
        </pc:spChg>
      </pc:sldChg>
      <pc:sldChg chg="modSp add mod">
        <pc:chgData name="Mohammed Fasha" userId="cc64f42d-a1a6-4f08-b97b-0c37f877119f" providerId="ADAL" clId="{8DFC6787-4569-4AEF-BB23-FDF85FEE05FB}" dt="2025-04-20T17:01:36.248" v="1461" actId="27636"/>
        <pc:sldMkLst>
          <pc:docMk/>
          <pc:sldMk cId="313857250" sldId="588"/>
        </pc:sldMkLst>
        <pc:spChg chg="mod">
          <ac:chgData name="Mohammed Fasha" userId="cc64f42d-a1a6-4f08-b97b-0c37f877119f" providerId="ADAL" clId="{8DFC6787-4569-4AEF-BB23-FDF85FEE05FB}" dt="2025-04-20T17:01:36.248" v="1461" actId="27636"/>
          <ac:spMkLst>
            <pc:docMk/>
            <pc:sldMk cId="313857250" sldId="588"/>
            <ac:spMk id="2" creationId="{640B72BD-2622-0BDA-1CEF-BAA04A5A39C5}"/>
          </ac:spMkLst>
        </pc:spChg>
        <pc:spChg chg="mod">
          <ac:chgData name="Mohammed Fasha" userId="cc64f42d-a1a6-4f08-b97b-0c37f877119f" providerId="ADAL" clId="{8DFC6787-4569-4AEF-BB23-FDF85FEE05FB}" dt="2025-04-20T17:01:34.343" v="1457" actId="21"/>
          <ac:spMkLst>
            <pc:docMk/>
            <pc:sldMk cId="313857250" sldId="588"/>
            <ac:spMk id="3" creationId="{B6929E43-3F39-A0AB-4FE3-2DF99D72D64C}"/>
          </ac:spMkLst>
        </pc:spChg>
      </pc:sldChg>
      <pc:sldChg chg="del">
        <pc:chgData name="Mohammed Fasha" userId="cc64f42d-a1a6-4f08-b97b-0c37f877119f" providerId="ADAL" clId="{8DFC6787-4569-4AEF-BB23-FDF85FEE05FB}" dt="2025-04-20T14:32:10.451" v="45" actId="2696"/>
        <pc:sldMkLst>
          <pc:docMk/>
          <pc:sldMk cId="3354701919" sldId="588"/>
        </pc:sldMkLst>
      </pc:sldChg>
      <pc:sldChg chg="modSp add mod">
        <pc:chgData name="Mohammed Fasha" userId="cc64f42d-a1a6-4f08-b97b-0c37f877119f" providerId="ADAL" clId="{8DFC6787-4569-4AEF-BB23-FDF85FEE05FB}" dt="2025-04-20T17:01:53.200" v="1468" actId="113"/>
        <pc:sldMkLst>
          <pc:docMk/>
          <pc:sldMk cId="3248123203" sldId="589"/>
        </pc:sldMkLst>
        <pc:spChg chg="mod">
          <ac:chgData name="Mohammed Fasha" userId="cc64f42d-a1a6-4f08-b97b-0c37f877119f" providerId="ADAL" clId="{8DFC6787-4569-4AEF-BB23-FDF85FEE05FB}" dt="2025-04-20T17:01:53.200" v="1468" actId="113"/>
          <ac:spMkLst>
            <pc:docMk/>
            <pc:sldMk cId="3248123203" sldId="589"/>
            <ac:spMk id="2" creationId="{2446412A-5892-FCBD-545E-1A5B9E7A4BBE}"/>
          </ac:spMkLst>
        </pc:spChg>
        <pc:spChg chg="mod">
          <ac:chgData name="Mohammed Fasha" userId="cc64f42d-a1a6-4f08-b97b-0c37f877119f" providerId="ADAL" clId="{8DFC6787-4569-4AEF-BB23-FDF85FEE05FB}" dt="2025-04-20T17:01:49.808" v="1463" actId="21"/>
          <ac:spMkLst>
            <pc:docMk/>
            <pc:sldMk cId="3248123203" sldId="589"/>
            <ac:spMk id="3" creationId="{417A66EB-C59D-A890-3002-548F60050969}"/>
          </ac:spMkLst>
        </pc:spChg>
      </pc:sldChg>
      <pc:sldChg chg="del">
        <pc:chgData name="Mohammed Fasha" userId="cc64f42d-a1a6-4f08-b97b-0c37f877119f" providerId="ADAL" clId="{8DFC6787-4569-4AEF-BB23-FDF85FEE05FB}" dt="2025-04-20T14:32:10.451" v="45" actId="2696"/>
        <pc:sldMkLst>
          <pc:docMk/>
          <pc:sldMk cId="1772982877" sldId="590"/>
        </pc:sldMkLst>
      </pc:sldChg>
      <pc:sldChg chg="modSp add mod">
        <pc:chgData name="Mohammed Fasha" userId="cc64f42d-a1a6-4f08-b97b-0c37f877119f" providerId="ADAL" clId="{8DFC6787-4569-4AEF-BB23-FDF85FEE05FB}" dt="2025-04-20T17:02:02.799" v="1475" actId="113"/>
        <pc:sldMkLst>
          <pc:docMk/>
          <pc:sldMk cId="2710591063" sldId="590"/>
        </pc:sldMkLst>
        <pc:spChg chg="mod">
          <ac:chgData name="Mohammed Fasha" userId="cc64f42d-a1a6-4f08-b97b-0c37f877119f" providerId="ADAL" clId="{8DFC6787-4569-4AEF-BB23-FDF85FEE05FB}" dt="2025-04-20T17:02:02.799" v="1475" actId="113"/>
          <ac:spMkLst>
            <pc:docMk/>
            <pc:sldMk cId="2710591063" sldId="590"/>
            <ac:spMk id="2" creationId="{4C3ECAC6-24DE-074A-680A-3048D26C9D12}"/>
          </ac:spMkLst>
        </pc:spChg>
        <pc:spChg chg="mod">
          <ac:chgData name="Mohammed Fasha" userId="cc64f42d-a1a6-4f08-b97b-0c37f877119f" providerId="ADAL" clId="{8DFC6787-4569-4AEF-BB23-FDF85FEE05FB}" dt="2025-04-20T17:01:59.060" v="1470" actId="21"/>
          <ac:spMkLst>
            <pc:docMk/>
            <pc:sldMk cId="2710591063" sldId="590"/>
            <ac:spMk id="3" creationId="{8F996441-E141-1F37-8FA5-3863828E7B82}"/>
          </ac:spMkLst>
        </pc:spChg>
      </pc:sldChg>
      <pc:sldChg chg="modSp add mod">
        <pc:chgData name="Mohammed Fasha" userId="cc64f42d-a1a6-4f08-b97b-0c37f877119f" providerId="ADAL" clId="{8DFC6787-4569-4AEF-BB23-FDF85FEE05FB}" dt="2025-04-20T17:02:13.091" v="1482" actId="113"/>
        <pc:sldMkLst>
          <pc:docMk/>
          <pc:sldMk cId="2099531688" sldId="591"/>
        </pc:sldMkLst>
        <pc:spChg chg="mod">
          <ac:chgData name="Mohammed Fasha" userId="cc64f42d-a1a6-4f08-b97b-0c37f877119f" providerId="ADAL" clId="{8DFC6787-4569-4AEF-BB23-FDF85FEE05FB}" dt="2025-04-20T17:02:13.091" v="1482" actId="113"/>
          <ac:spMkLst>
            <pc:docMk/>
            <pc:sldMk cId="2099531688" sldId="591"/>
            <ac:spMk id="2" creationId="{AA7FBE46-30BA-97CE-7EF5-D6E6EFDFB903}"/>
          </ac:spMkLst>
        </pc:spChg>
        <pc:spChg chg="mod">
          <ac:chgData name="Mohammed Fasha" userId="cc64f42d-a1a6-4f08-b97b-0c37f877119f" providerId="ADAL" clId="{8DFC6787-4569-4AEF-BB23-FDF85FEE05FB}" dt="2025-04-20T17:02:09.711" v="1477" actId="21"/>
          <ac:spMkLst>
            <pc:docMk/>
            <pc:sldMk cId="2099531688" sldId="591"/>
            <ac:spMk id="3" creationId="{BB7BB5FE-ED4E-9B26-7BBE-4852DADEAE36}"/>
          </ac:spMkLst>
        </pc:spChg>
      </pc:sldChg>
      <pc:sldChg chg="del">
        <pc:chgData name="Mohammed Fasha" userId="cc64f42d-a1a6-4f08-b97b-0c37f877119f" providerId="ADAL" clId="{8DFC6787-4569-4AEF-BB23-FDF85FEE05FB}" dt="2025-04-20T14:32:10.451" v="45" actId="2696"/>
        <pc:sldMkLst>
          <pc:docMk/>
          <pc:sldMk cId="4013144202" sldId="591"/>
        </pc:sldMkLst>
      </pc:sldChg>
      <pc:sldChg chg="modSp add mod">
        <pc:chgData name="Mohammed Fasha" userId="cc64f42d-a1a6-4f08-b97b-0c37f877119f" providerId="ADAL" clId="{8DFC6787-4569-4AEF-BB23-FDF85FEE05FB}" dt="2025-04-20T17:02:23.845" v="1489" actId="113"/>
        <pc:sldMkLst>
          <pc:docMk/>
          <pc:sldMk cId="679815193" sldId="592"/>
        </pc:sldMkLst>
        <pc:spChg chg="mod">
          <ac:chgData name="Mohammed Fasha" userId="cc64f42d-a1a6-4f08-b97b-0c37f877119f" providerId="ADAL" clId="{8DFC6787-4569-4AEF-BB23-FDF85FEE05FB}" dt="2025-04-20T17:02:23.845" v="1489" actId="113"/>
          <ac:spMkLst>
            <pc:docMk/>
            <pc:sldMk cId="679815193" sldId="592"/>
            <ac:spMk id="2" creationId="{D7EFCEE9-994D-23F4-846C-4A76E9C5C32E}"/>
          </ac:spMkLst>
        </pc:spChg>
        <pc:spChg chg="mod">
          <ac:chgData name="Mohammed Fasha" userId="cc64f42d-a1a6-4f08-b97b-0c37f877119f" providerId="ADAL" clId="{8DFC6787-4569-4AEF-BB23-FDF85FEE05FB}" dt="2025-04-20T17:02:20.595" v="1484" actId="21"/>
          <ac:spMkLst>
            <pc:docMk/>
            <pc:sldMk cId="679815193" sldId="592"/>
            <ac:spMk id="3" creationId="{46B39FA6-13CC-72C8-FC1F-C00F7B3A62FD}"/>
          </ac:spMkLst>
        </pc:spChg>
      </pc:sldChg>
      <pc:sldChg chg="del">
        <pc:chgData name="Mohammed Fasha" userId="cc64f42d-a1a6-4f08-b97b-0c37f877119f" providerId="ADAL" clId="{8DFC6787-4569-4AEF-BB23-FDF85FEE05FB}" dt="2025-04-20T14:32:10.451" v="45" actId="2696"/>
        <pc:sldMkLst>
          <pc:docMk/>
          <pc:sldMk cId="4204510001" sldId="592"/>
        </pc:sldMkLst>
      </pc:sldChg>
      <pc:sldChg chg="del">
        <pc:chgData name="Mohammed Fasha" userId="cc64f42d-a1a6-4f08-b97b-0c37f877119f" providerId="ADAL" clId="{8DFC6787-4569-4AEF-BB23-FDF85FEE05FB}" dt="2025-04-20T14:32:10.451" v="45" actId="2696"/>
        <pc:sldMkLst>
          <pc:docMk/>
          <pc:sldMk cId="1503045661" sldId="593"/>
        </pc:sldMkLst>
      </pc:sldChg>
      <pc:sldChg chg="modSp add mod">
        <pc:chgData name="Mohammed Fasha" userId="cc64f42d-a1a6-4f08-b97b-0c37f877119f" providerId="ADAL" clId="{8DFC6787-4569-4AEF-BB23-FDF85FEE05FB}" dt="2025-04-20T17:02:37.819" v="1496" actId="113"/>
        <pc:sldMkLst>
          <pc:docMk/>
          <pc:sldMk cId="3936032628" sldId="593"/>
        </pc:sldMkLst>
        <pc:spChg chg="mod">
          <ac:chgData name="Mohammed Fasha" userId="cc64f42d-a1a6-4f08-b97b-0c37f877119f" providerId="ADAL" clId="{8DFC6787-4569-4AEF-BB23-FDF85FEE05FB}" dt="2025-04-20T17:02:37.819" v="1496" actId="113"/>
          <ac:spMkLst>
            <pc:docMk/>
            <pc:sldMk cId="3936032628" sldId="593"/>
            <ac:spMk id="2" creationId="{F4A7E64B-C5B3-AEEE-11F0-A82241C7889E}"/>
          </ac:spMkLst>
        </pc:spChg>
        <pc:spChg chg="mod">
          <ac:chgData name="Mohammed Fasha" userId="cc64f42d-a1a6-4f08-b97b-0c37f877119f" providerId="ADAL" clId="{8DFC6787-4569-4AEF-BB23-FDF85FEE05FB}" dt="2025-04-20T17:02:33.233" v="1491" actId="21"/>
          <ac:spMkLst>
            <pc:docMk/>
            <pc:sldMk cId="3936032628" sldId="593"/>
            <ac:spMk id="3" creationId="{2C6F57C9-D577-D8AE-D393-4F4E9CA7D761}"/>
          </ac:spMkLst>
        </pc:spChg>
      </pc:sldChg>
      <pc:sldChg chg="addSp delSp modSp add mod">
        <pc:chgData name="Mohammed Fasha" userId="cc64f42d-a1a6-4f08-b97b-0c37f877119f" providerId="ADAL" clId="{8DFC6787-4569-4AEF-BB23-FDF85FEE05FB}" dt="2025-04-20T17:03:41.493" v="1514" actId="14100"/>
        <pc:sldMkLst>
          <pc:docMk/>
          <pc:sldMk cId="4127777656" sldId="594"/>
        </pc:sldMkLst>
        <pc:spChg chg="mod">
          <ac:chgData name="Mohammed Fasha" userId="cc64f42d-a1a6-4f08-b97b-0c37f877119f" providerId="ADAL" clId="{8DFC6787-4569-4AEF-BB23-FDF85FEE05FB}" dt="2025-04-20T17:02:47.915" v="1497"/>
          <ac:spMkLst>
            <pc:docMk/>
            <pc:sldMk cId="4127777656" sldId="594"/>
            <ac:spMk id="2" creationId="{684FB7C0-6D19-9BEA-87D9-642B987861FD}"/>
          </ac:spMkLst>
        </pc:spChg>
        <pc:spChg chg="add del mod">
          <ac:chgData name="Mohammed Fasha" userId="cc64f42d-a1a6-4f08-b97b-0c37f877119f" providerId="ADAL" clId="{8DFC6787-4569-4AEF-BB23-FDF85FEE05FB}" dt="2025-04-20T17:02:59.664" v="1503" actId="14100"/>
          <ac:spMkLst>
            <pc:docMk/>
            <pc:sldMk cId="4127777656" sldId="594"/>
            <ac:spMk id="3" creationId="{2B9D861C-1BF9-EC89-D5A5-874821596B9F}"/>
          </ac:spMkLst>
        </pc:spChg>
        <pc:spChg chg="add mod">
          <ac:chgData name="Mohammed Fasha" userId="cc64f42d-a1a6-4f08-b97b-0c37f877119f" providerId="ADAL" clId="{8DFC6787-4569-4AEF-BB23-FDF85FEE05FB}" dt="2025-04-20T17:02:53.716" v="1499"/>
          <ac:spMkLst>
            <pc:docMk/>
            <pc:sldMk cId="4127777656" sldId="594"/>
            <ac:spMk id="4" creationId="{EE5BF396-2A7C-27AC-5FE4-5B40218D1FBB}"/>
          </ac:spMkLst>
        </pc:spChg>
        <pc:spChg chg="add mod">
          <ac:chgData name="Mohammed Fasha" userId="cc64f42d-a1a6-4f08-b97b-0c37f877119f" providerId="ADAL" clId="{8DFC6787-4569-4AEF-BB23-FDF85FEE05FB}" dt="2025-04-20T17:03:41.493" v="1514" actId="14100"/>
          <ac:spMkLst>
            <pc:docMk/>
            <pc:sldMk cId="4127777656" sldId="594"/>
            <ac:spMk id="7" creationId="{46EA2AA7-459B-C8C1-065C-11F195DCDD6D}"/>
          </ac:spMkLst>
        </pc:spChg>
        <pc:graphicFrameChg chg="add mod modGraphic">
          <ac:chgData name="Mohammed Fasha" userId="cc64f42d-a1a6-4f08-b97b-0c37f877119f" providerId="ADAL" clId="{8DFC6787-4569-4AEF-BB23-FDF85FEE05FB}" dt="2025-04-20T17:03:29.789" v="1511" actId="207"/>
          <ac:graphicFrameMkLst>
            <pc:docMk/>
            <pc:sldMk cId="4127777656" sldId="594"/>
            <ac:graphicFrameMk id="5" creationId="{D51101E0-A982-D66F-9B50-F717F754E806}"/>
          </ac:graphicFrameMkLst>
        </pc:graphicFrameChg>
      </pc:sldChg>
      <pc:sldChg chg="addSp modSp add mod">
        <pc:chgData name="Mohammed Fasha" userId="cc64f42d-a1a6-4f08-b97b-0c37f877119f" providerId="ADAL" clId="{8DFC6787-4569-4AEF-BB23-FDF85FEE05FB}" dt="2025-04-20T17:04:25.364" v="1527" actId="207"/>
        <pc:sldMkLst>
          <pc:docMk/>
          <pc:sldMk cId="3806487707" sldId="595"/>
        </pc:sldMkLst>
        <pc:spChg chg="mod">
          <ac:chgData name="Mohammed Fasha" userId="cc64f42d-a1a6-4f08-b97b-0c37f877119f" providerId="ADAL" clId="{8DFC6787-4569-4AEF-BB23-FDF85FEE05FB}" dt="2025-04-20T17:03:49.818" v="1515"/>
          <ac:spMkLst>
            <pc:docMk/>
            <pc:sldMk cId="3806487707" sldId="595"/>
            <ac:spMk id="2" creationId="{634B94AF-6F2A-6FB4-1E41-2FC5529A9183}"/>
          </ac:spMkLst>
        </pc:spChg>
        <pc:spChg chg="mod">
          <ac:chgData name="Mohammed Fasha" userId="cc64f42d-a1a6-4f08-b97b-0c37f877119f" providerId="ADAL" clId="{8DFC6787-4569-4AEF-BB23-FDF85FEE05FB}" dt="2025-04-20T17:04:00.352" v="1519" actId="14100"/>
          <ac:spMkLst>
            <pc:docMk/>
            <pc:sldMk cId="3806487707" sldId="595"/>
            <ac:spMk id="3" creationId="{8790C6A5-C3EA-F08B-049A-7162FDFD7DB5}"/>
          </ac:spMkLst>
        </pc:spChg>
        <pc:graphicFrameChg chg="add mod modGraphic">
          <ac:chgData name="Mohammed Fasha" userId="cc64f42d-a1a6-4f08-b97b-0c37f877119f" providerId="ADAL" clId="{8DFC6787-4569-4AEF-BB23-FDF85FEE05FB}" dt="2025-04-20T17:04:25.364" v="1527" actId="207"/>
          <ac:graphicFrameMkLst>
            <pc:docMk/>
            <pc:sldMk cId="3806487707" sldId="595"/>
            <ac:graphicFrameMk id="4" creationId="{A0AFBC84-C395-41B0-51F4-C25FF07E8A43}"/>
          </ac:graphicFrameMkLst>
        </pc:graphicFrameChg>
      </pc:sldChg>
      <pc:sldChg chg="add del">
        <pc:chgData name="Mohammed Fasha" userId="cc64f42d-a1a6-4f08-b97b-0c37f877119f" providerId="ADAL" clId="{8DFC6787-4569-4AEF-BB23-FDF85FEE05FB}" dt="2025-04-20T17:04:40.264" v="1528" actId="47"/>
        <pc:sldMkLst>
          <pc:docMk/>
          <pc:sldMk cId="1873570383" sldId="596"/>
        </pc:sldMkLst>
      </pc:sldChg>
      <pc:sldChg chg="del">
        <pc:chgData name="Mohammed Fasha" userId="cc64f42d-a1a6-4f08-b97b-0c37f877119f" providerId="ADAL" clId="{8DFC6787-4569-4AEF-BB23-FDF85FEE05FB}" dt="2025-04-20T14:32:10.451" v="45" actId="2696"/>
        <pc:sldMkLst>
          <pc:docMk/>
          <pc:sldMk cId="3474268344" sldId="596"/>
        </pc:sldMkLst>
      </pc:sldChg>
      <pc:sldChg chg="add del">
        <pc:chgData name="Mohammed Fasha" userId="cc64f42d-a1a6-4f08-b97b-0c37f877119f" providerId="ADAL" clId="{8DFC6787-4569-4AEF-BB23-FDF85FEE05FB}" dt="2025-04-20T17:04:40.705" v="1529" actId="47"/>
        <pc:sldMkLst>
          <pc:docMk/>
          <pc:sldMk cId="3466739637" sldId="597"/>
        </pc:sldMkLst>
      </pc:sldChg>
      <pc:sldChg chg="del">
        <pc:chgData name="Mohammed Fasha" userId="cc64f42d-a1a6-4f08-b97b-0c37f877119f" providerId="ADAL" clId="{8DFC6787-4569-4AEF-BB23-FDF85FEE05FB}" dt="2025-04-20T14:32:10.451" v="45" actId="2696"/>
        <pc:sldMkLst>
          <pc:docMk/>
          <pc:sldMk cId="4148675757" sldId="597"/>
        </pc:sldMkLst>
      </pc:sldChg>
      <pc:sldChg chg="add del">
        <pc:chgData name="Mohammed Fasha" userId="cc64f42d-a1a6-4f08-b97b-0c37f877119f" providerId="ADAL" clId="{8DFC6787-4569-4AEF-BB23-FDF85FEE05FB}" dt="2025-04-20T17:04:41.301" v="1530" actId="47"/>
        <pc:sldMkLst>
          <pc:docMk/>
          <pc:sldMk cId="313704078" sldId="598"/>
        </pc:sldMkLst>
      </pc:sldChg>
      <pc:sldChg chg="del">
        <pc:chgData name="Mohammed Fasha" userId="cc64f42d-a1a6-4f08-b97b-0c37f877119f" providerId="ADAL" clId="{8DFC6787-4569-4AEF-BB23-FDF85FEE05FB}" dt="2025-04-20T14:32:10.451" v="45" actId="2696"/>
        <pc:sldMkLst>
          <pc:docMk/>
          <pc:sldMk cId="2392152533" sldId="598"/>
        </pc:sldMkLst>
      </pc:sldChg>
      <pc:sldChg chg="add del">
        <pc:chgData name="Mohammed Fasha" userId="cc64f42d-a1a6-4f08-b97b-0c37f877119f" providerId="ADAL" clId="{8DFC6787-4569-4AEF-BB23-FDF85FEE05FB}" dt="2025-04-20T17:04:42.241" v="1531" actId="47"/>
        <pc:sldMkLst>
          <pc:docMk/>
          <pc:sldMk cId="2224603642" sldId="599"/>
        </pc:sldMkLst>
      </pc:sldChg>
      <pc:sldChg chg="del">
        <pc:chgData name="Mohammed Fasha" userId="cc64f42d-a1a6-4f08-b97b-0c37f877119f" providerId="ADAL" clId="{8DFC6787-4569-4AEF-BB23-FDF85FEE05FB}" dt="2025-04-20T14:32:10.451" v="45" actId="2696"/>
        <pc:sldMkLst>
          <pc:docMk/>
          <pc:sldMk cId="3480194047" sldId="599"/>
        </pc:sldMkLst>
      </pc:sldChg>
      <pc:sldChg chg="add del">
        <pc:chgData name="Mohammed Fasha" userId="cc64f42d-a1a6-4f08-b97b-0c37f877119f" providerId="ADAL" clId="{8DFC6787-4569-4AEF-BB23-FDF85FEE05FB}" dt="2025-04-20T17:04:42.426" v="1532" actId="47"/>
        <pc:sldMkLst>
          <pc:docMk/>
          <pc:sldMk cId="2903203207" sldId="600"/>
        </pc:sldMkLst>
      </pc:sldChg>
      <pc:sldChg chg="del">
        <pc:chgData name="Mohammed Fasha" userId="cc64f42d-a1a6-4f08-b97b-0c37f877119f" providerId="ADAL" clId="{8DFC6787-4569-4AEF-BB23-FDF85FEE05FB}" dt="2025-04-20T14:32:10.451" v="45" actId="2696"/>
        <pc:sldMkLst>
          <pc:docMk/>
          <pc:sldMk cId="3146452721" sldId="600"/>
        </pc:sldMkLst>
      </pc:sldChg>
      <pc:sldChg chg="add del">
        <pc:chgData name="Mohammed Fasha" userId="cc64f42d-a1a6-4f08-b97b-0c37f877119f" providerId="ADAL" clId="{8DFC6787-4569-4AEF-BB23-FDF85FEE05FB}" dt="2025-04-20T17:04:42.991" v="1533" actId="47"/>
        <pc:sldMkLst>
          <pc:docMk/>
          <pc:sldMk cId="670224483" sldId="601"/>
        </pc:sldMkLst>
      </pc:sldChg>
      <pc:sldChg chg="del">
        <pc:chgData name="Mohammed Fasha" userId="cc64f42d-a1a6-4f08-b97b-0c37f877119f" providerId="ADAL" clId="{8DFC6787-4569-4AEF-BB23-FDF85FEE05FB}" dt="2025-04-20T14:32:10.451" v="45" actId="2696"/>
        <pc:sldMkLst>
          <pc:docMk/>
          <pc:sldMk cId="3244541146" sldId="601"/>
        </pc:sldMkLst>
      </pc:sldChg>
      <pc:sldChg chg="del">
        <pc:chgData name="Mohammed Fasha" userId="cc64f42d-a1a6-4f08-b97b-0c37f877119f" providerId="ADAL" clId="{8DFC6787-4569-4AEF-BB23-FDF85FEE05FB}" dt="2025-04-20T14:32:10.451" v="45" actId="2696"/>
        <pc:sldMkLst>
          <pc:docMk/>
          <pc:sldMk cId="659845697" sldId="602"/>
        </pc:sldMkLst>
      </pc:sldChg>
      <pc:sldChg chg="del">
        <pc:chgData name="Mohammed Fasha" userId="cc64f42d-a1a6-4f08-b97b-0c37f877119f" providerId="ADAL" clId="{8DFC6787-4569-4AEF-BB23-FDF85FEE05FB}" dt="2025-04-20T14:32:10.451" v="45" actId="2696"/>
        <pc:sldMkLst>
          <pc:docMk/>
          <pc:sldMk cId="2464207026" sldId="603"/>
        </pc:sldMkLst>
      </pc:sldChg>
      <pc:sldChg chg="del">
        <pc:chgData name="Mohammed Fasha" userId="cc64f42d-a1a6-4f08-b97b-0c37f877119f" providerId="ADAL" clId="{8DFC6787-4569-4AEF-BB23-FDF85FEE05FB}" dt="2025-04-20T14:32:10.451" v="45" actId="2696"/>
        <pc:sldMkLst>
          <pc:docMk/>
          <pc:sldMk cId="4283467534" sldId="604"/>
        </pc:sldMkLst>
      </pc:sldChg>
      <pc:sldChg chg="del">
        <pc:chgData name="Mohammed Fasha" userId="cc64f42d-a1a6-4f08-b97b-0c37f877119f" providerId="ADAL" clId="{8DFC6787-4569-4AEF-BB23-FDF85FEE05FB}" dt="2025-04-20T14:32:10.451" v="45" actId="2696"/>
        <pc:sldMkLst>
          <pc:docMk/>
          <pc:sldMk cId="2877973779" sldId="607"/>
        </pc:sldMkLst>
      </pc:sldChg>
      <pc:sldChg chg="del">
        <pc:chgData name="Mohammed Fasha" userId="cc64f42d-a1a6-4f08-b97b-0c37f877119f" providerId="ADAL" clId="{8DFC6787-4569-4AEF-BB23-FDF85FEE05FB}" dt="2025-04-20T14:32:10.451" v="45" actId="2696"/>
        <pc:sldMkLst>
          <pc:docMk/>
          <pc:sldMk cId="21481256" sldId="611"/>
        </pc:sldMkLst>
      </pc:sldChg>
      <pc:sldChg chg="del">
        <pc:chgData name="Mohammed Fasha" userId="cc64f42d-a1a6-4f08-b97b-0c37f877119f" providerId="ADAL" clId="{8DFC6787-4569-4AEF-BB23-FDF85FEE05FB}" dt="2025-04-20T14:32:10.451" v="45" actId="2696"/>
        <pc:sldMkLst>
          <pc:docMk/>
          <pc:sldMk cId="4040874025" sldId="612"/>
        </pc:sldMkLst>
      </pc:sldChg>
      <pc:sldChg chg="del">
        <pc:chgData name="Mohammed Fasha" userId="cc64f42d-a1a6-4f08-b97b-0c37f877119f" providerId="ADAL" clId="{8DFC6787-4569-4AEF-BB23-FDF85FEE05FB}" dt="2025-04-20T14:32:10.451" v="45" actId="2696"/>
        <pc:sldMkLst>
          <pc:docMk/>
          <pc:sldMk cId="399592497" sldId="613"/>
        </pc:sldMkLst>
      </pc:sldChg>
      <pc:sldChg chg="del">
        <pc:chgData name="Mohammed Fasha" userId="cc64f42d-a1a6-4f08-b97b-0c37f877119f" providerId="ADAL" clId="{8DFC6787-4569-4AEF-BB23-FDF85FEE05FB}" dt="2025-04-20T14:32:10.451" v="45" actId="2696"/>
        <pc:sldMkLst>
          <pc:docMk/>
          <pc:sldMk cId="3535314737" sldId="614"/>
        </pc:sldMkLst>
      </pc:sldChg>
      <pc:sldChg chg="del">
        <pc:chgData name="Mohammed Fasha" userId="cc64f42d-a1a6-4f08-b97b-0c37f877119f" providerId="ADAL" clId="{8DFC6787-4569-4AEF-BB23-FDF85FEE05FB}" dt="2025-04-20T14:32:10.451" v="45" actId="2696"/>
        <pc:sldMkLst>
          <pc:docMk/>
          <pc:sldMk cId="627652750" sldId="615"/>
        </pc:sldMkLst>
      </pc:sldChg>
      <pc:sldChg chg="del">
        <pc:chgData name="Mohammed Fasha" userId="cc64f42d-a1a6-4f08-b97b-0c37f877119f" providerId="ADAL" clId="{8DFC6787-4569-4AEF-BB23-FDF85FEE05FB}" dt="2025-04-20T14:32:10.451" v="45" actId="2696"/>
        <pc:sldMkLst>
          <pc:docMk/>
          <pc:sldMk cId="423212581" sldId="616"/>
        </pc:sldMkLst>
      </pc:sldChg>
      <pc:sldChg chg="del">
        <pc:chgData name="Mohammed Fasha" userId="cc64f42d-a1a6-4f08-b97b-0c37f877119f" providerId="ADAL" clId="{8DFC6787-4569-4AEF-BB23-FDF85FEE05FB}" dt="2025-04-20T14:32:10.451" v="45" actId="2696"/>
        <pc:sldMkLst>
          <pc:docMk/>
          <pc:sldMk cId="3329135496" sldId="617"/>
        </pc:sldMkLst>
      </pc:sldChg>
      <pc:sldChg chg="del">
        <pc:chgData name="Mohammed Fasha" userId="cc64f42d-a1a6-4f08-b97b-0c37f877119f" providerId="ADAL" clId="{8DFC6787-4569-4AEF-BB23-FDF85FEE05FB}" dt="2025-04-20T14:32:10.451" v="45" actId="2696"/>
        <pc:sldMkLst>
          <pc:docMk/>
          <pc:sldMk cId="1380276415" sldId="618"/>
        </pc:sldMkLst>
      </pc:sldChg>
      <pc:sldChg chg="del">
        <pc:chgData name="Mohammed Fasha" userId="cc64f42d-a1a6-4f08-b97b-0c37f877119f" providerId="ADAL" clId="{8DFC6787-4569-4AEF-BB23-FDF85FEE05FB}" dt="2025-04-20T14:32:10.451" v="45" actId="2696"/>
        <pc:sldMkLst>
          <pc:docMk/>
          <pc:sldMk cId="246730148" sldId="619"/>
        </pc:sldMkLst>
      </pc:sldChg>
      <pc:sldChg chg="del">
        <pc:chgData name="Mohammed Fasha" userId="cc64f42d-a1a6-4f08-b97b-0c37f877119f" providerId="ADAL" clId="{8DFC6787-4569-4AEF-BB23-FDF85FEE05FB}" dt="2025-04-20T14:32:10.451" v="45" actId="2696"/>
        <pc:sldMkLst>
          <pc:docMk/>
          <pc:sldMk cId="839834530" sldId="621"/>
        </pc:sldMkLst>
      </pc:sldChg>
      <pc:sldChg chg="del">
        <pc:chgData name="Mohammed Fasha" userId="cc64f42d-a1a6-4f08-b97b-0c37f877119f" providerId="ADAL" clId="{8DFC6787-4569-4AEF-BB23-FDF85FEE05FB}" dt="2025-04-20T14:32:10.451" v="45" actId="2696"/>
        <pc:sldMkLst>
          <pc:docMk/>
          <pc:sldMk cId="3734309461" sldId="625"/>
        </pc:sldMkLst>
      </pc:sldChg>
      <pc:sldChg chg="del">
        <pc:chgData name="Mohammed Fasha" userId="cc64f42d-a1a6-4f08-b97b-0c37f877119f" providerId="ADAL" clId="{8DFC6787-4569-4AEF-BB23-FDF85FEE05FB}" dt="2025-04-20T14:32:10.451" v="45" actId="2696"/>
        <pc:sldMkLst>
          <pc:docMk/>
          <pc:sldMk cId="4269580935" sldId="634"/>
        </pc:sldMkLst>
      </pc:sldChg>
      <pc:sldChg chg="del">
        <pc:chgData name="Mohammed Fasha" userId="cc64f42d-a1a6-4f08-b97b-0c37f877119f" providerId="ADAL" clId="{8DFC6787-4569-4AEF-BB23-FDF85FEE05FB}" dt="2025-04-20T14:32:10.451" v="45" actId="2696"/>
        <pc:sldMkLst>
          <pc:docMk/>
          <pc:sldMk cId="2838240985" sldId="635"/>
        </pc:sldMkLst>
      </pc:sldChg>
      <pc:sldChg chg="add del">
        <pc:chgData name="Mohammed Fasha" userId="cc64f42d-a1a6-4f08-b97b-0c37f877119f" providerId="ADAL" clId="{8DFC6787-4569-4AEF-BB23-FDF85FEE05FB}" dt="2025-04-20T15:26:11.867" v="596" actId="2696"/>
        <pc:sldMkLst>
          <pc:docMk/>
          <pc:sldMk cId="529606961" sldId="636"/>
        </pc:sldMkLst>
      </pc:sldChg>
      <pc:sldChg chg="del">
        <pc:chgData name="Mohammed Fasha" userId="cc64f42d-a1a6-4f08-b97b-0c37f877119f" providerId="ADAL" clId="{8DFC6787-4569-4AEF-BB23-FDF85FEE05FB}" dt="2025-04-20T14:32:10.451" v="45" actId="2696"/>
        <pc:sldMkLst>
          <pc:docMk/>
          <pc:sldMk cId="1675291572" sldId="638"/>
        </pc:sldMkLst>
      </pc:sldChg>
      <pc:sldChg chg="del">
        <pc:chgData name="Mohammed Fasha" userId="cc64f42d-a1a6-4f08-b97b-0c37f877119f" providerId="ADAL" clId="{8DFC6787-4569-4AEF-BB23-FDF85FEE05FB}" dt="2025-04-20T14:32:10.451" v="45" actId="2696"/>
        <pc:sldMkLst>
          <pc:docMk/>
          <pc:sldMk cId="2145145303" sldId="640"/>
        </pc:sldMkLst>
      </pc:sldChg>
      <pc:sldChg chg="del">
        <pc:chgData name="Mohammed Fasha" userId="cc64f42d-a1a6-4f08-b97b-0c37f877119f" providerId="ADAL" clId="{8DFC6787-4569-4AEF-BB23-FDF85FEE05FB}" dt="2025-04-20T14:32:10.451" v="45" actId="2696"/>
        <pc:sldMkLst>
          <pc:docMk/>
          <pc:sldMk cId="1135291414" sldId="643"/>
        </pc:sldMkLst>
      </pc:sldChg>
      <pc:sldChg chg="del">
        <pc:chgData name="Mohammed Fasha" userId="cc64f42d-a1a6-4f08-b97b-0c37f877119f" providerId="ADAL" clId="{8DFC6787-4569-4AEF-BB23-FDF85FEE05FB}" dt="2025-04-20T14:32:10.451" v="45" actId="2696"/>
        <pc:sldMkLst>
          <pc:docMk/>
          <pc:sldMk cId="1030124935" sldId="644"/>
        </pc:sldMkLst>
      </pc:sldChg>
      <pc:sldChg chg="del">
        <pc:chgData name="Mohammed Fasha" userId="cc64f42d-a1a6-4f08-b97b-0c37f877119f" providerId="ADAL" clId="{8DFC6787-4569-4AEF-BB23-FDF85FEE05FB}" dt="2025-04-20T14:32:10.451" v="45" actId="2696"/>
        <pc:sldMkLst>
          <pc:docMk/>
          <pc:sldMk cId="2168644593" sldId="645"/>
        </pc:sldMkLst>
      </pc:sldChg>
      <pc:sldChg chg="del">
        <pc:chgData name="Mohammed Fasha" userId="cc64f42d-a1a6-4f08-b97b-0c37f877119f" providerId="ADAL" clId="{8DFC6787-4569-4AEF-BB23-FDF85FEE05FB}" dt="2025-04-20T14:32:10.451" v="45" actId="2696"/>
        <pc:sldMkLst>
          <pc:docMk/>
          <pc:sldMk cId="2743226386" sldId="646"/>
        </pc:sldMkLst>
      </pc:sldChg>
      <pc:sldChg chg="del">
        <pc:chgData name="Mohammed Fasha" userId="cc64f42d-a1a6-4f08-b97b-0c37f877119f" providerId="ADAL" clId="{8DFC6787-4569-4AEF-BB23-FDF85FEE05FB}" dt="2025-04-20T14:32:10.451" v="45" actId="2696"/>
        <pc:sldMkLst>
          <pc:docMk/>
          <pc:sldMk cId="202107314" sldId="647"/>
        </pc:sldMkLst>
      </pc:sldChg>
      <pc:sldChg chg="del">
        <pc:chgData name="Mohammed Fasha" userId="cc64f42d-a1a6-4f08-b97b-0c37f877119f" providerId="ADAL" clId="{8DFC6787-4569-4AEF-BB23-FDF85FEE05FB}" dt="2025-04-20T14:32:10.451" v="45" actId="2696"/>
        <pc:sldMkLst>
          <pc:docMk/>
          <pc:sldMk cId="662689605" sldId="649"/>
        </pc:sldMkLst>
      </pc:sldChg>
      <pc:sldChg chg="del">
        <pc:chgData name="Mohammed Fasha" userId="cc64f42d-a1a6-4f08-b97b-0c37f877119f" providerId="ADAL" clId="{8DFC6787-4569-4AEF-BB23-FDF85FEE05FB}" dt="2025-04-20T14:32:10.451" v="45" actId="2696"/>
        <pc:sldMkLst>
          <pc:docMk/>
          <pc:sldMk cId="3942060319" sldId="650"/>
        </pc:sldMkLst>
      </pc:sldChg>
      <pc:sldChg chg="del">
        <pc:chgData name="Mohammed Fasha" userId="cc64f42d-a1a6-4f08-b97b-0c37f877119f" providerId="ADAL" clId="{8DFC6787-4569-4AEF-BB23-FDF85FEE05FB}" dt="2025-04-20T14:32:10.451" v="45" actId="2696"/>
        <pc:sldMkLst>
          <pc:docMk/>
          <pc:sldMk cId="916802035" sldId="651"/>
        </pc:sldMkLst>
      </pc:sldChg>
      <pc:sldChg chg="del">
        <pc:chgData name="Mohammed Fasha" userId="cc64f42d-a1a6-4f08-b97b-0c37f877119f" providerId="ADAL" clId="{8DFC6787-4569-4AEF-BB23-FDF85FEE05FB}" dt="2025-04-20T14:32:10.451" v="45" actId="2696"/>
        <pc:sldMkLst>
          <pc:docMk/>
          <pc:sldMk cId="3061130053" sldId="653"/>
        </pc:sldMkLst>
      </pc:sldChg>
      <pc:sldChg chg="del">
        <pc:chgData name="Mohammed Fasha" userId="cc64f42d-a1a6-4f08-b97b-0c37f877119f" providerId="ADAL" clId="{8DFC6787-4569-4AEF-BB23-FDF85FEE05FB}" dt="2025-04-20T14:32:10.451" v="45" actId="2696"/>
        <pc:sldMkLst>
          <pc:docMk/>
          <pc:sldMk cId="3585687456" sldId="654"/>
        </pc:sldMkLst>
      </pc:sldChg>
      <pc:sldChg chg="del">
        <pc:chgData name="Mohammed Fasha" userId="cc64f42d-a1a6-4f08-b97b-0c37f877119f" providerId="ADAL" clId="{8DFC6787-4569-4AEF-BB23-FDF85FEE05FB}" dt="2025-04-20T14:32:10.451" v="45" actId="2696"/>
        <pc:sldMkLst>
          <pc:docMk/>
          <pc:sldMk cId="2892622100" sldId="655"/>
        </pc:sldMkLst>
      </pc:sldChg>
      <pc:sldChg chg="del">
        <pc:chgData name="Mohammed Fasha" userId="cc64f42d-a1a6-4f08-b97b-0c37f877119f" providerId="ADAL" clId="{8DFC6787-4569-4AEF-BB23-FDF85FEE05FB}" dt="2025-04-20T14:32:10.451" v="45" actId="2696"/>
        <pc:sldMkLst>
          <pc:docMk/>
          <pc:sldMk cId="555764928" sldId="657"/>
        </pc:sldMkLst>
      </pc:sldChg>
      <pc:sldChg chg="del">
        <pc:chgData name="Mohammed Fasha" userId="cc64f42d-a1a6-4f08-b97b-0c37f877119f" providerId="ADAL" clId="{8DFC6787-4569-4AEF-BB23-FDF85FEE05FB}" dt="2025-04-20T14:32:10.451" v="45" actId="2696"/>
        <pc:sldMkLst>
          <pc:docMk/>
          <pc:sldMk cId="1461426122" sldId="658"/>
        </pc:sldMkLst>
      </pc:sldChg>
      <pc:sldChg chg="del">
        <pc:chgData name="Mohammed Fasha" userId="cc64f42d-a1a6-4f08-b97b-0c37f877119f" providerId="ADAL" clId="{8DFC6787-4569-4AEF-BB23-FDF85FEE05FB}" dt="2025-04-20T14:32:10.451" v="45" actId="2696"/>
        <pc:sldMkLst>
          <pc:docMk/>
          <pc:sldMk cId="2990045589" sldId="659"/>
        </pc:sldMkLst>
      </pc:sldChg>
      <pc:sldChg chg="del">
        <pc:chgData name="Mohammed Fasha" userId="cc64f42d-a1a6-4f08-b97b-0c37f877119f" providerId="ADAL" clId="{8DFC6787-4569-4AEF-BB23-FDF85FEE05FB}" dt="2025-04-20T14:32:10.451" v="45" actId="2696"/>
        <pc:sldMkLst>
          <pc:docMk/>
          <pc:sldMk cId="2575039538" sldId="660"/>
        </pc:sldMkLst>
      </pc:sldChg>
      <pc:sldChg chg="del">
        <pc:chgData name="Mohammed Fasha" userId="cc64f42d-a1a6-4f08-b97b-0c37f877119f" providerId="ADAL" clId="{8DFC6787-4569-4AEF-BB23-FDF85FEE05FB}" dt="2025-04-20T14:32:10.451" v="45" actId="2696"/>
        <pc:sldMkLst>
          <pc:docMk/>
          <pc:sldMk cId="1554491934" sldId="661"/>
        </pc:sldMkLst>
      </pc:sldChg>
      <pc:sldChg chg="del">
        <pc:chgData name="Mohammed Fasha" userId="cc64f42d-a1a6-4f08-b97b-0c37f877119f" providerId="ADAL" clId="{8DFC6787-4569-4AEF-BB23-FDF85FEE05FB}" dt="2025-04-20T14:32:10.451" v="45" actId="2696"/>
        <pc:sldMkLst>
          <pc:docMk/>
          <pc:sldMk cId="691538069" sldId="662"/>
        </pc:sldMkLst>
      </pc:sldChg>
      <pc:sldChg chg="del">
        <pc:chgData name="Mohammed Fasha" userId="cc64f42d-a1a6-4f08-b97b-0c37f877119f" providerId="ADAL" clId="{8DFC6787-4569-4AEF-BB23-FDF85FEE05FB}" dt="2025-04-20T14:32:10.451" v="45" actId="2696"/>
        <pc:sldMkLst>
          <pc:docMk/>
          <pc:sldMk cId="3980180774" sldId="663"/>
        </pc:sldMkLst>
      </pc:sldChg>
      <pc:sldChg chg="del">
        <pc:chgData name="Mohammed Fasha" userId="cc64f42d-a1a6-4f08-b97b-0c37f877119f" providerId="ADAL" clId="{8DFC6787-4569-4AEF-BB23-FDF85FEE05FB}" dt="2025-04-20T14:32:10.451" v="45" actId="2696"/>
        <pc:sldMkLst>
          <pc:docMk/>
          <pc:sldMk cId="1728680596" sldId="664"/>
        </pc:sldMkLst>
      </pc:sldChg>
      <pc:sldChg chg="del">
        <pc:chgData name="Mohammed Fasha" userId="cc64f42d-a1a6-4f08-b97b-0c37f877119f" providerId="ADAL" clId="{8DFC6787-4569-4AEF-BB23-FDF85FEE05FB}" dt="2025-04-20T14:32:10.451" v="45" actId="2696"/>
        <pc:sldMkLst>
          <pc:docMk/>
          <pc:sldMk cId="148099094" sldId="665"/>
        </pc:sldMkLst>
      </pc:sldChg>
      <pc:sldChg chg="del">
        <pc:chgData name="Mohammed Fasha" userId="cc64f42d-a1a6-4f08-b97b-0c37f877119f" providerId="ADAL" clId="{8DFC6787-4569-4AEF-BB23-FDF85FEE05FB}" dt="2025-04-20T14:32:10.451" v="45" actId="2696"/>
        <pc:sldMkLst>
          <pc:docMk/>
          <pc:sldMk cId="898885298" sldId="667"/>
        </pc:sldMkLst>
      </pc:sldChg>
      <pc:sldChg chg="del">
        <pc:chgData name="Mohammed Fasha" userId="cc64f42d-a1a6-4f08-b97b-0c37f877119f" providerId="ADAL" clId="{8DFC6787-4569-4AEF-BB23-FDF85FEE05FB}" dt="2025-04-20T14:32:10.451" v="45" actId="2696"/>
        <pc:sldMkLst>
          <pc:docMk/>
          <pc:sldMk cId="2652660250" sldId="668"/>
        </pc:sldMkLst>
      </pc:sldChg>
      <pc:sldChg chg="del">
        <pc:chgData name="Mohammed Fasha" userId="cc64f42d-a1a6-4f08-b97b-0c37f877119f" providerId="ADAL" clId="{8DFC6787-4569-4AEF-BB23-FDF85FEE05FB}" dt="2025-04-20T14:32:10.451" v="45" actId="2696"/>
        <pc:sldMkLst>
          <pc:docMk/>
          <pc:sldMk cId="2680231355" sldId="669"/>
        </pc:sldMkLst>
      </pc:sldChg>
      <pc:sldChg chg="del">
        <pc:chgData name="Mohammed Fasha" userId="cc64f42d-a1a6-4f08-b97b-0c37f877119f" providerId="ADAL" clId="{8DFC6787-4569-4AEF-BB23-FDF85FEE05FB}" dt="2025-04-20T14:32:10.451" v="45" actId="2696"/>
        <pc:sldMkLst>
          <pc:docMk/>
          <pc:sldMk cId="1960150938" sldId="670"/>
        </pc:sldMkLst>
      </pc:sldChg>
      <pc:sldChg chg="del">
        <pc:chgData name="Mohammed Fasha" userId="cc64f42d-a1a6-4f08-b97b-0c37f877119f" providerId="ADAL" clId="{8DFC6787-4569-4AEF-BB23-FDF85FEE05FB}" dt="2025-04-20T14:32:10.451" v="45" actId="2696"/>
        <pc:sldMkLst>
          <pc:docMk/>
          <pc:sldMk cId="3605011436" sldId="671"/>
        </pc:sldMkLst>
      </pc:sldChg>
      <pc:sldChg chg="del">
        <pc:chgData name="Mohammed Fasha" userId="cc64f42d-a1a6-4f08-b97b-0c37f877119f" providerId="ADAL" clId="{8DFC6787-4569-4AEF-BB23-FDF85FEE05FB}" dt="2025-04-20T14:32:10.451" v="45" actId="2696"/>
        <pc:sldMkLst>
          <pc:docMk/>
          <pc:sldMk cId="1620993364" sldId="672"/>
        </pc:sldMkLst>
      </pc:sldChg>
      <pc:sldChg chg="del">
        <pc:chgData name="Mohammed Fasha" userId="cc64f42d-a1a6-4f08-b97b-0c37f877119f" providerId="ADAL" clId="{8DFC6787-4569-4AEF-BB23-FDF85FEE05FB}" dt="2025-04-20T14:32:10.451" v="45" actId="2696"/>
        <pc:sldMkLst>
          <pc:docMk/>
          <pc:sldMk cId="2865119215" sldId="674"/>
        </pc:sldMkLst>
      </pc:sldChg>
      <pc:sldChg chg="del">
        <pc:chgData name="Mohammed Fasha" userId="cc64f42d-a1a6-4f08-b97b-0c37f877119f" providerId="ADAL" clId="{8DFC6787-4569-4AEF-BB23-FDF85FEE05FB}" dt="2025-04-20T14:32:10.451" v="45" actId="2696"/>
        <pc:sldMkLst>
          <pc:docMk/>
          <pc:sldMk cId="2170303756" sldId="675"/>
        </pc:sldMkLst>
      </pc:sldChg>
      <pc:sldChg chg="del">
        <pc:chgData name="Mohammed Fasha" userId="cc64f42d-a1a6-4f08-b97b-0c37f877119f" providerId="ADAL" clId="{8DFC6787-4569-4AEF-BB23-FDF85FEE05FB}" dt="2025-04-20T14:32:10.451" v="45" actId="2696"/>
        <pc:sldMkLst>
          <pc:docMk/>
          <pc:sldMk cId="1577854815" sldId="676"/>
        </pc:sldMkLst>
      </pc:sldChg>
      <pc:sldChg chg="del">
        <pc:chgData name="Mohammed Fasha" userId="cc64f42d-a1a6-4f08-b97b-0c37f877119f" providerId="ADAL" clId="{8DFC6787-4569-4AEF-BB23-FDF85FEE05FB}" dt="2025-04-20T14:32:10.451" v="45" actId="2696"/>
        <pc:sldMkLst>
          <pc:docMk/>
          <pc:sldMk cId="139882925" sldId="677"/>
        </pc:sldMkLst>
      </pc:sldChg>
      <pc:sldChg chg="del">
        <pc:chgData name="Mohammed Fasha" userId="cc64f42d-a1a6-4f08-b97b-0c37f877119f" providerId="ADAL" clId="{8DFC6787-4569-4AEF-BB23-FDF85FEE05FB}" dt="2025-04-20T14:32:10.451" v="45" actId="2696"/>
        <pc:sldMkLst>
          <pc:docMk/>
          <pc:sldMk cId="4146654093" sldId="678"/>
        </pc:sldMkLst>
      </pc:sldChg>
      <pc:sldChg chg="del">
        <pc:chgData name="Mohammed Fasha" userId="cc64f42d-a1a6-4f08-b97b-0c37f877119f" providerId="ADAL" clId="{8DFC6787-4569-4AEF-BB23-FDF85FEE05FB}" dt="2025-04-20T14:32:10.451" v="45" actId="2696"/>
        <pc:sldMkLst>
          <pc:docMk/>
          <pc:sldMk cId="3454522070" sldId="679"/>
        </pc:sldMkLst>
      </pc:sldChg>
      <pc:sldChg chg="del">
        <pc:chgData name="Mohammed Fasha" userId="cc64f42d-a1a6-4f08-b97b-0c37f877119f" providerId="ADAL" clId="{8DFC6787-4569-4AEF-BB23-FDF85FEE05FB}" dt="2025-04-20T14:32:10.451" v="45" actId="2696"/>
        <pc:sldMkLst>
          <pc:docMk/>
          <pc:sldMk cId="2856814121" sldId="681"/>
        </pc:sldMkLst>
      </pc:sldChg>
      <pc:sldChg chg="del">
        <pc:chgData name="Mohammed Fasha" userId="cc64f42d-a1a6-4f08-b97b-0c37f877119f" providerId="ADAL" clId="{8DFC6787-4569-4AEF-BB23-FDF85FEE05FB}" dt="2025-04-20T14:32:10.451" v="45" actId="2696"/>
        <pc:sldMkLst>
          <pc:docMk/>
          <pc:sldMk cId="1377124484" sldId="682"/>
        </pc:sldMkLst>
      </pc:sldChg>
      <pc:sldChg chg="del">
        <pc:chgData name="Mohammed Fasha" userId="cc64f42d-a1a6-4f08-b97b-0c37f877119f" providerId="ADAL" clId="{8DFC6787-4569-4AEF-BB23-FDF85FEE05FB}" dt="2025-04-20T14:32:10.451" v="45" actId="2696"/>
        <pc:sldMkLst>
          <pc:docMk/>
          <pc:sldMk cId="2630096202" sldId="683"/>
        </pc:sldMkLst>
      </pc:sldChg>
      <pc:sldChg chg="del">
        <pc:chgData name="Mohammed Fasha" userId="cc64f42d-a1a6-4f08-b97b-0c37f877119f" providerId="ADAL" clId="{8DFC6787-4569-4AEF-BB23-FDF85FEE05FB}" dt="2025-04-20T14:32:10.451" v="45" actId="2696"/>
        <pc:sldMkLst>
          <pc:docMk/>
          <pc:sldMk cId="3328652623" sldId="684"/>
        </pc:sldMkLst>
      </pc:sldChg>
      <pc:sldChg chg="del">
        <pc:chgData name="Mohammed Fasha" userId="cc64f42d-a1a6-4f08-b97b-0c37f877119f" providerId="ADAL" clId="{8DFC6787-4569-4AEF-BB23-FDF85FEE05FB}" dt="2025-04-20T14:32:10.451" v="45" actId="2696"/>
        <pc:sldMkLst>
          <pc:docMk/>
          <pc:sldMk cId="916102856" sldId="685"/>
        </pc:sldMkLst>
      </pc:sldChg>
      <pc:sldChg chg="del">
        <pc:chgData name="Mohammed Fasha" userId="cc64f42d-a1a6-4f08-b97b-0c37f877119f" providerId="ADAL" clId="{8DFC6787-4569-4AEF-BB23-FDF85FEE05FB}" dt="2025-04-20T14:32:10.451" v="45" actId="2696"/>
        <pc:sldMkLst>
          <pc:docMk/>
          <pc:sldMk cId="2620697854" sldId="686"/>
        </pc:sldMkLst>
      </pc:sldChg>
      <pc:sldChg chg="del">
        <pc:chgData name="Mohammed Fasha" userId="cc64f42d-a1a6-4f08-b97b-0c37f877119f" providerId="ADAL" clId="{8DFC6787-4569-4AEF-BB23-FDF85FEE05FB}" dt="2025-04-20T14:32:10.451" v="45" actId="2696"/>
        <pc:sldMkLst>
          <pc:docMk/>
          <pc:sldMk cId="140683555" sldId="687"/>
        </pc:sldMkLst>
      </pc:sldChg>
      <pc:sldChg chg="del">
        <pc:chgData name="Mohammed Fasha" userId="cc64f42d-a1a6-4f08-b97b-0c37f877119f" providerId="ADAL" clId="{8DFC6787-4569-4AEF-BB23-FDF85FEE05FB}" dt="2025-04-20T14:32:10.451" v="45" actId="2696"/>
        <pc:sldMkLst>
          <pc:docMk/>
          <pc:sldMk cId="1788308240" sldId="688"/>
        </pc:sldMkLst>
      </pc:sldChg>
      <pc:sldChg chg="del">
        <pc:chgData name="Mohammed Fasha" userId="cc64f42d-a1a6-4f08-b97b-0c37f877119f" providerId="ADAL" clId="{8DFC6787-4569-4AEF-BB23-FDF85FEE05FB}" dt="2025-04-20T14:32:10.451" v="45" actId="2696"/>
        <pc:sldMkLst>
          <pc:docMk/>
          <pc:sldMk cId="1660737293" sldId="689"/>
        </pc:sldMkLst>
      </pc:sldChg>
      <pc:sldChg chg="del">
        <pc:chgData name="Mohammed Fasha" userId="cc64f42d-a1a6-4f08-b97b-0c37f877119f" providerId="ADAL" clId="{8DFC6787-4569-4AEF-BB23-FDF85FEE05FB}" dt="2025-04-20T14:32:10.451" v="45" actId="2696"/>
        <pc:sldMkLst>
          <pc:docMk/>
          <pc:sldMk cId="1987101698" sldId="690"/>
        </pc:sldMkLst>
      </pc:sldChg>
      <pc:sldChg chg="del">
        <pc:chgData name="Mohammed Fasha" userId="cc64f42d-a1a6-4f08-b97b-0c37f877119f" providerId="ADAL" clId="{8DFC6787-4569-4AEF-BB23-FDF85FEE05FB}" dt="2025-04-20T14:32:10.451" v="45" actId="2696"/>
        <pc:sldMkLst>
          <pc:docMk/>
          <pc:sldMk cId="1982708772" sldId="692"/>
        </pc:sldMkLst>
      </pc:sldChg>
      <pc:sldChg chg="del">
        <pc:chgData name="Mohammed Fasha" userId="cc64f42d-a1a6-4f08-b97b-0c37f877119f" providerId="ADAL" clId="{8DFC6787-4569-4AEF-BB23-FDF85FEE05FB}" dt="2025-04-20T14:32:10.451" v="45" actId="2696"/>
        <pc:sldMkLst>
          <pc:docMk/>
          <pc:sldMk cId="3424197979" sldId="694"/>
        </pc:sldMkLst>
      </pc:sldChg>
      <pc:sldChg chg="del">
        <pc:chgData name="Mohammed Fasha" userId="cc64f42d-a1a6-4f08-b97b-0c37f877119f" providerId="ADAL" clId="{8DFC6787-4569-4AEF-BB23-FDF85FEE05FB}" dt="2025-04-20T14:32:10.451" v="45" actId="2696"/>
        <pc:sldMkLst>
          <pc:docMk/>
          <pc:sldMk cId="1697141369" sldId="695"/>
        </pc:sldMkLst>
      </pc:sldChg>
      <pc:sldChg chg="del">
        <pc:chgData name="Mohammed Fasha" userId="cc64f42d-a1a6-4f08-b97b-0c37f877119f" providerId="ADAL" clId="{8DFC6787-4569-4AEF-BB23-FDF85FEE05FB}" dt="2025-04-20T14:32:10.451" v="45" actId="2696"/>
        <pc:sldMkLst>
          <pc:docMk/>
          <pc:sldMk cId="1317643237" sldId="696"/>
        </pc:sldMkLst>
      </pc:sldChg>
      <pc:sldChg chg="del">
        <pc:chgData name="Mohammed Fasha" userId="cc64f42d-a1a6-4f08-b97b-0c37f877119f" providerId="ADAL" clId="{8DFC6787-4569-4AEF-BB23-FDF85FEE05FB}" dt="2025-04-20T14:32:10.451" v="45" actId="2696"/>
        <pc:sldMkLst>
          <pc:docMk/>
          <pc:sldMk cId="265576630" sldId="698"/>
        </pc:sldMkLst>
      </pc:sldChg>
      <pc:sldChg chg="del">
        <pc:chgData name="Mohammed Fasha" userId="cc64f42d-a1a6-4f08-b97b-0c37f877119f" providerId="ADAL" clId="{8DFC6787-4569-4AEF-BB23-FDF85FEE05FB}" dt="2025-04-20T14:32:10.451" v="45" actId="2696"/>
        <pc:sldMkLst>
          <pc:docMk/>
          <pc:sldMk cId="4247717824" sldId="700"/>
        </pc:sldMkLst>
      </pc:sldChg>
      <pc:sldChg chg="del">
        <pc:chgData name="Mohammed Fasha" userId="cc64f42d-a1a6-4f08-b97b-0c37f877119f" providerId="ADAL" clId="{8DFC6787-4569-4AEF-BB23-FDF85FEE05FB}" dt="2025-04-20T14:32:10.451" v="45" actId="2696"/>
        <pc:sldMkLst>
          <pc:docMk/>
          <pc:sldMk cId="3085160177" sldId="704"/>
        </pc:sldMkLst>
      </pc:sldChg>
      <pc:sldChg chg="del">
        <pc:chgData name="Mohammed Fasha" userId="cc64f42d-a1a6-4f08-b97b-0c37f877119f" providerId="ADAL" clId="{8DFC6787-4569-4AEF-BB23-FDF85FEE05FB}" dt="2025-04-20T14:32:10.451" v="45" actId="2696"/>
        <pc:sldMkLst>
          <pc:docMk/>
          <pc:sldMk cId="1862107672" sldId="705"/>
        </pc:sldMkLst>
      </pc:sldChg>
      <pc:sldChg chg="del">
        <pc:chgData name="Mohammed Fasha" userId="cc64f42d-a1a6-4f08-b97b-0c37f877119f" providerId="ADAL" clId="{8DFC6787-4569-4AEF-BB23-FDF85FEE05FB}" dt="2025-04-20T14:32:10.451" v="45" actId="2696"/>
        <pc:sldMkLst>
          <pc:docMk/>
          <pc:sldMk cId="1142780366" sldId="706"/>
        </pc:sldMkLst>
      </pc:sldChg>
      <pc:sldChg chg="del">
        <pc:chgData name="Mohammed Fasha" userId="cc64f42d-a1a6-4f08-b97b-0c37f877119f" providerId="ADAL" clId="{8DFC6787-4569-4AEF-BB23-FDF85FEE05FB}" dt="2025-04-20T14:32:10.451" v="45" actId="2696"/>
        <pc:sldMkLst>
          <pc:docMk/>
          <pc:sldMk cId="1972625976" sldId="707"/>
        </pc:sldMkLst>
      </pc:sldChg>
      <pc:sldChg chg="del">
        <pc:chgData name="Mohammed Fasha" userId="cc64f42d-a1a6-4f08-b97b-0c37f877119f" providerId="ADAL" clId="{8DFC6787-4569-4AEF-BB23-FDF85FEE05FB}" dt="2025-04-20T14:32:10.451" v="45" actId="2696"/>
        <pc:sldMkLst>
          <pc:docMk/>
          <pc:sldMk cId="32004852" sldId="708"/>
        </pc:sldMkLst>
      </pc:sldChg>
      <pc:sldChg chg="del">
        <pc:chgData name="Mohammed Fasha" userId="cc64f42d-a1a6-4f08-b97b-0c37f877119f" providerId="ADAL" clId="{8DFC6787-4569-4AEF-BB23-FDF85FEE05FB}" dt="2025-04-20T14:32:10.451" v="45" actId="2696"/>
        <pc:sldMkLst>
          <pc:docMk/>
          <pc:sldMk cId="67871309" sldId="709"/>
        </pc:sldMkLst>
      </pc:sldChg>
      <pc:sldChg chg="del">
        <pc:chgData name="Mohammed Fasha" userId="cc64f42d-a1a6-4f08-b97b-0c37f877119f" providerId="ADAL" clId="{8DFC6787-4569-4AEF-BB23-FDF85FEE05FB}" dt="2025-04-20T14:32:10.451" v="45" actId="2696"/>
        <pc:sldMkLst>
          <pc:docMk/>
          <pc:sldMk cId="4114896152" sldId="710"/>
        </pc:sldMkLst>
      </pc:sldChg>
      <pc:sldChg chg="del">
        <pc:chgData name="Mohammed Fasha" userId="cc64f42d-a1a6-4f08-b97b-0c37f877119f" providerId="ADAL" clId="{8DFC6787-4569-4AEF-BB23-FDF85FEE05FB}" dt="2025-04-20T14:32:10.451" v="45" actId="2696"/>
        <pc:sldMkLst>
          <pc:docMk/>
          <pc:sldMk cId="3794385322" sldId="711"/>
        </pc:sldMkLst>
      </pc:sldChg>
      <pc:sldChg chg="del">
        <pc:chgData name="Mohammed Fasha" userId="cc64f42d-a1a6-4f08-b97b-0c37f877119f" providerId="ADAL" clId="{8DFC6787-4569-4AEF-BB23-FDF85FEE05FB}" dt="2025-04-20T14:32:10.451" v="45" actId="2696"/>
        <pc:sldMkLst>
          <pc:docMk/>
          <pc:sldMk cId="3701206727" sldId="712"/>
        </pc:sldMkLst>
      </pc:sldChg>
      <pc:sldChg chg="del">
        <pc:chgData name="Mohammed Fasha" userId="cc64f42d-a1a6-4f08-b97b-0c37f877119f" providerId="ADAL" clId="{8DFC6787-4569-4AEF-BB23-FDF85FEE05FB}" dt="2025-04-20T14:32:10.451" v="45" actId="2696"/>
        <pc:sldMkLst>
          <pc:docMk/>
          <pc:sldMk cId="1499972066" sldId="713"/>
        </pc:sldMkLst>
      </pc:sldChg>
      <pc:sldChg chg="del">
        <pc:chgData name="Mohammed Fasha" userId="cc64f42d-a1a6-4f08-b97b-0c37f877119f" providerId="ADAL" clId="{8DFC6787-4569-4AEF-BB23-FDF85FEE05FB}" dt="2025-04-20T14:32:10.451" v="45" actId="2696"/>
        <pc:sldMkLst>
          <pc:docMk/>
          <pc:sldMk cId="1270641495" sldId="714"/>
        </pc:sldMkLst>
      </pc:sldChg>
      <pc:sldChg chg="del">
        <pc:chgData name="Mohammed Fasha" userId="cc64f42d-a1a6-4f08-b97b-0c37f877119f" providerId="ADAL" clId="{8DFC6787-4569-4AEF-BB23-FDF85FEE05FB}" dt="2025-04-20T14:32:10.451" v="45" actId="2696"/>
        <pc:sldMkLst>
          <pc:docMk/>
          <pc:sldMk cId="1096386322" sldId="715"/>
        </pc:sldMkLst>
      </pc:sldChg>
      <pc:sldChg chg="del">
        <pc:chgData name="Mohammed Fasha" userId="cc64f42d-a1a6-4f08-b97b-0c37f877119f" providerId="ADAL" clId="{8DFC6787-4569-4AEF-BB23-FDF85FEE05FB}" dt="2025-04-20T14:32:10.451" v="45" actId="2696"/>
        <pc:sldMkLst>
          <pc:docMk/>
          <pc:sldMk cId="1784058309" sldId="716"/>
        </pc:sldMkLst>
      </pc:sldChg>
      <pc:sldChg chg="del">
        <pc:chgData name="Mohammed Fasha" userId="cc64f42d-a1a6-4f08-b97b-0c37f877119f" providerId="ADAL" clId="{8DFC6787-4569-4AEF-BB23-FDF85FEE05FB}" dt="2025-04-20T14:32:10.451" v="45" actId="2696"/>
        <pc:sldMkLst>
          <pc:docMk/>
          <pc:sldMk cId="3139017106" sldId="717"/>
        </pc:sldMkLst>
      </pc:sldChg>
      <pc:sldChg chg="del">
        <pc:chgData name="Mohammed Fasha" userId="cc64f42d-a1a6-4f08-b97b-0c37f877119f" providerId="ADAL" clId="{8DFC6787-4569-4AEF-BB23-FDF85FEE05FB}" dt="2025-04-20T14:32:10.451" v="45" actId="2696"/>
        <pc:sldMkLst>
          <pc:docMk/>
          <pc:sldMk cId="3043812923" sldId="718"/>
        </pc:sldMkLst>
      </pc:sldChg>
      <pc:sldChg chg="del">
        <pc:chgData name="Mohammed Fasha" userId="cc64f42d-a1a6-4f08-b97b-0c37f877119f" providerId="ADAL" clId="{8DFC6787-4569-4AEF-BB23-FDF85FEE05FB}" dt="2025-04-20T14:32:10.451" v="45" actId="2696"/>
        <pc:sldMkLst>
          <pc:docMk/>
          <pc:sldMk cId="555545871" sldId="719"/>
        </pc:sldMkLst>
      </pc:sldChg>
      <pc:sldChg chg="del">
        <pc:chgData name="Mohammed Fasha" userId="cc64f42d-a1a6-4f08-b97b-0c37f877119f" providerId="ADAL" clId="{8DFC6787-4569-4AEF-BB23-FDF85FEE05FB}" dt="2025-04-20T14:32:10.451" v="45" actId="2696"/>
        <pc:sldMkLst>
          <pc:docMk/>
          <pc:sldMk cId="3150550060" sldId="720"/>
        </pc:sldMkLst>
      </pc:sldChg>
      <pc:sldChg chg="del">
        <pc:chgData name="Mohammed Fasha" userId="cc64f42d-a1a6-4f08-b97b-0c37f877119f" providerId="ADAL" clId="{8DFC6787-4569-4AEF-BB23-FDF85FEE05FB}" dt="2025-04-20T14:32:10.451" v="45" actId="2696"/>
        <pc:sldMkLst>
          <pc:docMk/>
          <pc:sldMk cId="1915229598" sldId="721"/>
        </pc:sldMkLst>
      </pc:sldChg>
      <pc:sldChg chg="del">
        <pc:chgData name="Mohammed Fasha" userId="cc64f42d-a1a6-4f08-b97b-0c37f877119f" providerId="ADAL" clId="{8DFC6787-4569-4AEF-BB23-FDF85FEE05FB}" dt="2025-04-20T14:32:10.451" v="45" actId="2696"/>
        <pc:sldMkLst>
          <pc:docMk/>
          <pc:sldMk cId="3417524918" sldId="722"/>
        </pc:sldMkLst>
      </pc:sldChg>
      <pc:sldChg chg="del">
        <pc:chgData name="Mohammed Fasha" userId="cc64f42d-a1a6-4f08-b97b-0c37f877119f" providerId="ADAL" clId="{8DFC6787-4569-4AEF-BB23-FDF85FEE05FB}" dt="2025-04-20T14:32:10.451" v="45" actId="2696"/>
        <pc:sldMkLst>
          <pc:docMk/>
          <pc:sldMk cId="218477773" sldId="723"/>
        </pc:sldMkLst>
      </pc:sldChg>
      <pc:sldChg chg="del">
        <pc:chgData name="Mohammed Fasha" userId="cc64f42d-a1a6-4f08-b97b-0c37f877119f" providerId="ADAL" clId="{8DFC6787-4569-4AEF-BB23-FDF85FEE05FB}" dt="2025-04-20T14:32:10.451" v="45" actId="2696"/>
        <pc:sldMkLst>
          <pc:docMk/>
          <pc:sldMk cId="3056700689" sldId="724"/>
        </pc:sldMkLst>
      </pc:sldChg>
      <pc:sldChg chg="add del">
        <pc:chgData name="Mohammed Fasha" userId="cc64f42d-a1a6-4f08-b97b-0c37f877119f" providerId="ADAL" clId="{8DFC6787-4569-4AEF-BB23-FDF85FEE05FB}" dt="2025-04-20T15:30:01.015" v="706" actId="2696"/>
        <pc:sldMkLst>
          <pc:docMk/>
          <pc:sldMk cId="201332996" sldId="884"/>
        </pc:sldMkLst>
      </pc:sldChg>
      <pc:sldChg chg="add del">
        <pc:chgData name="Mohammed Fasha" userId="cc64f42d-a1a6-4f08-b97b-0c37f877119f" providerId="ADAL" clId="{8DFC6787-4569-4AEF-BB23-FDF85FEE05FB}" dt="2025-04-20T15:38:17.984" v="732" actId="2696"/>
        <pc:sldMkLst>
          <pc:docMk/>
          <pc:sldMk cId="1601380146" sldId="885"/>
        </pc:sldMkLst>
      </pc:sldChg>
      <pc:sldChg chg="modSp add del">
        <pc:chgData name="Mohammed Fasha" userId="cc64f42d-a1a6-4f08-b97b-0c37f877119f" providerId="ADAL" clId="{8DFC6787-4569-4AEF-BB23-FDF85FEE05FB}" dt="2025-04-20T15:41:34.643" v="830" actId="2696"/>
        <pc:sldMkLst>
          <pc:docMk/>
          <pc:sldMk cId="3788531374" sldId="885"/>
        </pc:sldMkLst>
        <pc:graphicFrameChg chg="mod">
          <ac:chgData name="Mohammed Fasha" userId="cc64f42d-a1a6-4f08-b97b-0c37f877119f" providerId="ADAL" clId="{8DFC6787-4569-4AEF-BB23-FDF85FEE05FB}" dt="2025-04-20T15:41:27.053" v="821" actId="21"/>
          <ac:graphicFrameMkLst>
            <pc:docMk/>
            <pc:sldMk cId="3788531374" sldId="885"/>
            <ac:graphicFrameMk id="5" creationId="{B3771725-32B9-128B-3F28-0483991387C3}"/>
          </ac:graphicFrameMkLst>
        </pc:graphicFrameChg>
      </pc:sldChg>
      <pc:sldChg chg="add del">
        <pc:chgData name="Mohammed Fasha" userId="cc64f42d-a1a6-4f08-b97b-0c37f877119f" providerId="ADAL" clId="{8DFC6787-4569-4AEF-BB23-FDF85FEE05FB}" dt="2025-04-20T15:29:34.362" v="700"/>
        <pc:sldMkLst>
          <pc:docMk/>
          <pc:sldMk cId="4235808696" sldId="885"/>
        </pc:sldMkLst>
      </pc:sldChg>
      <pc:sldMasterChg chg="delSldLayout">
        <pc:chgData name="Mohammed Fasha" userId="cc64f42d-a1a6-4f08-b97b-0c37f877119f" providerId="ADAL" clId="{8DFC6787-4569-4AEF-BB23-FDF85FEE05FB}" dt="2025-04-20T15:30:01.015" v="706" actId="2696"/>
        <pc:sldMasterMkLst>
          <pc:docMk/>
          <pc:sldMasterMk cId="742811419" sldId="2147483648"/>
        </pc:sldMasterMkLst>
        <pc:sldLayoutChg chg="del">
          <pc:chgData name="Mohammed Fasha" userId="cc64f42d-a1a6-4f08-b97b-0c37f877119f" providerId="ADAL" clId="{8DFC6787-4569-4AEF-BB23-FDF85FEE05FB}" dt="2025-04-20T15:26:11.867" v="596" actId="2696"/>
          <pc:sldLayoutMkLst>
            <pc:docMk/>
            <pc:sldMasterMk cId="742811419" sldId="2147483648"/>
            <pc:sldLayoutMk cId="1784671854" sldId="2147483660"/>
          </pc:sldLayoutMkLst>
        </pc:sldLayoutChg>
        <pc:sldLayoutChg chg="del">
          <pc:chgData name="Mohammed Fasha" userId="cc64f42d-a1a6-4f08-b97b-0c37f877119f" providerId="ADAL" clId="{8DFC6787-4569-4AEF-BB23-FDF85FEE05FB}" dt="2025-04-20T15:30:01.015" v="706" actId="2696"/>
          <pc:sldLayoutMkLst>
            <pc:docMk/>
            <pc:sldMasterMk cId="742811419" sldId="2147483648"/>
            <pc:sldLayoutMk cId="3151167875" sldId="2147483660"/>
          </pc:sldLayoutMkLst>
        </pc:sldLayoutChg>
      </pc:sldMasterChg>
    </pc:docChg>
  </pc:docChgLst>
  <pc:docChgLst>
    <pc:chgData name="Mohammed Fasha" userId="cc64f42d-a1a6-4f08-b97b-0c37f877119f" providerId="ADAL" clId="{2E5FBF59-3168-4932-9518-582502FE1AD5}"/>
    <pc:docChg chg="undo custSel delSld modSld">
      <pc:chgData name="Mohammed Fasha" userId="cc64f42d-a1a6-4f08-b97b-0c37f877119f" providerId="ADAL" clId="{2E5FBF59-3168-4932-9518-582502FE1AD5}" dt="2024-12-24T08:08:19.987" v="550" actId="20577"/>
      <pc:docMkLst>
        <pc:docMk/>
      </pc:docMkLst>
      <pc:sldChg chg="delSp">
        <pc:chgData name="Mohammed Fasha" userId="cc64f42d-a1a6-4f08-b97b-0c37f877119f" providerId="ADAL" clId="{2E5FBF59-3168-4932-9518-582502FE1AD5}" dt="2024-11-19T07:40:47.121" v="208" actId="478"/>
        <pc:sldMkLst>
          <pc:docMk/>
          <pc:sldMk cId="391491219" sldId="428"/>
        </pc:sldMkLst>
      </pc:sldChg>
      <pc:sldChg chg="modSp">
        <pc:chgData name="Mohammed Fasha" userId="cc64f42d-a1a6-4f08-b97b-0c37f877119f" providerId="ADAL" clId="{2E5FBF59-3168-4932-9518-582502FE1AD5}" dt="2024-12-03T07:43:58.007" v="456" actId="1076"/>
        <pc:sldMkLst>
          <pc:docMk/>
          <pc:sldMk cId="3339445507" sldId="430"/>
        </pc:sldMkLst>
      </pc:sldChg>
      <pc:sldChg chg="modSp">
        <pc:chgData name="Mohammed Fasha" userId="cc64f42d-a1a6-4f08-b97b-0c37f877119f" providerId="ADAL" clId="{2E5FBF59-3168-4932-9518-582502FE1AD5}" dt="2024-12-03T07:45:08.136" v="474" actId="20577"/>
        <pc:sldMkLst>
          <pc:docMk/>
          <pc:sldMk cId="3389046835" sldId="431"/>
        </pc:sldMkLst>
      </pc:sldChg>
      <pc:sldChg chg="modSp">
        <pc:chgData name="Mohammed Fasha" userId="cc64f42d-a1a6-4f08-b97b-0c37f877119f" providerId="ADAL" clId="{2E5FBF59-3168-4932-9518-582502FE1AD5}" dt="2024-11-10T06:33:09.727" v="37" actId="207"/>
        <pc:sldMkLst>
          <pc:docMk/>
          <pc:sldMk cId="2726994946" sldId="479"/>
        </pc:sldMkLst>
      </pc:sldChg>
      <pc:sldChg chg="modSp">
        <pc:chgData name="Mohammed Fasha" userId="cc64f42d-a1a6-4f08-b97b-0c37f877119f" providerId="ADAL" clId="{2E5FBF59-3168-4932-9518-582502FE1AD5}" dt="2024-11-19T07:44:28.766" v="211" actId="20577"/>
        <pc:sldMkLst>
          <pc:docMk/>
          <pc:sldMk cId="2297456757" sldId="483"/>
        </pc:sldMkLst>
      </pc:sldChg>
      <pc:sldChg chg="modSp">
        <pc:chgData name="Mohammed Fasha" userId="cc64f42d-a1a6-4f08-b97b-0c37f877119f" providerId="ADAL" clId="{2E5FBF59-3168-4932-9518-582502FE1AD5}" dt="2024-11-10T06:45:09.392" v="40" actId="20577"/>
        <pc:sldMkLst>
          <pc:docMk/>
          <pc:sldMk cId="3474268344" sldId="596"/>
        </pc:sldMkLst>
      </pc:sldChg>
      <pc:sldChg chg="modSp">
        <pc:chgData name="Mohammed Fasha" userId="cc64f42d-a1a6-4f08-b97b-0c37f877119f" providerId="ADAL" clId="{2E5FBF59-3168-4932-9518-582502FE1AD5}" dt="2024-12-03T07:47:21.561" v="476" actId="6549"/>
        <pc:sldMkLst>
          <pc:docMk/>
          <pc:sldMk cId="399592497" sldId="613"/>
        </pc:sldMkLst>
      </pc:sldChg>
      <pc:sldChg chg="modSp">
        <pc:chgData name="Mohammed Fasha" userId="cc64f42d-a1a6-4f08-b97b-0c37f877119f" providerId="ADAL" clId="{2E5FBF59-3168-4932-9518-582502FE1AD5}" dt="2024-12-03T07:49:02.980" v="478" actId="207"/>
        <pc:sldMkLst>
          <pc:docMk/>
          <pc:sldMk cId="3329135496" sldId="617"/>
        </pc:sldMkLst>
      </pc:sldChg>
      <pc:sldChg chg="modSp">
        <pc:chgData name="Mohammed Fasha" userId="cc64f42d-a1a6-4f08-b97b-0c37f877119f" providerId="ADAL" clId="{2E5FBF59-3168-4932-9518-582502FE1AD5}" dt="2024-12-24T08:05:16.608" v="482" actId="403"/>
        <pc:sldMkLst>
          <pc:docMk/>
          <pc:sldMk cId="2990045589" sldId="659"/>
        </pc:sldMkLst>
      </pc:sldChg>
      <pc:sldChg chg="modSp">
        <pc:chgData name="Mohammed Fasha" userId="cc64f42d-a1a6-4f08-b97b-0c37f877119f" providerId="ADAL" clId="{2E5FBF59-3168-4932-9518-582502FE1AD5}" dt="2024-12-24T08:08:19.987" v="550" actId="20577"/>
        <pc:sldMkLst>
          <pc:docMk/>
          <pc:sldMk cId="2680231355" sldId="669"/>
        </pc:sldMkLst>
      </pc:sldChg>
      <pc:sldChg chg="addSp modSp">
        <pc:chgData name="Mohammed Fasha" userId="cc64f42d-a1a6-4f08-b97b-0c37f877119f" providerId="ADAL" clId="{2E5FBF59-3168-4932-9518-582502FE1AD5}" dt="2024-12-24T08:05:52.910" v="488" actId="1076"/>
        <pc:sldMkLst>
          <pc:docMk/>
          <pc:sldMk cId="916102856" sldId="685"/>
        </pc:sldMkLst>
      </pc:sldChg>
      <pc:sldChg chg="modSp">
        <pc:chgData name="Mohammed Fasha" userId="cc64f42d-a1a6-4f08-b97b-0c37f877119f" providerId="ADAL" clId="{2E5FBF59-3168-4932-9518-582502FE1AD5}" dt="2024-11-19T07:03:29.557" v="206" actId="207"/>
        <pc:sldMkLst>
          <pc:docMk/>
          <pc:sldMk cId="32004852" sldId="708"/>
        </pc:sldMkLst>
      </pc:sldChg>
    </pc:docChg>
  </pc:docChgLst>
  <pc:docChgLst>
    <pc:chgData name="Mohammed Fasha" userId="cc64f42d-a1a6-4f08-b97b-0c37f877119f" providerId="ADAL" clId="{AA8E1541-7D85-4F75-963C-030DEE10BF8B}"/>
    <pc:docChg chg="undo custSel delSld modSld">
      <pc:chgData name="Mohammed Fasha" userId="cc64f42d-a1a6-4f08-b97b-0c37f877119f" providerId="ADAL" clId="{AA8E1541-7D85-4F75-963C-030DEE10BF8B}" dt="2025-04-22T08:02:28.562" v="130" actId="207"/>
      <pc:docMkLst>
        <pc:docMk/>
      </pc:docMkLst>
      <pc:sldChg chg="modSp mod">
        <pc:chgData name="Mohammed Fasha" userId="cc64f42d-a1a6-4f08-b97b-0c37f877119f" providerId="ADAL" clId="{AA8E1541-7D85-4F75-963C-030DEE10BF8B}" dt="2025-04-22T07:45:02.768" v="0" actId="12"/>
        <pc:sldMkLst>
          <pc:docMk/>
          <pc:sldMk cId="974044099" sldId="536"/>
        </pc:sldMkLst>
        <pc:spChg chg="mod">
          <ac:chgData name="Mohammed Fasha" userId="cc64f42d-a1a6-4f08-b97b-0c37f877119f" providerId="ADAL" clId="{AA8E1541-7D85-4F75-963C-030DEE10BF8B}" dt="2025-04-22T07:45:02.768" v="0" actId="12"/>
          <ac:spMkLst>
            <pc:docMk/>
            <pc:sldMk cId="974044099" sldId="536"/>
            <ac:spMk id="3" creationId="{8EF64BF2-EDFA-AD1B-0B43-6A5CED0008CB}"/>
          </ac:spMkLst>
        </pc:spChg>
      </pc:sldChg>
      <pc:sldChg chg="modSp mod">
        <pc:chgData name="Mohammed Fasha" userId="cc64f42d-a1a6-4f08-b97b-0c37f877119f" providerId="ADAL" clId="{AA8E1541-7D85-4F75-963C-030DEE10BF8B}" dt="2025-04-22T07:45:40.497" v="3" actId="207"/>
        <pc:sldMkLst>
          <pc:docMk/>
          <pc:sldMk cId="3850774780" sldId="537"/>
        </pc:sldMkLst>
        <pc:spChg chg="mod">
          <ac:chgData name="Mohammed Fasha" userId="cc64f42d-a1a6-4f08-b97b-0c37f877119f" providerId="ADAL" clId="{AA8E1541-7D85-4F75-963C-030DEE10BF8B}" dt="2025-04-22T07:45:40.497" v="3" actId="207"/>
          <ac:spMkLst>
            <pc:docMk/>
            <pc:sldMk cId="3850774780" sldId="537"/>
            <ac:spMk id="3" creationId="{2244D89F-842A-A4E4-4DAE-391D823DD460}"/>
          </ac:spMkLst>
        </pc:spChg>
      </pc:sldChg>
      <pc:sldChg chg="modSp mod">
        <pc:chgData name="Mohammed Fasha" userId="cc64f42d-a1a6-4f08-b97b-0c37f877119f" providerId="ADAL" clId="{AA8E1541-7D85-4F75-963C-030DEE10BF8B}" dt="2025-04-22T07:51:29.735" v="45" actId="113"/>
        <pc:sldMkLst>
          <pc:docMk/>
          <pc:sldMk cId="535607353" sldId="539"/>
        </pc:sldMkLst>
        <pc:spChg chg="mod">
          <ac:chgData name="Mohammed Fasha" userId="cc64f42d-a1a6-4f08-b97b-0c37f877119f" providerId="ADAL" clId="{AA8E1541-7D85-4F75-963C-030DEE10BF8B}" dt="2025-04-22T07:51:29.735" v="45" actId="113"/>
          <ac:spMkLst>
            <pc:docMk/>
            <pc:sldMk cId="535607353" sldId="539"/>
            <ac:spMk id="3" creationId="{35176D50-7DBE-74A7-C832-E8C7593B609A}"/>
          </ac:spMkLst>
        </pc:spChg>
      </pc:sldChg>
      <pc:sldChg chg="modSp del mod">
        <pc:chgData name="Mohammed Fasha" userId="cc64f42d-a1a6-4f08-b97b-0c37f877119f" providerId="ADAL" clId="{AA8E1541-7D85-4F75-963C-030DEE10BF8B}" dt="2025-04-22T07:51:33.035" v="46" actId="2696"/>
        <pc:sldMkLst>
          <pc:docMk/>
          <pc:sldMk cId="3049387189" sldId="541"/>
        </pc:sldMkLst>
        <pc:spChg chg="mod">
          <ac:chgData name="Mohammed Fasha" userId="cc64f42d-a1a6-4f08-b97b-0c37f877119f" providerId="ADAL" clId="{AA8E1541-7D85-4F75-963C-030DEE10BF8B}" dt="2025-04-22T07:51:08.379" v="7" actId="21"/>
          <ac:spMkLst>
            <pc:docMk/>
            <pc:sldMk cId="3049387189" sldId="541"/>
            <ac:spMk id="3" creationId="{2977F580-A6AA-F5BD-3BB9-ED7F2E2DA031}"/>
          </ac:spMkLst>
        </pc:spChg>
      </pc:sldChg>
      <pc:sldChg chg="modSp mod">
        <pc:chgData name="Mohammed Fasha" userId="cc64f42d-a1a6-4f08-b97b-0c37f877119f" providerId="ADAL" clId="{AA8E1541-7D85-4F75-963C-030DEE10BF8B}" dt="2025-04-22T07:51:42.388" v="47" actId="12"/>
        <pc:sldMkLst>
          <pc:docMk/>
          <pc:sldMk cId="1726072780" sldId="542"/>
        </pc:sldMkLst>
        <pc:spChg chg="mod">
          <ac:chgData name="Mohammed Fasha" userId="cc64f42d-a1a6-4f08-b97b-0c37f877119f" providerId="ADAL" clId="{AA8E1541-7D85-4F75-963C-030DEE10BF8B}" dt="2025-04-22T07:51:42.388" v="47" actId="12"/>
          <ac:spMkLst>
            <pc:docMk/>
            <pc:sldMk cId="1726072780" sldId="542"/>
            <ac:spMk id="3" creationId="{057A3ED1-0A19-9CDA-46C3-D3BBC2B481C3}"/>
          </ac:spMkLst>
        </pc:spChg>
      </pc:sldChg>
      <pc:sldChg chg="del">
        <pc:chgData name="Mohammed Fasha" userId="cc64f42d-a1a6-4f08-b97b-0c37f877119f" providerId="ADAL" clId="{AA8E1541-7D85-4F75-963C-030DEE10BF8B}" dt="2025-04-22T07:52:08.571" v="48" actId="47"/>
        <pc:sldMkLst>
          <pc:docMk/>
          <pc:sldMk cId="1046126438" sldId="543"/>
        </pc:sldMkLst>
      </pc:sldChg>
      <pc:sldChg chg="modSp mod">
        <pc:chgData name="Mohammed Fasha" userId="cc64f42d-a1a6-4f08-b97b-0c37f877119f" providerId="ADAL" clId="{AA8E1541-7D85-4F75-963C-030DEE10BF8B}" dt="2025-04-22T07:53:42.965" v="71" actId="207"/>
        <pc:sldMkLst>
          <pc:docMk/>
          <pc:sldMk cId="2367421114" sldId="544"/>
        </pc:sldMkLst>
        <pc:spChg chg="mod">
          <ac:chgData name="Mohammed Fasha" userId="cc64f42d-a1a6-4f08-b97b-0c37f877119f" providerId="ADAL" clId="{AA8E1541-7D85-4F75-963C-030DEE10BF8B}" dt="2025-04-22T07:53:42.965" v="71" actId="207"/>
          <ac:spMkLst>
            <pc:docMk/>
            <pc:sldMk cId="2367421114" sldId="544"/>
            <ac:spMk id="3" creationId="{B1CA823B-EFCF-52EE-7B6D-C87B19D4D1AD}"/>
          </ac:spMkLst>
        </pc:spChg>
      </pc:sldChg>
      <pc:sldChg chg="modSp mod">
        <pc:chgData name="Mohammed Fasha" userId="cc64f42d-a1a6-4f08-b97b-0c37f877119f" providerId="ADAL" clId="{AA8E1541-7D85-4F75-963C-030DEE10BF8B}" dt="2025-04-22T07:53:50.508" v="72" actId="207"/>
        <pc:sldMkLst>
          <pc:docMk/>
          <pc:sldMk cId="2873219672" sldId="545"/>
        </pc:sldMkLst>
        <pc:spChg chg="mod">
          <ac:chgData name="Mohammed Fasha" userId="cc64f42d-a1a6-4f08-b97b-0c37f877119f" providerId="ADAL" clId="{AA8E1541-7D85-4F75-963C-030DEE10BF8B}" dt="2025-04-22T07:53:50.508" v="72" actId="207"/>
          <ac:spMkLst>
            <pc:docMk/>
            <pc:sldMk cId="2873219672" sldId="545"/>
            <ac:spMk id="3" creationId="{3506EBC8-A8EF-0FFA-8A82-7C36F13B9B3A}"/>
          </ac:spMkLst>
        </pc:spChg>
      </pc:sldChg>
      <pc:sldChg chg="modSp mod">
        <pc:chgData name="Mohammed Fasha" userId="cc64f42d-a1a6-4f08-b97b-0c37f877119f" providerId="ADAL" clId="{AA8E1541-7D85-4F75-963C-030DEE10BF8B}" dt="2025-04-22T07:54:24.120" v="74" actId="14734"/>
        <pc:sldMkLst>
          <pc:docMk/>
          <pc:sldMk cId="3792898422" sldId="549"/>
        </pc:sldMkLst>
        <pc:graphicFrameChg chg="modGraphic">
          <ac:chgData name="Mohammed Fasha" userId="cc64f42d-a1a6-4f08-b97b-0c37f877119f" providerId="ADAL" clId="{AA8E1541-7D85-4F75-963C-030DEE10BF8B}" dt="2025-04-22T07:54:24.120" v="74" actId="14734"/>
          <ac:graphicFrameMkLst>
            <pc:docMk/>
            <pc:sldMk cId="3792898422" sldId="549"/>
            <ac:graphicFrameMk id="4" creationId="{23784DCA-38B3-2B08-C761-B38A9BE7C30C}"/>
          </ac:graphicFrameMkLst>
        </pc:graphicFrameChg>
      </pc:sldChg>
      <pc:sldChg chg="modSp mod">
        <pc:chgData name="Mohammed Fasha" userId="cc64f42d-a1a6-4f08-b97b-0c37f877119f" providerId="ADAL" clId="{AA8E1541-7D85-4F75-963C-030DEE10BF8B}" dt="2025-04-22T07:54:34.927" v="75" actId="207"/>
        <pc:sldMkLst>
          <pc:docMk/>
          <pc:sldMk cId="1904661062" sldId="550"/>
        </pc:sldMkLst>
        <pc:spChg chg="mod">
          <ac:chgData name="Mohammed Fasha" userId="cc64f42d-a1a6-4f08-b97b-0c37f877119f" providerId="ADAL" clId="{AA8E1541-7D85-4F75-963C-030DEE10BF8B}" dt="2025-04-22T07:54:34.927" v="75" actId="207"/>
          <ac:spMkLst>
            <pc:docMk/>
            <pc:sldMk cId="1904661062" sldId="550"/>
            <ac:spMk id="3" creationId="{3931397A-7788-D1BD-366C-19C0F6CB7739}"/>
          </ac:spMkLst>
        </pc:spChg>
      </pc:sldChg>
      <pc:sldChg chg="modSp mod">
        <pc:chgData name="Mohammed Fasha" userId="cc64f42d-a1a6-4f08-b97b-0c37f877119f" providerId="ADAL" clId="{AA8E1541-7D85-4F75-963C-030DEE10BF8B}" dt="2025-04-22T07:54:42.330" v="76" actId="207"/>
        <pc:sldMkLst>
          <pc:docMk/>
          <pc:sldMk cId="1778249791" sldId="551"/>
        </pc:sldMkLst>
        <pc:spChg chg="mod">
          <ac:chgData name="Mohammed Fasha" userId="cc64f42d-a1a6-4f08-b97b-0c37f877119f" providerId="ADAL" clId="{AA8E1541-7D85-4F75-963C-030DEE10BF8B}" dt="2025-04-22T07:54:42.330" v="76" actId="207"/>
          <ac:spMkLst>
            <pc:docMk/>
            <pc:sldMk cId="1778249791" sldId="551"/>
            <ac:spMk id="3" creationId="{81ECA7CD-91EE-5722-4174-C950F2B8D0A8}"/>
          </ac:spMkLst>
        </pc:spChg>
      </pc:sldChg>
      <pc:sldChg chg="modSp mod">
        <pc:chgData name="Mohammed Fasha" userId="cc64f42d-a1a6-4f08-b97b-0c37f877119f" providerId="ADAL" clId="{AA8E1541-7D85-4F75-963C-030DEE10BF8B}" dt="2025-04-22T07:54:51.255" v="77" actId="207"/>
        <pc:sldMkLst>
          <pc:docMk/>
          <pc:sldMk cId="3613121118" sldId="552"/>
        </pc:sldMkLst>
        <pc:spChg chg="mod">
          <ac:chgData name="Mohammed Fasha" userId="cc64f42d-a1a6-4f08-b97b-0c37f877119f" providerId="ADAL" clId="{AA8E1541-7D85-4F75-963C-030DEE10BF8B}" dt="2025-04-22T07:54:51.255" v="77" actId="207"/>
          <ac:spMkLst>
            <pc:docMk/>
            <pc:sldMk cId="3613121118" sldId="552"/>
            <ac:spMk id="3" creationId="{C08BBBCF-DECF-94E6-0D26-5AFDEA6C3095}"/>
          </ac:spMkLst>
        </pc:spChg>
      </pc:sldChg>
      <pc:sldChg chg="modSp mod">
        <pc:chgData name="Mohammed Fasha" userId="cc64f42d-a1a6-4f08-b97b-0c37f877119f" providerId="ADAL" clId="{AA8E1541-7D85-4F75-963C-030DEE10BF8B}" dt="2025-04-22T07:54:59.843" v="78" actId="207"/>
        <pc:sldMkLst>
          <pc:docMk/>
          <pc:sldMk cId="1591255543" sldId="553"/>
        </pc:sldMkLst>
        <pc:spChg chg="mod">
          <ac:chgData name="Mohammed Fasha" userId="cc64f42d-a1a6-4f08-b97b-0c37f877119f" providerId="ADAL" clId="{AA8E1541-7D85-4F75-963C-030DEE10BF8B}" dt="2025-04-22T07:54:59.843" v="78" actId="207"/>
          <ac:spMkLst>
            <pc:docMk/>
            <pc:sldMk cId="1591255543" sldId="553"/>
            <ac:spMk id="3" creationId="{8BEDF79E-A50F-D475-FE47-442C2C6614AD}"/>
          </ac:spMkLst>
        </pc:spChg>
      </pc:sldChg>
      <pc:sldChg chg="modSp mod">
        <pc:chgData name="Mohammed Fasha" userId="cc64f42d-a1a6-4f08-b97b-0c37f877119f" providerId="ADAL" clId="{AA8E1541-7D85-4F75-963C-030DEE10BF8B}" dt="2025-04-22T07:55:05.629" v="79" actId="14734"/>
        <pc:sldMkLst>
          <pc:docMk/>
          <pc:sldMk cId="1163823271" sldId="554"/>
        </pc:sldMkLst>
        <pc:graphicFrameChg chg="modGraphic">
          <ac:chgData name="Mohammed Fasha" userId="cc64f42d-a1a6-4f08-b97b-0c37f877119f" providerId="ADAL" clId="{AA8E1541-7D85-4F75-963C-030DEE10BF8B}" dt="2025-04-22T07:55:05.629" v="79" actId="14734"/>
          <ac:graphicFrameMkLst>
            <pc:docMk/>
            <pc:sldMk cId="1163823271" sldId="554"/>
            <ac:graphicFrameMk id="4" creationId="{12750FDE-A73F-F19F-19CA-43E01D9D1185}"/>
          </ac:graphicFrameMkLst>
        </pc:graphicFrameChg>
      </pc:sldChg>
      <pc:sldChg chg="modSp mod">
        <pc:chgData name="Mohammed Fasha" userId="cc64f42d-a1a6-4f08-b97b-0c37f877119f" providerId="ADAL" clId="{AA8E1541-7D85-4F75-963C-030DEE10BF8B}" dt="2025-04-22T07:56:23.220" v="84" actId="14734"/>
        <pc:sldMkLst>
          <pc:docMk/>
          <pc:sldMk cId="880183050" sldId="558"/>
        </pc:sldMkLst>
        <pc:graphicFrameChg chg="modGraphic">
          <ac:chgData name="Mohammed Fasha" userId="cc64f42d-a1a6-4f08-b97b-0c37f877119f" providerId="ADAL" clId="{AA8E1541-7D85-4F75-963C-030DEE10BF8B}" dt="2025-04-22T07:56:23.220" v="84" actId="14734"/>
          <ac:graphicFrameMkLst>
            <pc:docMk/>
            <pc:sldMk cId="880183050" sldId="558"/>
            <ac:graphicFrameMk id="4" creationId="{7BA51BA0-5C76-EDD2-6206-D20B9ECBEFC7}"/>
          </ac:graphicFrameMkLst>
        </pc:graphicFrameChg>
      </pc:sldChg>
      <pc:sldChg chg="modSp mod">
        <pc:chgData name="Mohammed Fasha" userId="cc64f42d-a1a6-4f08-b97b-0c37f877119f" providerId="ADAL" clId="{AA8E1541-7D85-4F75-963C-030DEE10BF8B}" dt="2025-04-22T07:59:24.161" v="101" actId="14100"/>
        <pc:sldMkLst>
          <pc:docMk/>
          <pc:sldMk cId="3113957299" sldId="559"/>
        </pc:sldMkLst>
        <pc:spChg chg="mod">
          <ac:chgData name="Mohammed Fasha" userId="cc64f42d-a1a6-4f08-b97b-0c37f877119f" providerId="ADAL" clId="{AA8E1541-7D85-4F75-963C-030DEE10BF8B}" dt="2025-04-22T07:59:24.161" v="101" actId="14100"/>
          <ac:spMkLst>
            <pc:docMk/>
            <pc:sldMk cId="3113957299" sldId="559"/>
            <ac:spMk id="3" creationId="{1A56C2B4-2D7E-D580-361E-CAF6480A3BAB}"/>
          </ac:spMkLst>
        </pc:spChg>
      </pc:sldChg>
      <pc:sldChg chg="modSp mod">
        <pc:chgData name="Mohammed Fasha" userId="cc64f42d-a1a6-4f08-b97b-0c37f877119f" providerId="ADAL" clId="{AA8E1541-7D85-4F75-963C-030DEE10BF8B}" dt="2025-04-22T07:58:15.052" v="90"/>
        <pc:sldMkLst>
          <pc:docMk/>
          <pc:sldMk cId="1318437956" sldId="560"/>
        </pc:sldMkLst>
        <pc:spChg chg="mod">
          <ac:chgData name="Mohammed Fasha" userId="cc64f42d-a1a6-4f08-b97b-0c37f877119f" providerId="ADAL" clId="{AA8E1541-7D85-4F75-963C-030DEE10BF8B}" dt="2025-04-22T07:58:15.052" v="90"/>
          <ac:spMkLst>
            <pc:docMk/>
            <pc:sldMk cId="1318437956" sldId="560"/>
            <ac:spMk id="3" creationId="{673D1EE1-2197-35B0-A405-8D13FBCC1244}"/>
          </ac:spMkLst>
        </pc:spChg>
      </pc:sldChg>
      <pc:sldChg chg="modSp mod">
        <pc:chgData name="Mohammed Fasha" userId="cc64f42d-a1a6-4f08-b97b-0c37f877119f" providerId="ADAL" clId="{AA8E1541-7D85-4F75-963C-030DEE10BF8B}" dt="2025-04-22T08:00:24.116" v="102" actId="207"/>
        <pc:sldMkLst>
          <pc:docMk/>
          <pc:sldMk cId="3428783325" sldId="561"/>
        </pc:sldMkLst>
        <pc:spChg chg="mod">
          <ac:chgData name="Mohammed Fasha" userId="cc64f42d-a1a6-4f08-b97b-0c37f877119f" providerId="ADAL" clId="{AA8E1541-7D85-4F75-963C-030DEE10BF8B}" dt="2025-04-22T08:00:24.116" v="102" actId="207"/>
          <ac:spMkLst>
            <pc:docMk/>
            <pc:sldMk cId="3428783325" sldId="561"/>
            <ac:spMk id="3" creationId="{853D8809-DD8C-D409-4749-7973F58CB9F9}"/>
          </ac:spMkLst>
        </pc:spChg>
      </pc:sldChg>
      <pc:sldChg chg="modSp mod">
        <pc:chgData name="Mohammed Fasha" userId="cc64f42d-a1a6-4f08-b97b-0c37f877119f" providerId="ADAL" clId="{AA8E1541-7D85-4F75-963C-030DEE10BF8B}" dt="2025-04-22T08:00:31.553" v="103" actId="207"/>
        <pc:sldMkLst>
          <pc:docMk/>
          <pc:sldMk cId="2026840369" sldId="562"/>
        </pc:sldMkLst>
        <pc:spChg chg="mod">
          <ac:chgData name="Mohammed Fasha" userId="cc64f42d-a1a6-4f08-b97b-0c37f877119f" providerId="ADAL" clId="{AA8E1541-7D85-4F75-963C-030DEE10BF8B}" dt="2025-04-22T08:00:31.553" v="103" actId="207"/>
          <ac:spMkLst>
            <pc:docMk/>
            <pc:sldMk cId="2026840369" sldId="562"/>
            <ac:spMk id="3" creationId="{0DFF4ABB-D621-AFCC-44B1-ADD467B27876}"/>
          </ac:spMkLst>
        </pc:spChg>
      </pc:sldChg>
      <pc:sldChg chg="modSp mod">
        <pc:chgData name="Mohammed Fasha" userId="cc64f42d-a1a6-4f08-b97b-0c37f877119f" providerId="ADAL" clId="{AA8E1541-7D85-4F75-963C-030DEE10BF8B}" dt="2025-04-22T08:00:36.024" v="104" actId="14734"/>
        <pc:sldMkLst>
          <pc:docMk/>
          <pc:sldMk cId="111678867" sldId="563"/>
        </pc:sldMkLst>
        <pc:graphicFrameChg chg="modGraphic">
          <ac:chgData name="Mohammed Fasha" userId="cc64f42d-a1a6-4f08-b97b-0c37f877119f" providerId="ADAL" clId="{AA8E1541-7D85-4F75-963C-030DEE10BF8B}" dt="2025-04-22T08:00:36.024" v="104" actId="14734"/>
          <ac:graphicFrameMkLst>
            <pc:docMk/>
            <pc:sldMk cId="111678867" sldId="563"/>
            <ac:graphicFrameMk id="4" creationId="{F1DF050B-ABED-3F60-93D9-0CA27BFBA435}"/>
          </ac:graphicFrameMkLst>
        </pc:graphicFrameChg>
      </pc:sldChg>
      <pc:sldChg chg="modSp mod">
        <pc:chgData name="Mohammed Fasha" userId="cc64f42d-a1a6-4f08-b97b-0c37f877119f" providerId="ADAL" clId="{AA8E1541-7D85-4F75-963C-030DEE10BF8B}" dt="2025-04-22T08:00:47.060" v="105" actId="207"/>
        <pc:sldMkLst>
          <pc:docMk/>
          <pc:sldMk cId="488425355" sldId="568"/>
        </pc:sldMkLst>
        <pc:spChg chg="mod">
          <ac:chgData name="Mohammed Fasha" userId="cc64f42d-a1a6-4f08-b97b-0c37f877119f" providerId="ADAL" clId="{AA8E1541-7D85-4F75-963C-030DEE10BF8B}" dt="2025-04-22T08:00:47.060" v="105" actId="207"/>
          <ac:spMkLst>
            <pc:docMk/>
            <pc:sldMk cId="488425355" sldId="568"/>
            <ac:spMk id="3" creationId="{6580A05C-C7C5-F3B9-BEA1-C2E51FBD2E9F}"/>
          </ac:spMkLst>
        </pc:spChg>
      </pc:sldChg>
      <pc:sldChg chg="modSp mod">
        <pc:chgData name="Mohammed Fasha" userId="cc64f42d-a1a6-4f08-b97b-0c37f877119f" providerId="ADAL" clId="{AA8E1541-7D85-4F75-963C-030DEE10BF8B}" dt="2025-04-22T08:00:51.790" v="106" actId="207"/>
        <pc:sldMkLst>
          <pc:docMk/>
          <pc:sldMk cId="2124297065" sldId="569"/>
        </pc:sldMkLst>
        <pc:spChg chg="mod">
          <ac:chgData name="Mohammed Fasha" userId="cc64f42d-a1a6-4f08-b97b-0c37f877119f" providerId="ADAL" clId="{AA8E1541-7D85-4F75-963C-030DEE10BF8B}" dt="2025-04-22T08:00:51.790" v="106" actId="207"/>
          <ac:spMkLst>
            <pc:docMk/>
            <pc:sldMk cId="2124297065" sldId="569"/>
            <ac:spMk id="3" creationId="{4A54A31D-544D-A99D-641E-58D250801357}"/>
          </ac:spMkLst>
        </pc:spChg>
      </pc:sldChg>
      <pc:sldChg chg="modSp mod">
        <pc:chgData name="Mohammed Fasha" userId="cc64f42d-a1a6-4f08-b97b-0c37f877119f" providerId="ADAL" clId="{AA8E1541-7D85-4F75-963C-030DEE10BF8B}" dt="2025-04-22T08:00:58.379" v="108" actId="207"/>
        <pc:sldMkLst>
          <pc:docMk/>
          <pc:sldMk cId="344335387" sldId="570"/>
        </pc:sldMkLst>
        <pc:spChg chg="mod">
          <ac:chgData name="Mohammed Fasha" userId="cc64f42d-a1a6-4f08-b97b-0c37f877119f" providerId="ADAL" clId="{AA8E1541-7D85-4F75-963C-030DEE10BF8B}" dt="2025-04-22T08:00:58.379" v="108" actId="207"/>
          <ac:spMkLst>
            <pc:docMk/>
            <pc:sldMk cId="344335387" sldId="570"/>
            <ac:spMk id="3" creationId="{37C60482-1B39-21CC-767E-C45C947FAAED}"/>
          </ac:spMkLst>
        </pc:spChg>
      </pc:sldChg>
      <pc:sldChg chg="modSp mod">
        <pc:chgData name="Mohammed Fasha" userId="cc64f42d-a1a6-4f08-b97b-0c37f877119f" providerId="ADAL" clId="{AA8E1541-7D85-4F75-963C-030DEE10BF8B}" dt="2025-04-22T08:01:03.082" v="109" actId="207"/>
        <pc:sldMkLst>
          <pc:docMk/>
          <pc:sldMk cId="1008267675" sldId="571"/>
        </pc:sldMkLst>
        <pc:spChg chg="mod">
          <ac:chgData name="Mohammed Fasha" userId="cc64f42d-a1a6-4f08-b97b-0c37f877119f" providerId="ADAL" clId="{AA8E1541-7D85-4F75-963C-030DEE10BF8B}" dt="2025-04-22T08:01:03.082" v="109" actId="207"/>
          <ac:spMkLst>
            <pc:docMk/>
            <pc:sldMk cId="1008267675" sldId="571"/>
            <ac:spMk id="3" creationId="{68D40757-D97E-0281-CE26-E181AB48FEC5}"/>
          </ac:spMkLst>
        </pc:spChg>
      </pc:sldChg>
      <pc:sldChg chg="modSp mod">
        <pc:chgData name="Mohammed Fasha" userId="cc64f42d-a1a6-4f08-b97b-0c37f877119f" providerId="ADAL" clId="{AA8E1541-7D85-4F75-963C-030DEE10BF8B}" dt="2025-04-22T08:01:10.568" v="111" actId="207"/>
        <pc:sldMkLst>
          <pc:docMk/>
          <pc:sldMk cId="2977344403" sldId="572"/>
        </pc:sldMkLst>
        <pc:spChg chg="mod">
          <ac:chgData name="Mohammed Fasha" userId="cc64f42d-a1a6-4f08-b97b-0c37f877119f" providerId="ADAL" clId="{AA8E1541-7D85-4F75-963C-030DEE10BF8B}" dt="2025-04-22T08:01:10.568" v="111" actId="207"/>
          <ac:spMkLst>
            <pc:docMk/>
            <pc:sldMk cId="2977344403" sldId="572"/>
            <ac:spMk id="3" creationId="{F63A4F31-921C-E625-7832-C25B5E62CB9E}"/>
          </ac:spMkLst>
        </pc:spChg>
      </pc:sldChg>
      <pc:sldChg chg="modSp mod">
        <pc:chgData name="Mohammed Fasha" userId="cc64f42d-a1a6-4f08-b97b-0c37f877119f" providerId="ADAL" clId="{AA8E1541-7D85-4F75-963C-030DEE10BF8B}" dt="2025-04-22T08:01:27.087" v="114" actId="207"/>
        <pc:sldMkLst>
          <pc:docMk/>
          <pc:sldMk cId="1176656988" sldId="575"/>
        </pc:sldMkLst>
        <pc:spChg chg="mod">
          <ac:chgData name="Mohammed Fasha" userId="cc64f42d-a1a6-4f08-b97b-0c37f877119f" providerId="ADAL" clId="{AA8E1541-7D85-4F75-963C-030DEE10BF8B}" dt="2025-04-22T08:01:27.087" v="114" actId="207"/>
          <ac:spMkLst>
            <pc:docMk/>
            <pc:sldMk cId="1176656988" sldId="575"/>
            <ac:spMk id="3" creationId="{3A09DED4-E2C1-1400-4A70-68E68FEF0295}"/>
          </ac:spMkLst>
        </pc:spChg>
      </pc:sldChg>
      <pc:sldChg chg="modSp mod">
        <pc:chgData name="Mohammed Fasha" userId="cc64f42d-a1a6-4f08-b97b-0c37f877119f" providerId="ADAL" clId="{AA8E1541-7D85-4F75-963C-030DEE10BF8B}" dt="2025-04-22T08:01:16.849" v="113" actId="179"/>
        <pc:sldMkLst>
          <pc:docMk/>
          <pc:sldMk cId="1672592268" sldId="576"/>
        </pc:sldMkLst>
        <pc:spChg chg="mod">
          <ac:chgData name="Mohammed Fasha" userId="cc64f42d-a1a6-4f08-b97b-0c37f877119f" providerId="ADAL" clId="{AA8E1541-7D85-4F75-963C-030DEE10BF8B}" dt="2025-04-22T08:01:16.849" v="113" actId="179"/>
          <ac:spMkLst>
            <pc:docMk/>
            <pc:sldMk cId="1672592268" sldId="576"/>
            <ac:spMk id="3" creationId="{7ADE36ED-35BC-1B75-8089-290FB1243629}"/>
          </ac:spMkLst>
        </pc:spChg>
      </pc:sldChg>
      <pc:sldChg chg="modSp mod">
        <pc:chgData name="Mohammed Fasha" userId="cc64f42d-a1a6-4f08-b97b-0c37f877119f" providerId="ADAL" clId="{AA8E1541-7D85-4F75-963C-030DEE10BF8B}" dt="2025-04-22T08:01:30.446" v="115" actId="14734"/>
        <pc:sldMkLst>
          <pc:docMk/>
          <pc:sldMk cId="3540067521" sldId="577"/>
        </pc:sldMkLst>
        <pc:graphicFrameChg chg="modGraphic">
          <ac:chgData name="Mohammed Fasha" userId="cc64f42d-a1a6-4f08-b97b-0c37f877119f" providerId="ADAL" clId="{AA8E1541-7D85-4F75-963C-030DEE10BF8B}" dt="2025-04-22T08:01:30.446" v="115" actId="14734"/>
          <ac:graphicFrameMkLst>
            <pc:docMk/>
            <pc:sldMk cId="3540067521" sldId="577"/>
            <ac:graphicFrameMk id="4" creationId="{8CAAF197-B910-33E4-9D68-4372C6CA4E1C}"/>
          </ac:graphicFrameMkLst>
        </pc:graphicFrameChg>
      </pc:sldChg>
      <pc:sldChg chg="modSp mod">
        <pc:chgData name="Mohammed Fasha" userId="cc64f42d-a1a6-4f08-b97b-0c37f877119f" providerId="ADAL" clId="{AA8E1541-7D85-4F75-963C-030DEE10BF8B}" dt="2025-04-22T08:01:34.088" v="116" actId="207"/>
        <pc:sldMkLst>
          <pc:docMk/>
          <pc:sldMk cId="1268903903" sldId="578"/>
        </pc:sldMkLst>
        <pc:spChg chg="mod">
          <ac:chgData name="Mohammed Fasha" userId="cc64f42d-a1a6-4f08-b97b-0c37f877119f" providerId="ADAL" clId="{AA8E1541-7D85-4F75-963C-030DEE10BF8B}" dt="2025-04-22T08:01:34.088" v="116" actId="207"/>
          <ac:spMkLst>
            <pc:docMk/>
            <pc:sldMk cId="1268903903" sldId="578"/>
            <ac:spMk id="3" creationId="{0F15A2FC-6496-2FF9-75EF-BBC4343E6164}"/>
          </ac:spMkLst>
        </pc:spChg>
      </pc:sldChg>
      <pc:sldChg chg="modSp mod">
        <pc:chgData name="Mohammed Fasha" userId="cc64f42d-a1a6-4f08-b97b-0c37f877119f" providerId="ADAL" clId="{AA8E1541-7D85-4F75-963C-030DEE10BF8B}" dt="2025-04-22T08:01:38.262" v="117" actId="207"/>
        <pc:sldMkLst>
          <pc:docMk/>
          <pc:sldMk cId="1025754460" sldId="579"/>
        </pc:sldMkLst>
        <pc:spChg chg="mod">
          <ac:chgData name="Mohammed Fasha" userId="cc64f42d-a1a6-4f08-b97b-0c37f877119f" providerId="ADAL" clId="{AA8E1541-7D85-4F75-963C-030DEE10BF8B}" dt="2025-04-22T08:01:38.262" v="117" actId="207"/>
          <ac:spMkLst>
            <pc:docMk/>
            <pc:sldMk cId="1025754460" sldId="579"/>
            <ac:spMk id="3" creationId="{2236DE9C-4D85-E3DC-43C8-8B131CBE840C}"/>
          </ac:spMkLst>
        </pc:spChg>
      </pc:sldChg>
      <pc:sldChg chg="modSp mod">
        <pc:chgData name="Mohammed Fasha" userId="cc64f42d-a1a6-4f08-b97b-0c37f877119f" providerId="ADAL" clId="{AA8E1541-7D85-4F75-963C-030DEE10BF8B}" dt="2025-04-22T08:01:41.670" v="118" actId="207"/>
        <pc:sldMkLst>
          <pc:docMk/>
          <pc:sldMk cId="3611954685" sldId="580"/>
        </pc:sldMkLst>
        <pc:spChg chg="mod">
          <ac:chgData name="Mohammed Fasha" userId="cc64f42d-a1a6-4f08-b97b-0c37f877119f" providerId="ADAL" clId="{AA8E1541-7D85-4F75-963C-030DEE10BF8B}" dt="2025-04-22T08:01:41.670" v="118" actId="207"/>
          <ac:spMkLst>
            <pc:docMk/>
            <pc:sldMk cId="3611954685" sldId="580"/>
            <ac:spMk id="3" creationId="{8A0620E7-825B-690B-7DD6-4C1E2083CEA6}"/>
          </ac:spMkLst>
        </pc:spChg>
      </pc:sldChg>
      <pc:sldChg chg="modSp mod">
        <pc:chgData name="Mohammed Fasha" userId="cc64f42d-a1a6-4f08-b97b-0c37f877119f" providerId="ADAL" clId="{AA8E1541-7D85-4F75-963C-030DEE10BF8B}" dt="2025-04-22T08:01:45.542" v="119" actId="207"/>
        <pc:sldMkLst>
          <pc:docMk/>
          <pc:sldMk cId="3913947880" sldId="581"/>
        </pc:sldMkLst>
        <pc:spChg chg="mod">
          <ac:chgData name="Mohammed Fasha" userId="cc64f42d-a1a6-4f08-b97b-0c37f877119f" providerId="ADAL" clId="{AA8E1541-7D85-4F75-963C-030DEE10BF8B}" dt="2025-04-22T08:01:45.542" v="119" actId="207"/>
          <ac:spMkLst>
            <pc:docMk/>
            <pc:sldMk cId="3913947880" sldId="581"/>
            <ac:spMk id="3" creationId="{0FAFC4FB-8C13-BE21-B8AE-9333BA5E385E}"/>
          </ac:spMkLst>
        </pc:spChg>
      </pc:sldChg>
      <pc:sldChg chg="modSp mod">
        <pc:chgData name="Mohammed Fasha" userId="cc64f42d-a1a6-4f08-b97b-0c37f877119f" providerId="ADAL" clId="{AA8E1541-7D85-4F75-963C-030DEE10BF8B}" dt="2025-04-22T08:01:49.131" v="120" actId="207"/>
        <pc:sldMkLst>
          <pc:docMk/>
          <pc:sldMk cId="1910666289" sldId="582"/>
        </pc:sldMkLst>
        <pc:spChg chg="mod">
          <ac:chgData name="Mohammed Fasha" userId="cc64f42d-a1a6-4f08-b97b-0c37f877119f" providerId="ADAL" clId="{AA8E1541-7D85-4F75-963C-030DEE10BF8B}" dt="2025-04-22T08:01:49.131" v="120" actId="207"/>
          <ac:spMkLst>
            <pc:docMk/>
            <pc:sldMk cId="1910666289" sldId="582"/>
            <ac:spMk id="3" creationId="{D76E880E-800D-79F6-2A8C-D0ADF36C921F}"/>
          </ac:spMkLst>
        </pc:spChg>
      </pc:sldChg>
      <pc:sldChg chg="modSp mod">
        <pc:chgData name="Mohammed Fasha" userId="cc64f42d-a1a6-4f08-b97b-0c37f877119f" providerId="ADAL" clId="{AA8E1541-7D85-4F75-963C-030DEE10BF8B}" dt="2025-04-22T08:01:52.718" v="121" actId="14734"/>
        <pc:sldMkLst>
          <pc:docMk/>
          <pc:sldMk cId="2077761126" sldId="583"/>
        </pc:sldMkLst>
        <pc:graphicFrameChg chg="modGraphic">
          <ac:chgData name="Mohammed Fasha" userId="cc64f42d-a1a6-4f08-b97b-0c37f877119f" providerId="ADAL" clId="{AA8E1541-7D85-4F75-963C-030DEE10BF8B}" dt="2025-04-22T08:01:52.718" v="121" actId="14734"/>
          <ac:graphicFrameMkLst>
            <pc:docMk/>
            <pc:sldMk cId="2077761126" sldId="583"/>
            <ac:graphicFrameMk id="4" creationId="{F19070A2-3390-CFD9-BF80-E72F4A69E43C}"/>
          </ac:graphicFrameMkLst>
        </pc:graphicFrameChg>
      </pc:sldChg>
      <pc:sldChg chg="modSp mod">
        <pc:chgData name="Mohammed Fasha" userId="cc64f42d-a1a6-4f08-b97b-0c37f877119f" providerId="ADAL" clId="{AA8E1541-7D85-4F75-963C-030DEE10BF8B}" dt="2025-04-22T08:01:58.911" v="122" actId="14734"/>
        <pc:sldMkLst>
          <pc:docMk/>
          <pc:sldMk cId="1822846115" sldId="586"/>
        </pc:sldMkLst>
        <pc:graphicFrameChg chg="modGraphic">
          <ac:chgData name="Mohammed Fasha" userId="cc64f42d-a1a6-4f08-b97b-0c37f877119f" providerId="ADAL" clId="{AA8E1541-7D85-4F75-963C-030DEE10BF8B}" dt="2025-04-22T08:01:58.911" v="122" actId="14734"/>
          <ac:graphicFrameMkLst>
            <pc:docMk/>
            <pc:sldMk cId="1822846115" sldId="586"/>
            <ac:graphicFrameMk id="4" creationId="{96711436-FA86-8F77-1D15-1949D7468A83}"/>
          </ac:graphicFrameMkLst>
        </pc:graphicFrameChg>
      </pc:sldChg>
      <pc:sldChg chg="modSp mod">
        <pc:chgData name="Mohammed Fasha" userId="cc64f42d-a1a6-4f08-b97b-0c37f877119f" providerId="ADAL" clId="{AA8E1541-7D85-4F75-963C-030DEE10BF8B}" dt="2025-04-22T08:02:03.672" v="123" actId="207"/>
        <pc:sldMkLst>
          <pc:docMk/>
          <pc:sldMk cId="1196054167" sldId="587"/>
        </pc:sldMkLst>
        <pc:spChg chg="mod">
          <ac:chgData name="Mohammed Fasha" userId="cc64f42d-a1a6-4f08-b97b-0c37f877119f" providerId="ADAL" clId="{AA8E1541-7D85-4F75-963C-030DEE10BF8B}" dt="2025-04-22T08:02:03.672" v="123" actId="207"/>
          <ac:spMkLst>
            <pc:docMk/>
            <pc:sldMk cId="1196054167" sldId="587"/>
            <ac:spMk id="3" creationId="{FA755082-70DA-3D50-1613-A4A6723FED1F}"/>
          </ac:spMkLst>
        </pc:spChg>
      </pc:sldChg>
      <pc:sldChg chg="modSp mod">
        <pc:chgData name="Mohammed Fasha" userId="cc64f42d-a1a6-4f08-b97b-0c37f877119f" providerId="ADAL" clId="{AA8E1541-7D85-4F75-963C-030DEE10BF8B}" dt="2025-04-22T08:02:06.739" v="124" actId="207"/>
        <pc:sldMkLst>
          <pc:docMk/>
          <pc:sldMk cId="313857250" sldId="588"/>
        </pc:sldMkLst>
        <pc:spChg chg="mod">
          <ac:chgData name="Mohammed Fasha" userId="cc64f42d-a1a6-4f08-b97b-0c37f877119f" providerId="ADAL" clId="{AA8E1541-7D85-4F75-963C-030DEE10BF8B}" dt="2025-04-22T08:02:06.739" v="124" actId="207"/>
          <ac:spMkLst>
            <pc:docMk/>
            <pc:sldMk cId="313857250" sldId="588"/>
            <ac:spMk id="3" creationId="{B6929E43-3F39-A0AB-4FE3-2DF99D72D64C}"/>
          </ac:spMkLst>
        </pc:spChg>
      </pc:sldChg>
      <pc:sldChg chg="modSp mod">
        <pc:chgData name="Mohammed Fasha" userId="cc64f42d-a1a6-4f08-b97b-0c37f877119f" providerId="ADAL" clId="{AA8E1541-7D85-4F75-963C-030DEE10BF8B}" dt="2025-04-22T08:02:10.544" v="125" actId="207"/>
        <pc:sldMkLst>
          <pc:docMk/>
          <pc:sldMk cId="3248123203" sldId="589"/>
        </pc:sldMkLst>
        <pc:spChg chg="mod">
          <ac:chgData name="Mohammed Fasha" userId="cc64f42d-a1a6-4f08-b97b-0c37f877119f" providerId="ADAL" clId="{AA8E1541-7D85-4F75-963C-030DEE10BF8B}" dt="2025-04-22T08:02:10.544" v="125" actId="207"/>
          <ac:spMkLst>
            <pc:docMk/>
            <pc:sldMk cId="3248123203" sldId="589"/>
            <ac:spMk id="3" creationId="{417A66EB-C59D-A890-3002-548F60050969}"/>
          </ac:spMkLst>
        </pc:spChg>
      </pc:sldChg>
      <pc:sldChg chg="modSp mod">
        <pc:chgData name="Mohammed Fasha" userId="cc64f42d-a1a6-4f08-b97b-0c37f877119f" providerId="ADAL" clId="{AA8E1541-7D85-4F75-963C-030DEE10BF8B}" dt="2025-04-22T08:02:13.290" v="126" actId="207"/>
        <pc:sldMkLst>
          <pc:docMk/>
          <pc:sldMk cId="2710591063" sldId="590"/>
        </pc:sldMkLst>
        <pc:spChg chg="mod">
          <ac:chgData name="Mohammed Fasha" userId="cc64f42d-a1a6-4f08-b97b-0c37f877119f" providerId="ADAL" clId="{AA8E1541-7D85-4F75-963C-030DEE10BF8B}" dt="2025-04-22T08:02:13.290" v="126" actId="207"/>
          <ac:spMkLst>
            <pc:docMk/>
            <pc:sldMk cId="2710591063" sldId="590"/>
            <ac:spMk id="3" creationId="{8F996441-E141-1F37-8FA5-3863828E7B82}"/>
          </ac:spMkLst>
        </pc:spChg>
      </pc:sldChg>
      <pc:sldChg chg="modSp mod">
        <pc:chgData name="Mohammed Fasha" userId="cc64f42d-a1a6-4f08-b97b-0c37f877119f" providerId="ADAL" clId="{AA8E1541-7D85-4F75-963C-030DEE10BF8B}" dt="2025-04-22T08:02:16.539" v="127" actId="207"/>
        <pc:sldMkLst>
          <pc:docMk/>
          <pc:sldMk cId="2099531688" sldId="591"/>
        </pc:sldMkLst>
        <pc:spChg chg="mod">
          <ac:chgData name="Mohammed Fasha" userId="cc64f42d-a1a6-4f08-b97b-0c37f877119f" providerId="ADAL" clId="{AA8E1541-7D85-4F75-963C-030DEE10BF8B}" dt="2025-04-22T08:02:16.539" v="127" actId="207"/>
          <ac:spMkLst>
            <pc:docMk/>
            <pc:sldMk cId="2099531688" sldId="591"/>
            <ac:spMk id="3" creationId="{BB7BB5FE-ED4E-9B26-7BBE-4852DADEAE36}"/>
          </ac:spMkLst>
        </pc:spChg>
      </pc:sldChg>
      <pc:sldChg chg="modSp mod">
        <pc:chgData name="Mohammed Fasha" userId="cc64f42d-a1a6-4f08-b97b-0c37f877119f" providerId="ADAL" clId="{AA8E1541-7D85-4F75-963C-030DEE10BF8B}" dt="2025-04-22T08:02:19.907" v="128" actId="207"/>
        <pc:sldMkLst>
          <pc:docMk/>
          <pc:sldMk cId="679815193" sldId="592"/>
        </pc:sldMkLst>
        <pc:spChg chg="mod">
          <ac:chgData name="Mohammed Fasha" userId="cc64f42d-a1a6-4f08-b97b-0c37f877119f" providerId="ADAL" clId="{AA8E1541-7D85-4F75-963C-030DEE10BF8B}" dt="2025-04-22T08:02:19.907" v="128" actId="207"/>
          <ac:spMkLst>
            <pc:docMk/>
            <pc:sldMk cId="679815193" sldId="592"/>
            <ac:spMk id="3" creationId="{46B39FA6-13CC-72C8-FC1F-C00F7B3A62FD}"/>
          </ac:spMkLst>
        </pc:spChg>
      </pc:sldChg>
      <pc:sldChg chg="modSp mod">
        <pc:chgData name="Mohammed Fasha" userId="cc64f42d-a1a6-4f08-b97b-0c37f877119f" providerId="ADAL" clId="{AA8E1541-7D85-4F75-963C-030DEE10BF8B}" dt="2025-04-22T08:02:23.085" v="129" actId="207"/>
        <pc:sldMkLst>
          <pc:docMk/>
          <pc:sldMk cId="3936032628" sldId="593"/>
        </pc:sldMkLst>
        <pc:spChg chg="mod">
          <ac:chgData name="Mohammed Fasha" userId="cc64f42d-a1a6-4f08-b97b-0c37f877119f" providerId="ADAL" clId="{AA8E1541-7D85-4F75-963C-030DEE10BF8B}" dt="2025-04-22T08:02:23.085" v="129" actId="207"/>
          <ac:spMkLst>
            <pc:docMk/>
            <pc:sldMk cId="3936032628" sldId="593"/>
            <ac:spMk id="3" creationId="{2C6F57C9-D577-D8AE-D393-4F4E9CA7D761}"/>
          </ac:spMkLst>
        </pc:spChg>
      </pc:sldChg>
      <pc:sldChg chg="modSp mod">
        <pc:chgData name="Mohammed Fasha" userId="cc64f42d-a1a6-4f08-b97b-0c37f877119f" providerId="ADAL" clId="{AA8E1541-7D85-4F75-963C-030DEE10BF8B}" dt="2025-04-22T08:02:28.562" v="130" actId="207"/>
        <pc:sldMkLst>
          <pc:docMk/>
          <pc:sldMk cId="4127777656" sldId="594"/>
        </pc:sldMkLst>
        <pc:spChg chg="mod">
          <ac:chgData name="Mohammed Fasha" userId="cc64f42d-a1a6-4f08-b97b-0c37f877119f" providerId="ADAL" clId="{AA8E1541-7D85-4F75-963C-030DEE10BF8B}" dt="2025-04-22T08:02:28.562" v="130" actId="207"/>
          <ac:spMkLst>
            <pc:docMk/>
            <pc:sldMk cId="4127777656" sldId="594"/>
            <ac:spMk id="3" creationId="{2B9D861C-1BF9-EC89-D5A5-874821596B9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BA03A4-B9F1-404C-8A74-B1AFD6480953}" type="datetimeFigureOut">
              <a:rPr lang="en-US" smtClean="0"/>
              <a:t>4/22/2025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3C3971-340B-41A2-ABD3-FB1A577E480B}" type="slidenum">
              <a:rPr lang="en-US" smtClean="0"/>
              <a:t>‹#›</a:t>
            </a:fld>
            <a:endParaRPr lang="en-US"/>
          </a:p>
        </p:txBody>
      </p:sp>
    </p:spTree>
    <p:extLst>
      <p:ext uri="{BB962C8B-B14F-4D97-AF65-F5344CB8AC3E}">
        <p14:creationId xmlns:p14="http://schemas.microsoft.com/office/powerpoint/2010/main" val="1056051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D3C3971-340B-41A2-ABD3-FB1A577E480B}" type="slidenum">
              <a:rPr lang="en-US" smtClean="0"/>
              <a:t>1</a:t>
            </a:fld>
            <a:endParaRPr lang="en-US"/>
          </a:p>
        </p:txBody>
      </p:sp>
    </p:spTree>
    <p:extLst>
      <p:ext uri="{BB962C8B-B14F-4D97-AF65-F5344CB8AC3E}">
        <p14:creationId xmlns:p14="http://schemas.microsoft.com/office/powerpoint/2010/main" val="3821516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There are many similarities between AWS and the traditional, on-premises IT space:</a:t>
            </a:r>
          </a:p>
          <a:p>
            <a:pPr marL="171450" lvl="0" indent="-171450">
              <a:buFont typeface="Arial" panose="020B0604020202020204" pitchFamily="34" charset="0"/>
              <a:buChar char="•"/>
            </a:pPr>
            <a:r>
              <a:rPr lang="en-US" dirty="0"/>
              <a:t>AWS security groups, network access control lists (network ACLs), and AWS Identity and Access Management (IAM) are similar to firewalls, access control lists (ACLs), and administrators.</a:t>
            </a:r>
          </a:p>
          <a:p>
            <a:pPr marL="171450" lvl="0" indent="-171450">
              <a:buFont typeface="Arial" panose="020B0604020202020204" pitchFamily="34" charset="0"/>
              <a:buChar char="•"/>
            </a:pPr>
            <a:r>
              <a:rPr lang="en-US" dirty="0"/>
              <a:t>Elastic Load Balancing and Amazon Virtual Private Cloud (Amazon VPC) are similar to routers, network pipelines, and switches.</a:t>
            </a:r>
          </a:p>
          <a:p>
            <a:pPr marL="171450" lvl="0" indent="-171450">
              <a:buFont typeface="Arial" panose="020B0604020202020204" pitchFamily="34" charset="0"/>
              <a:buChar char="•"/>
            </a:pPr>
            <a:r>
              <a:rPr lang="en-US" dirty="0"/>
              <a:t>Amazon Machine Images (AMIs) and Amazon Elastic Compute Cloud (Amazon EC2) instances are similar to on-premises servers.</a:t>
            </a:r>
          </a:p>
          <a:p>
            <a:pPr marL="171450" lvl="0" indent="-171450">
              <a:buFont typeface="Arial" panose="020B0604020202020204" pitchFamily="34" charset="0"/>
              <a:buChar char="•"/>
            </a:pPr>
            <a:r>
              <a:rPr lang="en-US" dirty="0"/>
              <a:t>Amazon Elastic Block Store (Amazon EBS), Amazon Elastic File System (Amazon EFS), Amazon Simple Storage Service (Amazon S3), and Amazon Relational Database Service (Amazon RDS) are similar to direct attached storage (DAS), storage area networks (SAN), network attached storage (NAS), and a relational database management service (RDBMS).</a:t>
            </a:r>
          </a:p>
          <a:p>
            <a:pPr lvl="0"/>
            <a:endParaRPr lang="en-US" dirty="0"/>
          </a:p>
          <a:p>
            <a:pPr lvl="0"/>
            <a:r>
              <a:rPr lang="en-US" dirty="0"/>
              <a:t>With AWS services and features, you can do almost everything that you would want to do with a traditional data center.</a:t>
            </a:r>
          </a:p>
        </p:txBody>
      </p:sp>
      <p:sp>
        <p:nvSpPr>
          <p:cNvPr id="5" name="Slide Image Placeholder 4">
            <a:extLst>
              <a:ext uri="{FF2B5EF4-FFF2-40B4-BE49-F238E27FC236}">
                <a16:creationId xmlns:a16="http://schemas.microsoft.com/office/drawing/2014/main" id="{78EFB6A0-F8C9-569F-BB75-3991BAC245AB}"/>
              </a:ext>
            </a:extLst>
          </p:cNvPr>
          <p:cNvSpPr>
            <a:spLocks noGrp="1" noRot="1" noChangeAspect="1"/>
          </p:cNvSpPr>
          <p:nvPr>
            <p:ph type="sldImg"/>
          </p:nvPr>
        </p:nvSpPr>
        <p:spPr/>
      </p:sp>
    </p:spTree>
    <p:extLst>
      <p:ext uri="{BB962C8B-B14F-4D97-AF65-F5344CB8AC3E}">
        <p14:creationId xmlns:p14="http://schemas.microsoft.com/office/powerpoint/2010/main" val="40383753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B52809-B5B7-4F41-8876-28A8C75C3ECB}" type="slidenum">
              <a:rPr lang="en-US" smtClean="0"/>
              <a:t>107</a:t>
            </a:fld>
            <a:endParaRPr lang="en-US"/>
          </a:p>
        </p:txBody>
      </p:sp>
    </p:spTree>
    <p:extLst>
      <p:ext uri="{BB962C8B-B14F-4D97-AF65-F5344CB8AC3E}">
        <p14:creationId xmlns:p14="http://schemas.microsoft.com/office/powerpoint/2010/main" val="3182096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9B88D-A571-8D68-DA1D-4734ED37AE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6433490-0BE8-AA6E-9BD9-B3AE42C098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92B6175-CE1C-2163-F07B-89B1D44CD718}"/>
              </a:ext>
            </a:extLst>
          </p:cNvPr>
          <p:cNvSpPr>
            <a:spLocks noGrp="1"/>
          </p:cNvSpPr>
          <p:nvPr>
            <p:ph type="dt" sz="half" idx="10"/>
          </p:nvPr>
        </p:nvSpPr>
        <p:spPr/>
        <p:txBody>
          <a:bodyPr/>
          <a:lstStyle/>
          <a:p>
            <a:fld id="{0DB78E95-DE77-44D3-BDB9-E242948FB112}" type="datetimeFigureOut">
              <a:rPr lang="en-US" smtClean="0"/>
              <a:t>4/22/2025</a:t>
            </a:fld>
            <a:endParaRPr lang="en-US"/>
          </a:p>
        </p:txBody>
      </p:sp>
      <p:sp>
        <p:nvSpPr>
          <p:cNvPr id="5" name="Footer Placeholder 4">
            <a:extLst>
              <a:ext uri="{FF2B5EF4-FFF2-40B4-BE49-F238E27FC236}">
                <a16:creationId xmlns:a16="http://schemas.microsoft.com/office/drawing/2014/main" id="{19231D7E-9560-9E2E-E325-EA9FF2B4F1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F25B4A-CC9F-DFD4-9C8C-EC0E3A6CB838}"/>
              </a:ext>
            </a:extLst>
          </p:cNvPr>
          <p:cNvSpPr>
            <a:spLocks noGrp="1"/>
          </p:cNvSpPr>
          <p:nvPr>
            <p:ph type="sldNum" sz="quarter" idx="12"/>
          </p:nvPr>
        </p:nvSpPr>
        <p:spPr/>
        <p:txBody>
          <a:body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F5615635-BBAD-7E56-C59A-73312B1693C8}"/>
              </a:ext>
            </a:extLst>
          </p:cNvPr>
          <p:cNvPicPr>
            <a:picLocks noChangeAspect="1"/>
          </p:cNvPicPr>
          <p:nvPr userDrawn="1"/>
        </p:nvPicPr>
        <p:blipFill>
          <a:blip r:embed="rId2"/>
          <a:stretch>
            <a:fillRect/>
          </a:stretch>
        </p:blipFill>
        <p:spPr>
          <a:xfrm>
            <a:off x="0" y="136525"/>
            <a:ext cx="2123320" cy="447651"/>
          </a:xfrm>
          <a:prstGeom prst="rect">
            <a:avLst/>
          </a:prstGeom>
        </p:spPr>
      </p:pic>
    </p:spTree>
    <p:extLst>
      <p:ext uri="{BB962C8B-B14F-4D97-AF65-F5344CB8AC3E}">
        <p14:creationId xmlns:p14="http://schemas.microsoft.com/office/powerpoint/2010/main" val="4063788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1AE11-FE2F-E8C7-76F8-4648B97755B7}"/>
              </a:ext>
            </a:extLst>
          </p:cNvPr>
          <p:cNvSpPr>
            <a:spLocks noGrp="1"/>
          </p:cNvSpPr>
          <p:nvPr>
            <p:ph type="title"/>
          </p:nvPr>
        </p:nvSpPr>
        <p:spPr>
          <a:xfrm>
            <a:off x="838200" y="797523"/>
            <a:ext cx="10515600" cy="748208"/>
          </a:xfrm>
          <a:solidFill>
            <a:srgbClr val="67337A"/>
          </a:solidFill>
        </p:spPr>
        <p:txBody>
          <a:bodyPr>
            <a:normAutofit/>
          </a:bodyPr>
          <a:lstStyle>
            <a:lvl1pPr>
              <a:defRPr sz="2800" b="0">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3FDCCF6-2612-A73C-C264-680D14569853}"/>
              </a:ext>
            </a:extLst>
          </p:cNvPr>
          <p:cNvSpPr>
            <a:spLocks noGrp="1"/>
          </p:cNvSpPr>
          <p:nvPr>
            <p:ph idx="1"/>
          </p:nvPr>
        </p:nvSpPr>
        <p:spPr>
          <a:xfrm>
            <a:off x="838200" y="1706007"/>
            <a:ext cx="10515600" cy="4991039"/>
          </a:xfrm>
        </p:spPr>
        <p:txBody>
          <a:bodyPr>
            <a:normAutofit/>
          </a:bodyPr>
          <a:lstStyle>
            <a:lvl1pPr>
              <a:defRPr sz="2400"/>
            </a:lvl1pPr>
            <a:lvl2pPr>
              <a:defRPr sz="2000"/>
            </a:lvl2pPr>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73533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3632C-6DEE-7253-7D28-277A733B9623}"/>
              </a:ext>
            </a:extLst>
          </p:cNvPr>
          <p:cNvSpPr>
            <a:spLocks noGrp="1"/>
          </p:cNvSpPr>
          <p:nvPr>
            <p:ph type="title"/>
          </p:nvPr>
        </p:nvSpPr>
        <p:spPr>
          <a:xfrm>
            <a:off x="831850" y="3429001"/>
            <a:ext cx="10515600" cy="1410566"/>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46F207-EFC1-8D09-1A43-C1BC66F4BCE3}"/>
              </a:ext>
            </a:extLst>
          </p:cNvPr>
          <p:cNvSpPr>
            <a:spLocks noGrp="1"/>
          </p:cNvSpPr>
          <p:nvPr>
            <p:ph type="body" idx="1"/>
          </p:nvPr>
        </p:nvSpPr>
        <p:spPr>
          <a:xfrm>
            <a:off x="831850" y="4956175"/>
            <a:ext cx="10515600" cy="113347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7066E6-0CE4-B283-4609-6B87CF61ED08}"/>
              </a:ext>
            </a:extLst>
          </p:cNvPr>
          <p:cNvSpPr>
            <a:spLocks noGrp="1"/>
          </p:cNvSpPr>
          <p:nvPr>
            <p:ph type="dt" sz="half" idx="10"/>
          </p:nvPr>
        </p:nvSpPr>
        <p:spPr/>
        <p:txBody>
          <a:bodyPr/>
          <a:lstStyle/>
          <a:p>
            <a:fld id="{0DB78E95-DE77-44D3-BDB9-E242948FB112}" type="datetimeFigureOut">
              <a:rPr lang="en-US" smtClean="0"/>
              <a:t>4/22/2025</a:t>
            </a:fld>
            <a:endParaRPr lang="en-US"/>
          </a:p>
        </p:txBody>
      </p:sp>
      <p:sp>
        <p:nvSpPr>
          <p:cNvPr id="5" name="Footer Placeholder 4">
            <a:extLst>
              <a:ext uri="{FF2B5EF4-FFF2-40B4-BE49-F238E27FC236}">
                <a16:creationId xmlns:a16="http://schemas.microsoft.com/office/drawing/2014/main" id="{3788F228-7BFB-DECA-1E8A-FE22303A6A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017116-D906-F8F1-9544-2F31FF8B39CA}"/>
              </a:ext>
            </a:extLst>
          </p:cNvPr>
          <p:cNvSpPr>
            <a:spLocks noGrp="1"/>
          </p:cNvSpPr>
          <p:nvPr>
            <p:ph type="sldNum" sz="quarter" idx="12"/>
          </p:nvPr>
        </p:nvSpPr>
        <p:spPr/>
        <p:txBody>
          <a:body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31FD8420-94D8-A22A-437F-9C23274717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8" name="Picture 7">
            <a:extLst>
              <a:ext uri="{FF2B5EF4-FFF2-40B4-BE49-F238E27FC236}">
                <a16:creationId xmlns:a16="http://schemas.microsoft.com/office/drawing/2014/main" id="{59A4E6A3-979F-577C-6B28-090C8441D5A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8965" y="160954"/>
            <a:ext cx="2120835" cy="636570"/>
          </a:xfrm>
          <a:prstGeom prst="rect">
            <a:avLst/>
          </a:prstGeom>
        </p:spPr>
      </p:pic>
      <p:pic>
        <p:nvPicPr>
          <p:cNvPr id="9" name="Picture 8">
            <a:extLst>
              <a:ext uri="{FF2B5EF4-FFF2-40B4-BE49-F238E27FC236}">
                <a16:creationId xmlns:a16="http://schemas.microsoft.com/office/drawing/2014/main" id="{ECF73805-8742-DDA0-8BA4-18F7B6B60B6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spTree>
    <p:extLst>
      <p:ext uri="{BB962C8B-B14F-4D97-AF65-F5344CB8AC3E}">
        <p14:creationId xmlns:p14="http://schemas.microsoft.com/office/powerpoint/2010/main" val="3394545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D320A-5856-7025-B675-5175C87BA4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A02420-256F-86BB-2069-DC7FC15985C7}"/>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74A8B5D-BE76-5309-6B35-5BB623D549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C55F1A-4711-E07F-4060-9DFA24B5F84D}"/>
              </a:ext>
            </a:extLst>
          </p:cNvPr>
          <p:cNvSpPr>
            <a:spLocks noGrp="1"/>
          </p:cNvSpPr>
          <p:nvPr>
            <p:ph type="dt" sz="half" idx="10"/>
          </p:nvPr>
        </p:nvSpPr>
        <p:spPr/>
        <p:txBody>
          <a:bodyPr/>
          <a:lstStyle/>
          <a:p>
            <a:fld id="{0DB78E95-DE77-44D3-BDB9-E242948FB112}" type="datetimeFigureOut">
              <a:rPr lang="en-US" smtClean="0"/>
              <a:t>4/22/2025</a:t>
            </a:fld>
            <a:endParaRPr lang="en-US"/>
          </a:p>
        </p:txBody>
      </p:sp>
      <p:sp>
        <p:nvSpPr>
          <p:cNvPr id="6" name="Footer Placeholder 5">
            <a:extLst>
              <a:ext uri="{FF2B5EF4-FFF2-40B4-BE49-F238E27FC236}">
                <a16:creationId xmlns:a16="http://schemas.microsoft.com/office/drawing/2014/main" id="{B84BDB2D-A305-9686-67A1-5E6D04DD8A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5DA501-D721-9762-F1D7-F2633610BCBD}"/>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51891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D67AB-B0CB-34AE-FB11-E6E73297D5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F1467F-4D04-1AE5-F976-549357D164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1D808E-728B-7E91-40BC-CEDF06A29F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AC8E04-B37B-1721-DBCE-7A749BD7AC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85EBE9-C42B-6432-1518-88FD8B1A9E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0A973D-A9C2-1CA6-05F5-A7C82D4020FD}"/>
              </a:ext>
            </a:extLst>
          </p:cNvPr>
          <p:cNvSpPr>
            <a:spLocks noGrp="1"/>
          </p:cNvSpPr>
          <p:nvPr>
            <p:ph type="dt" sz="half" idx="10"/>
          </p:nvPr>
        </p:nvSpPr>
        <p:spPr/>
        <p:txBody>
          <a:bodyPr/>
          <a:lstStyle/>
          <a:p>
            <a:fld id="{0DB78E95-DE77-44D3-BDB9-E242948FB112}" type="datetimeFigureOut">
              <a:rPr lang="en-US" smtClean="0"/>
              <a:t>4/22/2025</a:t>
            </a:fld>
            <a:endParaRPr lang="en-US"/>
          </a:p>
        </p:txBody>
      </p:sp>
      <p:sp>
        <p:nvSpPr>
          <p:cNvPr id="8" name="Footer Placeholder 7">
            <a:extLst>
              <a:ext uri="{FF2B5EF4-FFF2-40B4-BE49-F238E27FC236}">
                <a16:creationId xmlns:a16="http://schemas.microsoft.com/office/drawing/2014/main" id="{91B61A04-2021-047C-B370-D0B428F9B28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1AC7FB-EE3D-80A6-4C1A-80E359A3FC8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4229382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43EC8-462D-17BF-D668-48071F09B2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1285AC-0A2F-4AE5-D1B6-5C319BFFE485}"/>
              </a:ext>
            </a:extLst>
          </p:cNvPr>
          <p:cNvSpPr>
            <a:spLocks noGrp="1"/>
          </p:cNvSpPr>
          <p:nvPr>
            <p:ph type="dt" sz="half" idx="10"/>
          </p:nvPr>
        </p:nvSpPr>
        <p:spPr/>
        <p:txBody>
          <a:bodyPr/>
          <a:lstStyle/>
          <a:p>
            <a:fld id="{0DB78E95-DE77-44D3-BDB9-E242948FB112}" type="datetimeFigureOut">
              <a:rPr lang="en-US" smtClean="0"/>
              <a:t>4/22/2025</a:t>
            </a:fld>
            <a:endParaRPr lang="en-US"/>
          </a:p>
        </p:txBody>
      </p:sp>
      <p:sp>
        <p:nvSpPr>
          <p:cNvPr id="4" name="Footer Placeholder 3">
            <a:extLst>
              <a:ext uri="{FF2B5EF4-FFF2-40B4-BE49-F238E27FC236}">
                <a16:creationId xmlns:a16="http://schemas.microsoft.com/office/drawing/2014/main" id="{B81CD249-9162-ABF9-19A3-977BDD9DA2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E01C95-124F-0B3B-A8D9-B9C970F197B5}"/>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3712662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829541-D653-384C-D771-DD8F69A080C6}"/>
              </a:ext>
            </a:extLst>
          </p:cNvPr>
          <p:cNvSpPr>
            <a:spLocks noGrp="1"/>
          </p:cNvSpPr>
          <p:nvPr>
            <p:ph type="dt" sz="half" idx="10"/>
          </p:nvPr>
        </p:nvSpPr>
        <p:spPr/>
        <p:txBody>
          <a:bodyPr/>
          <a:lstStyle/>
          <a:p>
            <a:fld id="{0DB78E95-DE77-44D3-BDB9-E242948FB112}" type="datetimeFigureOut">
              <a:rPr lang="en-US" smtClean="0"/>
              <a:t>4/22/2025</a:t>
            </a:fld>
            <a:endParaRPr lang="en-US"/>
          </a:p>
        </p:txBody>
      </p:sp>
      <p:sp>
        <p:nvSpPr>
          <p:cNvPr id="3" name="Footer Placeholder 2">
            <a:extLst>
              <a:ext uri="{FF2B5EF4-FFF2-40B4-BE49-F238E27FC236}">
                <a16:creationId xmlns:a16="http://schemas.microsoft.com/office/drawing/2014/main" id="{1EC33C97-264B-3724-11ED-5BB6B8F25B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EE226B-01EA-120B-3387-6F48FDAFBC2E}"/>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188980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29331-9622-1254-250C-1A826F8675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2A61744-6E94-694D-5ACD-A392EBB2B1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72829D-7E3F-4729-5630-2FC6FC3388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A95737-F397-134D-F032-CB1CF8533C32}"/>
              </a:ext>
            </a:extLst>
          </p:cNvPr>
          <p:cNvSpPr>
            <a:spLocks noGrp="1"/>
          </p:cNvSpPr>
          <p:nvPr>
            <p:ph type="dt" sz="half" idx="10"/>
          </p:nvPr>
        </p:nvSpPr>
        <p:spPr/>
        <p:txBody>
          <a:bodyPr/>
          <a:lstStyle/>
          <a:p>
            <a:fld id="{0DB78E95-DE77-44D3-BDB9-E242948FB112}" type="datetimeFigureOut">
              <a:rPr lang="en-US" smtClean="0"/>
              <a:t>4/22/2025</a:t>
            </a:fld>
            <a:endParaRPr lang="en-US"/>
          </a:p>
        </p:txBody>
      </p:sp>
      <p:sp>
        <p:nvSpPr>
          <p:cNvPr id="6" name="Footer Placeholder 5">
            <a:extLst>
              <a:ext uri="{FF2B5EF4-FFF2-40B4-BE49-F238E27FC236}">
                <a16:creationId xmlns:a16="http://schemas.microsoft.com/office/drawing/2014/main" id="{A9454794-C979-4A92-C271-06A8ACAB14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3CABCC-6A8A-037D-30F0-16F152A1C790}"/>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6092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35548-3058-3FF3-095A-5746EA91DD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594BFE-AD4C-39A4-E6D7-3D67D9AF06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C17F4F-1D08-F5A7-0483-99EBD45B35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2418C9-6621-9F77-5D27-62F1D1DA50F1}"/>
              </a:ext>
            </a:extLst>
          </p:cNvPr>
          <p:cNvSpPr>
            <a:spLocks noGrp="1"/>
          </p:cNvSpPr>
          <p:nvPr>
            <p:ph type="dt" sz="half" idx="10"/>
          </p:nvPr>
        </p:nvSpPr>
        <p:spPr/>
        <p:txBody>
          <a:bodyPr/>
          <a:lstStyle/>
          <a:p>
            <a:fld id="{0DB78E95-DE77-44D3-BDB9-E242948FB112}" type="datetimeFigureOut">
              <a:rPr lang="en-US" smtClean="0"/>
              <a:t>4/22/2025</a:t>
            </a:fld>
            <a:endParaRPr lang="en-US"/>
          </a:p>
        </p:txBody>
      </p:sp>
      <p:sp>
        <p:nvSpPr>
          <p:cNvPr id="6" name="Footer Placeholder 5">
            <a:extLst>
              <a:ext uri="{FF2B5EF4-FFF2-40B4-BE49-F238E27FC236}">
                <a16:creationId xmlns:a16="http://schemas.microsoft.com/office/drawing/2014/main" id="{DB3E588C-5B83-3F14-34CB-FBF668EE84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9B9B1A-60F9-9274-969E-5776570FAE9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2599060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89562-02BA-F69E-C391-546A16C2F48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AC2F76-E2E8-15A6-A3C8-6CB5142D8A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76A671-E219-71C5-2625-4964456C4EE9}"/>
              </a:ext>
            </a:extLst>
          </p:cNvPr>
          <p:cNvSpPr>
            <a:spLocks noGrp="1"/>
          </p:cNvSpPr>
          <p:nvPr>
            <p:ph type="dt" sz="half" idx="10"/>
          </p:nvPr>
        </p:nvSpPr>
        <p:spPr/>
        <p:txBody>
          <a:bodyPr/>
          <a:lstStyle/>
          <a:p>
            <a:fld id="{0DB78E95-DE77-44D3-BDB9-E242948FB112}" type="datetimeFigureOut">
              <a:rPr lang="en-US" smtClean="0"/>
              <a:t>4/22/2025</a:t>
            </a:fld>
            <a:endParaRPr lang="en-US"/>
          </a:p>
        </p:txBody>
      </p:sp>
      <p:sp>
        <p:nvSpPr>
          <p:cNvPr id="5" name="Footer Placeholder 4">
            <a:extLst>
              <a:ext uri="{FF2B5EF4-FFF2-40B4-BE49-F238E27FC236}">
                <a16:creationId xmlns:a16="http://schemas.microsoft.com/office/drawing/2014/main" id="{3958E91A-8EA7-3C4C-E581-D2E7DE8014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2236E2-4C17-03F4-B4DC-034FD967F570}"/>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609014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7CBBF0-FFDE-1DC2-A2E8-4E454811897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26B3BF-C276-8333-A7E7-B8D443C6A9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9EB368-D24B-9EA8-8A8F-0AB2C5F185F0}"/>
              </a:ext>
            </a:extLst>
          </p:cNvPr>
          <p:cNvSpPr>
            <a:spLocks noGrp="1"/>
          </p:cNvSpPr>
          <p:nvPr>
            <p:ph type="dt" sz="half" idx="10"/>
          </p:nvPr>
        </p:nvSpPr>
        <p:spPr/>
        <p:txBody>
          <a:bodyPr/>
          <a:lstStyle/>
          <a:p>
            <a:fld id="{0DB78E95-DE77-44D3-BDB9-E242948FB112}" type="datetimeFigureOut">
              <a:rPr lang="en-US" smtClean="0"/>
              <a:t>4/22/2025</a:t>
            </a:fld>
            <a:endParaRPr lang="en-US"/>
          </a:p>
        </p:txBody>
      </p:sp>
      <p:sp>
        <p:nvSpPr>
          <p:cNvPr id="5" name="Footer Placeholder 4">
            <a:extLst>
              <a:ext uri="{FF2B5EF4-FFF2-40B4-BE49-F238E27FC236}">
                <a16:creationId xmlns:a16="http://schemas.microsoft.com/office/drawing/2014/main" id="{62BD0D11-FA10-A88B-DAAF-BDC5D659D7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9B60E9-3F05-AAE4-101F-3125133F2099}"/>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27828035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299526"/>
            <a:ext cx="11569209" cy="731318"/>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5760" y="1143000"/>
            <a:ext cx="11587890" cy="5291750"/>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326091370"/>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2762C5-8E42-00DD-5440-4A44E725ED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4D4F47-A5A1-F247-D7EC-43901BD919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71E946-8B54-76FA-E3B0-E48F8BEE74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B78E95-DE77-44D3-BDB9-E242948FB112}" type="datetimeFigureOut">
              <a:rPr lang="en-US" smtClean="0"/>
              <a:t>4/22/2025</a:t>
            </a:fld>
            <a:endParaRPr lang="en-US"/>
          </a:p>
        </p:txBody>
      </p:sp>
      <p:sp>
        <p:nvSpPr>
          <p:cNvPr id="5" name="Footer Placeholder 4">
            <a:extLst>
              <a:ext uri="{FF2B5EF4-FFF2-40B4-BE49-F238E27FC236}">
                <a16:creationId xmlns:a16="http://schemas.microsoft.com/office/drawing/2014/main" id="{7FE851E2-F7B0-D02A-22FA-EC3877EEE5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B2B3EB4-6884-55A1-71B3-B7A4121171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C594C39A-D09F-3FB5-FC83-3461D4B26A9C}"/>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9" name="Picture 8">
            <a:extLst>
              <a:ext uri="{FF2B5EF4-FFF2-40B4-BE49-F238E27FC236}">
                <a16:creationId xmlns:a16="http://schemas.microsoft.com/office/drawing/2014/main" id="{8541B7E3-0100-0D6B-212C-A14E821244AF}"/>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spTree>
    <p:extLst>
      <p:ext uri="{BB962C8B-B14F-4D97-AF65-F5344CB8AC3E}">
        <p14:creationId xmlns:p14="http://schemas.microsoft.com/office/powerpoint/2010/main" val="7428114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3" Type="http://schemas.openxmlformats.org/officeDocument/2006/relationships/image" Target="../media/image18.svg"/><Relationship Id="rId18" Type="http://schemas.openxmlformats.org/officeDocument/2006/relationships/image" Target="../media/image23.png"/><Relationship Id="rId26" Type="http://schemas.openxmlformats.org/officeDocument/2006/relationships/image" Target="../media/image31.png"/><Relationship Id="rId21" Type="http://schemas.openxmlformats.org/officeDocument/2006/relationships/image" Target="../media/image26.svg"/><Relationship Id="rId34" Type="http://schemas.openxmlformats.org/officeDocument/2006/relationships/image" Target="../media/image39.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svg"/><Relationship Id="rId25" Type="http://schemas.openxmlformats.org/officeDocument/2006/relationships/image" Target="../media/image30.svg"/><Relationship Id="rId33" Type="http://schemas.openxmlformats.org/officeDocument/2006/relationships/image" Target="../media/image38.svg"/><Relationship Id="rId2" Type="http://schemas.openxmlformats.org/officeDocument/2006/relationships/tags" Target="../tags/tag3.xml"/><Relationship Id="rId16" Type="http://schemas.openxmlformats.org/officeDocument/2006/relationships/image" Target="../media/image21.png"/><Relationship Id="rId20" Type="http://schemas.openxmlformats.org/officeDocument/2006/relationships/image" Target="../media/image25.png"/><Relationship Id="rId29" Type="http://schemas.openxmlformats.org/officeDocument/2006/relationships/image" Target="../media/image34.svg"/><Relationship Id="rId1" Type="http://schemas.openxmlformats.org/officeDocument/2006/relationships/tags" Target="../tags/tag2.xml"/><Relationship Id="rId6" Type="http://schemas.openxmlformats.org/officeDocument/2006/relationships/image" Target="../media/image11.emf"/><Relationship Id="rId11" Type="http://schemas.openxmlformats.org/officeDocument/2006/relationships/image" Target="../media/image16.png"/><Relationship Id="rId24" Type="http://schemas.openxmlformats.org/officeDocument/2006/relationships/image" Target="../media/image29.png"/><Relationship Id="rId32" Type="http://schemas.openxmlformats.org/officeDocument/2006/relationships/image" Target="../media/image37.png"/><Relationship Id="rId37" Type="http://schemas.openxmlformats.org/officeDocument/2006/relationships/image" Target="../media/image42.svg"/><Relationship Id="rId5" Type="http://schemas.openxmlformats.org/officeDocument/2006/relationships/image" Target="../media/image10.PNG"/><Relationship Id="rId15" Type="http://schemas.openxmlformats.org/officeDocument/2006/relationships/image" Target="../media/image20.svg"/><Relationship Id="rId23" Type="http://schemas.openxmlformats.org/officeDocument/2006/relationships/image" Target="../media/image28.svg"/><Relationship Id="rId28" Type="http://schemas.openxmlformats.org/officeDocument/2006/relationships/image" Target="../media/image33.png"/><Relationship Id="rId36" Type="http://schemas.openxmlformats.org/officeDocument/2006/relationships/image" Target="../media/image41.png"/><Relationship Id="rId10" Type="http://schemas.openxmlformats.org/officeDocument/2006/relationships/image" Target="../media/image15.emf"/><Relationship Id="rId19" Type="http://schemas.openxmlformats.org/officeDocument/2006/relationships/image" Target="../media/image24.svg"/><Relationship Id="rId31" Type="http://schemas.openxmlformats.org/officeDocument/2006/relationships/image" Target="../media/image36.svg"/><Relationship Id="rId4" Type="http://schemas.openxmlformats.org/officeDocument/2006/relationships/notesSlide" Target="../notesSlides/notesSlide2.xml"/><Relationship Id="rId9" Type="http://schemas.openxmlformats.org/officeDocument/2006/relationships/image" Target="../media/image14.svg"/><Relationship Id="rId14" Type="http://schemas.openxmlformats.org/officeDocument/2006/relationships/image" Target="../media/image19.png"/><Relationship Id="rId22" Type="http://schemas.openxmlformats.org/officeDocument/2006/relationships/image" Target="../media/image27.png"/><Relationship Id="rId27" Type="http://schemas.openxmlformats.org/officeDocument/2006/relationships/image" Target="../media/image32.svg"/><Relationship Id="rId30" Type="http://schemas.openxmlformats.org/officeDocument/2006/relationships/image" Target="../media/image35.png"/><Relationship Id="rId35" Type="http://schemas.openxmlformats.org/officeDocument/2006/relationships/image" Target="../media/image40.svg"/><Relationship Id="rId8" Type="http://schemas.openxmlformats.org/officeDocument/2006/relationships/image" Target="../media/image13.png"/><Relationship Id="rId3"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aws.amazon.com/about-aws/global-infrastructure/#AWS_Global_Infrastructure_Map" TargetMode="External"/><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hyperlink" Target="https://aws.amazon.com/about-aws/global-infrastructure/regions_az/"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svg"/><Relationship Id="rId18" Type="http://schemas.openxmlformats.org/officeDocument/2006/relationships/image" Target="../media/image65.png"/><Relationship Id="rId3" Type="http://schemas.openxmlformats.org/officeDocument/2006/relationships/image" Target="../media/image52.svg"/><Relationship Id="rId21" Type="http://schemas.openxmlformats.org/officeDocument/2006/relationships/image" Target="../media/image68.svg"/><Relationship Id="rId7" Type="http://schemas.openxmlformats.org/officeDocument/2006/relationships/image" Target="../media/image56.svg"/><Relationship Id="rId12" Type="http://schemas.openxmlformats.org/officeDocument/2006/relationships/image" Target="../media/image61.png"/><Relationship Id="rId17" Type="http://schemas.openxmlformats.org/officeDocument/2006/relationships/image" Target="../media/image30.svg"/><Relationship Id="rId2" Type="http://schemas.openxmlformats.org/officeDocument/2006/relationships/image" Target="../media/image51.png"/><Relationship Id="rId16" Type="http://schemas.openxmlformats.org/officeDocument/2006/relationships/image" Target="../media/image29.png"/><Relationship Id="rId20"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image" Target="../media/image55.png"/><Relationship Id="rId11" Type="http://schemas.openxmlformats.org/officeDocument/2006/relationships/image" Target="../media/image60.svg"/><Relationship Id="rId5" Type="http://schemas.openxmlformats.org/officeDocument/2006/relationships/image" Target="../media/image54.svg"/><Relationship Id="rId15" Type="http://schemas.openxmlformats.org/officeDocument/2006/relationships/image" Target="../media/image64.svg"/><Relationship Id="rId10" Type="http://schemas.openxmlformats.org/officeDocument/2006/relationships/image" Target="../media/image59.png"/><Relationship Id="rId19" Type="http://schemas.openxmlformats.org/officeDocument/2006/relationships/image" Target="../media/image66.svg"/><Relationship Id="rId4" Type="http://schemas.openxmlformats.org/officeDocument/2006/relationships/image" Target="../media/image53.png"/><Relationship Id="rId9" Type="http://schemas.openxmlformats.org/officeDocument/2006/relationships/image" Target="../media/image58.svg"/><Relationship Id="rId14" Type="http://schemas.openxmlformats.org/officeDocument/2006/relationships/image" Target="../media/image6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3E9DF1-2223-C2DE-EF40-211A8D65CA29}"/>
              </a:ext>
            </a:extLst>
          </p:cNvPr>
          <p:cNvSpPr>
            <a:spLocks noGrp="1"/>
          </p:cNvSpPr>
          <p:nvPr>
            <p:ph type="ctrTitle"/>
          </p:nvPr>
        </p:nvSpPr>
        <p:spPr>
          <a:xfrm>
            <a:off x="1751144" y="4162236"/>
            <a:ext cx="9144000" cy="871599"/>
          </a:xfrm>
        </p:spPr>
        <p:txBody>
          <a:bodyPr>
            <a:normAutofit/>
          </a:bodyPr>
          <a:lstStyle/>
          <a:p>
            <a:r>
              <a:rPr lang="en-US" sz="4800" b="0" dirty="0"/>
              <a:t>307401 Big Data</a:t>
            </a:r>
          </a:p>
        </p:txBody>
      </p:sp>
      <p:sp>
        <p:nvSpPr>
          <p:cNvPr id="5" name="Subtitle 4">
            <a:extLst>
              <a:ext uri="{FF2B5EF4-FFF2-40B4-BE49-F238E27FC236}">
                <a16:creationId xmlns:a16="http://schemas.microsoft.com/office/drawing/2014/main" id="{89403830-E271-DAA0-8838-E295A84A8B5B}"/>
              </a:ext>
            </a:extLst>
          </p:cNvPr>
          <p:cNvSpPr>
            <a:spLocks noGrp="1"/>
          </p:cNvSpPr>
          <p:nvPr>
            <p:ph type="subTitle" idx="1"/>
          </p:nvPr>
        </p:nvSpPr>
        <p:spPr>
          <a:xfrm>
            <a:off x="1751144" y="5125911"/>
            <a:ext cx="9144000" cy="1655762"/>
          </a:xfrm>
        </p:spPr>
        <p:txBody>
          <a:bodyPr>
            <a:normAutofit/>
          </a:bodyPr>
          <a:lstStyle/>
          <a:p>
            <a:r>
              <a:rPr lang="en-US" sz="3200" b="0"/>
              <a:t>Introduction to Cloud </a:t>
            </a:r>
            <a:r>
              <a:rPr lang="en-US" sz="3200" b="0" dirty="0"/>
              <a:t>Computing and Amazon AWS</a:t>
            </a:r>
          </a:p>
          <a:p>
            <a:r>
              <a:rPr lang="en-US" sz="3200" dirty="0"/>
              <a:t>2024-2</a:t>
            </a:r>
          </a:p>
        </p:txBody>
      </p:sp>
      <p:pic>
        <p:nvPicPr>
          <p:cNvPr id="3076" name="Picture 4" descr="AWS Development Services | Amazon Cloud Application Consulting - Radixweb">
            <a:extLst>
              <a:ext uri="{FF2B5EF4-FFF2-40B4-BE49-F238E27FC236}">
                <a16:creationId xmlns:a16="http://schemas.microsoft.com/office/drawing/2014/main" id="{38B7DCD3-CA20-063C-2119-4CA1A1EA3B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5297" y="904208"/>
            <a:ext cx="4461406" cy="2833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745675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23C79-29F5-D59C-2561-B116A954590C}"/>
              </a:ext>
            </a:extLst>
          </p:cNvPr>
          <p:cNvSpPr>
            <a:spLocks noGrp="1"/>
          </p:cNvSpPr>
          <p:nvPr>
            <p:ph type="title"/>
          </p:nvPr>
        </p:nvSpPr>
        <p:spPr/>
        <p:txBody>
          <a:bodyPr>
            <a:normAutofit/>
          </a:bodyPr>
          <a:lstStyle/>
          <a:p>
            <a:r>
              <a:rPr lang="en-US" dirty="0"/>
              <a:t>What is Cloud Computing?</a:t>
            </a:r>
          </a:p>
        </p:txBody>
      </p:sp>
      <p:sp>
        <p:nvSpPr>
          <p:cNvPr id="3" name="Content Placeholder 2">
            <a:extLst>
              <a:ext uri="{FF2B5EF4-FFF2-40B4-BE49-F238E27FC236}">
                <a16:creationId xmlns:a16="http://schemas.microsoft.com/office/drawing/2014/main" id="{DC064928-03FD-2F1C-3E34-414DA658610C}"/>
              </a:ext>
            </a:extLst>
          </p:cNvPr>
          <p:cNvSpPr>
            <a:spLocks noGrp="1"/>
          </p:cNvSpPr>
          <p:nvPr>
            <p:ph idx="1"/>
          </p:nvPr>
        </p:nvSpPr>
        <p:spPr>
          <a:xfrm>
            <a:off x="838200" y="1706007"/>
            <a:ext cx="5311987" cy="4991039"/>
          </a:xfrm>
        </p:spPr>
        <p:txBody>
          <a:bodyPr/>
          <a:lstStyle/>
          <a:p>
            <a:pPr>
              <a:buNone/>
            </a:pPr>
            <a:r>
              <a:rPr lang="en-US" b="1" dirty="0"/>
              <a:t>Definition:</a:t>
            </a:r>
            <a:br>
              <a:rPr lang="en-US" dirty="0"/>
            </a:br>
            <a:r>
              <a:rPr lang="en-US" dirty="0"/>
              <a:t>Cloud computing is the on-demand delivery of IT resources over the internet with pay-as-you-go pricing.</a:t>
            </a:r>
          </a:p>
          <a:p>
            <a:pPr>
              <a:buNone/>
            </a:pPr>
            <a:r>
              <a:rPr lang="en-US" b="1" dirty="0"/>
              <a:t>Key Features:</a:t>
            </a:r>
            <a:endParaRPr lang="en-US" dirty="0"/>
          </a:p>
          <a:p>
            <a:pPr>
              <a:buFont typeface="Arial" panose="020B0604020202020204" pitchFamily="34" charset="0"/>
              <a:buChar char="•"/>
            </a:pPr>
            <a:r>
              <a:rPr lang="en-US" dirty="0"/>
              <a:t>Access to computing services like servers, storage, databases, networking, and software.</a:t>
            </a:r>
          </a:p>
          <a:p>
            <a:pPr>
              <a:buFont typeface="Arial" panose="020B0604020202020204" pitchFamily="34" charset="0"/>
              <a:buChar char="•"/>
            </a:pPr>
            <a:r>
              <a:rPr lang="en-US" dirty="0"/>
              <a:t>Available anytime, from anywhere, via the internet.</a:t>
            </a:r>
          </a:p>
          <a:p>
            <a:pPr>
              <a:buFont typeface="Arial" panose="020B0604020202020204" pitchFamily="34" charset="0"/>
              <a:buChar char="•"/>
            </a:pPr>
            <a:r>
              <a:rPr lang="en-US" dirty="0"/>
              <a:t>Scalable and flexible according to business needs.</a:t>
            </a:r>
          </a:p>
          <a:p>
            <a:endParaRPr lang="en-US" dirty="0"/>
          </a:p>
        </p:txBody>
      </p:sp>
      <p:pic>
        <p:nvPicPr>
          <p:cNvPr id="4" name="Picture 5" descr="Shows an illustration of a cloud over some colorful office buildings.">
            <a:extLst>
              <a:ext uri="{FF2B5EF4-FFF2-40B4-BE49-F238E27FC236}">
                <a16:creationId xmlns:a16="http://schemas.microsoft.com/office/drawing/2014/main" id="{368D5601-8DFF-01F0-E29B-A1FCB675F50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22543" y="2007298"/>
            <a:ext cx="4957042" cy="3303887"/>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157739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BE4CE-1E1A-D8AD-83B7-149804D73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32C8FC-8118-3888-4D92-66F1AA0CC7CF}"/>
              </a:ext>
            </a:extLst>
          </p:cNvPr>
          <p:cNvSpPr>
            <a:spLocks noGrp="1"/>
          </p:cNvSpPr>
          <p:nvPr>
            <p:ph type="title"/>
          </p:nvPr>
        </p:nvSpPr>
        <p:spPr/>
        <p:txBody>
          <a:bodyPr/>
          <a:lstStyle/>
          <a:p>
            <a:r>
              <a:rPr lang="en-US" dirty="0"/>
              <a:t>Traditional IT vs. Cloud Computing</a:t>
            </a:r>
          </a:p>
        </p:txBody>
      </p:sp>
      <p:graphicFrame>
        <p:nvGraphicFramePr>
          <p:cNvPr id="4" name="Content Placeholder 3">
            <a:extLst>
              <a:ext uri="{FF2B5EF4-FFF2-40B4-BE49-F238E27FC236}">
                <a16:creationId xmlns:a16="http://schemas.microsoft.com/office/drawing/2014/main" id="{A1F0D89E-9CE3-3B71-953C-7DB9947FCDB7}"/>
              </a:ext>
            </a:extLst>
          </p:cNvPr>
          <p:cNvGraphicFramePr>
            <a:graphicFrameLocks noGrp="1"/>
          </p:cNvGraphicFramePr>
          <p:nvPr>
            <p:ph idx="1"/>
            <p:extLst>
              <p:ext uri="{D42A27DB-BD31-4B8C-83A1-F6EECF244321}">
                <p14:modId xmlns:p14="http://schemas.microsoft.com/office/powerpoint/2010/main" val="2595224992"/>
              </p:ext>
            </p:extLst>
          </p:nvPr>
        </p:nvGraphicFramePr>
        <p:xfrm>
          <a:off x="838200" y="1654516"/>
          <a:ext cx="10515600" cy="2194560"/>
        </p:xfrm>
        <a:graphic>
          <a:graphicData uri="http://schemas.openxmlformats.org/drawingml/2006/table">
            <a:tbl>
              <a:tblPr>
                <a:tableStyleId>{616DA210-FB5B-4158-B5E0-FEB733F419BA}</a:tableStyleId>
              </a:tblPr>
              <a:tblGrid>
                <a:gridCol w="2732903">
                  <a:extLst>
                    <a:ext uri="{9D8B030D-6E8A-4147-A177-3AD203B41FA5}">
                      <a16:colId xmlns:a16="http://schemas.microsoft.com/office/drawing/2014/main" val="2055926575"/>
                    </a:ext>
                  </a:extLst>
                </a:gridCol>
                <a:gridCol w="3886200">
                  <a:extLst>
                    <a:ext uri="{9D8B030D-6E8A-4147-A177-3AD203B41FA5}">
                      <a16:colId xmlns:a16="http://schemas.microsoft.com/office/drawing/2014/main" val="313895235"/>
                    </a:ext>
                  </a:extLst>
                </a:gridCol>
                <a:gridCol w="3896497">
                  <a:extLst>
                    <a:ext uri="{9D8B030D-6E8A-4147-A177-3AD203B41FA5}">
                      <a16:colId xmlns:a16="http://schemas.microsoft.com/office/drawing/2014/main" val="497114157"/>
                    </a:ext>
                  </a:extLst>
                </a:gridCol>
              </a:tblGrid>
              <a:tr h="0">
                <a:tc>
                  <a:txBody>
                    <a:bodyPr/>
                    <a:lstStyle/>
                    <a:p>
                      <a:pPr algn="ctr"/>
                      <a:r>
                        <a:rPr lang="en-US" b="1"/>
                        <a:t>Feature</a:t>
                      </a:r>
                    </a:p>
                  </a:txBody>
                  <a:tcPr anchor="ctr">
                    <a:solidFill>
                      <a:schemeClr val="bg1">
                        <a:lumMod val="85000"/>
                      </a:schemeClr>
                    </a:solidFill>
                  </a:tcPr>
                </a:tc>
                <a:tc>
                  <a:txBody>
                    <a:bodyPr/>
                    <a:lstStyle/>
                    <a:p>
                      <a:pPr algn="ctr"/>
                      <a:r>
                        <a:rPr lang="en-US" b="1" dirty="0"/>
                        <a:t>Traditional IT</a:t>
                      </a:r>
                    </a:p>
                  </a:txBody>
                  <a:tcPr anchor="ctr">
                    <a:solidFill>
                      <a:schemeClr val="bg1">
                        <a:lumMod val="85000"/>
                      </a:schemeClr>
                    </a:solidFill>
                  </a:tcPr>
                </a:tc>
                <a:tc>
                  <a:txBody>
                    <a:bodyPr/>
                    <a:lstStyle/>
                    <a:p>
                      <a:pPr algn="ctr"/>
                      <a:r>
                        <a:rPr lang="en-US" b="1" dirty="0"/>
                        <a:t>Cloud Computing</a:t>
                      </a:r>
                    </a:p>
                  </a:txBody>
                  <a:tcPr anchor="ctr">
                    <a:solidFill>
                      <a:schemeClr val="bg1">
                        <a:lumMod val="85000"/>
                      </a:schemeClr>
                    </a:solidFill>
                  </a:tcPr>
                </a:tc>
                <a:extLst>
                  <a:ext uri="{0D108BD9-81ED-4DB2-BD59-A6C34878D82A}">
                    <a16:rowId xmlns:a16="http://schemas.microsoft.com/office/drawing/2014/main" val="3339208328"/>
                  </a:ext>
                </a:extLst>
              </a:tr>
              <a:tr h="0">
                <a:tc>
                  <a:txBody>
                    <a:bodyPr/>
                    <a:lstStyle/>
                    <a:p>
                      <a:r>
                        <a:rPr lang="en-US"/>
                        <a:t>Infrastructure</a:t>
                      </a:r>
                    </a:p>
                  </a:txBody>
                  <a:tcPr anchor="ctr"/>
                </a:tc>
                <a:tc>
                  <a:txBody>
                    <a:bodyPr/>
                    <a:lstStyle/>
                    <a:p>
                      <a:r>
                        <a:rPr lang="en-US"/>
                        <a:t>Physical hardware</a:t>
                      </a:r>
                    </a:p>
                  </a:txBody>
                  <a:tcPr anchor="ctr"/>
                </a:tc>
                <a:tc>
                  <a:txBody>
                    <a:bodyPr/>
                    <a:lstStyle/>
                    <a:p>
                      <a:r>
                        <a:rPr lang="en-US"/>
                        <a:t>Virtual infrastructure</a:t>
                      </a:r>
                    </a:p>
                  </a:txBody>
                  <a:tcPr anchor="ctr"/>
                </a:tc>
                <a:extLst>
                  <a:ext uri="{0D108BD9-81ED-4DB2-BD59-A6C34878D82A}">
                    <a16:rowId xmlns:a16="http://schemas.microsoft.com/office/drawing/2014/main" val="2495079637"/>
                  </a:ext>
                </a:extLst>
              </a:tr>
              <a:tr h="0">
                <a:tc>
                  <a:txBody>
                    <a:bodyPr/>
                    <a:lstStyle/>
                    <a:p>
                      <a:r>
                        <a:rPr lang="en-US"/>
                        <a:t>Cost</a:t>
                      </a:r>
                    </a:p>
                  </a:txBody>
                  <a:tcPr anchor="ctr"/>
                </a:tc>
                <a:tc>
                  <a:txBody>
                    <a:bodyPr/>
                    <a:lstStyle/>
                    <a:p>
                      <a:r>
                        <a:rPr lang="en-US"/>
                        <a:t>Capital expenditure (CapEx)</a:t>
                      </a:r>
                    </a:p>
                  </a:txBody>
                  <a:tcPr anchor="ctr"/>
                </a:tc>
                <a:tc>
                  <a:txBody>
                    <a:bodyPr/>
                    <a:lstStyle/>
                    <a:p>
                      <a:r>
                        <a:rPr lang="en-US"/>
                        <a:t>Operational expenditure (OpEx)</a:t>
                      </a:r>
                    </a:p>
                  </a:txBody>
                  <a:tcPr anchor="ctr"/>
                </a:tc>
                <a:extLst>
                  <a:ext uri="{0D108BD9-81ED-4DB2-BD59-A6C34878D82A}">
                    <a16:rowId xmlns:a16="http://schemas.microsoft.com/office/drawing/2014/main" val="3947667826"/>
                  </a:ext>
                </a:extLst>
              </a:tr>
              <a:tr h="0">
                <a:tc>
                  <a:txBody>
                    <a:bodyPr/>
                    <a:lstStyle/>
                    <a:p>
                      <a:r>
                        <a:rPr lang="en-US"/>
                        <a:t>Setup time</a:t>
                      </a:r>
                    </a:p>
                  </a:txBody>
                  <a:tcPr anchor="ctr"/>
                </a:tc>
                <a:tc>
                  <a:txBody>
                    <a:bodyPr/>
                    <a:lstStyle/>
                    <a:p>
                      <a:r>
                        <a:rPr lang="en-US"/>
                        <a:t>Weeks to months</a:t>
                      </a:r>
                    </a:p>
                  </a:txBody>
                  <a:tcPr anchor="ctr"/>
                </a:tc>
                <a:tc>
                  <a:txBody>
                    <a:bodyPr/>
                    <a:lstStyle/>
                    <a:p>
                      <a:r>
                        <a:rPr lang="en-US"/>
                        <a:t>Minutes</a:t>
                      </a:r>
                    </a:p>
                  </a:txBody>
                  <a:tcPr anchor="ctr"/>
                </a:tc>
                <a:extLst>
                  <a:ext uri="{0D108BD9-81ED-4DB2-BD59-A6C34878D82A}">
                    <a16:rowId xmlns:a16="http://schemas.microsoft.com/office/drawing/2014/main" val="1376771725"/>
                  </a:ext>
                </a:extLst>
              </a:tr>
              <a:tr h="0">
                <a:tc>
                  <a:txBody>
                    <a:bodyPr/>
                    <a:lstStyle/>
                    <a:p>
                      <a:r>
                        <a:rPr lang="en-US"/>
                        <a:t>Scalability</a:t>
                      </a:r>
                    </a:p>
                  </a:txBody>
                  <a:tcPr anchor="ctr"/>
                </a:tc>
                <a:tc>
                  <a:txBody>
                    <a:bodyPr/>
                    <a:lstStyle/>
                    <a:p>
                      <a:r>
                        <a:rPr lang="en-US"/>
                        <a:t>Limited by physical capacity</a:t>
                      </a:r>
                    </a:p>
                  </a:txBody>
                  <a:tcPr anchor="ctr"/>
                </a:tc>
                <a:tc>
                  <a:txBody>
                    <a:bodyPr/>
                    <a:lstStyle/>
                    <a:p>
                      <a:r>
                        <a:rPr lang="en-US"/>
                        <a:t>Instantly scalable</a:t>
                      </a:r>
                    </a:p>
                  </a:txBody>
                  <a:tcPr anchor="ctr"/>
                </a:tc>
                <a:extLst>
                  <a:ext uri="{0D108BD9-81ED-4DB2-BD59-A6C34878D82A}">
                    <a16:rowId xmlns:a16="http://schemas.microsoft.com/office/drawing/2014/main" val="983969429"/>
                  </a:ext>
                </a:extLst>
              </a:tr>
              <a:tr h="0">
                <a:tc>
                  <a:txBody>
                    <a:bodyPr/>
                    <a:lstStyle/>
                    <a:p>
                      <a:r>
                        <a:rPr lang="en-US"/>
                        <a:t>Maintenance</a:t>
                      </a:r>
                    </a:p>
                  </a:txBody>
                  <a:tcPr anchor="ctr"/>
                </a:tc>
                <a:tc>
                  <a:txBody>
                    <a:bodyPr/>
                    <a:lstStyle/>
                    <a:p>
                      <a:r>
                        <a:rPr lang="en-US"/>
                        <a:t>Handled by in-house teams</a:t>
                      </a:r>
                    </a:p>
                  </a:txBody>
                  <a:tcPr anchor="ctr"/>
                </a:tc>
                <a:tc>
                  <a:txBody>
                    <a:bodyPr/>
                    <a:lstStyle/>
                    <a:p>
                      <a:r>
                        <a:rPr lang="en-US" dirty="0"/>
                        <a:t>Handled by cloud provider</a:t>
                      </a:r>
                    </a:p>
                  </a:txBody>
                  <a:tcPr anchor="ctr"/>
                </a:tc>
                <a:extLst>
                  <a:ext uri="{0D108BD9-81ED-4DB2-BD59-A6C34878D82A}">
                    <a16:rowId xmlns:a16="http://schemas.microsoft.com/office/drawing/2014/main" val="4230669867"/>
                  </a:ext>
                </a:extLst>
              </a:tr>
            </a:tbl>
          </a:graphicData>
        </a:graphic>
      </p:graphicFrame>
      <p:pic>
        <p:nvPicPr>
          <p:cNvPr id="5" name="Picture 4" descr="Shows racks of computers in a data center.">
            <a:extLst>
              <a:ext uri="{FF2B5EF4-FFF2-40B4-BE49-F238E27FC236}">
                <a16:creationId xmlns:a16="http://schemas.microsoft.com/office/drawing/2014/main" id="{909F3513-91D6-1EBD-CF1E-635EB1465BF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870543" y="4038290"/>
            <a:ext cx="3657600" cy="2592838"/>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
        <p:nvSpPr>
          <p:cNvPr id="6" name="Right Arrow 1" descr="Black right-pointing arrow.">
            <a:extLst>
              <a:ext uri="{FF2B5EF4-FFF2-40B4-BE49-F238E27FC236}">
                <a16:creationId xmlns:a16="http://schemas.microsoft.com/office/drawing/2014/main" id="{B91B438E-3608-40B2-2EA9-7E0C326AD200}"/>
              </a:ext>
            </a:extLst>
          </p:cNvPr>
          <p:cNvSpPr/>
          <p:nvPr/>
        </p:nvSpPr>
        <p:spPr>
          <a:xfrm>
            <a:off x="6096000" y="4963752"/>
            <a:ext cx="703324" cy="479463"/>
          </a:xfrm>
          <a:prstGeom prst="rightArrow">
            <a:avLst/>
          </a:prstGeom>
          <a:solidFill>
            <a:schemeClr val="tx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2400" dirty="0">
              <a:solidFill>
                <a:schemeClr val="tx2"/>
              </a:solidFill>
            </a:endParaRPr>
          </a:p>
        </p:txBody>
      </p:sp>
      <p:pic>
        <p:nvPicPr>
          <p:cNvPr id="7" name="Picture 6" descr="Shows five columns of strings of bits.">
            <a:extLst>
              <a:ext uri="{FF2B5EF4-FFF2-40B4-BE49-F238E27FC236}">
                <a16:creationId xmlns:a16="http://schemas.microsoft.com/office/drawing/2014/main" id="{83B02E82-8BA5-C5EF-5BF1-F840215EE55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367181" y="4038290"/>
            <a:ext cx="3657600" cy="2612352"/>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41433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A7301-4758-045B-F3A0-50F0864E2B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7FFC34-1784-E59D-4C59-7F08628E13DC}"/>
              </a:ext>
            </a:extLst>
          </p:cNvPr>
          <p:cNvSpPr>
            <a:spLocks noGrp="1"/>
          </p:cNvSpPr>
          <p:nvPr>
            <p:ph type="title"/>
          </p:nvPr>
        </p:nvSpPr>
        <p:spPr/>
        <p:txBody>
          <a:bodyPr>
            <a:normAutofit/>
          </a:bodyPr>
          <a:lstStyle/>
          <a:p>
            <a:r>
              <a:rPr lang="en-US" dirty="0"/>
              <a:t>Infrastructure as Software</a:t>
            </a:r>
          </a:p>
        </p:txBody>
      </p:sp>
      <p:sp>
        <p:nvSpPr>
          <p:cNvPr id="3" name="Content Placeholder 2">
            <a:extLst>
              <a:ext uri="{FF2B5EF4-FFF2-40B4-BE49-F238E27FC236}">
                <a16:creationId xmlns:a16="http://schemas.microsoft.com/office/drawing/2014/main" id="{9112A1B7-5E2F-CE96-D453-6C8320781013}"/>
              </a:ext>
            </a:extLst>
          </p:cNvPr>
          <p:cNvSpPr>
            <a:spLocks noGrp="1"/>
          </p:cNvSpPr>
          <p:nvPr>
            <p:ph idx="1"/>
          </p:nvPr>
        </p:nvSpPr>
        <p:spPr/>
        <p:txBody>
          <a:bodyPr/>
          <a:lstStyle/>
          <a:p>
            <a:pPr>
              <a:buFont typeface="Arial" panose="020B0604020202020204" pitchFamily="34" charset="0"/>
              <a:buChar char="•"/>
            </a:pPr>
            <a:r>
              <a:rPr lang="en-US" dirty="0"/>
              <a:t>In cloud computing, infrastructure (servers, storage, networks) is treated as software.</a:t>
            </a:r>
          </a:p>
          <a:p>
            <a:pPr>
              <a:buFont typeface="Arial" panose="020B0604020202020204" pitchFamily="34" charset="0"/>
              <a:buChar char="•"/>
            </a:pPr>
            <a:r>
              <a:rPr lang="en-US" dirty="0"/>
              <a:t>Users can provision and manage resources using code or simple interfaces.</a:t>
            </a:r>
          </a:p>
          <a:p>
            <a:pPr>
              <a:buFont typeface="Arial" panose="020B0604020202020204" pitchFamily="34" charset="0"/>
              <a:buChar char="•"/>
            </a:pPr>
            <a:r>
              <a:rPr lang="en-US" dirty="0"/>
              <a:t>This eliminates the need to purchase and manage physical hardware.</a:t>
            </a:r>
          </a:p>
          <a:p>
            <a:endParaRPr lang="en-US" dirty="0"/>
          </a:p>
        </p:txBody>
      </p:sp>
    </p:spTree>
    <p:extLst>
      <p:ext uri="{BB962C8B-B14F-4D97-AF65-F5344CB8AC3E}">
        <p14:creationId xmlns:p14="http://schemas.microsoft.com/office/powerpoint/2010/main" val="3032146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35863-840B-B38A-55CC-260BCFA240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98E821-69DE-EB4A-9A6F-212FAFCBFBA8}"/>
              </a:ext>
            </a:extLst>
          </p:cNvPr>
          <p:cNvSpPr>
            <a:spLocks noGrp="1"/>
          </p:cNvSpPr>
          <p:nvPr>
            <p:ph type="title"/>
          </p:nvPr>
        </p:nvSpPr>
        <p:spPr/>
        <p:txBody>
          <a:bodyPr>
            <a:normAutofit/>
          </a:bodyPr>
          <a:lstStyle/>
          <a:p>
            <a:r>
              <a:rPr lang="en-US" dirty="0"/>
              <a:t>Cloud Computing Models</a:t>
            </a:r>
          </a:p>
        </p:txBody>
      </p:sp>
      <p:sp>
        <p:nvSpPr>
          <p:cNvPr id="3" name="Content Placeholder 2">
            <a:extLst>
              <a:ext uri="{FF2B5EF4-FFF2-40B4-BE49-F238E27FC236}">
                <a16:creationId xmlns:a16="http://schemas.microsoft.com/office/drawing/2014/main" id="{BE4B808E-3C20-8163-00D6-427989874E69}"/>
              </a:ext>
            </a:extLst>
          </p:cNvPr>
          <p:cNvSpPr>
            <a:spLocks noGrp="1"/>
          </p:cNvSpPr>
          <p:nvPr>
            <p:ph idx="1"/>
          </p:nvPr>
        </p:nvSpPr>
        <p:spPr>
          <a:xfrm>
            <a:off x="838200" y="1706008"/>
            <a:ext cx="10515600" cy="2847458"/>
          </a:xfrm>
        </p:spPr>
        <p:txBody>
          <a:bodyPr>
            <a:normAutofit fontScale="85000" lnSpcReduction="20000"/>
          </a:bodyPr>
          <a:lstStyle/>
          <a:p>
            <a:pPr>
              <a:buNone/>
            </a:pPr>
            <a:r>
              <a:rPr lang="en-US" b="1" dirty="0"/>
              <a:t>Three Primary Service Models:</a:t>
            </a:r>
            <a:endParaRPr lang="en-US" dirty="0"/>
          </a:p>
          <a:p>
            <a:pPr>
              <a:buFont typeface="+mj-lt"/>
              <a:buAutoNum type="arabicPeriod"/>
            </a:pPr>
            <a:r>
              <a:rPr lang="en-US" b="1" dirty="0"/>
              <a:t>Infrastructure as a Service (IaaS)</a:t>
            </a:r>
            <a:endParaRPr lang="en-US" dirty="0"/>
          </a:p>
          <a:p>
            <a:pPr marL="742950" lvl="1" indent="-285750">
              <a:buFont typeface="+mj-lt"/>
              <a:buAutoNum type="arabicPeriod"/>
            </a:pPr>
            <a:r>
              <a:rPr lang="en-US" dirty="0"/>
              <a:t>Provides virtualized computing resources over the internet.</a:t>
            </a:r>
          </a:p>
          <a:p>
            <a:pPr marL="742950" lvl="1" indent="-285750">
              <a:buFont typeface="+mj-lt"/>
              <a:buAutoNum type="arabicPeriod"/>
            </a:pPr>
            <a:r>
              <a:rPr lang="en-US" dirty="0"/>
              <a:t>Examples: Amazon EC2, Google Compute Engine</a:t>
            </a:r>
          </a:p>
          <a:p>
            <a:pPr>
              <a:buFont typeface="+mj-lt"/>
              <a:buAutoNum type="arabicPeriod"/>
            </a:pPr>
            <a:r>
              <a:rPr lang="en-US" b="1" dirty="0"/>
              <a:t>Platform as a Service (PaaS)</a:t>
            </a:r>
            <a:endParaRPr lang="en-US" dirty="0"/>
          </a:p>
          <a:p>
            <a:pPr marL="742950" lvl="1" indent="-285750">
              <a:buFont typeface="+mj-lt"/>
              <a:buAutoNum type="arabicPeriod"/>
            </a:pPr>
            <a:r>
              <a:rPr lang="en-US" dirty="0"/>
              <a:t>Provides hardware and software tools over the internet (usually for app development).</a:t>
            </a:r>
          </a:p>
          <a:p>
            <a:pPr marL="742950" lvl="1" indent="-285750">
              <a:buFont typeface="+mj-lt"/>
              <a:buAutoNum type="arabicPeriod"/>
            </a:pPr>
            <a:r>
              <a:rPr lang="en-US" dirty="0"/>
              <a:t>Examples: AWS Elastic Beanstalk, Google App Engine</a:t>
            </a:r>
          </a:p>
          <a:p>
            <a:pPr>
              <a:buFont typeface="+mj-lt"/>
              <a:buAutoNum type="arabicPeriod"/>
            </a:pPr>
            <a:r>
              <a:rPr lang="en-US" b="1" dirty="0"/>
              <a:t>Software as a Service (SaaS)</a:t>
            </a:r>
            <a:endParaRPr lang="en-US" dirty="0"/>
          </a:p>
          <a:p>
            <a:pPr marL="742950" lvl="1" indent="-285750">
              <a:buFont typeface="+mj-lt"/>
              <a:buAutoNum type="arabicPeriod"/>
            </a:pPr>
            <a:r>
              <a:rPr lang="en-US" dirty="0"/>
              <a:t>Delivers software applications over the internet.</a:t>
            </a:r>
          </a:p>
          <a:p>
            <a:pPr marL="742950" lvl="1" indent="-285750">
              <a:buFont typeface="+mj-lt"/>
              <a:buAutoNum type="arabicPeriod"/>
            </a:pPr>
            <a:r>
              <a:rPr lang="en-US" dirty="0"/>
              <a:t>Examples: Google Workspace, Microsoft 365</a:t>
            </a:r>
          </a:p>
          <a:p>
            <a:endParaRPr lang="en-US" dirty="0"/>
          </a:p>
        </p:txBody>
      </p:sp>
      <p:pic>
        <p:nvPicPr>
          <p:cNvPr id="5" name="Picture 4">
            <a:extLst>
              <a:ext uri="{FF2B5EF4-FFF2-40B4-BE49-F238E27FC236}">
                <a16:creationId xmlns:a16="http://schemas.microsoft.com/office/drawing/2014/main" id="{AC4151B4-9C18-7C83-AB0B-6D11DC17B8EE}"/>
              </a:ext>
            </a:extLst>
          </p:cNvPr>
          <p:cNvPicPr>
            <a:picLocks noChangeAspect="1"/>
          </p:cNvPicPr>
          <p:nvPr/>
        </p:nvPicPr>
        <p:blipFill>
          <a:blip r:embed="rId2"/>
          <a:stretch>
            <a:fillRect/>
          </a:stretch>
        </p:blipFill>
        <p:spPr>
          <a:xfrm>
            <a:off x="3770841" y="4647155"/>
            <a:ext cx="4650317" cy="2005587"/>
          </a:xfrm>
          <a:prstGeom prst="rect">
            <a:avLst/>
          </a:prstGeom>
        </p:spPr>
      </p:pic>
    </p:spTree>
    <p:extLst>
      <p:ext uri="{BB962C8B-B14F-4D97-AF65-F5344CB8AC3E}">
        <p14:creationId xmlns:p14="http://schemas.microsoft.com/office/powerpoint/2010/main" val="3938091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dirty="0">
                <a:latin typeface="+mj-lt"/>
              </a:rPr>
              <a:t>Similarities between AWS and traditional IT</a:t>
            </a:r>
          </a:p>
        </p:txBody>
      </p:sp>
      <p:sp>
        <p:nvSpPr>
          <p:cNvPr id="2" name="Content Placeholder 1">
            <a:extLst>
              <a:ext uri="{FF2B5EF4-FFF2-40B4-BE49-F238E27FC236}">
                <a16:creationId xmlns:a16="http://schemas.microsoft.com/office/drawing/2014/main" id="{1D3C7005-B929-51C0-0C6B-ABC32C1D4FE4}"/>
              </a:ext>
            </a:extLst>
          </p:cNvPr>
          <p:cNvSpPr>
            <a:spLocks noGrp="1"/>
          </p:cNvSpPr>
          <p:nvPr>
            <p:ph idx="1"/>
          </p:nvPr>
        </p:nvSpPr>
        <p:spPr/>
        <p:txBody>
          <a:bodyPr/>
          <a:lstStyle/>
          <a:p>
            <a:endParaRPr lang="en-US"/>
          </a:p>
        </p:txBody>
      </p:sp>
      <p:sp>
        <p:nvSpPr>
          <p:cNvPr id="3" name="Slide Number Placeholder 2">
            <a:extLst>
              <a:ext uri="{C183D7F6-B498-43B3-948B-1728B52AA6E4}">
                <adec:decorative xmlns:adec="http://schemas.microsoft.com/office/drawing/2017/decorative" val="0"/>
              </a:ext>
            </a:extLst>
          </p:cNvPr>
          <p:cNvSpPr>
            <a:spLocks noGrp="1"/>
          </p:cNvSpPr>
          <p:nvPr>
            <p:ph type="sldNum" sz="quarter" idx="4294967295"/>
          </p:nvPr>
        </p:nvSpPr>
        <p:spPr>
          <a:xfrm>
            <a:off x="11707813" y="6569075"/>
            <a:ext cx="484187" cy="265113"/>
          </a:xfrm>
        </p:spPr>
        <p:txBody>
          <a:bodyPr/>
          <a:lstStyle/>
          <a:p>
            <a:fld id="{B6A95138-A96E-2F42-A959-2EFD44FE4AB7}" type="slidenum">
              <a:rPr lang="en-US" smtClean="0">
                <a:latin typeface="+mn-lt"/>
              </a:rPr>
              <a:t>6</a:t>
            </a:fld>
            <a:endParaRPr lang="en-US" dirty="0">
              <a:latin typeface="+mn-lt"/>
            </a:endParaRPr>
          </a:p>
        </p:txBody>
      </p:sp>
      <p:grpSp>
        <p:nvGrpSpPr>
          <p:cNvPr id="12" name="Group 11" descr="Shows examples of similarities between AWS and traditional IT in security, networking, compute, and storage as explained in the notes.">
            <a:extLst>
              <a:ext uri="{FF2B5EF4-FFF2-40B4-BE49-F238E27FC236}">
                <a16:creationId xmlns:a16="http://schemas.microsoft.com/office/drawing/2014/main" id="{0685440A-10FF-44C7-BD6F-4B2EC8F05B07}"/>
              </a:ext>
              <a:ext uri="{C183D7F6-B498-43B3-948B-1728B52AA6E4}">
                <adec:decorative xmlns:adec="http://schemas.microsoft.com/office/drawing/2017/decorative" val="0"/>
              </a:ext>
            </a:extLst>
          </p:cNvPr>
          <p:cNvGrpSpPr/>
          <p:nvPr/>
        </p:nvGrpSpPr>
        <p:grpSpPr>
          <a:xfrm>
            <a:off x="609600" y="1749711"/>
            <a:ext cx="11004555" cy="4882435"/>
            <a:chOff x="609600" y="1391365"/>
            <a:chExt cx="11004555" cy="4882435"/>
          </a:xfrm>
        </p:grpSpPr>
        <p:sp>
          <p:nvSpPr>
            <p:cNvPr id="18" name="Rounded Rectangle 17">
              <a:extLst>
                <a:ext uri="{FF2B5EF4-FFF2-40B4-BE49-F238E27FC236}">
                  <a16:creationId xmlns:a16="http://schemas.microsoft.com/office/drawing/2014/main" id="{20988DD3-B241-1745-A9DE-83A23AACBA8A}"/>
                </a:ext>
                <a:ext uri="{C183D7F6-B498-43B3-948B-1728B52AA6E4}">
                  <adec:decorative xmlns:adec="http://schemas.microsoft.com/office/drawing/2017/decorative" val="1"/>
                </a:ext>
              </a:extLst>
            </p:cNvPr>
            <p:cNvSpPr/>
            <p:nvPr>
              <p:custDataLst>
                <p:tags r:id="rId2"/>
              </p:custDataLst>
            </p:nvPr>
          </p:nvSpPr>
          <p:spPr>
            <a:xfrm>
              <a:off x="609600" y="1391365"/>
              <a:ext cx="11004555" cy="4882435"/>
            </a:xfrm>
            <a:prstGeom prst="roundRect">
              <a:avLst>
                <a:gd name="adj" fmla="val 510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dirty="0">
                  <a:ea typeface="Amazon Ember" panose="020B0603020204020204" pitchFamily="34" charset="0"/>
                  <a:cs typeface="Amazon Ember" panose="020B0603020204020204" pitchFamily="34" charset="0"/>
                </a:rPr>
                <a:t> </a:t>
              </a:r>
            </a:p>
          </p:txBody>
        </p:sp>
        <p:sp>
          <p:nvSpPr>
            <p:cNvPr id="36" name="Content Placeholder 2">
              <a:extLst>
                <a:ext uri="{FF2B5EF4-FFF2-40B4-BE49-F238E27FC236}">
                  <a16:creationId xmlns:a16="http://schemas.microsoft.com/office/drawing/2014/main" id="{9081D9F7-DF96-1D47-A6DD-43CDE899FEE3}"/>
                </a:ext>
              </a:extLst>
            </p:cNvPr>
            <p:cNvSpPr txBox="1">
              <a:spLocks/>
            </p:cNvSpPr>
            <p:nvPr/>
          </p:nvSpPr>
          <p:spPr>
            <a:xfrm>
              <a:off x="1125183" y="1400832"/>
              <a:ext cx="4664630" cy="431650"/>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Font typeface="Arial"/>
                <a:buNone/>
              </a:pPr>
              <a:r>
                <a:rPr lang="en-US" sz="1800" dirty="0">
                  <a:ea typeface="Amazon Ember" panose="020B0603020204020204" pitchFamily="34" charset="0"/>
                  <a:cs typeface="Amazon Ember" panose="020B0603020204020204" pitchFamily="34" charset="0"/>
                </a:rPr>
                <a:t>Traditional, on-premises IT space</a:t>
              </a:r>
            </a:p>
          </p:txBody>
        </p:sp>
        <p:sp>
          <p:nvSpPr>
            <p:cNvPr id="84" name="Content Placeholder 2">
              <a:extLst>
                <a:ext uri="{FF2B5EF4-FFF2-40B4-BE49-F238E27FC236}">
                  <a16:creationId xmlns:a16="http://schemas.microsoft.com/office/drawing/2014/main" id="{D82E3388-E923-9B41-A0BF-475574607058}"/>
                </a:ext>
              </a:extLst>
            </p:cNvPr>
            <p:cNvSpPr txBox="1">
              <a:spLocks/>
            </p:cNvSpPr>
            <p:nvPr/>
          </p:nvSpPr>
          <p:spPr>
            <a:xfrm>
              <a:off x="6457796" y="1391365"/>
              <a:ext cx="4694884" cy="438346"/>
            </a:xfrm>
            <a:prstGeom prst="rect">
              <a:avLst/>
            </a:prstGeom>
          </p:spPr>
          <p:txBody>
            <a:bodyPr vert="horz" lIns="91440" tIns="45720" rIns="91440" bIns="45720" rtlCol="0" anchor="b">
              <a:noAutofit/>
            </a:bodyPr>
            <a:lstStyle>
              <a:lvl1pPr marL="257175" indent="-257175" algn="l" defTabSz="342900" rtl="0" eaLnBrk="1" latinLnBrk="0" hangingPunct="1">
                <a:spcBef>
                  <a:spcPct val="20000"/>
                </a:spcBef>
                <a:buFontTx/>
                <a:buBlip>
                  <a:blip r:embed="rId5"/>
                </a:buBlip>
                <a:defRPr sz="2000" b="0" i="0" kern="1200">
                  <a:solidFill>
                    <a:schemeClr val="tx1"/>
                  </a:solidFill>
                  <a:latin typeface="Arial"/>
                  <a:ea typeface="+mn-ea"/>
                  <a:cs typeface="Arial"/>
                </a:defRPr>
              </a:lvl1pPr>
              <a:lvl2pPr marL="557213" indent="-214313" algn="l" defTabSz="342900" rtl="0" eaLnBrk="1" latinLnBrk="0" hangingPunct="1">
                <a:spcBef>
                  <a:spcPct val="20000"/>
                </a:spcBef>
                <a:buClr>
                  <a:schemeClr val="accent1"/>
                </a:buClr>
                <a:buFont typeface="Wingdings" panose="05000000000000000000" pitchFamily="2" charset="2"/>
                <a:buChar char="Ø"/>
                <a:defRPr sz="1600" b="0" i="0" kern="1200">
                  <a:solidFill>
                    <a:schemeClr val="tx1"/>
                  </a:solidFill>
                  <a:latin typeface="Arial"/>
                  <a:ea typeface="+mn-ea"/>
                  <a:cs typeface="Arial"/>
                </a:defRPr>
              </a:lvl2pPr>
              <a:lvl3pPr marL="857250" indent="-171450" algn="l" defTabSz="342900" rtl="0" eaLnBrk="1" latinLnBrk="0" hangingPunct="1">
                <a:spcBef>
                  <a:spcPct val="20000"/>
                </a:spcBef>
                <a:buClr>
                  <a:schemeClr val="accent1"/>
                </a:buClr>
                <a:buFont typeface="Arial"/>
                <a:buChar char="•"/>
                <a:defRPr sz="1400" b="0" i="0" kern="1200">
                  <a:solidFill>
                    <a:schemeClr val="tx1"/>
                  </a:solidFill>
                  <a:latin typeface="Arial"/>
                  <a:ea typeface="+mn-ea"/>
                  <a:cs typeface="Arial"/>
                </a:defRPr>
              </a:lvl3pPr>
              <a:lvl4pPr marL="1028700" indent="0" algn="l" defTabSz="342900" rtl="0" eaLnBrk="1" latinLnBrk="0" hangingPunct="1">
                <a:spcBef>
                  <a:spcPct val="20000"/>
                </a:spcBef>
                <a:buFont typeface="Arial"/>
                <a:buNone/>
                <a:defRPr sz="1200" b="0" i="0" kern="1200">
                  <a:solidFill>
                    <a:srgbClr val="595A5D"/>
                  </a:solidFill>
                  <a:latin typeface="Arial"/>
                  <a:ea typeface="+mn-ea"/>
                  <a:cs typeface="Arial"/>
                </a:defRPr>
              </a:lvl4pPr>
              <a:lvl5pPr marL="1543050" indent="-171450" algn="l" defTabSz="342900" rtl="0" eaLnBrk="1" latinLnBrk="0" hangingPunct="1">
                <a:spcBef>
                  <a:spcPct val="20000"/>
                </a:spcBef>
                <a:buFont typeface="Arial"/>
                <a:buChar char="»"/>
                <a:defRPr sz="1200" b="0" i="0" kern="1200">
                  <a:solidFill>
                    <a:srgbClr val="595A5D"/>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FontTx/>
                <a:buNone/>
              </a:pPr>
              <a:r>
                <a:rPr lang="en-US" sz="1800" dirty="0">
                  <a:latin typeface="+mn-lt"/>
                  <a:ea typeface="Amazon Ember" panose="020B0603020204020204" pitchFamily="34" charset="0"/>
                  <a:cs typeface="Amazon Ember" panose="020B0603020204020204" pitchFamily="34" charset="0"/>
                </a:rPr>
                <a:t>AWS</a:t>
              </a:r>
            </a:p>
          </p:txBody>
        </p:sp>
        <p:sp>
          <p:nvSpPr>
            <p:cNvPr id="35" name="Round Diagonal Corner Rectangle 34">
              <a:extLst>
                <a:ext uri="{FF2B5EF4-FFF2-40B4-BE49-F238E27FC236}">
                  <a16:creationId xmlns:a16="http://schemas.microsoft.com/office/drawing/2014/main" id="{223C3099-7D3B-B44C-9CCA-3D85C7AFA5C6}"/>
                </a:ext>
                <a:ext uri="{C183D7F6-B498-43B3-948B-1728B52AA6E4}">
                  <adec:decorative xmlns:adec="http://schemas.microsoft.com/office/drawing/2017/decorative" val="1"/>
                </a:ext>
              </a:extLst>
            </p:cNvPr>
            <p:cNvSpPr/>
            <p:nvPr/>
          </p:nvSpPr>
          <p:spPr>
            <a:xfrm>
              <a:off x="1125183" y="1833896"/>
              <a:ext cx="4665980" cy="1003951"/>
            </a:xfrm>
            <a:prstGeom prst="round2DiagRect">
              <a:avLst>
                <a:gd name="adj1" fmla="val 16667"/>
                <a:gd name="adj2" fmla="val 15266"/>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ea typeface="Amazon Ember" panose="020B0603020204020204" pitchFamily="34" charset="0"/>
                <a:cs typeface="Amazon Ember" panose="020B0603020204020204" pitchFamily="34" charset="0"/>
              </a:endParaRPr>
            </a:p>
          </p:txBody>
        </p:sp>
        <p:pic>
          <p:nvPicPr>
            <p:cNvPr id="52" name="Picture 2">
              <a:extLst>
                <a:ext uri="{FF2B5EF4-FFF2-40B4-BE49-F238E27FC236}">
                  <a16:creationId xmlns:a16="http://schemas.microsoft.com/office/drawing/2014/main" id="{0A8D591E-BCAA-6141-8682-8098BDB8A133}"/>
                </a:ext>
                <a:ext uri="{C183D7F6-B498-43B3-948B-1728B52AA6E4}">
                  <adec:decorative xmlns:adec="http://schemas.microsoft.com/office/drawing/2017/decorative" val="1"/>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1674347" y="1986306"/>
              <a:ext cx="410195" cy="5298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3" name="TextBox 160">
              <a:extLst>
                <a:ext uri="{FF2B5EF4-FFF2-40B4-BE49-F238E27FC236}">
                  <a16:creationId xmlns:a16="http://schemas.microsoft.com/office/drawing/2014/main" id="{5FDBACB6-A1C3-FA49-B86A-14483FE3FDB8}"/>
                </a:ext>
              </a:extLst>
            </p:cNvPr>
            <p:cNvSpPr txBox="1">
              <a:spLocks noChangeArrowheads="1"/>
            </p:cNvSpPr>
            <p:nvPr/>
          </p:nvSpPr>
          <p:spPr bwMode="auto">
            <a:xfrm>
              <a:off x="1398363" y="2476156"/>
              <a:ext cx="955711"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dirty="0">
                  <a:latin typeface="+mn-lt"/>
                  <a:ea typeface="Amazon Ember" panose="020B0603020204020204" pitchFamily="34" charset="0"/>
                  <a:cs typeface="Amazon Ember" panose="020B0603020204020204" pitchFamily="34" charset="0"/>
                </a:rPr>
                <a:t>Firewalls</a:t>
              </a:r>
            </a:p>
          </p:txBody>
        </p:sp>
        <p:pic>
          <p:nvPicPr>
            <p:cNvPr id="55" name="Picture 38">
              <a:extLst>
                <a:ext uri="{FF2B5EF4-FFF2-40B4-BE49-F238E27FC236}">
                  <a16:creationId xmlns:a16="http://schemas.microsoft.com/office/drawing/2014/main" id="{2CBD4DF9-C798-754A-B159-6968C7EF9F74}"/>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a:ext>
              </a:extLst>
            </a:blip>
            <a:srcRect/>
            <a:stretch>
              <a:fillRect/>
            </a:stretch>
          </p:blipFill>
          <p:spPr bwMode="auto">
            <a:xfrm>
              <a:off x="2862230" y="1934955"/>
              <a:ext cx="611494" cy="5184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6" name="TextBox 161">
              <a:extLst>
                <a:ext uri="{FF2B5EF4-FFF2-40B4-BE49-F238E27FC236}">
                  <a16:creationId xmlns:a16="http://schemas.microsoft.com/office/drawing/2014/main" id="{51DED39D-CA9B-B54F-9382-C47760D5BDB6}"/>
                </a:ext>
              </a:extLst>
            </p:cNvPr>
            <p:cNvSpPr txBox="1">
              <a:spLocks noChangeArrowheads="1"/>
            </p:cNvSpPr>
            <p:nvPr/>
          </p:nvSpPr>
          <p:spPr bwMode="auto">
            <a:xfrm>
              <a:off x="2849889" y="2476156"/>
              <a:ext cx="625492"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dirty="0">
                  <a:latin typeface="+mn-lt"/>
                  <a:ea typeface="Amazon Ember" panose="020B0603020204020204" pitchFamily="34" charset="0"/>
                  <a:cs typeface="Amazon Ember" panose="020B0603020204020204" pitchFamily="34" charset="0"/>
                </a:rPr>
                <a:t>ACLs</a:t>
              </a:r>
            </a:p>
          </p:txBody>
        </p:sp>
        <p:sp>
          <p:nvSpPr>
            <p:cNvPr id="59" name="TextBox 162">
              <a:extLst>
                <a:ext uri="{FF2B5EF4-FFF2-40B4-BE49-F238E27FC236}">
                  <a16:creationId xmlns:a16="http://schemas.microsoft.com/office/drawing/2014/main" id="{E2C73719-1060-B240-A7B9-8806EC499083}"/>
                </a:ext>
              </a:extLst>
            </p:cNvPr>
            <p:cNvSpPr txBox="1">
              <a:spLocks noChangeArrowheads="1"/>
            </p:cNvSpPr>
            <p:nvPr/>
          </p:nvSpPr>
          <p:spPr bwMode="auto">
            <a:xfrm>
              <a:off x="3536679" y="2477868"/>
              <a:ext cx="1499128"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dirty="0">
                  <a:latin typeface="+mn-lt"/>
                  <a:ea typeface="Amazon Ember" panose="020B0603020204020204" pitchFamily="34" charset="0"/>
                  <a:cs typeface="Amazon Ember" panose="020B0603020204020204" pitchFamily="34" charset="0"/>
                </a:rPr>
                <a:t>Administrators</a:t>
              </a:r>
            </a:p>
          </p:txBody>
        </p:sp>
        <p:sp>
          <p:nvSpPr>
            <p:cNvPr id="34" name="Round Diagonal Corner Rectangle 33">
              <a:extLst>
                <a:ext uri="{FF2B5EF4-FFF2-40B4-BE49-F238E27FC236}">
                  <a16:creationId xmlns:a16="http://schemas.microsoft.com/office/drawing/2014/main" id="{5C660890-7F77-0645-BA86-BFB9ED8FC4C7}"/>
                </a:ext>
                <a:ext uri="{C183D7F6-B498-43B3-948B-1728B52AA6E4}">
                  <adec:decorative xmlns:adec="http://schemas.microsoft.com/office/drawing/2017/decorative" val="1"/>
                </a:ext>
              </a:extLst>
            </p:cNvPr>
            <p:cNvSpPr/>
            <p:nvPr/>
          </p:nvSpPr>
          <p:spPr>
            <a:xfrm>
              <a:off x="6486760" y="1836499"/>
              <a:ext cx="4665919" cy="1001348"/>
            </a:xfrm>
            <a:prstGeom prst="round2DiagRect">
              <a:avLst>
                <a:gd name="adj1" fmla="val 16667"/>
                <a:gd name="adj2" fmla="val 1316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ea typeface="Amazon Ember" panose="020B0603020204020204" pitchFamily="34" charset="0"/>
                <a:cs typeface="Amazon Ember" panose="020B0603020204020204" pitchFamily="34" charset="0"/>
              </a:endParaRPr>
            </a:p>
          </p:txBody>
        </p:sp>
        <p:sp>
          <p:nvSpPr>
            <p:cNvPr id="50" name="TextBox 161">
              <a:extLst>
                <a:ext uri="{FF2B5EF4-FFF2-40B4-BE49-F238E27FC236}">
                  <a16:creationId xmlns:a16="http://schemas.microsoft.com/office/drawing/2014/main" id="{EBD39B22-1C8B-624B-91DD-06A163C45720}"/>
                </a:ext>
              </a:extLst>
            </p:cNvPr>
            <p:cNvSpPr txBox="1">
              <a:spLocks noChangeArrowheads="1"/>
            </p:cNvSpPr>
            <p:nvPr/>
          </p:nvSpPr>
          <p:spPr bwMode="auto">
            <a:xfrm>
              <a:off x="8385197" y="2432121"/>
              <a:ext cx="1478895"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dirty="0">
                  <a:latin typeface="+mn-lt"/>
                  <a:ea typeface="Amazon Ember" panose="020B0603020204020204" pitchFamily="34" charset="0"/>
                  <a:cs typeface="Amazon Ember" panose="020B0603020204020204" pitchFamily="34" charset="0"/>
                </a:rPr>
                <a:t>Network ACLs</a:t>
              </a:r>
            </a:p>
          </p:txBody>
        </p:sp>
        <p:pic>
          <p:nvPicPr>
            <p:cNvPr id="117" name="Graphic 116">
              <a:extLst>
                <a:ext uri="{FF2B5EF4-FFF2-40B4-BE49-F238E27FC236}">
                  <a16:creationId xmlns:a16="http://schemas.microsoft.com/office/drawing/2014/main" id="{D264E8A2-39DB-44CA-9777-6A3DE6AFE6A4}"/>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081829" y="1928227"/>
              <a:ext cx="548640" cy="548640"/>
            </a:xfrm>
            <a:prstGeom prst="rect">
              <a:avLst/>
            </a:prstGeom>
          </p:spPr>
        </p:pic>
        <p:sp>
          <p:nvSpPr>
            <p:cNvPr id="133" name="TextBox 132">
              <a:extLst>
                <a:ext uri="{FF2B5EF4-FFF2-40B4-BE49-F238E27FC236}">
                  <a16:creationId xmlns:a16="http://schemas.microsoft.com/office/drawing/2014/main" id="{BA32300F-4837-4CC9-85F9-078C1172F2A9}"/>
                </a:ext>
              </a:extLst>
            </p:cNvPr>
            <p:cNvSpPr txBox="1"/>
            <p:nvPr/>
          </p:nvSpPr>
          <p:spPr>
            <a:xfrm>
              <a:off x="10059616" y="2517340"/>
              <a:ext cx="530915" cy="338554"/>
            </a:xfrm>
            <a:prstGeom prst="rect">
              <a:avLst/>
            </a:prstGeom>
            <a:noFill/>
          </p:spPr>
          <p:txBody>
            <a:bodyPr wrap="none" rtlCol="0">
              <a:spAutoFit/>
            </a:bodyPr>
            <a:lstStyle/>
            <a:p>
              <a:pPr algn="ctr"/>
              <a:r>
                <a:rPr lang="en-US" sz="1600" dirty="0">
                  <a:ea typeface="Amazon Ember" panose="020B0603020204020204" pitchFamily="34" charset="0"/>
                  <a:cs typeface="Amazon Ember" panose="020B0603020204020204" pitchFamily="34" charset="0"/>
                </a:rPr>
                <a:t>IAM</a:t>
              </a:r>
            </a:p>
          </p:txBody>
        </p:sp>
        <p:sp>
          <p:nvSpPr>
            <p:cNvPr id="21" name="Round Diagonal Corner Rectangle 20">
              <a:extLst>
                <a:ext uri="{FF2B5EF4-FFF2-40B4-BE49-F238E27FC236}">
                  <a16:creationId xmlns:a16="http://schemas.microsoft.com/office/drawing/2014/main" id="{232439B0-57B1-D848-97E7-4A4EEBA60F87}"/>
                </a:ext>
                <a:ext uri="{C183D7F6-B498-43B3-948B-1728B52AA6E4}">
                  <adec:decorative xmlns:adec="http://schemas.microsoft.com/office/drawing/2017/decorative" val="1"/>
                </a:ext>
              </a:extLst>
            </p:cNvPr>
            <p:cNvSpPr/>
            <p:nvPr/>
          </p:nvSpPr>
          <p:spPr>
            <a:xfrm>
              <a:off x="1125183" y="2921000"/>
              <a:ext cx="4665980" cy="1003952"/>
            </a:xfrm>
            <a:prstGeom prst="round2DiagRect">
              <a:avLst>
                <a:gd name="adj1" fmla="val 16667"/>
                <a:gd name="adj2" fmla="val 1314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ea typeface="Amazon Ember" panose="020B0603020204020204" pitchFamily="34" charset="0"/>
                <a:cs typeface="Amazon Ember" panose="020B0603020204020204" pitchFamily="34" charset="0"/>
              </a:endParaRPr>
            </a:p>
          </p:txBody>
        </p:sp>
        <p:sp>
          <p:nvSpPr>
            <p:cNvPr id="66" name="TextBox 160">
              <a:extLst>
                <a:ext uri="{FF2B5EF4-FFF2-40B4-BE49-F238E27FC236}">
                  <a16:creationId xmlns:a16="http://schemas.microsoft.com/office/drawing/2014/main" id="{3E8B04E8-B1EC-F24B-8034-59516CFB7167}"/>
                </a:ext>
              </a:extLst>
            </p:cNvPr>
            <p:cNvSpPr txBox="1">
              <a:spLocks noChangeArrowheads="1"/>
            </p:cNvSpPr>
            <p:nvPr/>
          </p:nvSpPr>
          <p:spPr bwMode="auto">
            <a:xfrm>
              <a:off x="1473175" y="3559572"/>
              <a:ext cx="787396"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dirty="0">
                  <a:latin typeface="+mn-lt"/>
                  <a:ea typeface="Amazon Ember" panose="020B0603020204020204" pitchFamily="34" charset="0"/>
                  <a:cs typeface="Amazon Ember" panose="020B0603020204020204" pitchFamily="34" charset="0"/>
                </a:rPr>
                <a:t>Router</a:t>
              </a:r>
            </a:p>
          </p:txBody>
        </p:sp>
        <p:pic>
          <p:nvPicPr>
            <p:cNvPr id="68" name="Picture 4">
              <a:extLst>
                <a:ext uri="{FF2B5EF4-FFF2-40B4-BE49-F238E27FC236}">
                  <a16:creationId xmlns:a16="http://schemas.microsoft.com/office/drawing/2014/main" id="{6D51CFC7-76A0-C64E-82B1-91EC97075C3C}"/>
                </a:ext>
                <a:ext uri="{C183D7F6-B498-43B3-948B-1728B52AA6E4}">
                  <adec:decorative xmlns:adec="http://schemas.microsoft.com/office/drawing/2017/decorative" val="1"/>
                </a:ext>
              </a:extLst>
            </p:cNvPr>
            <p:cNvPicPr>
              <a:picLocks noChangeAspect="1" noChangeArrowheads="1"/>
            </p:cNvPicPr>
            <p:nvPr/>
          </p:nvPicPr>
          <p:blipFill>
            <a:blip r:embed="rId10">
              <a:extLst>
                <a:ext uri="{28A0092B-C50C-407E-A947-70E740481C1C}">
                  <a14:useLocalDpi xmlns:a14="http://schemas.microsoft.com/office/drawing/2010/main"/>
                </a:ext>
              </a:extLst>
            </a:blip>
            <a:srcRect/>
            <a:stretch>
              <a:fillRect/>
            </a:stretch>
          </p:blipFill>
          <p:spPr bwMode="auto">
            <a:xfrm>
              <a:off x="2422429" y="3044657"/>
              <a:ext cx="1421198" cy="6037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9" name="TextBox 160">
              <a:extLst>
                <a:ext uri="{FF2B5EF4-FFF2-40B4-BE49-F238E27FC236}">
                  <a16:creationId xmlns:a16="http://schemas.microsoft.com/office/drawing/2014/main" id="{FA686A0A-CE04-FF4C-B26C-6527931EAEFF}"/>
                </a:ext>
              </a:extLst>
            </p:cNvPr>
            <p:cNvSpPr txBox="1">
              <a:spLocks noChangeArrowheads="1"/>
            </p:cNvSpPr>
            <p:nvPr/>
          </p:nvSpPr>
          <p:spPr bwMode="auto">
            <a:xfrm>
              <a:off x="2269163" y="3577993"/>
              <a:ext cx="1704314"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dirty="0">
                  <a:latin typeface="+mn-lt"/>
                  <a:ea typeface="Amazon Ember" panose="020B0603020204020204" pitchFamily="34" charset="0"/>
                  <a:cs typeface="Amazon Ember" panose="020B0603020204020204" pitchFamily="34" charset="0"/>
                </a:rPr>
                <a:t>Network pipeline</a:t>
              </a:r>
            </a:p>
          </p:txBody>
        </p:sp>
        <p:pic>
          <p:nvPicPr>
            <p:cNvPr id="71" name="Picture 40">
              <a:extLst>
                <a:ext uri="{FF2B5EF4-FFF2-40B4-BE49-F238E27FC236}">
                  <a16:creationId xmlns:a16="http://schemas.microsoft.com/office/drawing/2014/main" id="{441F24DE-17F9-BF45-B33F-80F00D741AF0}"/>
                </a:ext>
                <a:ext uri="{C183D7F6-B498-43B3-948B-1728B52AA6E4}">
                  <adec:decorative xmlns:adec="http://schemas.microsoft.com/office/drawing/2017/decorative" val="1"/>
                </a:ext>
              </a:extLst>
            </p:cNvPr>
            <p:cNvPicPr>
              <a:picLocks noChangeAspect="1"/>
            </p:cNvPicPr>
            <p:nvPr/>
          </p:nvPicPr>
          <p:blipFill>
            <a:blip r:embed="rId11">
              <a:extLst>
                <a:ext uri="{28A0092B-C50C-407E-A947-70E740481C1C}">
                  <a14:useLocalDpi xmlns:a14="http://schemas.microsoft.com/office/drawing/2010/main"/>
                </a:ext>
              </a:extLst>
            </a:blip>
            <a:srcRect/>
            <a:stretch>
              <a:fillRect/>
            </a:stretch>
          </p:blipFill>
          <p:spPr bwMode="auto">
            <a:xfrm>
              <a:off x="4133935" y="3101084"/>
              <a:ext cx="662768" cy="48235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2" name="TextBox 160">
              <a:extLst>
                <a:ext uri="{FF2B5EF4-FFF2-40B4-BE49-F238E27FC236}">
                  <a16:creationId xmlns:a16="http://schemas.microsoft.com/office/drawing/2014/main" id="{B966C9FD-1E02-DC42-8F86-7E276A9BDDB8}"/>
                </a:ext>
              </a:extLst>
            </p:cNvPr>
            <p:cNvSpPr txBox="1">
              <a:spLocks noChangeArrowheads="1"/>
            </p:cNvSpPr>
            <p:nvPr/>
          </p:nvSpPr>
          <p:spPr bwMode="auto">
            <a:xfrm>
              <a:off x="4060220" y="3565485"/>
              <a:ext cx="779381"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dirty="0">
                  <a:latin typeface="+mn-lt"/>
                  <a:ea typeface="Amazon Ember" panose="020B0603020204020204" pitchFamily="34" charset="0"/>
                  <a:cs typeface="Amazon Ember" panose="020B0603020204020204" pitchFamily="34" charset="0"/>
                </a:rPr>
                <a:t>Switch</a:t>
              </a:r>
            </a:p>
          </p:txBody>
        </p:sp>
        <p:sp>
          <p:nvSpPr>
            <p:cNvPr id="134" name="Round Diagonal Corner Rectangle 62">
              <a:extLst>
                <a:ext uri="{FF2B5EF4-FFF2-40B4-BE49-F238E27FC236}">
                  <a16:creationId xmlns:a16="http://schemas.microsoft.com/office/drawing/2014/main" id="{74141266-DC16-4DB5-BC21-BB23CBCE30A8}"/>
                </a:ext>
                <a:ext uri="{C183D7F6-B498-43B3-948B-1728B52AA6E4}">
                  <adec:decorative xmlns:adec="http://schemas.microsoft.com/office/drawing/2017/decorative" val="1"/>
                </a:ext>
              </a:extLst>
            </p:cNvPr>
            <p:cNvSpPr/>
            <p:nvPr/>
          </p:nvSpPr>
          <p:spPr>
            <a:xfrm>
              <a:off x="6486760" y="2923603"/>
              <a:ext cx="4665919" cy="1001349"/>
            </a:xfrm>
            <a:prstGeom prst="round2DiagRect">
              <a:avLst>
                <a:gd name="adj1" fmla="val 16667"/>
                <a:gd name="adj2" fmla="val 16353"/>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ea typeface="Amazon Ember" panose="020B0603020204020204" pitchFamily="34" charset="0"/>
                <a:cs typeface="Amazon Ember" panose="020B0603020204020204" pitchFamily="34" charset="0"/>
              </a:endParaRPr>
            </a:p>
          </p:txBody>
        </p:sp>
        <p:pic>
          <p:nvPicPr>
            <p:cNvPr id="118" name="Graphic 117">
              <a:extLst>
                <a:ext uri="{FF2B5EF4-FFF2-40B4-BE49-F238E27FC236}">
                  <a16:creationId xmlns:a16="http://schemas.microsoft.com/office/drawing/2014/main" id="{EB321956-1D98-491C-A83E-820D794451B3}"/>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767248" y="3115314"/>
              <a:ext cx="548640" cy="548640"/>
            </a:xfrm>
            <a:prstGeom prst="rect">
              <a:avLst/>
            </a:prstGeom>
          </p:spPr>
        </p:pic>
        <p:sp>
          <p:nvSpPr>
            <p:cNvPr id="5" name="TextBox 4">
              <a:extLst>
                <a:ext uri="{FF2B5EF4-FFF2-40B4-BE49-F238E27FC236}">
                  <a16:creationId xmlns:a16="http://schemas.microsoft.com/office/drawing/2014/main" id="{D13EB247-FE2E-480E-BD2B-A9FA6C48F57E}"/>
                </a:ext>
              </a:extLst>
            </p:cNvPr>
            <p:cNvSpPr txBox="1"/>
            <p:nvPr/>
          </p:nvSpPr>
          <p:spPr>
            <a:xfrm>
              <a:off x="6955376" y="3637337"/>
              <a:ext cx="2172391" cy="338554"/>
            </a:xfrm>
            <a:prstGeom prst="rect">
              <a:avLst/>
            </a:prstGeom>
            <a:noFill/>
          </p:spPr>
          <p:txBody>
            <a:bodyPr wrap="none" rtlCol="0">
              <a:spAutoFit/>
            </a:bodyPr>
            <a:lstStyle/>
            <a:p>
              <a:pPr algn="ctr"/>
              <a:r>
                <a:rPr lang="en-US" sz="1600" dirty="0">
                  <a:ea typeface="Amazon Ember" panose="020B0603020204020204" pitchFamily="34" charset="0"/>
                  <a:cs typeface="Amazon Ember" panose="020B0603020204020204" pitchFamily="34" charset="0"/>
                </a:rPr>
                <a:t>Elastic Load Balancing</a:t>
              </a:r>
              <a:endParaRPr lang="en-US" sz="1600" u="sng" dirty="0">
                <a:ea typeface="Amazon Ember" panose="020B0603020204020204" pitchFamily="34" charset="0"/>
                <a:cs typeface="Amazon Ember" panose="020B0603020204020204" pitchFamily="34" charset="0"/>
              </a:endParaRPr>
            </a:p>
          </p:txBody>
        </p:sp>
        <p:pic>
          <p:nvPicPr>
            <p:cNvPr id="125" name="Graphic 124">
              <a:extLst>
                <a:ext uri="{FF2B5EF4-FFF2-40B4-BE49-F238E27FC236}">
                  <a16:creationId xmlns:a16="http://schemas.microsoft.com/office/drawing/2014/main" id="{C966B95B-FE63-4BB4-914B-5B41F526C5D8}"/>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466917" y="3115314"/>
              <a:ext cx="548640" cy="548640"/>
            </a:xfrm>
            <a:prstGeom prst="rect">
              <a:avLst/>
            </a:prstGeom>
          </p:spPr>
        </p:pic>
        <p:sp>
          <p:nvSpPr>
            <p:cNvPr id="126" name="TextBox 125">
              <a:extLst>
                <a:ext uri="{FF2B5EF4-FFF2-40B4-BE49-F238E27FC236}">
                  <a16:creationId xmlns:a16="http://schemas.microsoft.com/office/drawing/2014/main" id="{9AA7C9BC-729A-48E8-8511-46777222E2D2}"/>
                </a:ext>
              </a:extLst>
            </p:cNvPr>
            <p:cNvSpPr txBox="1"/>
            <p:nvPr/>
          </p:nvSpPr>
          <p:spPr>
            <a:xfrm>
              <a:off x="9029700" y="3637337"/>
              <a:ext cx="1516701" cy="338554"/>
            </a:xfrm>
            <a:prstGeom prst="rect">
              <a:avLst/>
            </a:prstGeom>
            <a:noFill/>
          </p:spPr>
          <p:txBody>
            <a:bodyPr wrap="square" rtlCol="0">
              <a:spAutoFit/>
            </a:bodyPr>
            <a:lstStyle/>
            <a:p>
              <a:pPr algn="ctr"/>
              <a:r>
                <a:rPr lang="en-US" sz="1600" dirty="0">
                  <a:ea typeface="Amazon Ember" panose="020B0603020204020204" pitchFamily="34" charset="0"/>
                  <a:cs typeface="Amazon Ember" panose="020B0603020204020204" pitchFamily="34" charset="0"/>
                </a:rPr>
                <a:t>Amazon VPC</a:t>
              </a:r>
            </a:p>
          </p:txBody>
        </p:sp>
        <p:sp>
          <p:nvSpPr>
            <p:cNvPr id="39" name="Round Diagonal Corner Rectangle 38">
              <a:extLst>
                <a:ext uri="{FF2B5EF4-FFF2-40B4-BE49-F238E27FC236}">
                  <a16:creationId xmlns:a16="http://schemas.microsoft.com/office/drawing/2014/main" id="{F5839852-F927-1547-A685-1D35B1B64E8E}"/>
                </a:ext>
                <a:ext uri="{C183D7F6-B498-43B3-948B-1728B52AA6E4}">
                  <adec:decorative xmlns:adec="http://schemas.microsoft.com/office/drawing/2017/decorative" val="1"/>
                </a:ext>
              </a:extLst>
            </p:cNvPr>
            <p:cNvSpPr/>
            <p:nvPr/>
          </p:nvSpPr>
          <p:spPr>
            <a:xfrm>
              <a:off x="1125184" y="4010019"/>
              <a:ext cx="4665980" cy="1003950"/>
            </a:xfrm>
            <a:prstGeom prst="round2DiagRect">
              <a:avLst>
                <a:gd name="adj1" fmla="val 16667"/>
                <a:gd name="adj2" fmla="val 16326"/>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ea typeface="Amazon Ember" panose="020B0603020204020204" pitchFamily="34" charset="0"/>
                <a:cs typeface="Amazon Ember" panose="020B0603020204020204" pitchFamily="34" charset="0"/>
              </a:endParaRPr>
            </a:p>
          </p:txBody>
        </p:sp>
        <p:sp>
          <p:nvSpPr>
            <p:cNvPr id="44" name="TextBox 92">
              <a:extLst>
                <a:ext uri="{FF2B5EF4-FFF2-40B4-BE49-F238E27FC236}">
                  <a16:creationId xmlns:a16="http://schemas.microsoft.com/office/drawing/2014/main" id="{DBF0D788-895A-3F49-B387-FE3DBA86F333}"/>
                </a:ext>
              </a:extLst>
            </p:cNvPr>
            <p:cNvSpPr txBox="1">
              <a:spLocks noChangeArrowheads="1"/>
            </p:cNvSpPr>
            <p:nvPr/>
          </p:nvSpPr>
          <p:spPr bwMode="auto">
            <a:xfrm>
              <a:off x="2298984" y="4295061"/>
              <a:ext cx="1176179"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dirty="0">
                  <a:latin typeface="+mn-lt"/>
                  <a:ea typeface="Amazon Ember" panose="020B0603020204020204" pitchFamily="34" charset="0"/>
                  <a:cs typeface="Amazon Ember" panose="020B0603020204020204" pitchFamily="34" charset="0"/>
                </a:rPr>
                <a:t>On-premises </a:t>
              </a:r>
              <a:br>
                <a:rPr lang="en-US" sz="1600" dirty="0">
                  <a:latin typeface="+mn-lt"/>
                  <a:ea typeface="Amazon Ember" panose="020B0603020204020204" pitchFamily="34" charset="0"/>
                  <a:cs typeface="Amazon Ember" panose="020B0603020204020204" pitchFamily="34" charset="0"/>
                </a:rPr>
              </a:br>
              <a:r>
                <a:rPr lang="en-US" sz="1600" dirty="0">
                  <a:latin typeface="+mn-lt"/>
                  <a:ea typeface="Amazon Ember" panose="020B0603020204020204" pitchFamily="34" charset="0"/>
                  <a:cs typeface="Amazon Ember" panose="020B0603020204020204" pitchFamily="34" charset="0"/>
                </a:rPr>
                <a:t>servers</a:t>
              </a:r>
            </a:p>
          </p:txBody>
        </p:sp>
        <p:sp>
          <p:nvSpPr>
            <p:cNvPr id="40" name="Round Diagonal Corner Rectangle 39">
              <a:extLst>
                <a:ext uri="{FF2B5EF4-FFF2-40B4-BE49-F238E27FC236}">
                  <a16:creationId xmlns:a16="http://schemas.microsoft.com/office/drawing/2014/main" id="{1C4BAEB5-745E-4746-9DEC-6DB1E514F76E}"/>
                </a:ext>
                <a:ext uri="{C183D7F6-B498-43B3-948B-1728B52AA6E4}">
                  <adec:decorative xmlns:adec="http://schemas.microsoft.com/office/drawing/2017/decorative" val="1"/>
                </a:ext>
              </a:extLst>
            </p:cNvPr>
            <p:cNvSpPr/>
            <p:nvPr/>
          </p:nvSpPr>
          <p:spPr>
            <a:xfrm>
              <a:off x="6486760" y="4011320"/>
              <a:ext cx="4665919" cy="1001347"/>
            </a:xfrm>
            <a:prstGeom prst="round2DiagRect">
              <a:avLst>
                <a:gd name="adj1" fmla="val 16667"/>
                <a:gd name="adj2" fmla="val 1741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ea typeface="Amazon Ember" panose="020B0603020204020204" pitchFamily="34" charset="0"/>
                <a:cs typeface="Amazon Ember" panose="020B0603020204020204" pitchFamily="34" charset="0"/>
              </a:endParaRPr>
            </a:p>
          </p:txBody>
        </p:sp>
        <p:pic>
          <p:nvPicPr>
            <p:cNvPr id="119" name="Graphic 118">
              <a:extLst>
                <a:ext uri="{FF2B5EF4-FFF2-40B4-BE49-F238E27FC236}">
                  <a16:creationId xmlns:a16="http://schemas.microsoft.com/office/drawing/2014/main" id="{57CE7653-726E-4AE9-886D-E34745039525}"/>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431253" y="4015699"/>
              <a:ext cx="548640" cy="548640"/>
            </a:xfrm>
            <a:prstGeom prst="rect">
              <a:avLst/>
            </a:prstGeom>
          </p:spPr>
        </p:pic>
        <p:sp>
          <p:nvSpPr>
            <p:cNvPr id="127" name="TextBox 126">
              <a:extLst>
                <a:ext uri="{FF2B5EF4-FFF2-40B4-BE49-F238E27FC236}">
                  <a16:creationId xmlns:a16="http://schemas.microsoft.com/office/drawing/2014/main" id="{B3788113-49F2-4876-92D3-4C93BC8B51E6}"/>
                </a:ext>
              </a:extLst>
            </p:cNvPr>
            <p:cNvSpPr txBox="1"/>
            <p:nvPr/>
          </p:nvSpPr>
          <p:spPr>
            <a:xfrm>
              <a:off x="7440116" y="4567876"/>
              <a:ext cx="530915" cy="338554"/>
            </a:xfrm>
            <a:prstGeom prst="rect">
              <a:avLst/>
            </a:prstGeom>
            <a:noFill/>
          </p:spPr>
          <p:txBody>
            <a:bodyPr wrap="none" rtlCol="0">
              <a:spAutoFit/>
            </a:bodyPr>
            <a:lstStyle/>
            <a:p>
              <a:pPr algn="ctr"/>
              <a:r>
                <a:rPr lang="en-US" sz="1600" dirty="0">
                  <a:ea typeface="Amazon Ember" panose="020B0603020204020204" pitchFamily="34" charset="0"/>
                  <a:cs typeface="Amazon Ember" panose="020B0603020204020204" pitchFamily="34" charset="0"/>
                </a:rPr>
                <a:t>AMI</a:t>
              </a:r>
            </a:p>
          </p:txBody>
        </p:sp>
        <p:sp>
          <p:nvSpPr>
            <p:cNvPr id="97" name="Right Arrow 96">
              <a:extLst>
                <a:ext uri="{FF2B5EF4-FFF2-40B4-BE49-F238E27FC236}">
                  <a16:creationId xmlns:a16="http://schemas.microsoft.com/office/drawing/2014/main" id="{A0709850-E273-E341-A4B7-BA555CE12183}"/>
                </a:ext>
                <a:ext uri="{C183D7F6-B498-43B3-948B-1728B52AA6E4}">
                  <adec:decorative xmlns:adec="http://schemas.microsoft.com/office/drawing/2017/decorative" val="1"/>
                </a:ext>
              </a:extLst>
            </p:cNvPr>
            <p:cNvSpPr/>
            <p:nvPr/>
          </p:nvSpPr>
          <p:spPr>
            <a:xfrm>
              <a:off x="8341897" y="4289376"/>
              <a:ext cx="914400" cy="504767"/>
            </a:xfrm>
            <a:prstGeom prst="rightArrow">
              <a:avLst>
                <a:gd name="adj1" fmla="val 71256"/>
                <a:gd name="adj2" fmla="val 50000"/>
              </a:avLst>
            </a:prstGeom>
            <a:gradFill flip="none" rotWithShape="1">
              <a:gsLst>
                <a:gs pos="100000">
                  <a:srgbClr val="FF9900">
                    <a:alpha val="51000"/>
                  </a:srgbClr>
                </a:gs>
                <a:gs pos="0">
                  <a:srgbClr val="FD9407">
                    <a:alpha val="5000"/>
                  </a:srgbClr>
                </a:gs>
              </a:gsLst>
              <a:lin ang="0" scaled="1"/>
              <a:tileRect/>
            </a:gra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ea typeface="Amazon Ember" panose="020B0603020204020204" pitchFamily="34" charset="0"/>
                <a:cs typeface="Amazon Ember" panose="020B0603020204020204" pitchFamily="34" charset="0"/>
              </a:endParaRPr>
            </a:p>
          </p:txBody>
        </p:sp>
        <p:pic>
          <p:nvPicPr>
            <p:cNvPr id="120" name="Graphic 119">
              <a:extLst>
                <a:ext uri="{FF2B5EF4-FFF2-40B4-BE49-F238E27FC236}">
                  <a16:creationId xmlns:a16="http://schemas.microsoft.com/office/drawing/2014/main" id="{1742DD95-046B-43C0-810F-2B64A179DFAE}"/>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9821364" y="4015699"/>
              <a:ext cx="548640" cy="548640"/>
            </a:xfrm>
            <a:prstGeom prst="rect">
              <a:avLst/>
            </a:prstGeom>
          </p:spPr>
        </p:pic>
        <p:sp>
          <p:nvSpPr>
            <p:cNvPr id="128" name="TextBox 127">
              <a:extLst>
                <a:ext uri="{FF2B5EF4-FFF2-40B4-BE49-F238E27FC236}">
                  <a16:creationId xmlns:a16="http://schemas.microsoft.com/office/drawing/2014/main" id="{4B2387FC-8CC4-4D85-821E-5A9408438717}"/>
                </a:ext>
              </a:extLst>
            </p:cNvPr>
            <p:cNvSpPr txBox="1"/>
            <p:nvPr/>
          </p:nvSpPr>
          <p:spPr>
            <a:xfrm>
              <a:off x="9179921" y="4447344"/>
              <a:ext cx="1972759" cy="584775"/>
            </a:xfrm>
            <a:prstGeom prst="rect">
              <a:avLst/>
            </a:prstGeom>
            <a:noFill/>
          </p:spPr>
          <p:txBody>
            <a:bodyPr wrap="square" rtlCol="0">
              <a:spAutoFit/>
            </a:bodyPr>
            <a:lstStyle/>
            <a:p>
              <a:pPr algn="ctr"/>
              <a:r>
                <a:rPr lang="en-US" sz="1600" dirty="0">
                  <a:ea typeface="Amazon Ember" panose="020B0603020204020204" pitchFamily="34" charset="0"/>
                  <a:cs typeface="Amazon Ember" panose="020B0603020204020204" pitchFamily="34" charset="0"/>
                </a:rPr>
                <a:t>Amazon EC2 instances</a:t>
              </a:r>
            </a:p>
          </p:txBody>
        </p:sp>
        <p:sp>
          <p:nvSpPr>
            <p:cNvPr id="19" name="Round Diagonal Corner Rectangle 18">
              <a:extLst>
                <a:ext uri="{FF2B5EF4-FFF2-40B4-BE49-F238E27FC236}">
                  <a16:creationId xmlns:a16="http://schemas.microsoft.com/office/drawing/2014/main" id="{DF02F1C2-1079-3D4F-AE93-F7512CBCF89B}"/>
                </a:ext>
                <a:ext uri="{C183D7F6-B498-43B3-948B-1728B52AA6E4}">
                  <adec:decorative xmlns:adec="http://schemas.microsoft.com/office/drawing/2017/decorative" val="1"/>
                </a:ext>
              </a:extLst>
            </p:cNvPr>
            <p:cNvSpPr/>
            <p:nvPr/>
          </p:nvSpPr>
          <p:spPr>
            <a:xfrm>
              <a:off x="1125184" y="5094001"/>
              <a:ext cx="4665980" cy="1003950"/>
            </a:xfrm>
            <a:prstGeom prst="round2DiagRect">
              <a:avLst>
                <a:gd name="adj1" fmla="val 16667"/>
                <a:gd name="adj2" fmla="val 16326"/>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ea typeface="Amazon Ember" panose="020B0603020204020204" pitchFamily="34" charset="0"/>
                <a:cs typeface="Amazon Ember" panose="020B0603020204020204" pitchFamily="34" charset="0"/>
              </a:endParaRPr>
            </a:p>
          </p:txBody>
        </p:sp>
        <p:sp>
          <p:nvSpPr>
            <p:cNvPr id="76" name="Rectangle 75">
              <a:extLst>
                <a:ext uri="{FF2B5EF4-FFF2-40B4-BE49-F238E27FC236}">
                  <a16:creationId xmlns:a16="http://schemas.microsoft.com/office/drawing/2014/main" id="{D35FE902-5D2A-4D4E-A708-59F5235C381A}"/>
                </a:ext>
              </a:extLst>
            </p:cNvPr>
            <p:cNvSpPr>
              <a:spLocks noChangeArrowheads="1"/>
            </p:cNvSpPr>
            <p:nvPr/>
          </p:nvSpPr>
          <p:spPr bwMode="auto">
            <a:xfrm>
              <a:off x="4184078" y="5418058"/>
              <a:ext cx="903934" cy="378556"/>
            </a:xfrm>
            <a:prstGeom prst="rect">
              <a:avLst/>
            </a:prstGeom>
            <a:gradFill rotWithShape="1">
              <a:gsLst>
                <a:gs pos="0">
                  <a:srgbClr val="537393"/>
                </a:gs>
                <a:gs pos="35001">
                  <a:srgbClr val="96ADC4"/>
                </a:gs>
                <a:gs pos="100000">
                  <a:srgbClr val="D2DCE6"/>
                </a:gs>
              </a:gsLst>
              <a:lin ang="16200000" scaled="1"/>
            </a:gradFill>
            <a:ln w="9525">
              <a:solidFill>
                <a:srgbClr val="304356"/>
              </a:solidFill>
              <a:miter lim="800000"/>
              <a:headEnd/>
              <a:tailEnd/>
            </a:ln>
            <a:effectLst>
              <a:outerShdw blurRad="40000" dist="20000" dir="5400000" rotWithShape="0">
                <a:srgbClr val="000000">
                  <a:alpha val="37999"/>
                </a:srgbClr>
              </a:outerShdw>
            </a:effectLst>
          </p:spPr>
          <p:txBody>
            <a:bodyPr anchor="ctr"/>
            <a:lstStyle/>
            <a:p>
              <a:pPr algn="ctr">
                <a:defRPr/>
              </a:pPr>
              <a:r>
                <a:rPr lang="en-US" sz="1600" dirty="0">
                  <a:solidFill>
                    <a:srgbClr val="304356"/>
                  </a:solidFill>
                  <a:latin typeface="Amazon Ember" panose="020B0603020204020204" pitchFamily="34" charset="0"/>
                  <a:ea typeface="Amazon Ember" panose="020B0603020204020204" pitchFamily="34" charset="0"/>
                  <a:cs typeface="Amazon Ember" panose="020B0603020204020204" pitchFamily="34" charset="0"/>
                </a:rPr>
                <a:t>RDBMS</a:t>
              </a:r>
            </a:p>
          </p:txBody>
        </p:sp>
        <p:sp>
          <p:nvSpPr>
            <p:cNvPr id="20" name="Round Diagonal Corner Rectangle 19">
              <a:extLst>
                <a:ext uri="{FF2B5EF4-FFF2-40B4-BE49-F238E27FC236}">
                  <a16:creationId xmlns:a16="http://schemas.microsoft.com/office/drawing/2014/main" id="{64BC6FDD-A420-EB41-B7A5-03AAA72C7753}"/>
                </a:ext>
                <a:ext uri="{C183D7F6-B498-43B3-948B-1728B52AA6E4}">
                  <adec:decorative xmlns:adec="http://schemas.microsoft.com/office/drawing/2017/decorative" val="1"/>
                </a:ext>
              </a:extLst>
            </p:cNvPr>
            <p:cNvSpPr/>
            <p:nvPr/>
          </p:nvSpPr>
          <p:spPr>
            <a:xfrm>
              <a:off x="6486699" y="5094001"/>
              <a:ext cx="4665980" cy="1003950"/>
            </a:xfrm>
            <a:prstGeom prst="round2DiagRect">
              <a:avLst>
                <a:gd name="adj1" fmla="val 16667"/>
                <a:gd name="adj2" fmla="val 16326"/>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400" dirty="0">
                <a:ea typeface="Amazon Ember" panose="020B0603020204020204" pitchFamily="34" charset="0"/>
                <a:cs typeface="Amazon Ember" panose="020B0603020204020204" pitchFamily="34" charset="0"/>
              </a:endParaRPr>
            </a:p>
          </p:txBody>
        </p:sp>
        <p:pic>
          <p:nvPicPr>
            <p:cNvPr id="121" name="Graphic 120">
              <a:extLst>
                <a:ext uri="{FF2B5EF4-FFF2-40B4-BE49-F238E27FC236}">
                  <a16:creationId xmlns:a16="http://schemas.microsoft.com/office/drawing/2014/main" id="{678BB275-86A5-4375-BE18-30BCED31AFE4}"/>
                </a:ext>
                <a:ext uri="{C183D7F6-B498-43B3-948B-1728B52AA6E4}">
                  <adec:decorative xmlns:adec="http://schemas.microsoft.com/office/drawing/2017/decorative" val="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7065493" y="5111372"/>
              <a:ext cx="548640" cy="548640"/>
            </a:xfrm>
            <a:prstGeom prst="rect">
              <a:avLst/>
            </a:prstGeom>
          </p:spPr>
        </p:pic>
        <p:pic>
          <p:nvPicPr>
            <p:cNvPr id="122" name="Graphic 121">
              <a:extLst>
                <a:ext uri="{FF2B5EF4-FFF2-40B4-BE49-F238E27FC236}">
                  <a16:creationId xmlns:a16="http://schemas.microsoft.com/office/drawing/2014/main" id="{575D8C7E-648C-4079-9B88-AC16C3030375}"/>
                </a:ext>
                <a:ext uri="{C183D7F6-B498-43B3-948B-1728B52AA6E4}">
                  <adec:decorative xmlns:adec="http://schemas.microsoft.com/office/drawing/2017/decorative" val="1"/>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8124987" y="5111372"/>
              <a:ext cx="548640" cy="548640"/>
            </a:xfrm>
            <a:prstGeom prst="rect">
              <a:avLst/>
            </a:prstGeom>
          </p:spPr>
        </p:pic>
        <p:pic>
          <p:nvPicPr>
            <p:cNvPr id="123" name="Graphic 122">
              <a:extLst>
                <a:ext uri="{FF2B5EF4-FFF2-40B4-BE49-F238E27FC236}">
                  <a16:creationId xmlns:a16="http://schemas.microsoft.com/office/drawing/2014/main" id="{F95445C9-5745-467A-99E3-84B5B801ED7C}"/>
                </a:ext>
                <a:ext uri="{C183D7F6-B498-43B3-948B-1728B52AA6E4}">
                  <adec:decorative xmlns:adec="http://schemas.microsoft.com/office/drawing/2017/decorative" val="1"/>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9241311" y="5125069"/>
              <a:ext cx="548640" cy="548640"/>
            </a:xfrm>
            <a:prstGeom prst="rect">
              <a:avLst/>
            </a:prstGeom>
          </p:spPr>
        </p:pic>
        <p:pic>
          <p:nvPicPr>
            <p:cNvPr id="124" name="Graphic 123">
              <a:extLst>
                <a:ext uri="{FF2B5EF4-FFF2-40B4-BE49-F238E27FC236}">
                  <a16:creationId xmlns:a16="http://schemas.microsoft.com/office/drawing/2014/main" id="{E0A907DA-6131-4ECA-A51A-C0FA62F96A11}"/>
                </a:ext>
                <a:ext uri="{C183D7F6-B498-43B3-948B-1728B52AA6E4}">
                  <adec:decorative xmlns:adec="http://schemas.microsoft.com/office/drawing/2017/decorative" val="1"/>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10309287" y="5111372"/>
              <a:ext cx="548640" cy="548640"/>
            </a:xfrm>
            <a:prstGeom prst="rect">
              <a:avLst/>
            </a:prstGeom>
          </p:spPr>
        </p:pic>
        <p:sp>
          <p:nvSpPr>
            <p:cNvPr id="85" name="Left-Right Arrow 84">
              <a:extLst>
                <a:ext uri="{FF2B5EF4-FFF2-40B4-BE49-F238E27FC236}">
                  <a16:creationId xmlns:a16="http://schemas.microsoft.com/office/drawing/2014/main" id="{43E0D115-25D3-4142-88B2-0F1E370A8095}"/>
                </a:ext>
              </a:extLst>
            </p:cNvPr>
            <p:cNvSpPr/>
            <p:nvPr/>
          </p:nvSpPr>
          <p:spPr>
            <a:xfrm>
              <a:off x="5177857" y="2074027"/>
              <a:ext cx="1888202" cy="572991"/>
            </a:xfrm>
            <a:prstGeom prst="leftRightArrow">
              <a:avLst>
                <a:gd name="adj1" fmla="val 69609"/>
                <a:gd name="adj2" fmla="val 50000"/>
              </a:avLst>
            </a:prstGeom>
            <a:solidFill>
              <a:srgbClr val="D4DADA"/>
            </a:solidFill>
            <a:ln w="25400">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ea typeface="Amazon Ember" panose="020B0603020204020204" pitchFamily="34" charset="0"/>
                  <a:cs typeface="Amazon Ember" panose="020B0603020204020204" pitchFamily="34" charset="0"/>
                </a:rPr>
                <a:t>Security</a:t>
              </a:r>
            </a:p>
          </p:txBody>
        </p:sp>
        <p:sp>
          <p:nvSpPr>
            <p:cNvPr id="99" name="Left-Right Arrow 98">
              <a:extLst>
                <a:ext uri="{FF2B5EF4-FFF2-40B4-BE49-F238E27FC236}">
                  <a16:creationId xmlns:a16="http://schemas.microsoft.com/office/drawing/2014/main" id="{8DD2FE05-5633-3D48-812A-7AE2FE65FE7A}"/>
                </a:ext>
              </a:extLst>
            </p:cNvPr>
            <p:cNvSpPr/>
            <p:nvPr/>
          </p:nvSpPr>
          <p:spPr>
            <a:xfrm>
              <a:off x="5177857" y="3136480"/>
              <a:ext cx="1888202" cy="572991"/>
            </a:xfrm>
            <a:prstGeom prst="leftRightArrow">
              <a:avLst>
                <a:gd name="adj1" fmla="val 69609"/>
                <a:gd name="adj2" fmla="val 50000"/>
              </a:avLst>
            </a:prstGeom>
            <a:solidFill>
              <a:srgbClr val="D4DADA"/>
            </a:solidFill>
            <a:ln w="25400">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ea typeface="Amazon Ember" panose="020B0603020204020204" pitchFamily="34" charset="0"/>
                  <a:cs typeface="Amazon Ember" panose="020B0603020204020204" pitchFamily="34" charset="0"/>
                </a:rPr>
                <a:t>Networking</a:t>
              </a:r>
            </a:p>
          </p:txBody>
        </p:sp>
        <p:sp>
          <p:nvSpPr>
            <p:cNvPr id="100" name="Left-Right Arrow 99">
              <a:extLst>
                <a:ext uri="{FF2B5EF4-FFF2-40B4-BE49-F238E27FC236}">
                  <a16:creationId xmlns:a16="http://schemas.microsoft.com/office/drawing/2014/main" id="{4D75905B-73E6-794E-A71C-C9CAF90587BD}"/>
                </a:ext>
              </a:extLst>
            </p:cNvPr>
            <p:cNvSpPr/>
            <p:nvPr/>
          </p:nvSpPr>
          <p:spPr>
            <a:xfrm>
              <a:off x="5177857" y="4221152"/>
              <a:ext cx="1888202" cy="572991"/>
            </a:xfrm>
            <a:prstGeom prst="leftRightArrow">
              <a:avLst>
                <a:gd name="adj1" fmla="val 69609"/>
                <a:gd name="adj2" fmla="val 50000"/>
              </a:avLst>
            </a:prstGeom>
            <a:solidFill>
              <a:srgbClr val="D4DADA"/>
            </a:solidFill>
            <a:ln w="25400">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ea typeface="Amazon Ember" panose="020B0603020204020204" pitchFamily="34" charset="0"/>
                  <a:cs typeface="Amazon Ember" panose="020B0603020204020204" pitchFamily="34" charset="0"/>
                </a:rPr>
                <a:t>Compute</a:t>
              </a:r>
            </a:p>
          </p:txBody>
        </p:sp>
        <p:sp>
          <p:nvSpPr>
            <p:cNvPr id="101" name="Left-Right Arrow 100">
              <a:extLst>
                <a:ext uri="{FF2B5EF4-FFF2-40B4-BE49-F238E27FC236}">
                  <a16:creationId xmlns:a16="http://schemas.microsoft.com/office/drawing/2014/main" id="{A69B7518-4CB8-6A4D-BA83-CF20771585EC}"/>
                </a:ext>
              </a:extLst>
            </p:cNvPr>
            <p:cNvSpPr/>
            <p:nvPr/>
          </p:nvSpPr>
          <p:spPr>
            <a:xfrm>
              <a:off x="5194861" y="5222499"/>
              <a:ext cx="1888202" cy="783356"/>
            </a:xfrm>
            <a:prstGeom prst="leftRightArrow">
              <a:avLst>
                <a:gd name="adj1" fmla="val 76592"/>
                <a:gd name="adj2" fmla="val 34674"/>
              </a:avLst>
            </a:prstGeom>
            <a:solidFill>
              <a:srgbClr val="D4DADA"/>
            </a:solidFill>
            <a:ln w="25400">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ea typeface="Amazon Ember" panose="020B0603020204020204" pitchFamily="34" charset="0"/>
                  <a:cs typeface="Amazon Ember" panose="020B0603020204020204" pitchFamily="34" charset="0"/>
                </a:rPr>
                <a:t>Storage and</a:t>
              </a:r>
              <a:br>
                <a:rPr lang="en-US" sz="1600" dirty="0">
                  <a:solidFill>
                    <a:schemeClr val="tx1"/>
                  </a:solidFill>
                  <a:ea typeface="Amazon Ember" panose="020B0603020204020204" pitchFamily="34" charset="0"/>
                  <a:cs typeface="Amazon Ember" panose="020B0603020204020204" pitchFamily="34" charset="0"/>
                </a:rPr>
              </a:br>
              <a:r>
                <a:rPr lang="en-US" sz="1600" dirty="0">
                  <a:solidFill>
                    <a:schemeClr val="tx1"/>
                  </a:solidFill>
                  <a:ea typeface="Amazon Ember" panose="020B0603020204020204" pitchFamily="34" charset="0"/>
                  <a:cs typeface="Amazon Ember" panose="020B0603020204020204" pitchFamily="34" charset="0"/>
                </a:rPr>
                <a:t>database </a:t>
              </a:r>
            </a:p>
          </p:txBody>
        </p:sp>
        <p:sp>
          <p:nvSpPr>
            <p:cNvPr id="129" name="TextBox 128">
              <a:extLst>
                <a:ext uri="{FF2B5EF4-FFF2-40B4-BE49-F238E27FC236}">
                  <a16:creationId xmlns:a16="http://schemas.microsoft.com/office/drawing/2014/main" id="{9B94CAE3-87CB-4E8E-903D-B2050D59F467}"/>
                </a:ext>
              </a:extLst>
            </p:cNvPr>
            <p:cNvSpPr txBox="1"/>
            <p:nvPr/>
          </p:nvSpPr>
          <p:spPr>
            <a:xfrm>
              <a:off x="6668371" y="5600659"/>
              <a:ext cx="1307145" cy="584775"/>
            </a:xfrm>
            <a:prstGeom prst="rect">
              <a:avLst/>
            </a:prstGeom>
            <a:noFill/>
          </p:spPr>
          <p:txBody>
            <a:bodyPr wrap="square" rtlCol="0">
              <a:spAutoFit/>
            </a:bodyPr>
            <a:lstStyle/>
            <a:p>
              <a:pPr algn="ctr"/>
              <a:r>
                <a:rPr lang="en-US" sz="1600" dirty="0">
                  <a:ea typeface="Amazon Ember" panose="020B0603020204020204" pitchFamily="34" charset="0"/>
                  <a:cs typeface="Amazon Ember" panose="020B0603020204020204" pitchFamily="34" charset="0"/>
                </a:rPr>
                <a:t>Amazon EBS</a:t>
              </a:r>
            </a:p>
          </p:txBody>
        </p:sp>
        <p:sp>
          <p:nvSpPr>
            <p:cNvPr id="130" name="TextBox 129">
              <a:extLst>
                <a:ext uri="{FF2B5EF4-FFF2-40B4-BE49-F238E27FC236}">
                  <a16:creationId xmlns:a16="http://schemas.microsoft.com/office/drawing/2014/main" id="{4B98B53F-A08A-4B08-AC6C-F09E9E73521C}"/>
                </a:ext>
              </a:extLst>
            </p:cNvPr>
            <p:cNvSpPr txBox="1"/>
            <p:nvPr/>
          </p:nvSpPr>
          <p:spPr>
            <a:xfrm>
              <a:off x="7754553" y="5600659"/>
              <a:ext cx="1307145" cy="584775"/>
            </a:xfrm>
            <a:prstGeom prst="rect">
              <a:avLst/>
            </a:prstGeom>
            <a:noFill/>
          </p:spPr>
          <p:txBody>
            <a:bodyPr wrap="square" rtlCol="0">
              <a:spAutoFit/>
            </a:bodyPr>
            <a:lstStyle/>
            <a:p>
              <a:pPr algn="ctr"/>
              <a:r>
                <a:rPr lang="en-US" sz="1600" dirty="0">
                  <a:ea typeface="Amazon Ember" panose="020B0603020204020204" pitchFamily="34" charset="0"/>
                  <a:cs typeface="Amazon Ember" panose="020B0603020204020204" pitchFamily="34" charset="0"/>
                </a:rPr>
                <a:t>Amazon </a:t>
              </a:r>
              <a:br>
                <a:rPr lang="en-US" sz="1600" dirty="0">
                  <a:ea typeface="Amazon Ember" panose="020B0603020204020204" pitchFamily="34" charset="0"/>
                  <a:cs typeface="Amazon Ember" panose="020B0603020204020204" pitchFamily="34" charset="0"/>
                </a:rPr>
              </a:br>
              <a:r>
                <a:rPr lang="en-US" sz="1600" dirty="0">
                  <a:ea typeface="Amazon Ember" panose="020B0603020204020204" pitchFamily="34" charset="0"/>
                  <a:cs typeface="Amazon Ember" panose="020B0603020204020204" pitchFamily="34" charset="0"/>
                </a:rPr>
                <a:t>EFS</a:t>
              </a:r>
            </a:p>
          </p:txBody>
        </p:sp>
        <p:sp>
          <p:nvSpPr>
            <p:cNvPr id="131" name="TextBox 130">
              <a:extLst>
                <a:ext uri="{FF2B5EF4-FFF2-40B4-BE49-F238E27FC236}">
                  <a16:creationId xmlns:a16="http://schemas.microsoft.com/office/drawing/2014/main" id="{9511B6FA-F479-4C05-9434-A51BF1F9A1A4}"/>
                </a:ext>
              </a:extLst>
            </p:cNvPr>
            <p:cNvSpPr txBox="1"/>
            <p:nvPr/>
          </p:nvSpPr>
          <p:spPr>
            <a:xfrm>
              <a:off x="8710241" y="5600659"/>
              <a:ext cx="1542192" cy="584775"/>
            </a:xfrm>
            <a:prstGeom prst="rect">
              <a:avLst/>
            </a:prstGeom>
            <a:noFill/>
          </p:spPr>
          <p:txBody>
            <a:bodyPr wrap="square" rtlCol="0">
              <a:spAutoFit/>
            </a:bodyPr>
            <a:lstStyle/>
            <a:p>
              <a:pPr algn="ctr"/>
              <a:r>
                <a:rPr lang="en-US" sz="1600" dirty="0">
                  <a:ea typeface="Amazon Ember" panose="020B0603020204020204" pitchFamily="34" charset="0"/>
                  <a:cs typeface="Amazon Ember" panose="020B0603020204020204" pitchFamily="34" charset="0"/>
                </a:rPr>
                <a:t>Amazon </a:t>
              </a:r>
              <a:br>
                <a:rPr lang="en-US" sz="1600" dirty="0">
                  <a:ea typeface="Amazon Ember" panose="020B0603020204020204" pitchFamily="34" charset="0"/>
                  <a:cs typeface="Amazon Ember" panose="020B0603020204020204" pitchFamily="34" charset="0"/>
                </a:rPr>
              </a:br>
              <a:r>
                <a:rPr lang="en-US" sz="1600" dirty="0">
                  <a:ea typeface="Amazon Ember" panose="020B0603020204020204" pitchFamily="34" charset="0"/>
                  <a:cs typeface="Amazon Ember" panose="020B0603020204020204" pitchFamily="34" charset="0"/>
                </a:rPr>
                <a:t>S3</a:t>
              </a:r>
            </a:p>
          </p:txBody>
        </p:sp>
        <p:sp>
          <p:nvSpPr>
            <p:cNvPr id="132" name="TextBox 131">
              <a:extLst>
                <a:ext uri="{FF2B5EF4-FFF2-40B4-BE49-F238E27FC236}">
                  <a16:creationId xmlns:a16="http://schemas.microsoft.com/office/drawing/2014/main" id="{50E511B7-7251-4826-8B58-A0C22D9D0F86}"/>
                </a:ext>
              </a:extLst>
            </p:cNvPr>
            <p:cNvSpPr txBox="1"/>
            <p:nvPr/>
          </p:nvSpPr>
          <p:spPr>
            <a:xfrm>
              <a:off x="9913340" y="5600659"/>
              <a:ext cx="1307145" cy="584775"/>
            </a:xfrm>
            <a:prstGeom prst="rect">
              <a:avLst/>
            </a:prstGeom>
            <a:noFill/>
          </p:spPr>
          <p:txBody>
            <a:bodyPr wrap="square" rtlCol="0">
              <a:spAutoFit/>
            </a:bodyPr>
            <a:lstStyle/>
            <a:p>
              <a:pPr algn="ctr"/>
              <a:r>
                <a:rPr lang="en-US" sz="1600" dirty="0">
                  <a:ea typeface="Amazon Ember" panose="020B0603020204020204" pitchFamily="34" charset="0"/>
                  <a:cs typeface="Amazon Ember" panose="020B0603020204020204" pitchFamily="34" charset="0"/>
                </a:rPr>
                <a:t>Amazon RDS</a:t>
              </a:r>
            </a:p>
          </p:txBody>
        </p:sp>
        <p:sp>
          <p:nvSpPr>
            <p:cNvPr id="70" name="Rectangle 69">
              <a:extLst>
                <a:ext uri="{FF2B5EF4-FFF2-40B4-BE49-F238E27FC236}">
                  <a16:creationId xmlns:a16="http://schemas.microsoft.com/office/drawing/2014/main" id="{4440F675-A90D-441D-9C99-E39DCEC4C58D}"/>
                </a:ext>
              </a:extLst>
            </p:cNvPr>
            <p:cNvSpPr/>
            <p:nvPr/>
          </p:nvSpPr>
          <p:spPr>
            <a:xfrm>
              <a:off x="6769564" y="1972935"/>
              <a:ext cx="1371600" cy="731520"/>
            </a:xfrm>
            <a:prstGeom prst="rect">
              <a:avLst/>
            </a:prstGeom>
            <a:noFill/>
            <a:ln w="12700" cap="flat" cmpd="sng" algn="ctr">
              <a:solidFill>
                <a:srgbClr val="DF3312"/>
              </a:solidFill>
              <a:prstDash val="solid"/>
              <a:miter lim="800000"/>
            </a:ln>
            <a:effectLst/>
          </p:spPr>
          <p:txBody>
            <a:bodyPr rot="0" spcFirstLastPara="0" vertOverflow="overflow" horzOverflow="overflow" vert="horz" wrap="square" lIns="91440" tIns="91440" rIns="91440" bIns="45720" numCol="1" spcCol="0" rtlCol="0" fromWordArt="0" anchor="t" anchorCtr="1"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DF3312"/>
                  </a:solidFill>
                  <a:effectLst/>
                  <a:uLnTx/>
                  <a:uFillTx/>
                  <a:latin typeface="Arial" panose="020B0604020202020204"/>
                  <a:ea typeface="+mn-ea"/>
                  <a:cs typeface="+mn-cs"/>
                </a:rPr>
                <a:t>Security </a:t>
              </a:r>
              <a:br>
                <a:rPr kumimoji="0" lang="en-US" sz="1600" b="0" i="0" u="none" strike="noStrike" kern="0" cap="none" spc="0" normalizeH="0" baseline="0" noProof="0" dirty="0">
                  <a:ln>
                    <a:noFill/>
                  </a:ln>
                  <a:solidFill>
                    <a:srgbClr val="DF3312"/>
                  </a:solidFill>
                  <a:effectLst/>
                  <a:uLnTx/>
                  <a:uFillTx/>
                  <a:latin typeface="Arial" panose="020B0604020202020204"/>
                  <a:ea typeface="+mn-ea"/>
                  <a:cs typeface="+mn-cs"/>
                </a:rPr>
              </a:br>
              <a:r>
                <a:rPr kumimoji="0" lang="en-US" sz="1600" b="0" i="0" u="none" strike="noStrike" kern="0" cap="none" spc="0" normalizeH="0" baseline="0" noProof="0" dirty="0">
                  <a:ln>
                    <a:noFill/>
                  </a:ln>
                  <a:solidFill>
                    <a:srgbClr val="DF3312"/>
                  </a:solidFill>
                  <a:effectLst/>
                  <a:uLnTx/>
                  <a:uFillTx/>
                  <a:latin typeface="Arial" panose="020B0604020202020204"/>
                  <a:ea typeface="+mn-ea"/>
                  <a:cs typeface="+mn-cs"/>
                </a:rPr>
                <a:t>groups</a:t>
              </a:r>
            </a:p>
          </p:txBody>
        </p:sp>
        <p:pic>
          <p:nvPicPr>
            <p:cNvPr id="74" name="Graphic 73">
              <a:extLst>
                <a:ext uri="{FF2B5EF4-FFF2-40B4-BE49-F238E27FC236}">
                  <a16:creationId xmlns:a16="http://schemas.microsoft.com/office/drawing/2014/main" id="{7BFC5EED-8C72-415E-A396-3E52601D4684}"/>
                </a:ext>
                <a:ext uri="{C183D7F6-B498-43B3-948B-1728B52AA6E4}">
                  <adec:decorative xmlns:adec="http://schemas.microsoft.com/office/drawing/2017/decorative" val="1"/>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3534427" y="4072306"/>
              <a:ext cx="693446" cy="693446"/>
            </a:xfrm>
            <a:prstGeom prst="rect">
              <a:avLst/>
            </a:prstGeom>
          </p:spPr>
        </p:pic>
        <p:pic>
          <p:nvPicPr>
            <p:cNvPr id="75" name="Graphic 74">
              <a:extLst>
                <a:ext uri="{FF2B5EF4-FFF2-40B4-BE49-F238E27FC236}">
                  <a16:creationId xmlns:a16="http://schemas.microsoft.com/office/drawing/2014/main" id="{C0A03FBA-245C-4413-9480-23A26F67857D}"/>
                </a:ext>
                <a:ext uri="{C183D7F6-B498-43B3-948B-1728B52AA6E4}">
                  <adec:decorative xmlns:adec="http://schemas.microsoft.com/office/drawing/2017/decorative" val="1"/>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3939073" y="4135564"/>
              <a:ext cx="693446" cy="693446"/>
            </a:xfrm>
            <a:prstGeom prst="rect">
              <a:avLst/>
            </a:prstGeom>
          </p:spPr>
        </p:pic>
        <p:pic>
          <p:nvPicPr>
            <p:cNvPr id="77" name="Graphic 76">
              <a:extLst>
                <a:ext uri="{FF2B5EF4-FFF2-40B4-BE49-F238E27FC236}">
                  <a16:creationId xmlns:a16="http://schemas.microsoft.com/office/drawing/2014/main" id="{68B38FCC-3F14-41D8-B2B7-9D077E9C5B1B}"/>
                </a:ext>
                <a:ext uri="{C183D7F6-B498-43B3-948B-1728B52AA6E4}">
                  <adec:decorative xmlns:adec="http://schemas.microsoft.com/office/drawing/2017/decorative" val="1"/>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4358888" y="4224706"/>
              <a:ext cx="693446" cy="693446"/>
            </a:xfrm>
            <a:prstGeom prst="rect">
              <a:avLst/>
            </a:prstGeom>
          </p:spPr>
        </p:pic>
        <p:pic>
          <p:nvPicPr>
            <p:cNvPr id="79" name="Graphic 78">
              <a:extLst>
                <a:ext uri="{FF2B5EF4-FFF2-40B4-BE49-F238E27FC236}">
                  <a16:creationId xmlns:a16="http://schemas.microsoft.com/office/drawing/2014/main" id="{E14488D1-6906-4882-8E57-847F44CDD32C}"/>
                </a:ext>
                <a:ext uri="{C183D7F6-B498-43B3-948B-1728B52AA6E4}">
                  <adec:decorative xmlns:adec="http://schemas.microsoft.com/office/drawing/2017/decorative" val="1"/>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1631692" y="3115314"/>
              <a:ext cx="469900" cy="469900"/>
            </a:xfrm>
            <a:prstGeom prst="rect">
              <a:avLst/>
            </a:prstGeom>
          </p:spPr>
        </p:pic>
        <p:pic>
          <p:nvPicPr>
            <p:cNvPr id="80" name="Graphic 79">
              <a:extLst>
                <a:ext uri="{FF2B5EF4-FFF2-40B4-BE49-F238E27FC236}">
                  <a16:creationId xmlns:a16="http://schemas.microsoft.com/office/drawing/2014/main" id="{3C2D1B22-C366-48E3-BBD9-EF7F50322648}"/>
                </a:ext>
                <a:ext uri="{C183D7F6-B498-43B3-948B-1728B52AA6E4}">
                  <adec:decorative xmlns:adec="http://schemas.microsoft.com/office/drawing/2017/decorative" val="1"/>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4123938" y="1994701"/>
              <a:ext cx="469900" cy="469900"/>
            </a:xfrm>
            <a:prstGeom prst="rect">
              <a:avLst/>
            </a:prstGeom>
          </p:spPr>
        </p:pic>
        <p:pic>
          <p:nvPicPr>
            <p:cNvPr id="81" name="Graphic 80">
              <a:extLst>
                <a:ext uri="{FF2B5EF4-FFF2-40B4-BE49-F238E27FC236}">
                  <a16:creationId xmlns:a16="http://schemas.microsoft.com/office/drawing/2014/main" id="{0F5B6056-7CAC-4F62-B271-D8808F78B102}"/>
                </a:ext>
                <a:ext uri="{C183D7F6-B498-43B3-948B-1728B52AA6E4}">
                  <adec:decorative xmlns:adec="http://schemas.microsoft.com/office/drawing/2017/decorative" val="1"/>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8889694" y="2012992"/>
              <a:ext cx="469900" cy="469900"/>
            </a:xfrm>
            <a:prstGeom prst="rect">
              <a:avLst/>
            </a:prstGeom>
          </p:spPr>
        </p:pic>
        <p:grpSp>
          <p:nvGrpSpPr>
            <p:cNvPr id="11" name="Group 10">
              <a:extLst>
                <a:ext uri="{FF2B5EF4-FFF2-40B4-BE49-F238E27FC236}">
                  <a16:creationId xmlns:a16="http://schemas.microsoft.com/office/drawing/2014/main" id="{B197DCE9-D16F-40D8-9169-DF9933E3B66E}"/>
                </a:ext>
                <a:ext uri="{C183D7F6-B498-43B3-948B-1728B52AA6E4}">
                  <adec:decorative xmlns:adec="http://schemas.microsoft.com/office/drawing/2017/decorative" val="1"/>
                </a:ext>
              </a:extLst>
            </p:cNvPr>
            <p:cNvGrpSpPr/>
            <p:nvPr/>
          </p:nvGrpSpPr>
          <p:grpSpPr>
            <a:xfrm>
              <a:off x="1428087" y="5337246"/>
              <a:ext cx="679912" cy="679912"/>
              <a:chOff x="1428087" y="5260736"/>
              <a:chExt cx="679912" cy="679912"/>
            </a:xfrm>
          </p:grpSpPr>
          <p:pic>
            <p:nvPicPr>
              <p:cNvPr id="82" name="Graphic 81">
                <a:extLst>
                  <a:ext uri="{FF2B5EF4-FFF2-40B4-BE49-F238E27FC236}">
                    <a16:creationId xmlns:a16="http://schemas.microsoft.com/office/drawing/2014/main" id="{6A20A2D9-A7D7-4D02-88E7-C6007544C38F}"/>
                  </a:ext>
                  <a:ext uri="{C183D7F6-B498-43B3-948B-1728B52AA6E4}">
                    <adec:decorative xmlns:adec="http://schemas.microsoft.com/office/drawing/2017/decorative" val="1"/>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1428087" y="5260736"/>
                <a:ext cx="679912" cy="679912"/>
              </a:xfrm>
              <a:prstGeom prst="rect">
                <a:avLst/>
              </a:prstGeom>
            </p:spPr>
          </p:pic>
          <p:sp>
            <p:nvSpPr>
              <p:cNvPr id="6" name="TextBox 5">
                <a:extLst>
                  <a:ext uri="{FF2B5EF4-FFF2-40B4-BE49-F238E27FC236}">
                    <a16:creationId xmlns:a16="http://schemas.microsoft.com/office/drawing/2014/main" id="{8D736786-E894-4AC6-A868-BFA9869C2648}"/>
                  </a:ext>
                </a:extLst>
              </p:cNvPr>
              <p:cNvSpPr txBox="1"/>
              <p:nvPr/>
            </p:nvSpPr>
            <p:spPr>
              <a:xfrm>
                <a:off x="1485754" y="5431415"/>
                <a:ext cx="564578"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DAS</a:t>
                </a:r>
              </a:p>
            </p:txBody>
          </p:sp>
        </p:grpSp>
        <p:grpSp>
          <p:nvGrpSpPr>
            <p:cNvPr id="10" name="Group 9">
              <a:extLst>
                <a:ext uri="{FF2B5EF4-FFF2-40B4-BE49-F238E27FC236}">
                  <a16:creationId xmlns:a16="http://schemas.microsoft.com/office/drawing/2014/main" id="{CDDBBA44-2882-4C03-B551-E10043BE33E3}"/>
                </a:ext>
                <a:ext uri="{C183D7F6-B498-43B3-948B-1728B52AA6E4}">
                  <adec:decorative xmlns:adec="http://schemas.microsoft.com/office/drawing/2017/decorative" val="1"/>
                </a:ext>
              </a:extLst>
            </p:cNvPr>
            <p:cNvGrpSpPr/>
            <p:nvPr/>
          </p:nvGrpSpPr>
          <p:grpSpPr>
            <a:xfrm>
              <a:off x="2393185" y="5337246"/>
              <a:ext cx="679912" cy="679912"/>
              <a:chOff x="2099577" y="5293948"/>
              <a:chExt cx="679912" cy="679912"/>
            </a:xfrm>
          </p:grpSpPr>
          <p:sp>
            <p:nvSpPr>
              <p:cNvPr id="83" name="TextBox 82">
                <a:extLst>
                  <a:ext uri="{FF2B5EF4-FFF2-40B4-BE49-F238E27FC236}">
                    <a16:creationId xmlns:a16="http://schemas.microsoft.com/office/drawing/2014/main" id="{B7CB0AEE-AF2D-4AD2-9716-2BFBA31F77E3}"/>
                  </a:ext>
                </a:extLst>
              </p:cNvPr>
              <p:cNvSpPr txBox="1"/>
              <p:nvPr/>
            </p:nvSpPr>
            <p:spPr>
              <a:xfrm>
                <a:off x="2154840" y="5464627"/>
                <a:ext cx="569387"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SAN</a:t>
                </a:r>
              </a:p>
            </p:txBody>
          </p:sp>
          <p:pic>
            <p:nvPicPr>
              <p:cNvPr id="87" name="Graphic 86">
                <a:extLst>
                  <a:ext uri="{FF2B5EF4-FFF2-40B4-BE49-F238E27FC236}">
                    <a16:creationId xmlns:a16="http://schemas.microsoft.com/office/drawing/2014/main" id="{4CD6C272-BAD8-44DA-B642-F1FB217F95E7}"/>
                  </a:ext>
                  <a:ext uri="{C183D7F6-B498-43B3-948B-1728B52AA6E4}">
                    <adec:decorative xmlns:adec="http://schemas.microsoft.com/office/drawing/2017/decorative" val="1"/>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2099577" y="5293948"/>
                <a:ext cx="679912" cy="679912"/>
              </a:xfrm>
              <a:prstGeom prst="rect">
                <a:avLst/>
              </a:prstGeom>
            </p:spPr>
          </p:pic>
        </p:grpSp>
        <p:grpSp>
          <p:nvGrpSpPr>
            <p:cNvPr id="9" name="Group 8">
              <a:extLst>
                <a:ext uri="{FF2B5EF4-FFF2-40B4-BE49-F238E27FC236}">
                  <a16:creationId xmlns:a16="http://schemas.microsoft.com/office/drawing/2014/main" id="{C3B734A9-8805-4E17-B211-2C5312ADFD0C}"/>
                </a:ext>
                <a:ext uri="{C183D7F6-B498-43B3-948B-1728B52AA6E4}">
                  <adec:decorative xmlns:adec="http://schemas.microsoft.com/office/drawing/2017/decorative" val="1"/>
                </a:ext>
              </a:extLst>
            </p:cNvPr>
            <p:cNvGrpSpPr/>
            <p:nvPr/>
          </p:nvGrpSpPr>
          <p:grpSpPr>
            <a:xfrm>
              <a:off x="3358283" y="5198571"/>
              <a:ext cx="679912" cy="818587"/>
              <a:chOff x="3358283" y="5198571"/>
              <a:chExt cx="679912" cy="818587"/>
            </a:xfrm>
          </p:grpSpPr>
          <p:grpSp>
            <p:nvGrpSpPr>
              <p:cNvPr id="7" name="Group 6">
                <a:extLst>
                  <a:ext uri="{FF2B5EF4-FFF2-40B4-BE49-F238E27FC236}">
                    <a16:creationId xmlns:a16="http://schemas.microsoft.com/office/drawing/2014/main" id="{AB9DA5F2-AF7F-4D2A-94CE-8CB86455522F}"/>
                  </a:ext>
                </a:extLst>
              </p:cNvPr>
              <p:cNvGrpSpPr/>
              <p:nvPr/>
            </p:nvGrpSpPr>
            <p:grpSpPr>
              <a:xfrm>
                <a:off x="3572260" y="5198571"/>
                <a:ext cx="251959" cy="219487"/>
                <a:chOff x="3555015" y="5198571"/>
                <a:chExt cx="251959" cy="219487"/>
              </a:xfrm>
            </p:grpSpPr>
            <p:sp>
              <p:nvSpPr>
                <p:cNvPr id="110" name="Rectangle 109">
                  <a:extLst>
                    <a:ext uri="{FF2B5EF4-FFF2-40B4-BE49-F238E27FC236}">
                      <a16:creationId xmlns:a16="http://schemas.microsoft.com/office/drawing/2014/main" id="{7DF711C3-0279-AA49-ABF0-578970E4DF1A}"/>
                    </a:ext>
                    <a:ext uri="{C183D7F6-B498-43B3-948B-1728B52AA6E4}">
                      <adec:decorative xmlns:adec="http://schemas.microsoft.com/office/drawing/2017/decorative" val="1"/>
                    </a:ext>
                  </a:extLst>
                </p:cNvPr>
                <p:cNvSpPr/>
                <p:nvPr/>
              </p:nvSpPr>
              <p:spPr>
                <a:xfrm>
                  <a:off x="3636926" y="5198571"/>
                  <a:ext cx="96677" cy="80812"/>
                </a:xfrm>
                <a:prstGeom prst="rect">
                  <a:avLst/>
                </a:prstGeom>
                <a:solidFill>
                  <a:srgbClr val="304356"/>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ea typeface="Amazon Ember" panose="020B0603020204020204" pitchFamily="34" charset="0"/>
                    <a:cs typeface="Amazon Ember" panose="020B0603020204020204" pitchFamily="34" charset="0"/>
                  </a:endParaRPr>
                </a:p>
              </p:txBody>
            </p:sp>
            <p:sp>
              <p:nvSpPr>
                <p:cNvPr id="111" name="Rectangle 110">
                  <a:extLst>
                    <a:ext uri="{FF2B5EF4-FFF2-40B4-BE49-F238E27FC236}">
                      <a16:creationId xmlns:a16="http://schemas.microsoft.com/office/drawing/2014/main" id="{C11F5C54-1075-F049-9B78-0FC31B624C7E}"/>
                    </a:ext>
                    <a:ext uri="{C183D7F6-B498-43B3-948B-1728B52AA6E4}">
                      <adec:decorative xmlns:adec="http://schemas.microsoft.com/office/drawing/2017/decorative" val="1"/>
                    </a:ext>
                  </a:extLst>
                </p:cNvPr>
                <p:cNvSpPr/>
                <p:nvPr/>
              </p:nvSpPr>
              <p:spPr>
                <a:xfrm>
                  <a:off x="3555015" y="5337246"/>
                  <a:ext cx="96677" cy="80812"/>
                </a:xfrm>
                <a:prstGeom prst="rect">
                  <a:avLst/>
                </a:prstGeom>
                <a:solidFill>
                  <a:srgbClr val="304356"/>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ea typeface="Amazon Ember" panose="020B0603020204020204" pitchFamily="34" charset="0"/>
                    <a:cs typeface="Amazon Ember" panose="020B0603020204020204" pitchFamily="34" charset="0"/>
                  </a:endParaRPr>
                </a:p>
              </p:txBody>
            </p:sp>
            <p:sp>
              <p:nvSpPr>
                <p:cNvPr id="112" name="Rectangle 111">
                  <a:extLst>
                    <a:ext uri="{FF2B5EF4-FFF2-40B4-BE49-F238E27FC236}">
                      <a16:creationId xmlns:a16="http://schemas.microsoft.com/office/drawing/2014/main" id="{6719E8C0-582B-B44F-88E6-72F4027A6D53}"/>
                    </a:ext>
                    <a:ext uri="{C183D7F6-B498-43B3-948B-1728B52AA6E4}">
                      <adec:decorative xmlns:adec="http://schemas.microsoft.com/office/drawing/2017/decorative" val="1"/>
                    </a:ext>
                  </a:extLst>
                </p:cNvPr>
                <p:cNvSpPr/>
                <p:nvPr/>
              </p:nvSpPr>
              <p:spPr>
                <a:xfrm>
                  <a:off x="3710297" y="5337246"/>
                  <a:ext cx="96677" cy="80812"/>
                </a:xfrm>
                <a:prstGeom prst="rect">
                  <a:avLst/>
                </a:prstGeom>
                <a:solidFill>
                  <a:srgbClr val="304356"/>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ea typeface="Amazon Ember" panose="020B0603020204020204" pitchFamily="34" charset="0"/>
                    <a:cs typeface="Amazon Ember" panose="020B0603020204020204" pitchFamily="34" charset="0"/>
                  </a:endParaRPr>
                </a:p>
              </p:txBody>
            </p:sp>
            <p:cxnSp>
              <p:nvCxnSpPr>
                <p:cNvPr id="109" name="Straight Connector 108">
                  <a:extLst>
                    <a:ext uri="{FF2B5EF4-FFF2-40B4-BE49-F238E27FC236}">
                      <a16:creationId xmlns:a16="http://schemas.microsoft.com/office/drawing/2014/main" id="{6DFEF740-B6C7-044F-B67D-EABD31305BE6}"/>
                    </a:ext>
                    <a:ext uri="{C183D7F6-B498-43B3-948B-1728B52AA6E4}">
                      <adec:decorative xmlns:adec="http://schemas.microsoft.com/office/drawing/2017/decorative" val="1"/>
                    </a:ext>
                  </a:extLst>
                </p:cNvPr>
                <p:cNvCxnSpPr>
                  <a:stCxn id="110" idx="2"/>
                </p:cNvCxnSpPr>
                <p:nvPr/>
              </p:nvCxnSpPr>
              <p:spPr>
                <a:xfrm flipH="1">
                  <a:off x="3684259" y="5279383"/>
                  <a:ext cx="1006" cy="33381"/>
                </a:xfrm>
                <a:prstGeom prst="line">
                  <a:avLst/>
                </a:prstGeom>
                <a:ln w="6350">
                  <a:solidFill>
                    <a:srgbClr val="304356"/>
                  </a:solidFill>
                </a:ln>
                <a:effectLst/>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E1336F1B-92E7-0746-A514-7C37D1D585D9}"/>
                    </a:ext>
                    <a:ext uri="{C183D7F6-B498-43B3-948B-1728B52AA6E4}">
                      <adec:decorative xmlns:adec="http://schemas.microsoft.com/office/drawing/2017/decorative" val="1"/>
                    </a:ext>
                  </a:extLst>
                </p:cNvPr>
                <p:cNvCxnSpPr/>
                <p:nvPr/>
              </p:nvCxnSpPr>
              <p:spPr>
                <a:xfrm>
                  <a:off x="3600915" y="5308002"/>
                  <a:ext cx="159544" cy="0"/>
                </a:xfrm>
                <a:prstGeom prst="line">
                  <a:avLst/>
                </a:prstGeom>
                <a:ln w="6350">
                  <a:solidFill>
                    <a:srgbClr val="304356"/>
                  </a:solidFill>
                </a:ln>
                <a:effectLst/>
              </p:spPr>
              <p:style>
                <a:lnRef idx="2">
                  <a:schemeClr val="accent1"/>
                </a:lnRef>
                <a:fillRef idx="0">
                  <a:schemeClr val="accent1"/>
                </a:fillRef>
                <a:effectRef idx="1">
                  <a:schemeClr val="accent1"/>
                </a:effectRef>
                <a:fontRef idx="minor">
                  <a:schemeClr val="tx1"/>
                </a:fontRef>
              </p:style>
            </p:cxnSp>
            <p:cxnSp>
              <p:nvCxnSpPr>
                <p:cNvPr id="114" name="Straight Connector 113">
                  <a:extLst>
                    <a:ext uri="{FF2B5EF4-FFF2-40B4-BE49-F238E27FC236}">
                      <a16:creationId xmlns:a16="http://schemas.microsoft.com/office/drawing/2014/main" id="{0F92887E-7CB3-5C4B-919A-83519AB088E8}"/>
                    </a:ext>
                    <a:ext uri="{C183D7F6-B498-43B3-948B-1728B52AA6E4}">
                      <adec:decorative xmlns:adec="http://schemas.microsoft.com/office/drawing/2017/decorative" val="1"/>
                    </a:ext>
                  </a:extLst>
                </p:cNvPr>
                <p:cNvCxnSpPr>
                  <a:stCxn id="111" idx="0"/>
                </p:cNvCxnSpPr>
                <p:nvPr/>
              </p:nvCxnSpPr>
              <p:spPr>
                <a:xfrm flipH="1" flipV="1">
                  <a:off x="3603296" y="5308002"/>
                  <a:ext cx="58" cy="29244"/>
                </a:xfrm>
                <a:prstGeom prst="line">
                  <a:avLst/>
                </a:prstGeom>
                <a:ln w="6350">
                  <a:solidFill>
                    <a:srgbClr val="304356"/>
                  </a:solidFill>
                </a:ln>
                <a:effectLst/>
              </p:spPr>
              <p:style>
                <a:lnRef idx="2">
                  <a:schemeClr val="accent1"/>
                </a:lnRef>
                <a:fillRef idx="0">
                  <a:schemeClr val="accent1"/>
                </a:fillRef>
                <a:effectRef idx="1">
                  <a:schemeClr val="accent1"/>
                </a:effectRef>
                <a:fontRef idx="minor">
                  <a:schemeClr val="tx1"/>
                </a:fontRef>
              </p:style>
            </p:cxnSp>
            <p:cxnSp>
              <p:nvCxnSpPr>
                <p:cNvPr id="115" name="Straight Connector 114">
                  <a:extLst>
                    <a:ext uri="{FF2B5EF4-FFF2-40B4-BE49-F238E27FC236}">
                      <a16:creationId xmlns:a16="http://schemas.microsoft.com/office/drawing/2014/main" id="{6546E35F-EC5B-FE47-A66B-ED807599D79D}"/>
                    </a:ext>
                    <a:ext uri="{C183D7F6-B498-43B3-948B-1728B52AA6E4}">
                      <adec:decorative xmlns:adec="http://schemas.microsoft.com/office/drawing/2017/decorative" val="1"/>
                    </a:ext>
                  </a:extLst>
                </p:cNvPr>
                <p:cNvCxnSpPr>
                  <a:stCxn id="112" idx="0"/>
                </p:cNvCxnSpPr>
                <p:nvPr/>
              </p:nvCxnSpPr>
              <p:spPr>
                <a:xfrm flipH="1" flipV="1">
                  <a:off x="3758077" y="5308002"/>
                  <a:ext cx="559" cy="29244"/>
                </a:xfrm>
                <a:prstGeom prst="line">
                  <a:avLst/>
                </a:prstGeom>
                <a:ln w="6350">
                  <a:solidFill>
                    <a:srgbClr val="304356"/>
                  </a:solidFill>
                </a:ln>
                <a:effectLst/>
              </p:spPr>
              <p:style>
                <a:lnRef idx="2">
                  <a:schemeClr val="accent1"/>
                </a:lnRef>
                <a:fillRef idx="0">
                  <a:schemeClr val="accent1"/>
                </a:fillRef>
                <a:effectRef idx="1">
                  <a:schemeClr val="accent1"/>
                </a:effectRef>
                <a:fontRef idx="minor">
                  <a:schemeClr val="tx1"/>
                </a:fontRef>
              </p:style>
            </p:cxnSp>
          </p:grpSp>
          <p:grpSp>
            <p:nvGrpSpPr>
              <p:cNvPr id="8" name="Group 7">
                <a:extLst>
                  <a:ext uri="{FF2B5EF4-FFF2-40B4-BE49-F238E27FC236}">
                    <a16:creationId xmlns:a16="http://schemas.microsoft.com/office/drawing/2014/main" id="{548CA28B-C59B-4E58-B2D2-E589A6DA9A5B}"/>
                  </a:ext>
                </a:extLst>
              </p:cNvPr>
              <p:cNvGrpSpPr/>
              <p:nvPr/>
            </p:nvGrpSpPr>
            <p:grpSpPr>
              <a:xfrm>
                <a:off x="3358283" y="5337246"/>
                <a:ext cx="679912" cy="679912"/>
                <a:chOff x="3358283" y="5337246"/>
                <a:chExt cx="679912" cy="679912"/>
              </a:xfrm>
            </p:grpSpPr>
            <p:sp>
              <p:nvSpPr>
                <p:cNvPr id="86" name="TextBox 85">
                  <a:extLst>
                    <a:ext uri="{FF2B5EF4-FFF2-40B4-BE49-F238E27FC236}">
                      <a16:creationId xmlns:a16="http://schemas.microsoft.com/office/drawing/2014/main" id="{5A9CC442-B2AE-4DB8-B224-D4B799D66C91}"/>
                    </a:ext>
                  </a:extLst>
                </p:cNvPr>
                <p:cNvSpPr txBox="1"/>
                <p:nvPr/>
              </p:nvSpPr>
              <p:spPr>
                <a:xfrm>
                  <a:off x="3413546" y="5507925"/>
                  <a:ext cx="569387"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NAS</a:t>
                  </a:r>
                </a:p>
              </p:txBody>
            </p:sp>
            <p:pic>
              <p:nvPicPr>
                <p:cNvPr id="88" name="Graphic 87">
                  <a:extLst>
                    <a:ext uri="{FF2B5EF4-FFF2-40B4-BE49-F238E27FC236}">
                      <a16:creationId xmlns:a16="http://schemas.microsoft.com/office/drawing/2014/main" id="{DD619C65-1374-459B-BA78-1004811DCD12}"/>
                    </a:ext>
                    <a:ext uri="{C183D7F6-B498-43B3-948B-1728B52AA6E4}">
                      <adec:decorative xmlns:adec="http://schemas.microsoft.com/office/drawing/2017/decorative" val="1"/>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3358283" y="5337246"/>
                  <a:ext cx="679912" cy="679912"/>
                </a:xfrm>
                <a:prstGeom prst="rect">
                  <a:avLst/>
                </a:prstGeom>
              </p:spPr>
            </p:pic>
          </p:grpSp>
        </p:grpSp>
      </p:grpSp>
    </p:spTree>
    <p:custDataLst>
      <p:tags r:id="rId1"/>
    </p:custDataLst>
    <p:extLst>
      <p:ext uri="{BB962C8B-B14F-4D97-AF65-F5344CB8AC3E}">
        <p14:creationId xmlns:p14="http://schemas.microsoft.com/office/powerpoint/2010/main" val="678552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EE21A-3570-5F9A-F259-CA4CA0B802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A098E6-4734-9D7D-3FC2-C6AB6C43337A}"/>
              </a:ext>
            </a:extLst>
          </p:cNvPr>
          <p:cNvSpPr>
            <a:spLocks noGrp="1"/>
          </p:cNvSpPr>
          <p:nvPr>
            <p:ph type="title"/>
          </p:nvPr>
        </p:nvSpPr>
        <p:spPr/>
        <p:txBody>
          <a:bodyPr>
            <a:normAutofit/>
          </a:bodyPr>
          <a:lstStyle/>
          <a:p>
            <a:r>
              <a:rPr lang="en-US" dirty="0"/>
              <a:t>Cloud Deployment Models</a:t>
            </a:r>
          </a:p>
        </p:txBody>
      </p:sp>
      <p:sp>
        <p:nvSpPr>
          <p:cNvPr id="3" name="Content Placeholder 2">
            <a:extLst>
              <a:ext uri="{FF2B5EF4-FFF2-40B4-BE49-F238E27FC236}">
                <a16:creationId xmlns:a16="http://schemas.microsoft.com/office/drawing/2014/main" id="{5D037F5B-DC88-AD0F-06A3-FFC4778F0004}"/>
              </a:ext>
            </a:extLst>
          </p:cNvPr>
          <p:cNvSpPr>
            <a:spLocks noGrp="1"/>
          </p:cNvSpPr>
          <p:nvPr>
            <p:ph idx="1"/>
          </p:nvPr>
        </p:nvSpPr>
        <p:spPr/>
        <p:txBody>
          <a:bodyPr/>
          <a:lstStyle/>
          <a:p>
            <a:pPr>
              <a:buFont typeface="+mj-lt"/>
              <a:buAutoNum type="arabicPeriod"/>
            </a:pPr>
            <a:r>
              <a:rPr lang="en-US" b="1" dirty="0"/>
              <a:t>Public Cloud</a:t>
            </a:r>
            <a:endParaRPr lang="en-US" dirty="0"/>
          </a:p>
          <a:p>
            <a:pPr lvl="1"/>
            <a:r>
              <a:rPr lang="en-US" dirty="0"/>
              <a:t>Services delivered over the public internet, available to anyone.</a:t>
            </a:r>
          </a:p>
          <a:p>
            <a:pPr lvl="1"/>
            <a:r>
              <a:rPr lang="en-US" dirty="0"/>
              <a:t>Example: AWS, Azure</a:t>
            </a:r>
          </a:p>
          <a:p>
            <a:pPr>
              <a:buFont typeface="+mj-lt"/>
              <a:buAutoNum type="arabicPeriod"/>
            </a:pPr>
            <a:r>
              <a:rPr lang="en-US" b="1" dirty="0"/>
              <a:t>Private Cloud</a:t>
            </a:r>
            <a:endParaRPr lang="en-US" dirty="0"/>
          </a:p>
          <a:p>
            <a:pPr lvl="1"/>
            <a:r>
              <a:rPr lang="en-US" dirty="0"/>
              <a:t>Services maintained on a private network for a single organization.</a:t>
            </a:r>
          </a:p>
          <a:p>
            <a:pPr>
              <a:buFont typeface="+mj-lt"/>
              <a:buAutoNum type="arabicPeriod"/>
            </a:pPr>
            <a:r>
              <a:rPr lang="en-US" b="1" dirty="0"/>
              <a:t>Hybrid Cloud</a:t>
            </a:r>
            <a:endParaRPr lang="en-US" dirty="0"/>
          </a:p>
          <a:p>
            <a:pPr lvl="1"/>
            <a:r>
              <a:rPr lang="en-US" dirty="0"/>
              <a:t>Combines public and private clouds, allowing data and apps to move between them.</a:t>
            </a:r>
          </a:p>
          <a:p>
            <a:endParaRPr lang="en-US" dirty="0"/>
          </a:p>
        </p:txBody>
      </p:sp>
    </p:spTree>
    <p:extLst>
      <p:ext uri="{BB962C8B-B14F-4D97-AF65-F5344CB8AC3E}">
        <p14:creationId xmlns:p14="http://schemas.microsoft.com/office/powerpoint/2010/main" val="2278481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11A83-6E48-2953-653E-46FE532131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C09B9F-DC42-70B7-E509-EA6985582A23}"/>
              </a:ext>
            </a:extLst>
          </p:cNvPr>
          <p:cNvSpPr>
            <a:spLocks noGrp="1"/>
          </p:cNvSpPr>
          <p:nvPr>
            <p:ph type="title"/>
          </p:nvPr>
        </p:nvSpPr>
        <p:spPr/>
        <p:txBody>
          <a:bodyPr>
            <a:normAutofit/>
          </a:bodyPr>
          <a:lstStyle/>
          <a:p>
            <a:r>
              <a:rPr lang="en-US" dirty="0"/>
              <a:t>Benefits of Cloud Computing</a:t>
            </a:r>
          </a:p>
        </p:txBody>
      </p:sp>
      <p:sp>
        <p:nvSpPr>
          <p:cNvPr id="3" name="Content Placeholder 2">
            <a:extLst>
              <a:ext uri="{FF2B5EF4-FFF2-40B4-BE49-F238E27FC236}">
                <a16:creationId xmlns:a16="http://schemas.microsoft.com/office/drawing/2014/main" id="{917899E1-923C-D056-FE4A-A4D3E4757372}"/>
              </a:ext>
            </a:extLst>
          </p:cNvPr>
          <p:cNvSpPr>
            <a:spLocks noGrp="1"/>
          </p:cNvSpPr>
          <p:nvPr>
            <p:ph idx="1"/>
          </p:nvPr>
        </p:nvSpPr>
        <p:spPr/>
        <p:txBody>
          <a:bodyPr/>
          <a:lstStyle/>
          <a:p>
            <a:pPr>
              <a:buFont typeface="Arial" panose="020B0604020202020204" pitchFamily="34" charset="0"/>
              <a:buChar char="•"/>
            </a:pPr>
            <a:r>
              <a:rPr lang="en-US" b="1" dirty="0"/>
              <a:t>Cost Efficiency:</a:t>
            </a:r>
            <a:r>
              <a:rPr lang="en-US" dirty="0"/>
              <a:t> Pay only for what you use.</a:t>
            </a:r>
          </a:p>
          <a:p>
            <a:pPr>
              <a:buFont typeface="Arial" panose="020B0604020202020204" pitchFamily="34" charset="0"/>
              <a:buChar char="•"/>
            </a:pPr>
            <a:r>
              <a:rPr lang="en-US" b="1" dirty="0"/>
              <a:t>Scalability:</a:t>
            </a:r>
            <a:r>
              <a:rPr lang="en-US" dirty="0"/>
              <a:t> Instantly adjust resources to meet demand.</a:t>
            </a:r>
          </a:p>
          <a:p>
            <a:pPr>
              <a:buFont typeface="Arial" panose="020B0604020202020204" pitchFamily="34" charset="0"/>
              <a:buChar char="•"/>
            </a:pPr>
            <a:r>
              <a:rPr lang="en-US" b="1" dirty="0"/>
              <a:t>Agility:</a:t>
            </a:r>
            <a:r>
              <a:rPr lang="en-US" dirty="0"/>
              <a:t> Deploy applications and services rapidly.</a:t>
            </a:r>
          </a:p>
          <a:p>
            <a:pPr>
              <a:buFont typeface="Arial" panose="020B0604020202020204" pitchFamily="34" charset="0"/>
              <a:buChar char="•"/>
            </a:pPr>
            <a:r>
              <a:rPr lang="en-US" b="1" dirty="0"/>
              <a:t>Global Reach:</a:t>
            </a:r>
            <a:r>
              <a:rPr lang="en-US" dirty="0"/>
              <a:t> Deliver services worldwide with minimal latency.</a:t>
            </a:r>
          </a:p>
          <a:p>
            <a:pPr>
              <a:buFont typeface="Arial" panose="020B0604020202020204" pitchFamily="34" charset="0"/>
              <a:buChar char="•"/>
            </a:pPr>
            <a:r>
              <a:rPr lang="en-US" b="1" dirty="0"/>
              <a:t>No Maintenance:</a:t>
            </a:r>
            <a:r>
              <a:rPr lang="en-US" dirty="0"/>
              <a:t> Cloud provider handles updates and maintenance.</a:t>
            </a:r>
          </a:p>
          <a:p>
            <a:endParaRPr lang="en-US" dirty="0"/>
          </a:p>
        </p:txBody>
      </p:sp>
    </p:spTree>
    <p:extLst>
      <p:ext uri="{BB962C8B-B14F-4D97-AF65-F5344CB8AC3E}">
        <p14:creationId xmlns:p14="http://schemas.microsoft.com/office/powerpoint/2010/main" val="1156889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56C74-8179-9630-D788-D81C2750F533}"/>
              </a:ext>
            </a:extLst>
          </p:cNvPr>
          <p:cNvSpPr>
            <a:spLocks noGrp="1"/>
          </p:cNvSpPr>
          <p:nvPr>
            <p:ph type="title"/>
          </p:nvPr>
        </p:nvSpPr>
        <p:spPr/>
        <p:txBody>
          <a:bodyPr/>
          <a:lstStyle/>
          <a:p>
            <a:r>
              <a:rPr lang="en-US" dirty="0"/>
              <a:t>Examples of Cloud Services</a:t>
            </a:r>
          </a:p>
        </p:txBody>
      </p:sp>
      <p:graphicFrame>
        <p:nvGraphicFramePr>
          <p:cNvPr id="4" name="Content Placeholder 3">
            <a:extLst>
              <a:ext uri="{FF2B5EF4-FFF2-40B4-BE49-F238E27FC236}">
                <a16:creationId xmlns:a16="http://schemas.microsoft.com/office/drawing/2014/main" id="{47A25922-9144-4F9A-8824-436887DB8159}"/>
              </a:ext>
            </a:extLst>
          </p:cNvPr>
          <p:cNvGraphicFramePr>
            <a:graphicFrameLocks noGrp="1"/>
          </p:cNvGraphicFramePr>
          <p:nvPr>
            <p:ph idx="1"/>
            <p:extLst>
              <p:ext uri="{D42A27DB-BD31-4B8C-83A1-F6EECF244321}">
                <p14:modId xmlns:p14="http://schemas.microsoft.com/office/powerpoint/2010/main" val="2221471362"/>
              </p:ext>
            </p:extLst>
          </p:nvPr>
        </p:nvGraphicFramePr>
        <p:xfrm>
          <a:off x="838200" y="1846915"/>
          <a:ext cx="10515600" cy="1828800"/>
        </p:xfrm>
        <a:graphic>
          <a:graphicData uri="http://schemas.openxmlformats.org/drawingml/2006/table">
            <a:tbl>
              <a:tblPr>
                <a:tableStyleId>{616DA210-FB5B-4158-B5E0-FEB733F419BA}</a:tableStyleId>
              </a:tblPr>
              <a:tblGrid>
                <a:gridCol w="2664941">
                  <a:extLst>
                    <a:ext uri="{9D8B030D-6E8A-4147-A177-3AD203B41FA5}">
                      <a16:colId xmlns:a16="http://schemas.microsoft.com/office/drawing/2014/main" val="2844541623"/>
                    </a:ext>
                  </a:extLst>
                </a:gridCol>
                <a:gridCol w="2755556">
                  <a:extLst>
                    <a:ext uri="{9D8B030D-6E8A-4147-A177-3AD203B41FA5}">
                      <a16:colId xmlns:a16="http://schemas.microsoft.com/office/drawing/2014/main" val="854988558"/>
                    </a:ext>
                  </a:extLst>
                </a:gridCol>
                <a:gridCol w="5095103">
                  <a:extLst>
                    <a:ext uri="{9D8B030D-6E8A-4147-A177-3AD203B41FA5}">
                      <a16:colId xmlns:a16="http://schemas.microsoft.com/office/drawing/2014/main" val="1440947546"/>
                    </a:ext>
                  </a:extLst>
                </a:gridCol>
              </a:tblGrid>
              <a:tr h="0">
                <a:tc>
                  <a:txBody>
                    <a:bodyPr/>
                    <a:lstStyle/>
                    <a:p>
                      <a:pPr algn="ctr"/>
                      <a:r>
                        <a:rPr lang="en-US" b="1"/>
                        <a:t>Category</a:t>
                      </a:r>
                    </a:p>
                  </a:txBody>
                  <a:tcPr anchor="ctr">
                    <a:solidFill>
                      <a:schemeClr val="bg1">
                        <a:lumMod val="85000"/>
                      </a:schemeClr>
                    </a:solidFill>
                  </a:tcPr>
                </a:tc>
                <a:tc>
                  <a:txBody>
                    <a:bodyPr/>
                    <a:lstStyle/>
                    <a:p>
                      <a:pPr algn="ctr"/>
                      <a:r>
                        <a:rPr lang="en-US" b="1"/>
                        <a:t>Example Service</a:t>
                      </a:r>
                    </a:p>
                  </a:txBody>
                  <a:tcPr anchor="ctr">
                    <a:solidFill>
                      <a:schemeClr val="bg1">
                        <a:lumMod val="85000"/>
                      </a:schemeClr>
                    </a:solidFill>
                  </a:tcPr>
                </a:tc>
                <a:tc>
                  <a:txBody>
                    <a:bodyPr/>
                    <a:lstStyle/>
                    <a:p>
                      <a:pPr algn="ctr"/>
                      <a:r>
                        <a:rPr lang="en-US" b="1" dirty="0"/>
                        <a:t>Description</a:t>
                      </a:r>
                    </a:p>
                  </a:txBody>
                  <a:tcPr anchor="ctr">
                    <a:solidFill>
                      <a:schemeClr val="bg1">
                        <a:lumMod val="85000"/>
                      </a:schemeClr>
                    </a:solidFill>
                  </a:tcPr>
                </a:tc>
                <a:extLst>
                  <a:ext uri="{0D108BD9-81ED-4DB2-BD59-A6C34878D82A}">
                    <a16:rowId xmlns:a16="http://schemas.microsoft.com/office/drawing/2014/main" val="899263430"/>
                  </a:ext>
                </a:extLst>
              </a:tr>
              <a:tr h="0">
                <a:tc>
                  <a:txBody>
                    <a:bodyPr/>
                    <a:lstStyle/>
                    <a:p>
                      <a:r>
                        <a:rPr lang="en-US"/>
                        <a:t>Compute</a:t>
                      </a:r>
                    </a:p>
                  </a:txBody>
                  <a:tcPr anchor="ctr"/>
                </a:tc>
                <a:tc>
                  <a:txBody>
                    <a:bodyPr/>
                    <a:lstStyle/>
                    <a:p>
                      <a:r>
                        <a:rPr lang="en-US"/>
                        <a:t>Amazon EC2</a:t>
                      </a:r>
                    </a:p>
                  </a:txBody>
                  <a:tcPr anchor="ctr"/>
                </a:tc>
                <a:tc>
                  <a:txBody>
                    <a:bodyPr/>
                    <a:lstStyle/>
                    <a:p>
                      <a:r>
                        <a:rPr lang="en-US"/>
                        <a:t>Virtual servers in the cloud</a:t>
                      </a:r>
                    </a:p>
                  </a:txBody>
                  <a:tcPr anchor="ctr"/>
                </a:tc>
                <a:extLst>
                  <a:ext uri="{0D108BD9-81ED-4DB2-BD59-A6C34878D82A}">
                    <a16:rowId xmlns:a16="http://schemas.microsoft.com/office/drawing/2014/main" val="4025216587"/>
                  </a:ext>
                </a:extLst>
              </a:tr>
              <a:tr h="0">
                <a:tc>
                  <a:txBody>
                    <a:bodyPr/>
                    <a:lstStyle/>
                    <a:p>
                      <a:r>
                        <a:rPr lang="en-US"/>
                        <a:t>Storage</a:t>
                      </a:r>
                    </a:p>
                  </a:txBody>
                  <a:tcPr anchor="ctr"/>
                </a:tc>
                <a:tc>
                  <a:txBody>
                    <a:bodyPr/>
                    <a:lstStyle/>
                    <a:p>
                      <a:r>
                        <a:rPr lang="en-US"/>
                        <a:t>Amazon S3</a:t>
                      </a:r>
                    </a:p>
                  </a:txBody>
                  <a:tcPr anchor="ctr"/>
                </a:tc>
                <a:tc>
                  <a:txBody>
                    <a:bodyPr/>
                    <a:lstStyle/>
                    <a:p>
                      <a:r>
                        <a:rPr lang="en-US"/>
                        <a:t>Scalable object storage</a:t>
                      </a:r>
                    </a:p>
                  </a:txBody>
                  <a:tcPr anchor="ctr"/>
                </a:tc>
                <a:extLst>
                  <a:ext uri="{0D108BD9-81ED-4DB2-BD59-A6C34878D82A}">
                    <a16:rowId xmlns:a16="http://schemas.microsoft.com/office/drawing/2014/main" val="4082901804"/>
                  </a:ext>
                </a:extLst>
              </a:tr>
              <a:tr h="0">
                <a:tc>
                  <a:txBody>
                    <a:bodyPr/>
                    <a:lstStyle/>
                    <a:p>
                      <a:r>
                        <a:rPr lang="en-US"/>
                        <a:t>Database</a:t>
                      </a:r>
                    </a:p>
                  </a:txBody>
                  <a:tcPr anchor="ctr"/>
                </a:tc>
                <a:tc>
                  <a:txBody>
                    <a:bodyPr/>
                    <a:lstStyle/>
                    <a:p>
                      <a:r>
                        <a:rPr lang="en-US"/>
                        <a:t>Amazon RDS</a:t>
                      </a:r>
                    </a:p>
                  </a:txBody>
                  <a:tcPr anchor="ctr"/>
                </a:tc>
                <a:tc>
                  <a:txBody>
                    <a:bodyPr/>
                    <a:lstStyle/>
                    <a:p>
                      <a:r>
                        <a:rPr lang="en-US"/>
                        <a:t>Managed relational database service</a:t>
                      </a:r>
                    </a:p>
                  </a:txBody>
                  <a:tcPr anchor="ctr"/>
                </a:tc>
                <a:extLst>
                  <a:ext uri="{0D108BD9-81ED-4DB2-BD59-A6C34878D82A}">
                    <a16:rowId xmlns:a16="http://schemas.microsoft.com/office/drawing/2014/main" val="719019121"/>
                  </a:ext>
                </a:extLst>
              </a:tr>
              <a:tr h="0">
                <a:tc>
                  <a:txBody>
                    <a:bodyPr/>
                    <a:lstStyle/>
                    <a:p>
                      <a:r>
                        <a:rPr lang="en-US"/>
                        <a:t>Networking</a:t>
                      </a:r>
                    </a:p>
                  </a:txBody>
                  <a:tcPr anchor="ctr"/>
                </a:tc>
                <a:tc>
                  <a:txBody>
                    <a:bodyPr/>
                    <a:lstStyle/>
                    <a:p>
                      <a:r>
                        <a:rPr lang="en-US"/>
                        <a:t>Amazon VPC</a:t>
                      </a:r>
                    </a:p>
                  </a:txBody>
                  <a:tcPr anchor="ctr"/>
                </a:tc>
                <a:tc>
                  <a:txBody>
                    <a:bodyPr/>
                    <a:lstStyle/>
                    <a:p>
                      <a:r>
                        <a:rPr lang="en-US" dirty="0"/>
                        <a:t>Isolated virtual networks</a:t>
                      </a:r>
                    </a:p>
                  </a:txBody>
                  <a:tcPr anchor="ctr"/>
                </a:tc>
                <a:extLst>
                  <a:ext uri="{0D108BD9-81ED-4DB2-BD59-A6C34878D82A}">
                    <a16:rowId xmlns:a16="http://schemas.microsoft.com/office/drawing/2014/main" val="952352140"/>
                  </a:ext>
                </a:extLst>
              </a:tr>
            </a:tbl>
          </a:graphicData>
        </a:graphic>
      </p:graphicFrame>
    </p:spTree>
    <p:extLst>
      <p:ext uri="{BB962C8B-B14F-4D97-AF65-F5344CB8AC3E}">
        <p14:creationId xmlns:p14="http://schemas.microsoft.com/office/powerpoint/2010/main" val="1757417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A89B9-3087-378A-C341-AA094073A26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5175249-BCEC-76AE-2376-F37AAAF3F34D}"/>
              </a:ext>
            </a:extLst>
          </p:cNvPr>
          <p:cNvSpPr>
            <a:spLocks noGrp="1"/>
          </p:cNvSpPr>
          <p:nvPr>
            <p:ph type="title"/>
          </p:nvPr>
        </p:nvSpPr>
        <p:spPr/>
        <p:txBody>
          <a:bodyPr/>
          <a:lstStyle/>
          <a:p>
            <a:r>
              <a:rPr lang="en-US" dirty="0"/>
              <a:t>Advantages of Cloud Computing</a:t>
            </a:r>
          </a:p>
        </p:txBody>
      </p:sp>
      <p:sp>
        <p:nvSpPr>
          <p:cNvPr id="5" name="Text Placeholder 4">
            <a:extLst>
              <a:ext uri="{FF2B5EF4-FFF2-40B4-BE49-F238E27FC236}">
                <a16:creationId xmlns:a16="http://schemas.microsoft.com/office/drawing/2014/main" id="{EF5429A0-11B7-9397-7A57-385CE4310C1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942355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F3E12-A8DF-0EBE-57DA-076481810D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BB8AA3-35D2-49BE-5E1F-FFF5A9262858}"/>
              </a:ext>
            </a:extLst>
          </p:cNvPr>
          <p:cNvSpPr>
            <a:spLocks noGrp="1"/>
          </p:cNvSpPr>
          <p:nvPr>
            <p:ph type="title"/>
          </p:nvPr>
        </p:nvSpPr>
        <p:spPr/>
        <p:txBody>
          <a:bodyPr>
            <a:normAutofit/>
          </a:bodyPr>
          <a:lstStyle/>
          <a:p>
            <a:r>
              <a:rPr lang="en-US" dirty="0"/>
              <a:t>Overview</a:t>
            </a:r>
          </a:p>
        </p:txBody>
      </p:sp>
      <p:sp>
        <p:nvSpPr>
          <p:cNvPr id="3" name="Content Placeholder 2">
            <a:extLst>
              <a:ext uri="{FF2B5EF4-FFF2-40B4-BE49-F238E27FC236}">
                <a16:creationId xmlns:a16="http://schemas.microsoft.com/office/drawing/2014/main" id="{E8656ED4-BDC9-809E-BC8E-9F6B96F7F2BA}"/>
              </a:ext>
            </a:extLst>
          </p:cNvPr>
          <p:cNvSpPr>
            <a:spLocks noGrp="1"/>
          </p:cNvSpPr>
          <p:nvPr>
            <p:ph idx="1"/>
          </p:nvPr>
        </p:nvSpPr>
        <p:spPr/>
        <p:txBody>
          <a:bodyPr/>
          <a:lstStyle/>
          <a:p>
            <a:pPr marL="0" indent="0">
              <a:buNone/>
            </a:pPr>
            <a:r>
              <a:rPr lang="en-US" dirty="0"/>
              <a:t>Cloud computing transforms the way organizations operate by providing a more efficient, scalable, and cost-effective approach to IT.</a:t>
            </a:r>
          </a:p>
          <a:p>
            <a:pPr>
              <a:buNone/>
            </a:pPr>
            <a:r>
              <a:rPr lang="en-US" b="1" dirty="0"/>
              <a:t>In this section, we will cover:</a:t>
            </a:r>
            <a:endParaRPr lang="en-US" dirty="0"/>
          </a:p>
          <a:p>
            <a:pPr>
              <a:buFont typeface="Arial" panose="020B0604020202020204" pitchFamily="34" charset="0"/>
              <a:buChar char="•"/>
            </a:pPr>
            <a:r>
              <a:rPr lang="en-US" dirty="0"/>
              <a:t>Cost transformation</a:t>
            </a:r>
          </a:p>
          <a:p>
            <a:pPr>
              <a:buFont typeface="Arial" panose="020B0604020202020204" pitchFamily="34" charset="0"/>
              <a:buChar char="•"/>
            </a:pPr>
            <a:r>
              <a:rPr lang="en-US" dirty="0"/>
              <a:t>Scalability and flexibility</a:t>
            </a:r>
          </a:p>
          <a:p>
            <a:pPr>
              <a:buFont typeface="Arial" panose="020B0604020202020204" pitchFamily="34" charset="0"/>
              <a:buChar char="•"/>
            </a:pPr>
            <a:r>
              <a:rPr lang="en-US" dirty="0"/>
              <a:t>Speed and agility</a:t>
            </a:r>
          </a:p>
          <a:p>
            <a:pPr>
              <a:buFont typeface="Arial" panose="020B0604020202020204" pitchFamily="34" charset="0"/>
              <a:buChar char="•"/>
            </a:pPr>
            <a:r>
              <a:rPr lang="en-US" dirty="0"/>
              <a:t>Operational efficiency</a:t>
            </a:r>
          </a:p>
          <a:p>
            <a:pPr>
              <a:buFont typeface="Arial" panose="020B0604020202020204" pitchFamily="34" charset="0"/>
              <a:buChar char="•"/>
            </a:pPr>
            <a:r>
              <a:rPr lang="en-US" dirty="0"/>
              <a:t>Global accessibility</a:t>
            </a:r>
          </a:p>
          <a:p>
            <a:endParaRPr lang="en-US" dirty="0"/>
          </a:p>
        </p:txBody>
      </p:sp>
    </p:spTree>
    <p:extLst>
      <p:ext uri="{BB962C8B-B14F-4D97-AF65-F5344CB8AC3E}">
        <p14:creationId xmlns:p14="http://schemas.microsoft.com/office/powerpoint/2010/main" val="346894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CF7AD-D868-9611-9B29-B32F754B18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9B37EF-1E05-9B7B-BDB7-6B7ABB6C49FD}"/>
              </a:ext>
            </a:extLst>
          </p:cNvPr>
          <p:cNvSpPr>
            <a:spLocks noGrp="1"/>
          </p:cNvSpPr>
          <p:nvPr>
            <p:ph type="title"/>
          </p:nvPr>
        </p:nvSpPr>
        <p:spPr/>
        <p:txBody>
          <a:bodyPr>
            <a:normAutofit/>
          </a:bodyPr>
          <a:lstStyle/>
          <a:p>
            <a:r>
              <a:rPr lang="en-US" dirty="0"/>
              <a:t>From </a:t>
            </a:r>
            <a:r>
              <a:rPr lang="en-US" dirty="0" err="1"/>
              <a:t>CapEx</a:t>
            </a:r>
            <a:r>
              <a:rPr lang="en-US" dirty="0"/>
              <a:t> to </a:t>
            </a:r>
            <a:r>
              <a:rPr lang="en-US" dirty="0" err="1"/>
              <a:t>OpEx</a:t>
            </a:r>
            <a:endParaRPr lang="en-US" dirty="0"/>
          </a:p>
        </p:txBody>
      </p:sp>
      <p:graphicFrame>
        <p:nvGraphicFramePr>
          <p:cNvPr id="4" name="Content Placeholder 3">
            <a:extLst>
              <a:ext uri="{FF2B5EF4-FFF2-40B4-BE49-F238E27FC236}">
                <a16:creationId xmlns:a16="http://schemas.microsoft.com/office/drawing/2014/main" id="{A805AFBC-86E5-30EC-3AA1-29FC3AC92369}"/>
              </a:ext>
            </a:extLst>
          </p:cNvPr>
          <p:cNvGraphicFramePr>
            <a:graphicFrameLocks noGrp="1"/>
          </p:cNvGraphicFramePr>
          <p:nvPr>
            <p:ph idx="1"/>
            <p:extLst>
              <p:ext uri="{D42A27DB-BD31-4B8C-83A1-F6EECF244321}">
                <p14:modId xmlns:p14="http://schemas.microsoft.com/office/powerpoint/2010/main" val="1177957965"/>
              </p:ext>
            </p:extLst>
          </p:nvPr>
        </p:nvGraphicFramePr>
        <p:xfrm>
          <a:off x="838200" y="1876571"/>
          <a:ext cx="10515600" cy="1463040"/>
        </p:xfrm>
        <a:graphic>
          <a:graphicData uri="http://schemas.openxmlformats.org/drawingml/2006/table">
            <a:tbl>
              <a:tblPr>
                <a:tableStyleId>{616DA210-FB5B-4158-B5E0-FEB733F419BA}</a:tableStyleId>
              </a:tblPr>
              <a:tblGrid>
                <a:gridCol w="5257800">
                  <a:extLst>
                    <a:ext uri="{9D8B030D-6E8A-4147-A177-3AD203B41FA5}">
                      <a16:colId xmlns:a16="http://schemas.microsoft.com/office/drawing/2014/main" val="1940642876"/>
                    </a:ext>
                  </a:extLst>
                </a:gridCol>
                <a:gridCol w="5257800">
                  <a:extLst>
                    <a:ext uri="{9D8B030D-6E8A-4147-A177-3AD203B41FA5}">
                      <a16:colId xmlns:a16="http://schemas.microsoft.com/office/drawing/2014/main" val="3821513102"/>
                    </a:ext>
                  </a:extLst>
                </a:gridCol>
              </a:tblGrid>
              <a:tr h="0">
                <a:tc>
                  <a:txBody>
                    <a:bodyPr/>
                    <a:lstStyle/>
                    <a:p>
                      <a:pPr algn="ctr"/>
                      <a:r>
                        <a:rPr lang="en-US" b="1" dirty="0"/>
                        <a:t>Traditional IT</a:t>
                      </a:r>
                    </a:p>
                  </a:txBody>
                  <a:tcPr anchor="ctr">
                    <a:solidFill>
                      <a:schemeClr val="bg1">
                        <a:lumMod val="85000"/>
                      </a:schemeClr>
                    </a:solidFill>
                  </a:tcPr>
                </a:tc>
                <a:tc>
                  <a:txBody>
                    <a:bodyPr/>
                    <a:lstStyle/>
                    <a:p>
                      <a:pPr algn="ctr"/>
                      <a:r>
                        <a:rPr lang="en-US" b="1" dirty="0"/>
                        <a:t>Cloud Computing</a:t>
                      </a:r>
                    </a:p>
                  </a:txBody>
                  <a:tcPr anchor="ctr">
                    <a:solidFill>
                      <a:schemeClr val="bg1">
                        <a:lumMod val="85000"/>
                      </a:schemeClr>
                    </a:solidFill>
                  </a:tcPr>
                </a:tc>
                <a:extLst>
                  <a:ext uri="{0D108BD9-81ED-4DB2-BD59-A6C34878D82A}">
                    <a16:rowId xmlns:a16="http://schemas.microsoft.com/office/drawing/2014/main" val="4214016099"/>
                  </a:ext>
                </a:extLst>
              </a:tr>
              <a:tr h="0">
                <a:tc>
                  <a:txBody>
                    <a:bodyPr/>
                    <a:lstStyle/>
                    <a:p>
                      <a:pPr algn="ctr"/>
                      <a:r>
                        <a:rPr lang="en-US"/>
                        <a:t>High upfront costs (CapEx)</a:t>
                      </a:r>
                    </a:p>
                  </a:txBody>
                  <a:tcPr anchor="ctr"/>
                </a:tc>
                <a:tc>
                  <a:txBody>
                    <a:bodyPr/>
                    <a:lstStyle/>
                    <a:p>
                      <a:pPr algn="ctr"/>
                      <a:r>
                        <a:rPr lang="en-US"/>
                        <a:t>Pay-as-you-go pricing (OpEx)</a:t>
                      </a:r>
                    </a:p>
                  </a:txBody>
                  <a:tcPr anchor="ctr"/>
                </a:tc>
                <a:extLst>
                  <a:ext uri="{0D108BD9-81ED-4DB2-BD59-A6C34878D82A}">
                    <a16:rowId xmlns:a16="http://schemas.microsoft.com/office/drawing/2014/main" val="398382620"/>
                  </a:ext>
                </a:extLst>
              </a:tr>
              <a:tr h="0">
                <a:tc>
                  <a:txBody>
                    <a:bodyPr/>
                    <a:lstStyle/>
                    <a:p>
                      <a:pPr algn="ctr"/>
                      <a:r>
                        <a:rPr lang="en-US"/>
                        <a:t>Costly overprovisioning</a:t>
                      </a:r>
                    </a:p>
                  </a:txBody>
                  <a:tcPr anchor="ctr"/>
                </a:tc>
                <a:tc>
                  <a:txBody>
                    <a:bodyPr/>
                    <a:lstStyle/>
                    <a:p>
                      <a:pPr algn="ctr"/>
                      <a:r>
                        <a:rPr lang="en-US"/>
                        <a:t>Scale only when needed</a:t>
                      </a:r>
                    </a:p>
                  </a:txBody>
                  <a:tcPr anchor="ctr"/>
                </a:tc>
                <a:extLst>
                  <a:ext uri="{0D108BD9-81ED-4DB2-BD59-A6C34878D82A}">
                    <a16:rowId xmlns:a16="http://schemas.microsoft.com/office/drawing/2014/main" val="844329913"/>
                  </a:ext>
                </a:extLst>
              </a:tr>
              <a:tr h="0">
                <a:tc>
                  <a:txBody>
                    <a:bodyPr/>
                    <a:lstStyle/>
                    <a:p>
                      <a:pPr algn="ctr"/>
                      <a:r>
                        <a:rPr lang="en-US" dirty="0"/>
                        <a:t>Long procurement cycles</a:t>
                      </a:r>
                    </a:p>
                  </a:txBody>
                  <a:tcPr anchor="ctr"/>
                </a:tc>
                <a:tc>
                  <a:txBody>
                    <a:bodyPr/>
                    <a:lstStyle/>
                    <a:p>
                      <a:pPr algn="ctr"/>
                      <a:r>
                        <a:rPr lang="en-US" dirty="0"/>
                        <a:t>Instant resource provisioning</a:t>
                      </a:r>
                    </a:p>
                  </a:txBody>
                  <a:tcPr anchor="ctr"/>
                </a:tc>
                <a:extLst>
                  <a:ext uri="{0D108BD9-81ED-4DB2-BD59-A6C34878D82A}">
                    <a16:rowId xmlns:a16="http://schemas.microsoft.com/office/drawing/2014/main" val="3297061964"/>
                  </a:ext>
                </a:extLst>
              </a:tr>
            </a:tbl>
          </a:graphicData>
        </a:graphic>
      </p:graphicFrame>
      <p:sp>
        <p:nvSpPr>
          <p:cNvPr id="7" name="TextBox 6">
            <a:extLst>
              <a:ext uri="{FF2B5EF4-FFF2-40B4-BE49-F238E27FC236}">
                <a16:creationId xmlns:a16="http://schemas.microsoft.com/office/drawing/2014/main" id="{975987A5-D6BA-61A0-3061-34BEA86D87C7}"/>
              </a:ext>
            </a:extLst>
          </p:cNvPr>
          <p:cNvSpPr txBox="1"/>
          <p:nvPr/>
        </p:nvSpPr>
        <p:spPr>
          <a:xfrm>
            <a:off x="838200" y="4026413"/>
            <a:ext cx="9387016" cy="369332"/>
          </a:xfrm>
          <a:prstGeom prst="rect">
            <a:avLst/>
          </a:prstGeom>
          <a:noFill/>
        </p:spPr>
        <p:txBody>
          <a:bodyPr wrap="square">
            <a:spAutoFit/>
          </a:bodyPr>
          <a:lstStyle/>
          <a:p>
            <a:r>
              <a:rPr lang="en-US" b="1" dirty="0"/>
              <a:t>Key Benefit:</a:t>
            </a:r>
            <a:r>
              <a:rPr lang="en-US" dirty="0"/>
              <a:t> You pay only for what you use, reducing waste and improving budgeting.</a:t>
            </a:r>
          </a:p>
        </p:txBody>
      </p:sp>
    </p:spTree>
    <p:extLst>
      <p:ext uri="{BB962C8B-B14F-4D97-AF65-F5344CB8AC3E}">
        <p14:creationId xmlns:p14="http://schemas.microsoft.com/office/powerpoint/2010/main" val="2492520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5ADC2-00B2-0D3F-4571-405F6C9034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E2BD18-10ED-5B5E-A9B6-13C225A888BE}"/>
              </a:ext>
            </a:extLst>
          </p:cNvPr>
          <p:cNvSpPr>
            <a:spLocks noGrp="1"/>
          </p:cNvSpPr>
          <p:nvPr>
            <p:ph type="title"/>
          </p:nvPr>
        </p:nvSpPr>
        <p:spPr/>
        <p:txBody>
          <a:bodyPr>
            <a:normAutofit/>
          </a:bodyPr>
          <a:lstStyle/>
          <a:p>
            <a:r>
              <a:rPr lang="en-US" dirty="0"/>
              <a:t>Economies of Scale</a:t>
            </a:r>
          </a:p>
        </p:txBody>
      </p:sp>
      <p:sp>
        <p:nvSpPr>
          <p:cNvPr id="3" name="Content Placeholder 2">
            <a:extLst>
              <a:ext uri="{FF2B5EF4-FFF2-40B4-BE49-F238E27FC236}">
                <a16:creationId xmlns:a16="http://schemas.microsoft.com/office/drawing/2014/main" id="{522589E6-095E-11EE-1701-3068D24F9833}"/>
              </a:ext>
            </a:extLst>
          </p:cNvPr>
          <p:cNvSpPr>
            <a:spLocks noGrp="1"/>
          </p:cNvSpPr>
          <p:nvPr>
            <p:ph idx="1"/>
          </p:nvPr>
        </p:nvSpPr>
        <p:spPr/>
        <p:txBody>
          <a:bodyPr/>
          <a:lstStyle/>
          <a:p>
            <a:pPr>
              <a:buNone/>
            </a:pPr>
            <a:r>
              <a:rPr lang="en-US" dirty="0"/>
              <a:t>Cloud providers serve millions of customers.</a:t>
            </a:r>
          </a:p>
          <a:p>
            <a:pPr>
              <a:buNone/>
            </a:pPr>
            <a:r>
              <a:rPr lang="en-US" dirty="0"/>
              <a:t>This </a:t>
            </a:r>
            <a:r>
              <a:rPr lang="en-US" b="1" dirty="0"/>
              <a:t>massive scale</a:t>
            </a:r>
            <a:r>
              <a:rPr lang="en-US" dirty="0"/>
              <a:t> allows them to:</a:t>
            </a:r>
          </a:p>
          <a:p>
            <a:pPr>
              <a:buFont typeface="Arial" panose="020B0604020202020204" pitchFamily="34" charset="0"/>
              <a:buChar char="•"/>
            </a:pPr>
            <a:r>
              <a:rPr lang="en-US" dirty="0"/>
              <a:t>Purchase infrastructure at lower costs</a:t>
            </a:r>
          </a:p>
          <a:p>
            <a:pPr>
              <a:buFont typeface="Arial" panose="020B0604020202020204" pitchFamily="34" charset="0"/>
              <a:buChar char="•"/>
            </a:pPr>
            <a:r>
              <a:rPr lang="en-US" dirty="0"/>
              <a:t>Optimize usage of physical resources</a:t>
            </a:r>
          </a:p>
          <a:p>
            <a:pPr>
              <a:buFont typeface="Arial" panose="020B0604020202020204" pitchFamily="34" charset="0"/>
              <a:buChar char="•"/>
            </a:pPr>
            <a:r>
              <a:rPr lang="en-US" dirty="0"/>
              <a:t>Pass cost savings to customers</a:t>
            </a:r>
          </a:p>
          <a:p>
            <a:r>
              <a:rPr lang="en-US" b="1" dirty="0"/>
              <a:t>Analogy:</a:t>
            </a:r>
            <a:r>
              <a:rPr lang="en-US" dirty="0"/>
              <a:t> Like buying in bulk at wholesale prices.</a:t>
            </a:r>
          </a:p>
          <a:p>
            <a:endParaRPr lang="en-US" dirty="0"/>
          </a:p>
        </p:txBody>
      </p:sp>
    </p:spTree>
    <p:extLst>
      <p:ext uri="{BB962C8B-B14F-4D97-AF65-F5344CB8AC3E}">
        <p14:creationId xmlns:p14="http://schemas.microsoft.com/office/powerpoint/2010/main" val="2741010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5507D-44BB-F327-1AEA-1DE4F0B6C9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6D26ED-FF36-D319-E3D8-398AD0471554}"/>
              </a:ext>
            </a:extLst>
          </p:cNvPr>
          <p:cNvSpPr>
            <a:spLocks noGrp="1"/>
          </p:cNvSpPr>
          <p:nvPr>
            <p:ph type="title"/>
          </p:nvPr>
        </p:nvSpPr>
        <p:spPr/>
        <p:txBody>
          <a:bodyPr>
            <a:normAutofit/>
          </a:bodyPr>
          <a:lstStyle/>
          <a:p>
            <a:r>
              <a:rPr lang="en-US" dirty="0"/>
              <a:t>Elasticity and Scalability</a:t>
            </a:r>
          </a:p>
        </p:txBody>
      </p:sp>
      <p:sp>
        <p:nvSpPr>
          <p:cNvPr id="3" name="Content Placeholder 2">
            <a:extLst>
              <a:ext uri="{FF2B5EF4-FFF2-40B4-BE49-F238E27FC236}">
                <a16:creationId xmlns:a16="http://schemas.microsoft.com/office/drawing/2014/main" id="{7D805475-EBBE-7D92-74CE-C3AEF415869B}"/>
              </a:ext>
            </a:extLst>
          </p:cNvPr>
          <p:cNvSpPr>
            <a:spLocks noGrp="1"/>
          </p:cNvSpPr>
          <p:nvPr>
            <p:ph idx="1"/>
          </p:nvPr>
        </p:nvSpPr>
        <p:spPr/>
        <p:txBody>
          <a:bodyPr/>
          <a:lstStyle/>
          <a:p>
            <a:pPr>
              <a:buNone/>
            </a:pPr>
            <a:r>
              <a:rPr lang="en-US" dirty="0"/>
              <a:t>Cloud platforms automatically scale resources based on demand.</a:t>
            </a:r>
          </a:p>
          <a:p>
            <a:pPr>
              <a:buNone/>
            </a:pPr>
            <a:r>
              <a:rPr lang="en-US" b="1" dirty="0"/>
              <a:t>Two forms of scaling:</a:t>
            </a:r>
            <a:endParaRPr lang="en-US" dirty="0"/>
          </a:p>
          <a:p>
            <a:pPr>
              <a:buFont typeface="Arial" panose="020B0604020202020204" pitchFamily="34" charset="0"/>
              <a:buChar char="•"/>
            </a:pPr>
            <a:r>
              <a:rPr lang="en-US" b="1" dirty="0"/>
              <a:t>Vertical Scaling:</a:t>
            </a:r>
            <a:r>
              <a:rPr lang="en-US" dirty="0"/>
              <a:t> Increase power (CPU/RAM) of existing resources</a:t>
            </a:r>
          </a:p>
          <a:p>
            <a:pPr>
              <a:buFont typeface="Arial" panose="020B0604020202020204" pitchFamily="34" charset="0"/>
              <a:buChar char="•"/>
            </a:pPr>
            <a:r>
              <a:rPr lang="en-US" b="1" dirty="0"/>
              <a:t>Horizontal Scaling:</a:t>
            </a:r>
            <a:r>
              <a:rPr lang="en-US" dirty="0"/>
              <a:t> Add more resources to handle load (e.g., more servers)</a:t>
            </a:r>
          </a:p>
          <a:p>
            <a:r>
              <a:rPr lang="en-US" b="1" dirty="0"/>
              <a:t>Result:</a:t>
            </a:r>
            <a:r>
              <a:rPr lang="en-US" dirty="0"/>
              <a:t> No more guessing capacity in advance or overprovisioning.</a:t>
            </a:r>
          </a:p>
          <a:p>
            <a:endParaRPr lang="en-US" dirty="0"/>
          </a:p>
        </p:txBody>
      </p:sp>
    </p:spTree>
    <p:extLst>
      <p:ext uri="{BB962C8B-B14F-4D97-AF65-F5344CB8AC3E}">
        <p14:creationId xmlns:p14="http://schemas.microsoft.com/office/powerpoint/2010/main" val="40618049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07030-06FA-484F-1F97-1E1241755EC8}"/>
              </a:ext>
            </a:extLst>
          </p:cNvPr>
          <p:cNvSpPr>
            <a:spLocks noGrp="1"/>
          </p:cNvSpPr>
          <p:nvPr>
            <p:ph type="title"/>
          </p:nvPr>
        </p:nvSpPr>
        <p:spPr/>
        <p:txBody>
          <a:bodyPr>
            <a:normAutofit/>
          </a:bodyPr>
          <a:lstStyle/>
          <a:p>
            <a:r>
              <a:rPr lang="en-US" dirty="0"/>
              <a:t>Speed and Agility</a:t>
            </a:r>
          </a:p>
        </p:txBody>
      </p:sp>
      <p:sp>
        <p:nvSpPr>
          <p:cNvPr id="3" name="Content Placeholder 2">
            <a:extLst>
              <a:ext uri="{FF2B5EF4-FFF2-40B4-BE49-F238E27FC236}">
                <a16:creationId xmlns:a16="http://schemas.microsoft.com/office/drawing/2014/main" id="{D6AE1DBF-0C3A-45E3-E36F-564FCC37D844}"/>
              </a:ext>
            </a:extLst>
          </p:cNvPr>
          <p:cNvSpPr>
            <a:spLocks noGrp="1"/>
          </p:cNvSpPr>
          <p:nvPr>
            <p:ph idx="1"/>
          </p:nvPr>
        </p:nvSpPr>
        <p:spPr/>
        <p:txBody>
          <a:bodyPr/>
          <a:lstStyle/>
          <a:p>
            <a:pPr>
              <a:buFont typeface="Arial" panose="020B0604020202020204" pitchFamily="34" charset="0"/>
              <a:buChar char="•"/>
            </a:pPr>
            <a:r>
              <a:rPr lang="en-US" dirty="0"/>
              <a:t>Traditional IT takes </a:t>
            </a:r>
            <a:r>
              <a:rPr lang="en-US" b="1" dirty="0"/>
              <a:t>weeks or months</a:t>
            </a:r>
            <a:r>
              <a:rPr lang="en-US" dirty="0"/>
              <a:t> to deploy infrastructure.</a:t>
            </a:r>
          </a:p>
          <a:p>
            <a:pPr>
              <a:buFont typeface="Arial" panose="020B0604020202020204" pitchFamily="34" charset="0"/>
              <a:buChar char="•"/>
            </a:pPr>
            <a:r>
              <a:rPr lang="en-US" dirty="0"/>
              <a:t>Cloud computing enables deployment in </a:t>
            </a:r>
            <a:r>
              <a:rPr lang="en-US" b="1" dirty="0"/>
              <a:t>minutes</a:t>
            </a:r>
            <a:r>
              <a:rPr lang="en-US" dirty="0"/>
              <a:t>.</a:t>
            </a:r>
          </a:p>
          <a:p>
            <a:r>
              <a:rPr lang="en-US" b="1" dirty="0"/>
              <a:t>Use Case:</a:t>
            </a:r>
            <a:r>
              <a:rPr lang="en-US" dirty="0"/>
              <a:t> Developers can test, deploy, and iterate quickly—reducing time-to-market.</a:t>
            </a:r>
          </a:p>
          <a:p>
            <a:endParaRPr lang="en-US" dirty="0"/>
          </a:p>
        </p:txBody>
      </p:sp>
    </p:spTree>
    <p:extLst>
      <p:ext uri="{BB962C8B-B14F-4D97-AF65-F5344CB8AC3E}">
        <p14:creationId xmlns:p14="http://schemas.microsoft.com/office/powerpoint/2010/main" val="37855051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7225A-1374-4229-3E8F-8FF34883DC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4AA50F-A157-AF83-7181-562538086E19}"/>
              </a:ext>
            </a:extLst>
          </p:cNvPr>
          <p:cNvSpPr>
            <a:spLocks noGrp="1"/>
          </p:cNvSpPr>
          <p:nvPr>
            <p:ph type="title"/>
          </p:nvPr>
        </p:nvSpPr>
        <p:spPr/>
        <p:txBody>
          <a:bodyPr>
            <a:normAutofit/>
          </a:bodyPr>
          <a:lstStyle/>
          <a:p>
            <a:r>
              <a:rPr lang="en-US" dirty="0"/>
              <a:t>Operational Efficiency</a:t>
            </a:r>
          </a:p>
        </p:txBody>
      </p:sp>
      <p:sp>
        <p:nvSpPr>
          <p:cNvPr id="3" name="Content Placeholder 2">
            <a:extLst>
              <a:ext uri="{FF2B5EF4-FFF2-40B4-BE49-F238E27FC236}">
                <a16:creationId xmlns:a16="http://schemas.microsoft.com/office/drawing/2014/main" id="{22D0E54D-3E23-11CB-5C69-A6C4A94F2058}"/>
              </a:ext>
            </a:extLst>
          </p:cNvPr>
          <p:cNvSpPr>
            <a:spLocks noGrp="1"/>
          </p:cNvSpPr>
          <p:nvPr>
            <p:ph idx="1"/>
          </p:nvPr>
        </p:nvSpPr>
        <p:spPr/>
        <p:txBody>
          <a:bodyPr/>
          <a:lstStyle/>
          <a:p>
            <a:pPr>
              <a:buNone/>
            </a:pPr>
            <a:r>
              <a:rPr lang="en-US" dirty="0"/>
              <a:t>No need to manage physical data centers.</a:t>
            </a:r>
          </a:p>
          <a:p>
            <a:pPr>
              <a:buNone/>
            </a:pPr>
            <a:r>
              <a:rPr lang="en-US" dirty="0"/>
              <a:t>Cloud providers handle:</a:t>
            </a:r>
          </a:p>
          <a:p>
            <a:pPr>
              <a:buFont typeface="Arial" panose="020B0604020202020204" pitchFamily="34" charset="0"/>
              <a:buChar char="•"/>
            </a:pPr>
            <a:r>
              <a:rPr lang="en-US" dirty="0"/>
              <a:t>Power, cooling, physical security</a:t>
            </a:r>
          </a:p>
          <a:p>
            <a:pPr>
              <a:buFont typeface="Arial" panose="020B0604020202020204" pitchFamily="34" charset="0"/>
              <a:buChar char="•"/>
            </a:pPr>
            <a:r>
              <a:rPr lang="en-US" dirty="0"/>
              <a:t>Server maintenance and upgrades</a:t>
            </a:r>
          </a:p>
          <a:p>
            <a:pPr>
              <a:buFont typeface="Arial" panose="020B0604020202020204" pitchFamily="34" charset="0"/>
              <a:buChar char="•"/>
            </a:pPr>
            <a:r>
              <a:rPr lang="en-US" dirty="0"/>
              <a:t>Hardware lifecycle management</a:t>
            </a:r>
          </a:p>
          <a:p>
            <a:r>
              <a:rPr lang="en-US" b="1" dirty="0"/>
              <a:t>Your team can focus on innovation instead of infrastructure.</a:t>
            </a:r>
            <a:endParaRPr lang="en-US" dirty="0"/>
          </a:p>
          <a:p>
            <a:endParaRPr lang="en-US" dirty="0"/>
          </a:p>
        </p:txBody>
      </p:sp>
    </p:spTree>
    <p:extLst>
      <p:ext uri="{BB962C8B-B14F-4D97-AF65-F5344CB8AC3E}">
        <p14:creationId xmlns:p14="http://schemas.microsoft.com/office/powerpoint/2010/main" val="3900601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004A7-AEF8-8AFF-FA7F-09B39D103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F446CC-12B7-32B6-41C9-6413C27FA425}"/>
              </a:ext>
            </a:extLst>
          </p:cNvPr>
          <p:cNvSpPr>
            <a:spLocks noGrp="1"/>
          </p:cNvSpPr>
          <p:nvPr>
            <p:ph type="title"/>
          </p:nvPr>
        </p:nvSpPr>
        <p:spPr/>
        <p:txBody>
          <a:bodyPr>
            <a:normAutofit/>
          </a:bodyPr>
          <a:lstStyle/>
          <a:p>
            <a:r>
              <a:rPr lang="en-US" dirty="0"/>
              <a:t>Global Reach</a:t>
            </a:r>
          </a:p>
        </p:txBody>
      </p:sp>
      <p:sp>
        <p:nvSpPr>
          <p:cNvPr id="3" name="Content Placeholder 2">
            <a:extLst>
              <a:ext uri="{FF2B5EF4-FFF2-40B4-BE49-F238E27FC236}">
                <a16:creationId xmlns:a16="http://schemas.microsoft.com/office/drawing/2014/main" id="{00AFB963-9D6E-6492-2601-1AC6CED3CE9F}"/>
              </a:ext>
            </a:extLst>
          </p:cNvPr>
          <p:cNvSpPr>
            <a:spLocks noGrp="1"/>
          </p:cNvSpPr>
          <p:nvPr>
            <p:ph idx="1"/>
          </p:nvPr>
        </p:nvSpPr>
        <p:spPr/>
        <p:txBody>
          <a:bodyPr/>
          <a:lstStyle/>
          <a:p>
            <a:pPr>
              <a:buNone/>
            </a:pPr>
            <a:r>
              <a:rPr lang="en-US" dirty="0"/>
              <a:t>Cloud services are available across </a:t>
            </a:r>
            <a:r>
              <a:rPr lang="en-US" b="1" dirty="0"/>
              <a:t>geographic regions and availability zones</a:t>
            </a:r>
            <a:r>
              <a:rPr lang="en-US" dirty="0"/>
              <a:t>.</a:t>
            </a:r>
          </a:p>
          <a:p>
            <a:pPr>
              <a:buNone/>
            </a:pPr>
            <a:r>
              <a:rPr lang="en-US" b="1" dirty="0"/>
              <a:t>What this means for you:</a:t>
            </a:r>
            <a:endParaRPr lang="en-US" dirty="0"/>
          </a:p>
          <a:p>
            <a:pPr>
              <a:buFont typeface="Arial" panose="020B0604020202020204" pitchFamily="34" charset="0"/>
              <a:buChar char="•"/>
            </a:pPr>
            <a:r>
              <a:rPr lang="en-US" dirty="0"/>
              <a:t>Serve customers around the world with minimal latency</a:t>
            </a:r>
          </a:p>
          <a:p>
            <a:pPr>
              <a:buFont typeface="Arial" panose="020B0604020202020204" pitchFamily="34" charset="0"/>
              <a:buChar char="•"/>
            </a:pPr>
            <a:r>
              <a:rPr lang="en-US" dirty="0"/>
              <a:t>Comply with data residency and legal requirements</a:t>
            </a:r>
          </a:p>
          <a:p>
            <a:pPr>
              <a:buFont typeface="Arial" panose="020B0604020202020204" pitchFamily="34" charset="0"/>
              <a:buChar char="•"/>
            </a:pPr>
            <a:r>
              <a:rPr lang="en-US" dirty="0"/>
              <a:t>Deploy across multiple regions for resilience</a:t>
            </a:r>
          </a:p>
          <a:p>
            <a:endParaRPr lang="en-US" dirty="0"/>
          </a:p>
        </p:txBody>
      </p:sp>
    </p:spTree>
    <p:extLst>
      <p:ext uri="{BB962C8B-B14F-4D97-AF65-F5344CB8AC3E}">
        <p14:creationId xmlns:p14="http://schemas.microsoft.com/office/powerpoint/2010/main" val="24678481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261AFB2-72A8-8EB8-7961-B0838F34BF9F}"/>
              </a:ext>
            </a:extLst>
          </p:cNvPr>
          <p:cNvSpPr>
            <a:spLocks noGrp="1"/>
          </p:cNvSpPr>
          <p:nvPr>
            <p:ph type="title"/>
          </p:nvPr>
        </p:nvSpPr>
        <p:spPr/>
        <p:txBody>
          <a:bodyPr>
            <a:normAutofit fontScale="90000"/>
          </a:bodyPr>
          <a:lstStyle/>
          <a:p>
            <a:r>
              <a:rPr lang="en-US" dirty="0"/>
              <a:t>Introduction to Amazon Web Services (AWS)</a:t>
            </a:r>
          </a:p>
        </p:txBody>
      </p:sp>
      <p:sp>
        <p:nvSpPr>
          <p:cNvPr id="5" name="Text Placeholder 4">
            <a:extLst>
              <a:ext uri="{FF2B5EF4-FFF2-40B4-BE49-F238E27FC236}">
                <a16:creationId xmlns:a16="http://schemas.microsoft.com/office/drawing/2014/main" id="{D5F65A1A-6D99-8557-A100-36B46E95D0E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076110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64251-2396-4B15-89B6-FE6FEECD56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249D93-11A6-243A-EA44-7434459475B8}"/>
              </a:ext>
            </a:extLst>
          </p:cNvPr>
          <p:cNvSpPr>
            <a:spLocks noGrp="1"/>
          </p:cNvSpPr>
          <p:nvPr>
            <p:ph type="title"/>
          </p:nvPr>
        </p:nvSpPr>
        <p:spPr/>
        <p:txBody>
          <a:bodyPr>
            <a:normAutofit/>
          </a:bodyPr>
          <a:lstStyle/>
          <a:p>
            <a:r>
              <a:rPr lang="en-US" dirty="0"/>
              <a:t>What is AWS?</a:t>
            </a:r>
          </a:p>
        </p:txBody>
      </p:sp>
      <p:sp>
        <p:nvSpPr>
          <p:cNvPr id="3" name="Content Placeholder 2">
            <a:extLst>
              <a:ext uri="{FF2B5EF4-FFF2-40B4-BE49-F238E27FC236}">
                <a16:creationId xmlns:a16="http://schemas.microsoft.com/office/drawing/2014/main" id="{96EFDC88-798A-69A6-D75F-B04E3EB71FF3}"/>
              </a:ext>
            </a:extLst>
          </p:cNvPr>
          <p:cNvSpPr>
            <a:spLocks noGrp="1"/>
          </p:cNvSpPr>
          <p:nvPr>
            <p:ph idx="1"/>
          </p:nvPr>
        </p:nvSpPr>
        <p:spPr/>
        <p:txBody>
          <a:bodyPr/>
          <a:lstStyle/>
          <a:p>
            <a:pPr marL="0" indent="0">
              <a:buNone/>
            </a:pPr>
            <a:r>
              <a:rPr lang="en-US" dirty="0"/>
              <a:t>Amazon Web Services (AWS) is a </a:t>
            </a:r>
            <a:r>
              <a:rPr lang="en-US" b="1" dirty="0"/>
              <a:t>comprehensive cloud computing platform</a:t>
            </a:r>
            <a:r>
              <a:rPr lang="en-US" dirty="0"/>
              <a:t> provided by Amazon.</a:t>
            </a:r>
          </a:p>
          <a:p>
            <a:pPr>
              <a:buNone/>
            </a:pPr>
            <a:r>
              <a:rPr lang="en-US" b="1" dirty="0"/>
              <a:t>Key Features:</a:t>
            </a:r>
            <a:endParaRPr lang="en-US" dirty="0"/>
          </a:p>
          <a:p>
            <a:pPr>
              <a:buFont typeface="Arial" panose="020B0604020202020204" pitchFamily="34" charset="0"/>
              <a:buChar char="•"/>
            </a:pPr>
            <a:r>
              <a:rPr lang="en-US" dirty="0"/>
              <a:t>Delivers </a:t>
            </a:r>
            <a:r>
              <a:rPr lang="en-US" b="1" dirty="0"/>
              <a:t>on-demand</a:t>
            </a:r>
            <a:r>
              <a:rPr lang="en-US" dirty="0"/>
              <a:t> access to compute, storage, databases, networking, analytics, and more.</a:t>
            </a:r>
          </a:p>
          <a:p>
            <a:pPr>
              <a:buFont typeface="Arial" panose="020B0604020202020204" pitchFamily="34" charset="0"/>
              <a:buChar char="•"/>
            </a:pPr>
            <a:r>
              <a:rPr lang="en-US" dirty="0"/>
              <a:t>Offers a </a:t>
            </a:r>
            <a:r>
              <a:rPr lang="en-US" b="1" dirty="0"/>
              <a:t>pay-as-you-go</a:t>
            </a:r>
            <a:r>
              <a:rPr lang="en-US" dirty="0"/>
              <a:t> pricing model.</a:t>
            </a:r>
          </a:p>
          <a:p>
            <a:pPr>
              <a:buFont typeface="Arial" panose="020B0604020202020204" pitchFamily="34" charset="0"/>
              <a:buChar char="•"/>
            </a:pPr>
            <a:r>
              <a:rPr lang="en-US" dirty="0"/>
              <a:t>Operates as a </a:t>
            </a:r>
            <a:r>
              <a:rPr lang="en-US" b="1" dirty="0"/>
              <a:t>secure, global infrastructure</a:t>
            </a:r>
            <a:r>
              <a:rPr lang="en-US" dirty="0"/>
              <a:t> serving millions of customers.</a:t>
            </a:r>
          </a:p>
          <a:p>
            <a:endParaRPr lang="en-US" dirty="0"/>
          </a:p>
        </p:txBody>
      </p:sp>
    </p:spTree>
    <p:extLst>
      <p:ext uri="{BB962C8B-B14F-4D97-AF65-F5344CB8AC3E}">
        <p14:creationId xmlns:p14="http://schemas.microsoft.com/office/powerpoint/2010/main" val="33278348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3E46F-18EC-2678-DF34-5616FDCE43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6F70FC-B494-F49B-15F3-63510FADDFE6}"/>
              </a:ext>
            </a:extLst>
          </p:cNvPr>
          <p:cNvSpPr>
            <a:spLocks noGrp="1"/>
          </p:cNvSpPr>
          <p:nvPr>
            <p:ph type="title"/>
          </p:nvPr>
        </p:nvSpPr>
        <p:spPr/>
        <p:txBody>
          <a:bodyPr>
            <a:normAutofit/>
          </a:bodyPr>
          <a:lstStyle/>
          <a:p>
            <a:r>
              <a:rPr lang="en-US" dirty="0"/>
              <a:t>Characteristics of AWS</a:t>
            </a:r>
          </a:p>
        </p:txBody>
      </p:sp>
      <p:sp>
        <p:nvSpPr>
          <p:cNvPr id="3" name="Content Placeholder 2">
            <a:extLst>
              <a:ext uri="{FF2B5EF4-FFF2-40B4-BE49-F238E27FC236}">
                <a16:creationId xmlns:a16="http://schemas.microsoft.com/office/drawing/2014/main" id="{80CD49B6-AE31-6205-33EA-B51798493EBD}"/>
              </a:ext>
            </a:extLst>
          </p:cNvPr>
          <p:cNvSpPr>
            <a:spLocks noGrp="1"/>
          </p:cNvSpPr>
          <p:nvPr>
            <p:ph idx="1"/>
          </p:nvPr>
        </p:nvSpPr>
        <p:spPr/>
        <p:txBody>
          <a:bodyPr/>
          <a:lstStyle/>
          <a:p>
            <a:pPr>
              <a:buFont typeface="Arial" panose="020B0604020202020204" pitchFamily="34" charset="0"/>
              <a:buChar char="•"/>
            </a:pPr>
            <a:r>
              <a:rPr lang="en-US" b="1" dirty="0"/>
              <a:t>Secure:</a:t>
            </a:r>
            <a:r>
              <a:rPr lang="en-US" dirty="0"/>
              <a:t> Data encryption, identity management, and compliance.</a:t>
            </a:r>
          </a:p>
          <a:p>
            <a:pPr>
              <a:buFont typeface="Arial" panose="020B0604020202020204" pitchFamily="34" charset="0"/>
              <a:buChar char="•"/>
            </a:pPr>
            <a:r>
              <a:rPr lang="en-US" b="1" dirty="0"/>
              <a:t>Flexible:</a:t>
            </a:r>
            <a:r>
              <a:rPr lang="en-US" dirty="0"/>
              <a:t> Choose the right tools, platforms, and configurations.</a:t>
            </a:r>
          </a:p>
          <a:p>
            <a:pPr>
              <a:buFont typeface="Arial" panose="020B0604020202020204" pitchFamily="34" charset="0"/>
              <a:buChar char="•"/>
            </a:pPr>
            <a:r>
              <a:rPr lang="en-US" b="1" dirty="0"/>
              <a:t>Scalable:</a:t>
            </a:r>
            <a:r>
              <a:rPr lang="en-US" dirty="0"/>
              <a:t> Instantly adapt to demand changes.</a:t>
            </a:r>
          </a:p>
          <a:p>
            <a:pPr>
              <a:buFont typeface="Arial" panose="020B0604020202020204" pitchFamily="34" charset="0"/>
              <a:buChar char="•"/>
            </a:pPr>
            <a:r>
              <a:rPr lang="en-US" b="1" dirty="0"/>
              <a:t>Reliable:</a:t>
            </a:r>
            <a:r>
              <a:rPr lang="en-US" dirty="0"/>
              <a:t> Built-in redundancy and failover mechanisms.</a:t>
            </a:r>
          </a:p>
          <a:p>
            <a:pPr>
              <a:buFont typeface="Arial" panose="020B0604020202020204" pitchFamily="34" charset="0"/>
              <a:buChar char="•"/>
            </a:pPr>
            <a:r>
              <a:rPr lang="en-US" b="1" dirty="0"/>
              <a:t>Global:</a:t>
            </a:r>
            <a:r>
              <a:rPr lang="en-US" dirty="0"/>
              <a:t> Data centers in multiple regions and availability zones.</a:t>
            </a:r>
          </a:p>
          <a:p>
            <a:endParaRPr lang="en-US" dirty="0"/>
          </a:p>
        </p:txBody>
      </p:sp>
    </p:spTree>
    <p:extLst>
      <p:ext uri="{BB962C8B-B14F-4D97-AF65-F5344CB8AC3E}">
        <p14:creationId xmlns:p14="http://schemas.microsoft.com/office/powerpoint/2010/main" val="10957514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D0A62-CE73-967E-F32B-35D95B1442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6ECCAD-EEDD-F4FC-53F7-7A59B3771B41}"/>
              </a:ext>
            </a:extLst>
          </p:cNvPr>
          <p:cNvSpPr>
            <a:spLocks noGrp="1"/>
          </p:cNvSpPr>
          <p:nvPr>
            <p:ph type="title"/>
          </p:nvPr>
        </p:nvSpPr>
        <p:spPr/>
        <p:txBody>
          <a:bodyPr>
            <a:normAutofit/>
          </a:bodyPr>
          <a:lstStyle/>
          <a:p>
            <a:r>
              <a:rPr lang="en-US" dirty="0"/>
              <a:t>AWS Global Footprint</a:t>
            </a:r>
          </a:p>
        </p:txBody>
      </p:sp>
      <p:sp>
        <p:nvSpPr>
          <p:cNvPr id="3" name="Content Placeholder 2">
            <a:extLst>
              <a:ext uri="{FF2B5EF4-FFF2-40B4-BE49-F238E27FC236}">
                <a16:creationId xmlns:a16="http://schemas.microsoft.com/office/drawing/2014/main" id="{27C67603-5A5E-58C5-2125-F9EBFD7EB206}"/>
              </a:ext>
            </a:extLst>
          </p:cNvPr>
          <p:cNvSpPr>
            <a:spLocks noGrp="1"/>
          </p:cNvSpPr>
          <p:nvPr>
            <p:ph idx="1"/>
          </p:nvPr>
        </p:nvSpPr>
        <p:spPr>
          <a:xfrm>
            <a:off x="838199" y="1706007"/>
            <a:ext cx="6321213" cy="4991039"/>
          </a:xfrm>
        </p:spPr>
        <p:txBody>
          <a:bodyPr>
            <a:normAutofit lnSpcReduction="10000"/>
          </a:bodyPr>
          <a:lstStyle/>
          <a:p>
            <a:pPr>
              <a:buNone/>
            </a:pPr>
            <a:r>
              <a:rPr lang="en-US" dirty="0"/>
              <a:t>AWS operates in:</a:t>
            </a:r>
          </a:p>
          <a:p>
            <a:pPr>
              <a:buFont typeface="Arial" panose="020B0604020202020204" pitchFamily="34" charset="0"/>
              <a:buChar char="•"/>
            </a:pPr>
            <a:r>
              <a:rPr lang="en-US" b="1" dirty="0"/>
              <a:t>Regions:</a:t>
            </a:r>
            <a:r>
              <a:rPr lang="en-US" dirty="0"/>
              <a:t> Geographic locations (e.g., US East, EU Central)</a:t>
            </a:r>
          </a:p>
          <a:p>
            <a:pPr>
              <a:buFont typeface="Arial" panose="020B0604020202020204" pitchFamily="34" charset="0"/>
              <a:buChar char="•"/>
            </a:pPr>
            <a:r>
              <a:rPr lang="en-US" b="1" dirty="0"/>
              <a:t>Availability Zones:</a:t>
            </a:r>
            <a:r>
              <a:rPr lang="en-US" dirty="0"/>
              <a:t> Isolated data centers within regions</a:t>
            </a:r>
          </a:p>
          <a:p>
            <a:pPr>
              <a:buFont typeface="Arial" panose="020B0604020202020204" pitchFamily="34" charset="0"/>
              <a:buChar char="•"/>
            </a:pPr>
            <a:r>
              <a:rPr lang="en-US" b="1" dirty="0"/>
              <a:t>Edge Locations:</a:t>
            </a:r>
            <a:r>
              <a:rPr lang="en-US" dirty="0"/>
              <a:t> For content delivery and low-latency access</a:t>
            </a:r>
          </a:p>
          <a:p>
            <a:pPr marL="0" indent="0">
              <a:buNone/>
            </a:pPr>
            <a:endParaRPr lang="en-US" b="1" dirty="0"/>
          </a:p>
          <a:p>
            <a:pPr marL="0" indent="0">
              <a:buNone/>
            </a:pPr>
            <a:r>
              <a:rPr lang="en-US" b="1" dirty="0"/>
              <a:t>Purpose for this Infrastructure:</a:t>
            </a:r>
            <a:r>
              <a:rPr lang="en-US" dirty="0"/>
              <a:t> </a:t>
            </a:r>
          </a:p>
          <a:p>
            <a:pPr marL="457200" indent="-457200">
              <a:buFont typeface="+mj-lt"/>
              <a:buAutoNum type="arabicPeriod"/>
            </a:pPr>
            <a:r>
              <a:rPr lang="en-US" dirty="0"/>
              <a:t>High availability</a:t>
            </a:r>
          </a:p>
          <a:p>
            <a:pPr marL="457200" indent="-457200">
              <a:buFont typeface="+mj-lt"/>
              <a:buAutoNum type="arabicPeriod"/>
            </a:pPr>
            <a:r>
              <a:rPr lang="en-US" dirty="0"/>
              <a:t>Fault tolerance</a:t>
            </a:r>
          </a:p>
          <a:p>
            <a:pPr marL="457200" indent="-457200">
              <a:buFont typeface="+mj-lt"/>
              <a:buAutoNum type="arabicPeriod"/>
            </a:pPr>
            <a:r>
              <a:rPr lang="en-US" dirty="0"/>
              <a:t>Low latency</a:t>
            </a:r>
          </a:p>
          <a:p>
            <a:endParaRPr lang="en-US" dirty="0"/>
          </a:p>
        </p:txBody>
      </p:sp>
      <p:pic>
        <p:nvPicPr>
          <p:cNvPr id="5" name="Picture 4">
            <a:extLst>
              <a:ext uri="{FF2B5EF4-FFF2-40B4-BE49-F238E27FC236}">
                <a16:creationId xmlns:a16="http://schemas.microsoft.com/office/drawing/2014/main" id="{1465F9A1-FB67-D393-7DBB-A4D7907C90E7}"/>
              </a:ext>
            </a:extLst>
          </p:cNvPr>
          <p:cNvPicPr>
            <a:picLocks noChangeAspect="1"/>
          </p:cNvPicPr>
          <p:nvPr/>
        </p:nvPicPr>
        <p:blipFill>
          <a:blip r:embed="rId2"/>
          <a:stretch>
            <a:fillRect/>
          </a:stretch>
        </p:blipFill>
        <p:spPr>
          <a:xfrm>
            <a:off x="7761050" y="1757052"/>
            <a:ext cx="3592750" cy="3668388"/>
          </a:xfrm>
          <a:prstGeom prst="rect">
            <a:avLst/>
          </a:prstGeom>
        </p:spPr>
      </p:pic>
      <p:sp>
        <p:nvSpPr>
          <p:cNvPr id="7" name="TextBox 6">
            <a:extLst>
              <a:ext uri="{FF2B5EF4-FFF2-40B4-BE49-F238E27FC236}">
                <a16:creationId xmlns:a16="http://schemas.microsoft.com/office/drawing/2014/main" id="{64A54633-4B27-6690-0D9C-4CD4EC6DF1E2}"/>
              </a:ext>
            </a:extLst>
          </p:cNvPr>
          <p:cNvSpPr txBox="1"/>
          <p:nvPr/>
        </p:nvSpPr>
        <p:spPr>
          <a:xfrm>
            <a:off x="5026476" y="6007466"/>
            <a:ext cx="6934866" cy="307777"/>
          </a:xfrm>
          <a:prstGeom prst="rect">
            <a:avLst/>
          </a:prstGeom>
          <a:noFill/>
        </p:spPr>
        <p:txBody>
          <a:bodyPr wrap="square">
            <a:spAutoFit/>
          </a:bodyPr>
          <a:lstStyle/>
          <a:p>
            <a:r>
              <a:rPr lang="en-US" sz="1400" dirty="0">
                <a:hlinkClick r:id="rId3"/>
              </a:rPr>
              <a:t>https://aws.amazon.com/about-aws/global-infrastructure/#AWS_Global_Infrastructure_Map</a:t>
            </a:r>
            <a:endParaRPr lang="en-US" sz="1400" dirty="0"/>
          </a:p>
        </p:txBody>
      </p:sp>
      <p:sp>
        <p:nvSpPr>
          <p:cNvPr id="11" name="TextBox 10">
            <a:extLst>
              <a:ext uri="{FF2B5EF4-FFF2-40B4-BE49-F238E27FC236}">
                <a16:creationId xmlns:a16="http://schemas.microsoft.com/office/drawing/2014/main" id="{D09123F2-55B3-8B74-3917-CDA7C2093784}"/>
              </a:ext>
            </a:extLst>
          </p:cNvPr>
          <p:cNvSpPr txBox="1"/>
          <p:nvPr/>
        </p:nvSpPr>
        <p:spPr>
          <a:xfrm>
            <a:off x="5026476" y="6284033"/>
            <a:ext cx="7041806" cy="307777"/>
          </a:xfrm>
          <a:prstGeom prst="rect">
            <a:avLst/>
          </a:prstGeom>
          <a:noFill/>
        </p:spPr>
        <p:txBody>
          <a:bodyPr wrap="square">
            <a:spAutoFit/>
          </a:bodyPr>
          <a:lstStyle/>
          <a:p>
            <a:r>
              <a:rPr lang="en-US" sz="1400" dirty="0">
                <a:hlinkClick r:id="rId4"/>
              </a:rPr>
              <a:t>https://aws.amazon.com/about-aws/global-infrastructure/regions_az/</a:t>
            </a:r>
            <a:endParaRPr lang="en-US" sz="1400" dirty="0"/>
          </a:p>
        </p:txBody>
      </p:sp>
    </p:spTree>
    <p:extLst>
      <p:ext uri="{BB962C8B-B14F-4D97-AF65-F5344CB8AC3E}">
        <p14:creationId xmlns:p14="http://schemas.microsoft.com/office/powerpoint/2010/main" val="15718853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E7B4C-61E5-DDB6-DF73-6E28E919FA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56D5FB-C802-B01A-7E1E-018F7BA8CCFB}"/>
              </a:ext>
            </a:extLst>
          </p:cNvPr>
          <p:cNvSpPr>
            <a:spLocks noGrp="1"/>
          </p:cNvSpPr>
          <p:nvPr>
            <p:ph type="title"/>
          </p:nvPr>
        </p:nvSpPr>
        <p:spPr/>
        <p:txBody>
          <a:bodyPr/>
          <a:lstStyle/>
          <a:p>
            <a:r>
              <a:rPr lang="en-US" dirty="0"/>
              <a:t>AWS Regions</a:t>
            </a:r>
          </a:p>
        </p:txBody>
      </p:sp>
      <p:sp>
        <p:nvSpPr>
          <p:cNvPr id="3" name="Content Placeholder 2">
            <a:extLst>
              <a:ext uri="{FF2B5EF4-FFF2-40B4-BE49-F238E27FC236}">
                <a16:creationId xmlns:a16="http://schemas.microsoft.com/office/drawing/2014/main" id="{F861F6EC-5C68-1EF6-F060-888C9C68CAF1}"/>
              </a:ext>
            </a:extLst>
          </p:cNvPr>
          <p:cNvSpPr>
            <a:spLocks noGrp="1"/>
          </p:cNvSpPr>
          <p:nvPr>
            <p:ph idx="1"/>
          </p:nvPr>
        </p:nvSpPr>
        <p:spPr>
          <a:xfrm>
            <a:off x="838200" y="1706007"/>
            <a:ext cx="4697627" cy="4991039"/>
          </a:xfrm>
        </p:spPr>
        <p:txBody>
          <a:bodyPr>
            <a:normAutofit lnSpcReduction="10000"/>
          </a:bodyPr>
          <a:lstStyle/>
          <a:p>
            <a:pPr>
              <a:buFont typeface="Arial" panose="020B0604020202020204" pitchFamily="34" charset="0"/>
              <a:buChar char="•"/>
            </a:pPr>
            <a:r>
              <a:rPr lang="en-US" dirty="0"/>
              <a:t>Each </a:t>
            </a:r>
            <a:r>
              <a:rPr lang="en-US" b="1" dirty="0"/>
              <a:t>Region</a:t>
            </a:r>
            <a:r>
              <a:rPr lang="en-US" dirty="0"/>
              <a:t> is a separate geographic area.</a:t>
            </a:r>
          </a:p>
          <a:p>
            <a:pPr>
              <a:buFont typeface="Arial" panose="020B0604020202020204" pitchFamily="34" charset="0"/>
              <a:buChar char="•"/>
            </a:pPr>
            <a:r>
              <a:rPr lang="en-US" dirty="0"/>
              <a:t>Contains </a:t>
            </a:r>
            <a:r>
              <a:rPr lang="en-US" b="1" dirty="0"/>
              <a:t>2 or more Availability Zones</a:t>
            </a:r>
            <a:r>
              <a:rPr lang="en-US" dirty="0"/>
              <a:t>.</a:t>
            </a:r>
          </a:p>
          <a:p>
            <a:pPr>
              <a:buFont typeface="Arial" panose="020B0604020202020204" pitchFamily="34" charset="0"/>
              <a:buChar char="•"/>
            </a:pPr>
            <a:r>
              <a:rPr lang="en-US" dirty="0"/>
              <a:t>Customers choose Regions based on:</a:t>
            </a:r>
          </a:p>
          <a:p>
            <a:pPr marL="742950" lvl="1" indent="-285750">
              <a:buFont typeface="Arial" panose="020B0604020202020204" pitchFamily="34" charset="0"/>
              <a:buChar char="•"/>
            </a:pPr>
            <a:r>
              <a:rPr lang="en-US" b="1" dirty="0"/>
              <a:t>Latency</a:t>
            </a:r>
            <a:endParaRPr lang="en-US" dirty="0"/>
          </a:p>
          <a:p>
            <a:pPr marL="742950" lvl="1" indent="-285750">
              <a:buFont typeface="Arial" panose="020B0604020202020204" pitchFamily="34" charset="0"/>
              <a:buChar char="•"/>
            </a:pPr>
            <a:r>
              <a:rPr lang="en-US" b="1" dirty="0"/>
              <a:t>Legal compliance</a:t>
            </a:r>
            <a:endParaRPr lang="en-US" dirty="0"/>
          </a:p>
          <a:p>
            <a:pPr marL="742950" lvl="1" indent="-285750">
              <a:buFont typeface="Arial" panose="020B0604020202020204" pitchFamily="34" charset="0"/>
              <a:buChar char="•"/>
            </a:pPr>
            <a:r>
              <a:rPr lang="en-US" b="1" dirty="0"/>
              <a:t>Service availability</a:t>
            </a:r>
            <a:endParaRPr lang="en-US" dirty="0"/>
          </a:p>
          <a:p>
            <a:pPr marL="742950" lvl="1" indent="-285750">
              <a:buFont typeface="Arial" panose="020B0604020202020204" pitchFamily="34" charset="0"/>
              <a:buChar char="•"/>
            </a:pPr>
            <a:r>
              <a:rPr lang="en-US" b="1" dirty="0"/>
              <a:t>Cost differences</a:t>
            </a:r>
            <a:endParaRPr lang="en-US" dirty="0"/>
          </a:p>
          <a:p>
            <a:pPr marL="0" indent="0">
              <a:buNone/>
            </a:pPr>
            <a:r>
              <a:rPr lang="en-US" b="1" dirty="0"/>
              <a:t>Example:</a:t>
            </a:r>
            <a:endParaRPr lang="en-US" dirty="0"/>
          </a:p>
          <a:p>
            <a:r>
              <a:rPr lang="en-US" dirty="0"/>
              <a:t>Europe (Ireland) → eu-west-1</a:t>
            </a:r>
          </a:p>
          <a:p>
            <a:r>
              <a:rPr lang="en-US" dirty="0"/>
              <a:t>US East (N. Virginia) → us-east-1</a:t>
            </a:r>
          </a:p>
        </p:txBody>
      </p:sp>
      <p:pic>
        <p:nvPicPr>
          <p:cNvPr id="10" name="Picture 9">
            <a:extLst>
              <a:ext uri="{FF2B5EF4-FFF2-40B4-BE49-F238E27FC236}">
                <a16:creationId xmlns:a16="http://schemas.microsoft.com/office/drawing/2014/main" id="{D2ECE146-1B40-110F-7A77-94BC6489BE88}"/>
              </a:ext>
            </a:extLst>
          </p:cNvPr>
          <p:cNvPicPr>
            <a:picLocks noChangeAspect="1"/>
          </p:cNvPicPr>
          <p:nvPr/>
        </p:nvPicPr>
        <p:blipFill>
          <a:blip r:embed="rId2"/>
          <a:stretch>
            <a:fillRect/>
          </a:stretch>
        </p:blipFill>
        <p:spPr>
          <a:xfrm>
            <a:off x="5672983" y="1706007"/>
            <a:ext cx="5680817" cy="2620640"/>
          </a:xfrm>
          <a:prstGeom prst="rect">
            <a:avLst/>
          </a:prstGeom>
        </p:spPr>
      </p:pic>
    </p:spTree>
    <p:extLst>
      <p:ext uri="{BB962C8B-B14F-4D97-AF65-F5344CB8AC3E}">
        <p14:creationId xmlns:p14="http://schemas.microsoft.com/office/powerpoint/2010/main" val="1411155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A62A9-059F-52F8-E27D-FD1FC0BD48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741A9-E550-39C5-EBD0-4C48BE1AFA38}"/>
              </a:ext>
            </a:extLst>
          </p:cNvPr>
          <p:cNvSpPr>
            <a:spLocks noGrp="1"/>
          </p:cNvSpPr>
          <p:nvPr>
            <p:ph type="title"/>
          </p:nvPr>
        </p:nvSpPr>
        <p:spPr/>
        <p:txBody>
          <a:bodyPr>
            <a:normAutofit/>
          </a:bodyPr>
          <a:lstStyle/>
          <a:p>
            <a:r>
              <a:rPr lang="en-US" dirty="0"/>
              <a:t>Availability Zones (AZs)</a:t>
            </a:r>
          </a:p>
        </p:txBody>
      </p:sp>
      <p:sp>
        <p:nvSpPr>
          <p:cNvPr id="3" name="Content Placeholder 2">
            <a:extLst>
              <a:ext uri="{FF2B5EF4-FFF2-40B4-BE49-F238E27FC236}">
                <a16:creationId xmlns:a16="http://schemas.microsoft.com/office/drawing/2014/main" id="{5F69D7C7-B0F0-CCCF-5D0A-0322A729E161}"/>
              </a:ext>
            </a:extLst>
          </p:cNvPr>
          <p:cNvSpPr>
            <a:spLocks noGrp="1"/>
          </p:cNvSpPr>
          <p:nvPr>
            <p:ph idx="1"/>
          </p:nvPr>
        </p:nvSpPr>
        <p:spPr>
          <a:xfrm>
            <a:off x="838200" y="1706007"/>
            <a:ext cx="6226388" cy="4991039"/>
          </a:xfrm>
        </p:spPr>
        <p:txBody>
          <a:bodyPr/>
          <a:lstStyle/>
          <a:p>
            <a:pPr>
              <a:buFont typeface="Arial" panose="020B0604020202020204" pitchFamily="34" charset="0"/>
              <a:buChar char="•"/>
            </a:pPr>
            <a:r>
              <a:rPr lang="en-US" dirty="0"/>
              <a:t>Each Region includes multiple </a:t>
            </a:r>
            <a:r>
              <a:rPr lang="en-US" b="1" dirty="0"/>
              <a:t>Availability Zones</a:t>
            </a:r>
            <a:r>
              <a:rPr lang="en-US" dirty="0"/>
              <a:t>.</a:t>
            </a:r>
          </a:p>
          <a:p>
            <a:pPr>
              <a:buFont typeface="Arial" panose="020B0604020202020204" pitchFamily="34" charset="0"/>
              <a:buChar char="•"/>
            </a:pPr>
            <a:r>
              <a:rPr lang="en-US" dirty="0"/>
              <a:t>AZs are </a:t>
            </a:r>
            <a:r>
              <a:rPr lang="en-US" b="1" dirty="0"/>
              <a:t>physically isolated</a:t>
            </a:r>
            <a:r>
              <a:rPr lang="en-US" dirty="0"/>
              <a:t> but </a:t>
            </a:r>
            <a:r>
              <a:rPr lang="en-US" b="1" dirty="0"/>
              <a:t>interconnected</a:t>
            </a:r>
            <a:r>
              <a:rPr lang="en-US" dirty="0"/>
              <a:t> using high-speed private links.</a:t>
            </a:r>
          </a:p>
          <a:p>
            <a:pPr>
              <a:buFont typeface="Arial" panose="020B0604020202020204" pitchFamily="34" charset="0"/>
              <a:buChar char="•"/>
            </a:pPr>
            <a:r>
              <a:rPr lang="en-US" dirty="0"/>
              <a:t>Designed for </a:t>
            </a:r>
            <a:r>
              <a:rPr lang="en-US" b="1" dirty="0"/>
              <a:t>fault isolation</a:t>
            </a:r>
            <a:r>
              <a:rPr lang="en-US" dirty="0"/>
              <a:t> and </a:t>
            </a:r>
            <a:r>
              <a:rPr lang="en-US" b="1" dirty="0"/>
              <a:t>resiliency</a:t>
            </a:r>
            <a:r>
              <a:rPr lang="en-US" dirty="0"/>
              <a:t>.</a:t>
            </a:r>
          </a:p>
          <a:p>
            <a:r>
              <a:rPr lang="en-US" b="1" dirty="0"/>
              <a:t>Best Practice:</a:t>
            </a:r>
            <a:br>
              <a:rPr lang="en-US" dirty="0"/>
            </a:br>
            <a:r>
              <a:rPr lang="en-US" dirty="0"/>
              <a:t>Deploy across multiple AZs to build </a:t>
            </a:r>
            <a:r>
              <a:rPr lang="en-US" b="1" dirty="0"/>
              <a:t>highly available</a:t>
            </a:r>
            <a:r>
              <a:rPr lang="en-US" dirty="0"/>
              <a:t> and </a:t>
            </a:r>
            <a:r>
              <a:rPr lang="en-US" b="1" dirty="0"/>
              <a:t>disaster-resilient</a:t>
            </a:r>
            <a:r>
              <a:rPr lang="en-US" dirty="0"/>
              <a:t> systems.</a:t>
            </a:r>
          </a:p>
          <a:p>
            <a:endParaRPr lang="en-US" dirty="0"/>
          </a:p>
        </p:txBody>
      </p:sp>
      <p:pic>
        <p:nvPicPr>
          <p:cNvPr id="21506" name="Picture 2" descr="What is an AWS Availability Zone? | Global infrastructure">
            <a:extLst>
              <a:ext uri="{FF2B5EF4-FFF2-40B4-BE49-F238E27FC236}">
                <a16:creationId xmlns:a16="http://schemas.microsoft.com/office/drawing/2014/main" id="{974E8964-DC70-91A1-02D2-FD5A8A9BCF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0682" y="1766967"/>
            <a:ext cx="3783118" cy="37895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74051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A8CEE-AA30-8471-4899-792BD90D9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6138AF-EE34-A876-3B99-06AB160DBF02}"/>
              </a:ext>
            </a:extLst>
          </p:cNvPr>
          <p:cNvSpPr>
            <a:spLocks noGrp="1"/>
          </p:cNvSpPr>
          <p:nvPr>
            <p:ph type="title"/>
          </p:nvPr>
        </p:nvSpPr>
        <p:spPr/>
        <p:txBody>
          <a:bodyPr>
            <a:normAutofit/>
          </a:bodyPr>
          <a:lstStyle/>
          <a:p>
            <a:r>
              <a:rPr lang="en-US" dirty="0"/>
              <a:t>AWS Data Centers</a:t>
            </a:r>
          </a:p>
        </p:txBody>
      </p:sp>
      <p:sp>
        <p:nvSpPr>
          <p:cNvPr id="3" name="Content Placeholder 2">
            <a:extLst>
              <a:ext uri="{FF2B5EF4-FFF2-40B4-BE49-F238E27FC236}">
                <a16:creationId xmlns:a16="http://schemas.microsoft.com/office/drawing/2014/main" id="{4BA5AA06-4E2F-AB4E-F29A-793C2B20A845}"/>
              </a:ext>
            </a:extLst>
          </p:cNvPr>
          <p:cNvSpPr>
            <a:spLocks noGrp="1"/>
          </p:cNvSpPr>
          <p:nvPr>
            <p:ph idx="1"/>
          </p:nvPr>
        </p:nvSpPr>
        <p:spPr>
          <a:xfrm>
            <a:off x="838200" y="1706007"/>
            <a:ext cx="5664200" cy="4991039"/>
          </a:xfrm>
        </p:spPr>
        <p:txBody>
          <a:bodyPr/>
          <a:lstStyle/>
          <a:p>
            <a:pPr>
              <a:buFont typeface="Arial" panose="020B0604020202020204" pitchFamily="34" charset="0"/>
              <a:buChar char="•"/>
            </a:pPr>
            <a:r>
              <a:rPr lang="en-US" dirty="0"/>
              <a:t>Secure, fault-tolerant physical facilities.</a:t>
            </a:r>
          </a:p>
          <a:p>
            <a:pPr>
              <a:buFont typeface="Arial" panose="020B0604020202020204" pitchFamily="34" charset="0"/>
              <a:buChar char="•"/>
            </a:pPr>
            <a:r>
              <a:rPr lang="en-US" dirty="0"/>
              <a:t>Each AZ consists of </a:t>
            </a:r>
            <a:r>
              <a:rPr lang="en-US" b="1" dirty="0"/>
              <a:t>one or more data centers</a:t>
            </a:r>
            <a:r>
              <a:rPr lang="en-US" dirty="0"/>
              <a:t>.</a:t>
            </a:r>
          </a:p>
          <a:p>
            <a:pPr>
              <a:buFont typeface="Arial" panose="020B0604020202020204" pitchFamily="34" charset="0"/>
              <a:buChar char="•"/>
            </a:pPr>
            <a:r>
              <a:rPr lang="en-US" dirty="0"/>
              <a:t>Features include:</a:t>
            </a:r>
          </a:p>
          <a:p>
            <a:pPr marL="742950" lvl="1" indent="-285750">
              <a:buFont typeface="Arial" panose="020B0604020202020204" pitchFamily="34" charset="0"/>
              <a:buChar char="•"/>
            </a:pPr>
            <a:r>
              <a:rPr lang="en-US" dirty="0"/>
              <a:t>Redundant power and networking</a:t>
            </a:r>
          </a:p>
          <a:p>
            <a:pPr marL="742950" lvl="1" indent="-285750">
              <a:buFont typeface="Arial" panose="020B0604020202020204" pitchFamily="34" charset="0"/>
              <a:buChar char="•"/>
            </a:pPr>
            <a:r>
              <a:rPr lang="en-US" dirty="0"/>
              <a:t>Access controls and physical security</a:t>
            </a:r>
          </a:p>
          <a:p>
            <a:pPr marL="742950" lvl="1" indent="-285750">
              <a:buFont typeface="Arial" panose="020B0604020202020204" pitchFamily="34" charset="0"/>
              <a:buChar char="•"/>
            </a:pPr>
            <a:r>
              <a:rPr lang="en-US" dirty="0"/>
              <a:t>Environmental protections (cooling, fire suppression)</a:t>
            </a:r>
          </a:p>
          <a:p>
            <a:endParaRPr lang="en-US" dirty="0"/>
          </a:p>
        </p:txBody>
      </p:sp>
      <p:pic>
        <p:nvPicPr>
          <p:cNvPr id="15362" name="Picture 2" descr="AWS is spending billions on five new data centers | TechRadar">
            <a:extLst>
              <a:ext uri="{FF2B5EF4-FFF2-40B4-BE49-F238E27FC236}">
                <a16:creationId xmlns:a16="http://schemas.microsoft.com/office/drawing/2014/main" id="{306C6C9F-7D08-33C1-D098-E61656AD8B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9323" y="4412615"/>
            <a:ext cx="4144477" cy="2330117"/>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descr="Amazon Aws Data Center Locations">
            <a:extLst>
              <a:ext uri="{FF2B5EF4-FFF2-40B4-BE49-F238E27FC236}">
                <a16:creationId xmlns:a16="http://schemas.microsoft.com/office/drawing/2014/main" id="{DB785EF3-2CF4-F119-2325-BF097566A5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9323" y="1706007"/>
            <a:ext cx="4144477" cy="2486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92415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1B4E1-2E53-92B4-9EE9-06D08F5B89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1A893F-F948-42BD-7FD3-410E2BBE6125}"/>
              </a:ext>
            </a:extLst>
          </p:cNvPr>
          <p:cNvSpPr>
            <a:spLocks noGrp="1"/>
          </p:cNvSpPr>
          <p:nvPr>
            <p:ph type="title"/>
          </p:nvPr>
        </p:nvSpPr>
        <p:spPr/>
        <p:txBody>
          <a:bodyPr>
            <a:normAutofit/>
          </a:bodyPr>
          <a:lstStyle/>
          <a:p>
            <a:r>
              <a:rPr lang="en-US" dirty="0"/>
              <a:t>Points of Presence (</a:t>
            </a:r>
            <a:r>
              <a:rPr lang="en-US" dirty="0" err="1"/>
              <a:t>PoPs</a:t>
            </a:r>
            <a:r>
              <a:rPr lang="en-US" dirty="0"/>
              <a:t>)</a:t>
            </a:r>
          </a:p>
        </p:txBody>
      </p:sp>
      <p:sp>
        <p:nvSpPr>
          <p:cNvPr id="3" name="Content Placeholder 2">
            <a:extLst>
              <a:ext uri="{FF2B5EF4-FFF2-40B4-BE49-F238E27FC236}">
                <a16:creationId xmlns:a16="http://schemas.microsoft.com/office/drawing/2014/main" id="{1DA22A46-FC65-9499-0737-1E41D8E1C7A6}"/>
              </a:ext>
            </a:extLst>
          </p:cNvPr>
          <p:cNvSpPr>
            <a:spLocks noGrp="1"/>
          </p:cNvSpPr>
          <p:nvPr>
            <p:ph idx="1"/>
          </p:nvPr>
        </p:nvSpPr>
        <p:spPr>
          <a:xfrm>
            <a:off x="838199" y="1706007"/>
            <a:ext cx="6118013" cy="4991039"/>
          </a:xfrm>
        </p:spPr>
        <p:txBody>
          <a:bodyPr/>
          <a:lstStyle/>
          <a:p>
            <a:pPr>
              <a:buFont typeface="Arial" panose="020B0604020202020204" pitchFamily="34" charset="0"/>
              <a:buChar char="•"/>
            </a:pPr>
            <a:r>
              <a:rPr lang="en-US" dirty="0"/>
              <a:t>Includes </a:t>
            </a:r>
            <a:r>
              <a:rPr lang="en-US" b="1" dirty="0"/>
              <a:t>Edge Locations</a:t>
            </a:r>
            <a:r>
              <a:rPr lang="en-US" dirty="0"/>
              <a:t> and </a:t>
            </a:r>
            <a:r>
              <a:rPr lang="en-US" b="1" dirty="0"/>
              <a:t>Regional Edge Caches</a:t>
            </a:r>
            <a:r>
              <a:rPr lang="en-US" dirty="0"/>
              <a:t>.</a:t>
            </a:r>
          </a:p>
          <a:p>
            <a:pPr>
              <a:buFont typeface="Arial" panose="020B0604020202020204" pitchFamily="34" charset="0"/>
              <a:buChar char="•"/>
            </a:pPr>
            <a:r>
              <a:rPr lang="en-US" dirty="0"/>
              <a:t>Used primarily for </a:t>
            </a:r>
            <a:r>
              <a:rPr lang="en-US" b="1" dirty="0"/>
              <a:t>content delivery</a:t>
            </a:r>
            <a:r>
              <a:rPr lang="en-US" dirty="0"/>
              <a:t> via Amazon CloudFront (CDN).</a:t>
            </a:r>
          </a:p>
          <a:p>
            <a:pPr>
              <a:buFont typeface="Arial" panose="020B0604020202020204" pitchFamily="34" charset="0"/>
              <a:buChar char="•"/>
            </a:pPr>
            <a:r>
              <a:rPr lang="en-US" dirty="0"/>
              <a:t>Enables </a:t>
            </a:r>
            <a:r>
              <a:rPr lang="en-US" b="1" dirty="0"/>
              <a:t>fast delivery</a:t>
            </a:r>
            <a:r>
              <a:rPr lang="en-US" dirty="0"/>
              <a:t> of static and dynamic content with </a:t>
            </a:r>
            <a:r>
              <a:rPr lang="en-US" b="1" dirty="0"/>
              <a:t>low latency</a:t>
            </a:r>
            <a:r>
              <a:rPr lang="en-US" dirty="0"/>
              <a:t>.</a:t>
            </a:r>
          </a:p>
          <a:p>
            <a:endParaRPr lang="en-US" dirty="0"/>
          </a:p>
        </p:txBody>
      </p:sp>
      <p:pic>
        <p:nvPicPr>
          <p:cNvPr id="17410" name="Picture 2" descr="AWS Edge Locations: All You Need To Know">
            <a:extLst>
              <a:ext uri="{FF2B5EF4-FFF2-40B4-BE49-F238E27FC236}">
                <a16:creationId xmlns:a16="http://schemas.microsoft.com/office/drawing/2014/main" id="{4B593FE2-7DC8-6768-0B0E-8CECCE7939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6400" y="1706007"/>
            <a:ext cx="3887400" cy="24189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19307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6CF6C-FD80-7D6F-76B7-54EEEC86AD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4B1042-2D97-2B8C-BEAE-CA6260C41B02}"/>
              </a:ext>
            </a:extLst>
          </p:cNvPr>
          <p:cNvSpPr>
            <a:spLocks noGrp="1"/>
          </p:cNvSpPr>
          <p:nvPr>
            <p:ph type="title"/>
          </p:nvPr>
        </p:nvSpPr>
        <p:spPr/>
        <p:txBody>
          <a:bodyPr>
            <a:normAutofit/>
          </a:bodyPr>
          <a:lstStyle/>
          <a:p>
            <a:r>
              <a:rPr lang="en-US" dirty="0"/>
              <a:t>AWS Infrastructure Capabilities</a:t>
            </a:r>
          </a:p>
        </p:txBody>
      </p:sp>
      <p:sp>
        <p:nvSpPr>
          <p:cNvPr id="3" name="Content Placeholder 2">
            <a:extLst>
              <a:ext uri="{FF2B5EF4-FFF2-40B4-BE49-F238E27FC236}">
                <a16:creationId xmlns:a16="http://schemas.microsoft.com/office/drawing/2014/main" id="{96760918-554B-A40A-5207-F4783E627189}"/>
              </a:ext>
            </a:extLst>
          </p:cNvPr>
          <p:cNvSpPr>
            <a:spLocks noGrp="1"/>
          </p:cNvSpPr>
          <p:nvPr>
            <p:ph idx="1"/>
          </p:nvPr>
        </p:nvSpPr>
        <p:spPr/>
        <p:txBody>
          <a:bodyPr/>
          <a:lstStyle/>
          <a:p>
            <a:pPr>
              <a:buFont typeface="Arial" panose="020B0604020202020204" pitchFamily="34" charset="0"/>
              <a:buChar char="•"/>
            </a:pPr>
            <a:r>
              <a:rPr lang="en-US" b="1" dirty="0"/>
              <a:t>Elasticity:</a:t>
            </a:r>
            <a:r>
              <a:rPr lang="en-US" dirty="0"/>
              <a:t> Automatically scales based on demand.</a:t>
            </a:r>
          </a:p>
          <a:p>
            <a:pPr>
              <a:buFont typeface="Arial" panose="020B0604020202020204" pitchFamily="34" charset="0"/>
              <a:buChar char="•"/>
            </a:pPr>
            <a:r>
              <a:rPr lang="en-US" b="1" dirty="0"/>
              <a:t>High Availability:</a:t>
            </a:r>
            <a:r>
              <a:rPr lang="en-US" dirty="0"/>
              <a:t> Ensures uptime across services.</a:t>
            </a:r>
          </a:p>
          <a:p>
            <a:pPr>
              <a:buFont typeface="Arial" panose="020B0604020202020204" pitchFamily="34" charset="0"/>
              <a:buChar char="•"/>
            </a:pPr>
            <a:r>
              <a:rPr lang="en-US" b="1" dirty="0"/>
              <a:t>Fault Tolerance:</a:t>
            </a:r>
            <a:r>
              <a:rPr lang="en-US" dirty="0"/>
              <a:t> Isolates failures at the AZ level.</a:t>
            </a:r>
          </a:p>
          <a:p>
            <a:pPr>
              <a:buFont typeface="Arial" panose="020B0604020202020204" pitchFamily="34" charset="0"/>
              <a:buChar char="•"/>
            </a:pPr>
            <a:r>
              <a:rPr lang="en-US" b="1" dirty="0"/>
              <a:t>Redundancy:</a:t>
            </a:r>
            <a:r>
              <a:rPr lang="en-US" dirty="0"/>
              <a:t> Multiple copies of data/services across AZs.</a:t>
            </a:r>
          </a:p>
          <a:p>
            <a:endParaRPr lang="en-US" dirty="0"/>
          </a:p>
        </p:txBody>
      </p:sp>
    </p:spTree>
    <p:extLst>
      <p:ext uri="{BB962C8B-B14F-4D97-AF65-F5344CB8AC3E}">
        <p14:creationId xmlns:p14="http://schemas.microsoft.com/office/powerpoint/2010/main" val="31321543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A59A1-627B-8505-5502-7C467E1170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4CADE6-0EFA-0286-2D2F-CD0878EFE94E}"/>
              </a:ext>
            </a:extLst>
          </p:cNvPr>
          <p:cNvSpPr>
            <a:spLocks noGrp="1"/>
          </p:cNvSpPr>
          <p:nvPr>
            <p:ph type="title"/>
          </p:nvPr>
        </p:nvSpPr>
        <p:spPr/>
        <p:txBody>
          <a:bodyPr/>
          <a:lstStyle/>
          <a:p>
            <a:r>
              <a:rPr lang="en-US" dirty="0"/>
              <a:t>Example</a:t>
            </a:r>
          </a:p>
        </p:txBody>
      </p:sp>
      <p:pic>
        <p:nvPicPr>
          <p:cNvPr id="5" name="Content Placeholder 4">
            <a:extLst>
              <a:ext uri="{FF2B5EF4-FFF2-40B4-BE49-F238E27FC236}">
                <a16:creationId xmlns:a16="http://schemas.microsoft.com/office/drawing/2014/main" id="{2BB22699-AF37-B15C-BCE3-BB57F6C01DEF}"/>
              </a:ext>
            </a:extLst>
          </p:cNvPr>
          <p:cNvPicPr>
            <a:picLocks noGrp="1" noChangeAspect="1"/>
          </p:cNvPicPr>
          <p:nvPr>
            <p:ph idx="1"/>
          </p:nvPr>
        </p:nvPicPr>
        <p:blipFill>
          <a:blip r:embed="rId2"/>
          <a:stretch>
            <a:fillRect/>
          </a:stretch>
        </p:blipFill>
        <p:spPr>
          <a:xfrm>
            <a:off x="838200" y="1742840"/>
            <a:ext cx="2619741" cy="1686160"/>
          </a:xfrm>
        </p:spPr>
      </p:pic>
      <p:sp>
        <p:nvSpPr>
          <p:cNvPr id="7" name="TextBox 6">
            <a:extLst>
              <a:ext uri="{FF2B5EF4-FFF2-40B4-BE49-F238E27FC236}">
                <a16:creationId xmlns:a16="http://schemas.microsoft.com/office/drawing/2014/main" id="{15294888-BC61-FDB6-E1AA-4F012318CC76}"/>
              </a:ext>
            </a:extLst>
          </p:cNvPr>
          <p:cNvSpPr txBox="1"/>
          <p:nvPr/>
        </p:nvSpPr>
        <p:spPr>
          <a:xfrm>
            <a:off x="838200" y="3787150"/>
            <a:ext cx="8077200" cy="369332"/>
          </a:xfrm>
          <a:prstGeom prst="rect">
            <a:avLst/>
          </a:prstGeom>
          <a:noFill/>
        </p:spPr>
        <p:txBody>
          <a:bodyPr wrap="square">
            <a:spAutoFit/>
          </a:bodyPr>
          <a:lstStyle/>
          <a:p>
            <a:r>
              <a:rPr lang="en-US" dirty="0"/>
              <a:t>This structure enables global applications with local performance.</a:t>
            </a:r>
          </a:p>
        </p:txBody>
      </p:sp>
    </p:spTree>
    <p:extLst>
      <p:ext uri="{BB962C8B-B14F-4D97-AF65-F5344CB8AC3E}">
        <p14:creationId xmlns:p14="http://schemas.microsoft.com/office/powerpoint/2010/main" val="14064839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CDE0BE4-92C3-6052-131F-2114E4B1502D}"/>
              </a:ext>
            </a:extLst>
          </p:cNvPr>
          <p:cNvSpPr>
            <a:spLocks noGrp="1"/>
          </p:cNvSpPr>
          <p:nvPr>
            <p:ph type="title"/>
          </p:nvPr>
        </p:nvSpPr>
        <p:spPr/>
        <p:txBody>
          <a:bodyPr/>
          <a:lstStyle/>
          <a:p>
            <a:r>
              <a:rPr lang="en-US" dirty="0"/>
              <a:t>AWS Service Categories</a:t>
            </a:r>
          </a:p>
        </p:txBody>
      </p:sp>
      <p:sp>
        <p:nvSpPr>
          <p:cNvPr id="5" name="Text Placeholder 4">
            <a:extLst>
              <a:ext uri="{FF2B5EF4-FFF2-40B4-BE49-F238E27FC236}">
                <a16:creationId xmlns:a16="http://schemas.microsoft.com/office/drawing/2014/main" id="{FB6DC077-7047-30E9-E5C6-4126598617F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258598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6BF2B-98AB-6A60-D80A-B5A4B3F1ED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3D37DC-C0A5-3543-A9CB-68AAA7101D8B}"/>
              </a:ext>
            </a:extLst>
          </p:cNvPr>
          <p:cNvSpPr>
            <a:spLocks noGrp="1"/>
          </p:cNvSpPr>
          <p:nvPr>
            <p:ph type="title"/>
          </p:nvPr>
        </p:nvSpPr>
        <p:spPr/>
        <p:txBody>
          <a:bodyPr>
            <a:normAutofit/>
          </a:bodyPr>
          <a:lstStyle/>
          <a:p>
            <a:r>
              <a:rPr lang="en-US" dirty="0"/>
              <a:t>Why Organize Services into Categories?</a:t>
            </a:r>
          </a:p>
        </p:txBody>
      </p:sp>
      <p:sp>
        <p:nvSpPr>
          <p:cNvPr id="3" name="Content Placeholder 2">
            <a:extLst>
              <a:ext uri="{FF2B5EF4-FFF2-40B4-BE49-F238E27FC236}">
                <a16:creationId xmlns:a16="http://schemas.microsoft.com/office/drawing/2014/main" id="{5A69782F-5628-5197-1C70-5C34842AD39D}"/>
              </a:ext>
            </a:extLst>
          </p:cNvPr>
          <p:cNvSpPr>
            <a:spLocks noGrp="1"/>
          </p:cNvSpPr>
          <p:nvPr>
            <p:ph idx="1"/>
          </p:nvPr>
        </p:nvSpPr>
        <p:spPr>
          <a:xfrm>
            <a:off x="838200" y="1706008"/>
            <a:ext cx="10515600" cy="1321398"/>
          </a:xfrm>
        </p:spPr>
        <p:txBody>
          <a:bodyPr>
            <a:normAutofit fontScale="92500" lnSpcReduction="20000"/>
          </a:bodyPr>
          <a:lstStyle/>
          <a:p>
            <a:r>
              <a:rPr lang="en-US" dirty="0"/>
              <a:t>AWS offers over 200 services.</a:t>
            </a:r>
          </a:p>
          <a:p>
            <a:r>
              <a:rPr lang="en-US" dirty="0"/>
              <a:t>To make it easier to find, understand, and select the right services, AWS organizes them into </a:t>
            </a:r>
            <a:r>
              <a:rPr lang="en-US" b="1" dirty="0"/>
              <a:t>functional categories</a:t>
            </a:r>
            <a:r>
              <a:rPr lang="en-US" dirty="0"/>
              <a:t>.</a:t>
            </a:r>
          </a:p>
          <a:p>
            <a:r>
              <a:rPr lang="en-US" dirty="0"/>
              <a:t>These categories reflect how businesses use cloud services to meet specific goals.</a:t>
            </a:r>
          </a:p>
          <a:p>
            <a:endParaRPr lang="en-US" dirty="0"/>
          </a:p>
        </p:txBody>
      </p:sp>
      <p:pic>
        <p:nvPicPr>
          <p:cNvPr id="7" name="Picture 6">
            <a:extLst>
              <a:ext uri="{FF2B5EF4-FFF2-40B4-BE49-F238E27FC236}">
                <a16:creationId xmlns:a16="http://schemas.microsoft.com/office/drawing/2014/main" id="{6B730ADE-A691-7B32-24E1-4B677CB96AEE}"/>
              </a:ext>
            </a:extLst>
          </p:cNvPr>
          <p:cNvPicPr>
            <a:picLocks noChangeAspect="1"/>
          </p:cNvPicPr>
          <p:nvPr/>
        </p:nvPicPr>
        <p:blipFill>
          <a:blip r:embed="rId2"/>
          <a:stretch>
            <a:fillRect/>
          </a:stretch>
        </p:blipFill>
        <p:spPr>
          <a:xfrm>
            <a:off x="1891065" y="3113176"/>
            <a:ext cx="8409869" cy="3670317"/>
          </a:xfrm>
          <a:prstGeom prst="rect">
            <a:avLst/>
          </a:prstGeom>
        </p:spPr>
      </p:pic>
    </p:spTree>
    <p:extLst>
      <p:ext uri="{BB962C8B-B14F-4D97-AF65-F5344CB8AC3E}">
        <p14:creationId xmlns:p14="http://schemas.microsoft.com/office/powerpoint/2010/main" val="36474851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FED45-A2D0-F13B-A45E-2910A74136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7B596D-DD2C-24E1-86B4-518672168A61}"/>
              </a:ext>
            </a:extLst>
          </p:cNvPr>
          <p:cNvSpPr>
            <a:spLocks noGrp="1"/>
          </p:cNvSpPr>
          <p:nvPr>
            <p:ph type="title"/>
          </p:nvPr>
        </p:nvSpPr>
        <p:spPr/>
        <p:txBody>
          <a:bodyPr/>
          <a:lstStyle/>
          <a:p>
            <a:r>
              <a:rPr lang="en-US" dirty="0"/>
              <a:t>Core AWS Service Categories</a:t>
            </a:r>
          </a:p>
        </p:txBody>
      </p:sp>
      <p:graphicFrame>
        <p:nvGraphicFramePr>
          <p:cNvPr id="4" name="Content Placeholder 3">
            <a:extLst>
              <a:ext uri="{FF2B5EF4-FFF2-40B4-BE49-F238E27FC236}">
                <a16:creationId xmlns:a16="http://schemas.microsoft.com/office/drawing/2014/main" id="{EB2CFEC4-FBB2-51F8-5C70-EB48A676CD76}"/>
              </a:ext>
            </a:extLst>
          </p:cNvPr>
          <p:cNvGraphicFramePr>
            <a:graphicFrameLocks noGrp="1"/>
          </p:cNvGraphicFramePr>
          <p:nvPr>
            <p:ph idx="1"/>
            <p:extLst>
              <p:ext uri="{D42A27DB-BD31-4B8C-83A1-F6EECF244321}">
                <p14:modId xmlns:p14="http://schemas.microsoft.com/office/powerpoint/2010/main" val="3704301666"/>
              </p:ext>
            </p:extLst>
          </p:nvPr>
        </p:nvGraphicFramePr>
        <p:xfrm>
          <a:off x="838200" y="1817259"/>
          <a:ext cx="10515600" cy="3931920"/>
        </p:xfrm>
        <a:graphic>
          <a:graphicData uri="http://schemas.openxmlformats.org/drawingml/2006/table">
            <a:tbl>
              <a:tblPr>
                <a:tableStyleId>{616DA210-FB5B-4158-B5E0-FEB733F419BA}</a:tableStyleId>
              </a:tblPr>
              <a:tblGrid>
                <a:gridCol w="3795584">
                  <a:extLst>
                    <a:ext uri="{9D8B030D-6E8A-4147-A177-3AD203B41FA5}">
                      <a16:colId xmlns:a16="http://schemas.microsoft.com/office/drawing/2014/main" val="222167453"/>
                    </a:ext>
                  </a:extLst>
                </a:gridCol>
                <a:gridCol w="6720016">
                  <a:extLst>
                    <a:ext uri="{9D8B030D-6E8A-4147-A177-3AD203B41FA5}">
                      <a16:colId xmlns:a16="http://schemas.microsoft.com/office/drawing/2014/main" val="218891551"/>
                    </a:ext>
                  </a:extLst>
                </a:gridCol>
              </a:tblGrid>
              <a:tr h="0">
                <a:tc>
                  <a:txBody>
                    <a:bodyPr/>
                    <a:lstStyle/>
                    <a:p>
                      <a:pPr algn="ctr"/>
                      <a:r>
                        <a:rPr lang="en-US" b="1"/>
                        <a:t>Category</a:t>
                      </a:r>
                    </a:p>
                  </a:txBody>
                  <a:tcPr anchor="ctr">
                    <a:solidFill>
                      <a:schemeClr val="bg1">
                        <a:lumMod val="85000"/>
                      </a:schemeClr>
                    </a:solidFill>
                  </a:tcPr>
                </a:tc>
                <a:tc>
                  <a:txBody>
                    <a:bodyPr/>
                    <a:lstStyle/>
                    <a:p>
                      <a:pPr algn="ctr"/>
                      <a:r>
                        <a:rPr lang="en-US" b="1" dirty="0"/>
                        <a:t>Focus Area</a:t>
                      </a:r>
                    </a:p>
                  </a:txBody>
                  <a:tcPr anchor="ctr">
                    <a:solidFill>
                      <a:schemeClr val="bg1">
                        <a:lumMod val="85000"/>
                      </a:schemeClr>
                    </a:solidFill>
                  </a:tcPr>
                </a:tc>
                <a:extLst>
                  <a:ext uri="{0D108BD9-81ED-4DB2-BD59-A6C34878D82A}">
                    <a16:rowId xmlns:a16="http://schemas.microsoft.com/office/drawing/2014/main" val="2598357202"/>
                  </a:ext>
                </a:extLst>
              </a:tr>
              <a:tr h="0">
                <a:tc>
                  <a:txBody>
                    <a:bodyPr/>
                    <a:lstStyle/>
                    <a:p>
                      <a:r>
                        <a:rPr lang="en-US"/>
                        <a:t>Compute</a:t>
                      </a:r>
                    </a:p>
                  </a:txBody>
                  <a:tcPr anchor="ctr"/>
                </a:tc>
                <a:tc>
                  <a:txBody>
                    <a:bodyPr/>
                    <a:lstStyle/>
                    <a:p>
                      <a:r>
                        <a:rPr lang="en-US" dirty="0"/>
                        <a:t>Virtual servers and serverless apps e.g. EC2, Lambda, Elastic Beanstalk</a:t>
                      </a:r>
                    </a:p>
                  </a:txBody>
                  <a:tcPr anchor="ctr"/>
                </a:tc>
                <a:extLst>
                  <a:ext uri="{0D108BD9-81ED-4DB2-BD59-A6C34878D82A}">
                    <a16:rowId xmlns:a16="http://schemas.microsoft.com/office/drawing/2014/main" val="3937598694"/>
                  </a:ext>
                </a:extLst>
              </a:tr>
              <a:tr h="0">
                <a:tc>
                  <a:txBody>
                    <a:bodyPr/>
                    <a:lstStyle/>
                    <a:p>
                      <a:r>
                        <a:rPr lang="en-US"/>
                        <a:t>Storage</a:t>
                      </a:r>
                    </a:p>
                  </a:txBody>
                  <a:tcPr anchor="ctr"/>
                </a:tc>
                <a:tc>
                  <a:txBody>
                    <a:bodyPr/>
                    <a:lstStyle/>
                    <a:p>
                      <a:r>
                        <a:rPr lang="en-US" dirty="0"/>
                        <a:t>Data storage (object, block, file) e.g. S3, EBS, Glacier</a:t>
                      </a:r>
                    </a:p>
                  </a:txBody>
                  <a:tcPr anchor="ctr"/>
                </a:tc>
                <a:extLst>
                  <a:ext uri="{0D108BD9-81ED-4DB2-BD59-A6C34878D82A}">
                    <a16:rowId xmlns:a16="http://schemas.microsoft.com/office/drawing/2014/main" val="923294509"/>
                  </a:ext>
                </a:extLst>
              </a:tr>
              <a:tr h="0">
                <a:tc>
                  <a:txBody>
                    <a:bodyPr/>
                    <a:lstStyle/>
                    <a:p>
                      <a:r>
                        <a:rPr lang="en-US"/>
                        <a:t>Database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Managed SQL and NoSQL databases e.g. RDS, DynamoDB, Redshift</a:t>
                      </a:r>
                    </a:p>
                  </a:txBody>
                  <a:tcPr anchor="ctr"/>
                </a:tc>
                <a:extLst>
                  <a:ext uri="{0D108BD9-81ED-4DB2-BD59-A6C34878D82A}">
                    <a16:rowId xmlns:a16="http://schemas.microsoft.com/office/drawing/2014/main" val="1759302283"/>
                  </a:ext>
                </a:extLst>
              </a:tr>
              <a:tr h="0">
                <a:tc>
                  <a:txBody>
                    <a:bodyPr/>
                    <a:lstStyle/>
                    <a:p>
                      <a:r>
                        <a:rPr lang="en-US"/>
                        <a:t>Networking &amp; Content Delivery</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Secure connectivity and low-latency delivery e.g. VPC, Route 53, CloudFront</a:t>
                      </a:r>
                    </a:p>
                  </a:txBody>
                  <a:tcPr anchor="ctr"/>
                </a:tc>
                <a:extLst>
                  <a:ext uri="{0D108BD9-81ED-4DB2-BD59-A6C34878D82A}">
                    <a16:rowId xmlns:a16="http://schemas.microsoft.com/office/drawing/2014/main" val="2143432005"/>
                  </a:ext>
                </a:extLst>
              </a:tr>
              <a:tr h="0">
                <a:tc>
                  <a:txBody>
                    <a:bodyPr/>
                    <a:lstStyle/>
                    <a:p>
                      <a:r>
                        <a:rPr lang="en-US"/>
                        <a:t>Security, Identity &amp; Compliance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Access control, encryption, and governance e.g. IAM, KMS, Shield</a:t>
                      </a:r>
                    </a:p>
                  </a:txBody>
                  <a:tcPr anchor="ctr"/>
                </a:tc>
                <a:extLst>
                  <a:ext uri="{0D108BD9-81ED-4DB2-BD59-A6C34878D82A}">
                    <a16:rowId xmlns:a16="http://schemas.microsoft.com/office/drawing/2014/main" val="42852861"/>
                  </a:ext>
                </a:extLst>
              </a:tr>
              <a:tr h="0">
                <a:tc>
                  <a:txBody>
                    <a:bodyPr/>
                    <a:lstStyle/>
                    <a:p>
                      <a:r>
                        <a:rPr lang="en-US"/>
                        <a:t>Management &amp; Monitoring</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Visibility, logging, and optimization e.g. CloudWatch, CloudTrail</a:t>
                      </a:r>
                    </a:p>
                  </a:txBody>
                  <a:tcPr anchor="ctr"/>
                </a:tc>
                <a:extLst>
                  <a:ext uri="{0D108BD9-81ED-4DB2-BD59-A6C34878D82A}">
                    <a16:rowId xmlns:a16="http://schemas.microsoft.com/office/drawing/2014/main" val="2269602054"/>
                  </a:ext>
                </a:extLst>
              </a:tr>
              <a:tr h="0">
                <a:tc>
                  <a:txBody>
                    <a:bodyPr/>
                    <a:lstStyle/>
                    <a:p>
                      <a:r>
                        <a:rPr lang="en-US"/>
                        <a:t>Developer Tools</a:t>
                      </a:r>
                    </a:p>
                  </a:txBody>
                  <a:tcPr anchor="ctr"/>
                </a:tc>
                <a:tc>
                  <a:txBody>
                    <a:bodyPr/>
                    <a:lstStyle/>
                    <a:p>
                      <a:r>
                        <a:rPr lang="en-US"/>
                        <a:t>CI/CD, version control, code deployment</a:t>
                      </a:r>
                    </a:p>
                  </a:txBody>
                  <a:tcPr anchor="ctr"/>
                </a:tc>
                <a:extLst>
                  <a:ext uri="{0D108BD9-81ED-4DB2-BD59-A6C34878D82A}">
                    <a16:rowId xmlns:a16="http://schemas.microsoft.com/office/drawing/2014/main" val="2772658812"/>
                  </a:ext>
                </a:extLst>
              </a:tr>
              <a:tr h="0">
                <a:tc>
                  <a:txBody>
                    <a:bodyPr/>
                    <a:lstStyle/>
                    <a:p>
                      <a:r>
                        <a:rPr lang="en-US"/>
                        <a:t>Analytics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Big data processing and analysis e.g. Athena, Glue, </a:t>
                      </a:r>
                      <a:r>
                        <a:rPr lang="en-US" dirty="0" err="1"/>
                        <a:t>QuickSight</a:t>
                      </a:r>
                      <a:endParaRPr lang="en-US" dirty="0"/>
                    </a:p>
                  </a:txBody>
                  <a:tcPr anchor="ctr"/>
                </a:tc>
                <a:extLst>
                  <a:ext uri="{0D108BD9-81ED-4DB2-BD59-A6C34878D82A}">
                    <a16:rowId xmlns:a16="http://schemas.microsoft.com/office/drawing/2014/main" val="1580730363"/>
                  </a:ext>
                </a:extLst>
              </a:tr>
              <a:tr h="0">
                <a:tc>
                  <a:txBody>
                    <a:bodyPr/>
                    <a:lstStyle/>
                    <a:p>
                      <a:r>
                        <a:rPr lang="en-US"/>
                        <a:t>Machine Learning</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AI/ML model training and deployment e.g. </a:t>
                      </a:r>
                      <a:r>
                        <a:rPr lang="en-US" dirty="0" err="1"/>
                        <a:t>SageMaker</a:t>
                      </a:r>
                      <a:r>
                        <a:rPr lang="en-US" dirty="0"/>
                        <a:t>, </a:t>
                      </a:r>
                      <a:r>
                        <a:rPr lang="en-US" dirty="0" err="1"/>
                        <a:t>Rekognition</a:t>
                      </a:r>
                      <a:endParaRPr lang="en-US" dirty="0"/>
                    </a:p>
                  </a:txBody>
                  <a:tcPr anchor="ctr"/>
                </a:tc>
                <a:extLst>
                  <a:ext uri="{0D108BD9-81ED-4DB2-BD59-A6C34878D82A}">
                    <a16:rowId xmlns:a16="http://schemas.microsoft.com/office/drawing/2014/main" val="3937787467"/>
                  </a:ext>
                </a:extLst>
              </a:tr>
            </a:tbl>
          </a:graphicData>
        </a:graphic>
      </p:graphicFrame>
    </p:spTree>
    <p:extLst>
      <p:ext uri="{BB962C8B-B14F-4D97-AF65-F5344CB8AC3E}">
        <p14:creationId xmlns:p14="http://schemas.microsoft.com/office/powerpoint/2010/main" val="26895846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D5E6D-C435-42FD-3B77-6515EA077C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D91477-9951-8825-B31D-9020009A4279}"/>
              </a:ext>
            </a:extLst>
          </p:cNvPr>
          <p:cNvSpPr>
            <a:spLocks noGrp="1"/>
          </p:cNvSpPr>
          <p:nvPr>
            <p:ph type="title"/>
          </p:nvPr>
        </p:nvSpPr>
        <p:spPr/>
        <p:txBody>
          <a:bodyPr/>
          <a:lstStyle/>
          <a:p>
            <a:r>
              <a:rPr lang="en-US" dirty="0"/>
              <a:t>Example Use Case</a:t>
            </a:r>
          </a:p>
        </p:txBody>
      </p:sp>
      <p:sp>
        <p:nvSpPr>
          <p:cNvPr id="3" name="Content Placeholder 2">
            <a:extLst>
              <a:ext uri="{FF2B5EF4-FFF2-40B4-BE49-F238E27FC236}">
                <a16:creationId xmlns:a16="http://schemas.microsoft.com/office/drawing/2014/main" id="{469B590D-DE47-A621-B66D-765A993C27F7}"/>
              </a:ext>
            </a:extLst>
          </p:cNvPr>
          <p:cNvSpPr>
            <a:spLocks noGrp="1"/>
          </p:cNvSpPr>
          <p:nvPr>
            <p:ph idx="1"/>
          </p:nvPr>
        </p:nvSpPr>
        <p:spPr>
          <a:xfrm>
            <a:off x="838200" y="1706007"/>
            <a:ext cx="4419600" cy="4991039"/>
          </a:xfrm>
        </p:spPr>
        <p:txBody>
          <a:bodyPr/>
          <a:lstStyle/>
          <a:p>
            <a:pPr>
              <a:buNone/>
            </a:pPr>
            <a:r>
              <a:rPr lang="en-US" dirty="0"/>
              <a:t>A simple web application hosted on AWS:</a:t>
            </a:r>
          </a:p>
          <a:p>
            <a:pPr>
              <a:buFont typeface="Arial" panose="020B0604020202020204" pitchFamily="34" charset="0"/>
              <a:buChar char="•"/>
            </a:pPr>
            <a:r>
              <a:rPr lang="en-US" b="1" dirty="0"/>
              <a:t>Networking:</a:t>
            </a:r>
            <a:r>
              <a:rPr lang="en-US" dirty="0"/>
              <a:t> Amazon VPC</a:t>
            </a:r>
          </a:p>
          <a:p>
            <a:pPr>
              <a:buFont typeface="Arial" panose="020B0604020202020204" pitchFamily="34" charset="0"/>
              <a:buChar char="•"/>
            </a:pPr>
            <a:r>
              <a:rPr lang="en-US" b="1" dirty="0"/>
              <a:t>Compute:</a:t>
            </a:r>
            <a:r>
              <a:rPr lang="en-US" dirty="0"/>
              <a:t> Amazon EC2</a:t>
            </a:r>
          </a:p>
          <a:p>
            <a:pPr>
              <a:buFont typeface="Arial" panose="020B0604020202020204" pitchFamily="34" charset="0"/>
              <a:buChar char="•"/>
            </a:pPr>
            <a:r>
              <a:rPr lang="en-US" b="1" dirty="0"/>
              <a:t>Storage:</a:t>
            </a:r>
            <a:r>
              <a:rPr lang="en-US" dirty="0"/>
              <a:t> Amazon S3</a:t>
            </a:r>
          </a:p>
          <a:p>
            <a:pPr>
              <a:buFont typeface="Arial" panose="020B0604020202020204" pitchFamily="34" charset="0"/>
              <a:buChar char="•"/>
            </a:pPr>
            <a:r>
              <a:rPr lang="en-US" b="1" dirty="0"/>
              <a:t>Database:</a:t>
            </a:r>
            <a:r>
              <a:rPr lang="en-US" dirty="0"/>
              <a:t> Amazon DynamoDB</a:t>
            </a:r>
          </a:p>
          <a:p>
            <a:pPr>
              <a:buFont typeface="Arial" panose="020B0604020202020204" pitchFamily="34" charset="0"/>
              <a:buChar char="•"/>
            </a:pPr>
            <a:r>
              <a:rPr lang="en-US" b="1" dirty="0"/>
              <a:t>Security:</a:t>
            </a:r>
            <a:r>
              <a:rPr lang="en-US" dirty="0"/>
              <a:t> IAM roles and policies</a:t>
            </a:r>
          </a:p>
          <a:p>
            <a:r>
              <a:rPr lang="en-US" dirty="0"/>
              <a:t>This modular setup shows how services integrate seamlessly.</a:t>
            </a:r>
          </a:p>
          <a:p>
            <a:endParaRPr lang="en-US" dirty="0"/>
          </a:p>
        </p:txBody>
      </p:sp>
      <p:grpSp>
        <p:nvGrpSpPr>
          <p:cNvPr id="4" name="Group 3" descr="Example of using networking, compute, database, and storage services to build a database application.">
            <a:extLst>
              <a:ext uri="{FF2B5EF4-FFF2-40B4-BE49-F238E27FC236}">
                <a16:creationId xmlns:a16="http://schemas.microsoft.com/office/drawing/2014/main" id="{54CB8CB4-E6BE-9217-F1E1-FEB1AF99BEA0}"/>
              </a:ext>
              <a:ext uri="{C183D7F6-B498-43B3-948B-1728B52AA6E4}">
                <adec:decorative xmlns:adec="http://schemas.microsoft.com/office/drawing/2017/decorative" val="0"/>
              </a:ext>
            </a:extLst>
          </p:cNvPr>
          <p:cNvGrpSpPr/>
          <p:nvPr/>
        </p:nvGrpSpPr>
        <p:grpSpPr>
          <a:xfrm>
            <a:off x="5603789" y="1940010"/>
            <a:ext cx="6017741" cy="3812059"/>
            <a:chOff x="794764" y="1301310"/>
            <a:chExt cx="9901699" cy="4917175"/>
          </a:xfrm>
        </p:grpSpPr>
        <p:pic>
          <p:nvPicPr>
            <p:cNvPr id="5" name="Graphic 4">
              <a:extLst>
                <a:ext uri="{FF2B5EF4-FFF2-40B4-BE49-F238E27FC236}">
                  <a16:creationId xmlns:a16="http://schemas.microsoft.com/office/drawing/2014/main" id="{449FC02E-D14D-6A55-8DAC-0676C0FF8AB4}"/>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80601" y="1301310"/>
              <a:ext cx="952500" cy="952500"/>
            </a:xfrm>
            <a:prstGeom prst="rect">
              <a:avLst/>
            </a:prstGeom>
          </p:spPr>
        </p:pic>
        <p:sp>
          <p:nvSpPr>
            <p:cNvPr id="6" name="TextBox 5">
              <a:extLst>
                <a:ext uri="{FF2B5EF4-FFF2-40B4-BE49-F238E27FC236}">
                  <a16:creationId xmlns:a16="http://schemas.microsoft.com/office/drawing/2014/main" id="{67B234E9-5415-009F-9F84-D5AE0AB70DFB}"/>
                </a:ext>
              </a:extLst>
            </p:cNvPr>
            <p:cNvSpPr txBox="1"/>
            <p:nvPr/>
          </p:nvSpPr>
          <p:spPr>
            <a:xfrm>
              <a:off x="2772540" y="2257884"/>
              <a:ext cx="1443701" cy="33745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mazon Ember" panose="020B0603020204020204" pitchFamily="34" charset="0"/>
                  <a:ea typeface="Amazon Ember" panose="020B0603020204020204" pitchFamily="34" charset="0"/>
                  <a:cs typeface="Amazon Ember" panose="020B0603020204020204" pitchFamily="34" charset="0"/>
                </a:rPr>
                <a:t>Networking</a:t>
              </a:r>
            </a:p>
          </p:txBody>
        </p:sp>
        <p:pic>
          <p:nvPicPr>
            <p:cNvPr id="7" name="Graphic 6">
              <a:extLst>
                <a:ext uri="{FF2B5EF4-FFF2-40B4-BE49-F238E27FC236}">
                  <a16:creationId xmlns:a16="http://schemas.microsoft.com/office/drawing/2014/main" id="{9C66100E-91FE-396A-B007-6443E59800AB}"/>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66154" y="1301310"/>
              <a:ext cx="952500" cy="952500"/>
            </a:xfrm>
            <a:prstGeom prst="rect">
              <a:avLst/>
            </a:prstGeom>
          </p:spPr>
        </p:pic>
        <p:sp>
          <p:nvSpPr>
            <p:cNvPr id="8" name="TextBox 7">
              <a:extLst>
                <a:ext uri="{FF2B5EF4-FFF2-40B4-BE49-F238E27FC236}">
                  <a16:creationId xmlns:a16="http://schemas.microsoft.com/office/drawing/2014/main" id="{E9700965-CA01-4EC2-4C77-F49B5B7380B2}"/>
                </a:ext>
              </a:extLst>
            </p:cNvPr>
            <p:cNvSpPr txBox="1"/>
            <p:nvPr/>
          </p:nvSpPr>
          <p:spPr>
            <a:xfrm>
              <a:off x="4969936" y="2257884"/>
              <a:ext cx="1144933" cy="32752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mazon Ember" panose="020B0603020204020204" pitchFamily="34" charset="0"/>
                  <a:ea typeface="Amazon Ember" panose="020B0603020204020204" pitchFamily="34" charset="0"/>
                  <a:cs typeface="Amazon Ember" panose="020B0603020204020204" pitchFamily="34" charset="0"/>
                </a:rPr>
                <a:t>Compute</a:t>
              </a:r>
            </a:p>
          </p:txBody>
        </p:sp>
        <p:pic>
          <p:nvPicPr>
            <p:cNvPr id="9" name="Graphic 8">
              <a:extLst>
                <a:ext uri="{FF2B5EF4-FFF2-40B4-BE49-F238E27FC236}">
                  <a16:creationId xmlns:a16="http://schemas.microsoft.com/office/drawing/2014/main" id="{513CA98D-5BB2-D2FB-B327-39A8A10F16AF}"/>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237259" y="1301310"/>
              <a:ext cx="952500" cy="952500"/>
            </a:xfrm>
            <a:prstGeom prst="rect">
              <a:avLst/>
            </a:prstGeom>
          </p:spPr>
        </p:pic>
        <p:sp>
          <p:nvSpPr>
            <p:cNvPr id="10" name="TextBox 9">
              <a:extLst>
                <a:ext uri="{FF2B5EF4-FFF2-40B4-BE49-F238E27FC236}">
                  <a16:creationId xmlns:a16="http://schemas.microsoft.com/office/drawing/2014/main" id="{55CD68BC-3FDD-E47D-E3B6-24E5A867F01A}"/>
                </a:ext>
              </a:extLst>
            </p:cNvPr>
            <p:cNvSpPr txBox="1"/>
            <p:nvPr/>
          </p:nvSpPr>
          <p:spPr>
            <a:xfrm>
              <a:off x="8964323" y="2259279"/>
              <a:ext cx="1453307" cy="33745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mazon Ember" panose="020B0603020204020204" pitchFamily="34" charset="0"/>
                  <a:ea typeface="Amazon Ember" panose="020B0603020204020204" pitchFamily="34" charset="0"/>
                  <a:cs typeface="Amazon Ember" panose="020B0603020204020204" pitchFamily="34" charset="0"/>
                </a:rPr>
                <a:t>Storage</a:t>
              </a:r>
            </a:p>
          </p:txBody>
        </p:sp>
        <p:pic>
          <p:nvPicPr>
            <p:cNvPr id="11" name="Graphic 10">
              <a:extLst>
                <a:ext uri="{FF2B5EF4-FFF2-40B4-BE49-F238E27FC236}">
                  <a16:creationId xmlns:a16="http://schemas.microsoft.com/office/drawing/2014/main" id="{4EC936C6-B47E-E061-0A46-EF5B620D77C8}"/>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51707" y="1301310"/>
              <a:ext cx="952500" cy="952500"/>
            </a:xfrm>
            <a:prstGeom prst="rect">
              <a:avLst/>
            </a:prstGeom>
          </p:spPr>
        </p:pic>
        <p:sp>
          <p:nvSpPr>
            <p:cNvPr id="12" name="TextBox 11">
              <a:extLst>
                <a:ext uri="{FF2B5EF4-FFF2-40B4-BE49-F238E27FC236}">
                  <a16:creationId xmlns:a16="http://schemas.microsoft.com/office/drawing/2014/main" id="{52D173CB-5278-C6D7-466D-C621F884EB96}"/>
                </a:ext>
              </a:extLst>
            </p:cNvPr>
            <p:cNvSpPr txBox="1"/>
            <p:nvPr/>
          </p:nvSpPr>
          <p:spPr>
            <a:xfrm>
              <a:off x="6944955" y="2257884"/>
              <a:ext cx="1370493" cy="33745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mazon Ember" panose="020B0603020204020204" pitchFamily="34" charset="0"/>
                  <a:ea typeface="Amazon Ember" panose="020B0603020204020204" pitchFamily="34" charset="0"/>
                  <a:cs typeface="Amazon Ember" panose="020B0603020204020204" pitchFamily="34" charset="0"/>
                </a:rPr>
                <a:t>Database</a:t>
              </a:r>
            </a:p>
          </p:txBody>
        </p:sp>
        <p:sp>
          <p:nvSpPr>
            <p:cNvPr id="13" name="Rectangle 12">
              <a:extLst>
                <a:ext uri="{FF2B5EF4-FFF2-40B4-BE49-F238E27FC236}">
                  <a16:creationId xmlns:a16="http://schemas.microsoft.com/office/drawing/2014/main" id="{A0A80D68-9BAF-B5C9-E2F9-DF4117840736}"/>
                </a:ext>
              </a:extLst>
            </p:cNvPr>
            <p:cNvSpPr/>
            <p:nvPr/>
          </p:nvSpPr>
          <p:spPr>
            <a:xfrm>
              <a:off x="2772540" y="2812682"/>
              <a:ext cx="7923923" cy="3405803"/>
            </a:xfrm>
            <a:prstGeom prst="rect">
              <a:avLst/>
            </a:prstGeom>
            <a:noFill/>
            <a:ln w="12700" cap="flat" cmpd="sng" algn="ctr">
              <a:solidFill>
                <a:srgbClr val="232F3D"/>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ysClr val="windowText" lastClr="000000"/>
                  </a:solidFill>
                  <a:effectLst/>
                  <a:uLnTx/>
                  <a:uFillTx/>
                  <a:latin typeface="Amazon Ember" panose="020B0603020204020204" pitchFamily="34" charset="0"/>
                  <a:ea typeface="Amazon Ember" panose="020B0603020204020204" pitchFamily="34" charset="0"/>
                  <a:cs typeface="Amazon Ember" panose="020B0603020204020204" pitchFamily="34" charset="0"/>
                </a:rPr>
                <a:t> AWS Cloud</a:t>
              </a:r>
            </a:p>
          </p:txBody>
        </p:sp>
        <p:pic>
          <p:nvPicPr>
            <p:cNvPr id="14" name="Graphic 13">
              <a:extLst>
                <a:ext uri="{FF2B5EF4-FFF2-40B4-BE49-F238E27FC236}">
                  <a16:creationId xmlns:a16="http://schemas.microsoft.com/office/drawing/2014/main" id="{71110DFE-38EE-545D-2375-4629C701FE9E}"/>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775620" y="2812683"/>
              <a:ext cx="457200" cy="457200"/>
            </a:xfrm>
            <a:prstGeom prst="rect">
              <a:avLst/>
            </a:prstGeom>
          </p:spPr>
        </p:pic>
        <p:sp>
          <p:nvSpPr>
            <p:cNvPr id="15" name="Rectangle 14">
              <a:extLst>
                <a:ext uri="{FF2B5EF4-FFF2-40B4-BE49-F238E27FC236}">
                  <a16:creationId xmlns:a16="http://schemas.microsoft.com/office/drawing/2014/main" id="{99AAFEE9-9F8B-38BC-1FA3-A570FC8C9FA9}"/>
                </a:ext>
              </a:extLst>
            </p:cNvPr>
            <p:cNvSpPr/>
            <p:nvPr/>
          </p:nvSpPr>
          <p:spPr>
            <a:xfrm>
              <a:off x="3255179" y="3282241"/>
              <a:ext cx="7227658" cy="2774260"/>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w="0"/>
                  <a:solidFill>
                    <a:srgbClr val="1D8900"/>
                  </a:solidFill>
                  <a:effectLst/>
                  <a:uLnTx/>
                  <a:uFillTx/>
                  <a:latin typeface="Amazon Ember" panose="020B0603020204020204" pitchFamily="34" charset="0"/>
                  <a:ea typeface="Amazon Ember" panose="020B0603020204020204" pitchFamily="34" charset="0"/>
                  <a:cs typeface="Amazon Ember" panose="020B0603020204020204" pitchFamily="34" charset="0"/>
                </a:rPr>
                <a:t> Virtual Private Cloud (VPC)</a:t>
              </a:r>
            </a:p>
          </p:txBody>
        </p:sp>
        <p:pic>
          <p:nvPicPr>
            <p:cNvPr id="16" name="Graphic 15">
              <a:extLst>
                <a:ext uri="{FF2B5EF4-FFF2-40B4-BE49-F238E27FC236}">
                  <a16:creationId xmlns:a16="http://schemas.microsoft.com/office/drawing/2014/main" id="{DA6645BE-4BC0-29EB-BC3A-ED1FD001E9B6}"/>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255179" y="3282241"/>
              <a:ext cx="457200" cy="457200"/>
            </a:xfrm>
            <a:prstGeom prst="rect">
              <a:avLst/>
            </a:prstGeom>
          </p:spPr>
        </p:pic>
        <p:pic>
          <p:nvPicPr>
            <p:cNvPr id="17" name="Graphic 16">
              <a:extLst>
                <a:ext uri="{FF2B5EF4-FFF2-40B4-BE49-F238E27FC236}">
                  <a16:creationId xmlns:a16="http://schemas.microsoft.com/office/drawing/2014/main" id="{CFBC5EB2-68A8-E87F-25ED-83E83F218764}"/>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186925" y="4975351"/>
              <a:ext cx="711200" cy="711200"/>
            </a:xfrm>
            <a:prstGeom prst="rect">
              <a:avLst/>
            </a:prstGeom>
          </p:spPr>
        </p:pic>
        <p:pic>
          <p:nvPicPr>
            <p:cNvPr id="18" name="Graphic 17">
              <a:extLst>
                <a:ext uri="{FF2B5EF4-FFF2-40B4-BE49-F238E27FC236}">
                  <a16:creationId xmlns:a16="http://schemas.microsoft.com/office/drawing/2014/main" id="{157FB78A-D882-84B3-9F87-9A9907D624E3}"/>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341793" y="4100090"/>
              <a:ext cx="711200" cy="711200"/>
            </a:xfrm>
            <a:prstGeom prst="rect">
              <a:avLst/>
            </a:prstGeom>
          </p:spPr>
        </p:pic>
        <p:pic>
          <p:nvPicPr>
            <p:cNvPr id="19" name="Graphic 18">
              <a:extLst>
                <a:ext uri="{FF2B5EF4-FFF2-40B4-BE49-F238E27FC236}">
                  <a16:creationId xmlns:a16="http://schemas.microsoft.com/office/drawing/2014/main" id="{AFBCED37-0A53-6CE5-7E73-E06E86E734E3}"/>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7272357" y="3483154"/>
              <a:ext cx="711200" cy="711200"/>
            </a:xfrm>
            <a:prstGeom prst="rect">
              <a:avLst/>
            </a:prstGeom>
          </p:spPr>
        </p:pic>
        <p:sp>
          <p:nvSpPr>
            <p:cNvPr id="20" name="TextBox 19">
              <a:extLst>
                <a:ext uri="{FF2B5EF4-FFF2-40B4-BE49-F238E27FC236}">
                  <a16:creationId xmlns:a16="http://schemas.microsoft.com/office/drawing/2014/main" id="{A42084C4-9E99-86A9-0254-B07538E95397}"/>
                </a:ext>
              </a:extLst>
            </p:cNvPr>
            <p:cNvSpPr txBox="1"/>
            <p:nvPr/>
          </p:nvSpPr>
          <p:spPr>
            <a:xfrm>
              <a:off x="4803729" y="5686551"/>
              <a:ext cx="1477590" cy="337451"/>
            </a:xfrm>
            <a:prstGeom prst="rect">
              <a:avLst/>
            </a:prstGeom>
            <a:noFill/>
          </p:spPr>
          <p:txBody>
            <a:bodyPr wrap="none" rtlCol="0">
              <a:spAutoFit/>
            </a:bodyPr>
            <a:lstStyle/>
            <a:p>
              <a:pPr algn="ctr"/>
              <a:r>
                <a:rPr lang="en-US" sz="1050" dirty="0">
                  <a:latin typeface="Amazon Ember" panose="020B0603020204020204" pitchFamily="34" charset="0"/>
                  <a:ea typeface="Amazon Ember" panose="020B0603020204020204" pitchFamily="34" charset="0"/>
                  <a:cs typeface="Amazon Ember" panose="020B0603020204020204" pitchFamily="34" charset="0"/>
                </a:rPr>
                <a:t>Amazon EC2</a:t>
              </a:r>
            </a:p>
          </p:txBody>
        </p:sp>
        <p:sp>
          <p:nvSpPr>
            <p:cNvPr id="21" name="TextBox 20">
              <a:extLst>
                <a:ext uri="{FF2B5EF4-FFF2-40B4-BE49-F238E27FC236}">
                  <a16:creationId xmlns:a16="http://schemas.microsoft.com/office/drawing/2014/main" id="{E25D00E3-FED9-CDE4-B552-DD6960A4B65D}"/>
                </a:ext>
              </a:extLst>
            </p:cNvPr>
            <p:cNvSpPr txBox="1"/>
            <p:nvPr/>
          </p:nvSpPr>
          <p:spPr>
            <a:xfrm>
              <a:off x="8953256" y="4811290"/>
              <a:ext cx="1520504" cy="337451"/>
            </a:xfrm>
            <a:prstGeom prst="rect">
              <a:avLst/>
            </a:prstGeom>
            <a:noFill/>
          </p:spPr>
          <p:txBody>
            <a:bodyPr wrap="square" rtlCol="0">
              <a:spAutoFit/>
            </a:bodyPr>
            <a:lstStyle/>
            <a:p>
              <a:pPr algn="ctr"/>
              <a:r>
                <a:rPr lang="en-US" sz="1050" dirty="0">
                  <a:latin typeface="Amazon Ember" panose="020B0603020204020204" pitchFamily="34" charset="0"/>
                  <a:ea typeface="Amazon Ember" panose="020B0603020204020204" pitchFamily="34" charset="0"/>
                  <a:cs typeface="Amazon Ember" panose="020B0603020204020204" pitchFamily="34" charset="0"/>
                </a:rPr>
                <a:t>Amazon S3</a:t>
              </a:r>
            </a:p>
          </p:txBody>
        </p:sp>
        <p:sp>
          <p:nvSpPr>
            <p:cNvPr id="22" name="TextBox 21">
              <a:extLst>
                <a:ext uri="{FF2B5EF4-FFF2-40B4-BE49-F238E27FC236}">
                  <a16:creationId xmlns:a16="http://schemas.microsoft.com/office/drawing/2014/main" id="{9210C6B5-AB95-4E40-40B1-5A48954960B7}"/>
                </a:ext>
              </a:extLst>
            </p:cNvPr>
            <p:cNvSpPr txBox="1"/>
            <p:nvPr/>
          </p:nvSpPr>
          <p:spPr>
            <a:xfrm>
              <a:off x="6920486" y="4161380"/>
              <a:ext cx="1428614" cy="555801"/>
            </a:xfrm>
            <a:prstGeom prst="rect">
              <a:avLst/>
            </a:prstGeom>
            <a:noFill/>
          </p:spPr>
          <p:txBody>
            <a:bodyPr wrap="square" rtlCol="0">
              <a:spAutoFit/>
            </a:bodyPr>
            <a:lstStyle/>
            <a:p>
              <a:pPr algn="ctr"/>
              <a:r>
                <a:rPr lang="en-US" sz="1050" dirty="0">
                  <a:latin typeface="Amazon Ember" panose="020B0603020204020204" pitchFamily="34" charset="0"/>
                  <a:ea typeface="Amazon Ember" panose="020B0603020204020204" pitchFamily="34" charset="0"/>
                  <a:cs typeface="Amazon Ember" panose="020B0603020204020204" pitchFamily="34" charset="0"/>
                </a:rPr>
                <a:t>Amazon </a:t>
              </a:r>
              <a:br>
                <a:rPr lang="en-US" sz="1050" dirty="0">
                  <a:latin typeface="Amazon Ember" panose="020B0603020204020204" pitchFamily="34" charset="0"/>
                  <a:ea typeface="Amazon Ember" panose="020B0603020204020204" pitchFamily="34" charset="0"/>
                  <a:cs typeface="Amazon Ember" panose="020B0603020204020204" pitchFamily="34" charset="0"/>
                </a:rPr>
              </a:br>
              <a:r>
                <a:rPr lang="en-US" sz="1050" dirty="0">
                  <a:latin typeface="Amazon Ember" panose="020B0603020204020204" pitchFamily="34" charset="0"/>
                  <a:ea typeface="Amazon Ember" panose="020B0603020204020204" pitchFamily="34" charset="0"/>
                  <a:cs typeface="Amazon Ember" panose="020B0603020204020204" pitchFamily="34" charset="0"/>
                </a:rPr>
                <a:t>DynamoDB</a:t>
              </a:r>
            </a:p>
          </p:txBody>
        </p:sp>
        <p:cxnSp>
          <p:nvCxnSpPr>
            <p:cNvPr id="23" name="Straight Arrow Connector 37">
              <a:extLst>
                <a:ext uri="{FF2B5EF4-FFF2-40B4-BE49-F238E27FC236}">
                  <a16:creationId xmlns:a16="http://schemas.microsoft.com/office/drawing/2014/main" id="{614F835A-D978-3B47-20D8-7E216215E3B3}"/>
                </a:ext>
                <a:ext uri="{C183D7F6-B498-43B3-948B-1728B52AA6E4}">
                  <adec:decorative xmlns:adec="http://schemas.microsoft.com/office/drawing/2017/decorative" val="1"/>
                </a:ext>
              </a:extLst>
            </p:cNvPr>
            <p:cNvCxnSpPr>
              <a:cxnSpLocks/>
              <a:stCxn id="17" idx="3"/>
              <a:endCxn id="18" idx="1"/>
            </p:cNvCxnSpPr>
            <p:nvPr/>
          </p:nvCxnSpPr>
          <p:spPr>
            <a:xfrm flipV="1">
              <a:off x="5898125" y="4455690"/>
              <a:ext cx="3443668" cy="875261"/>
            </a:xfrm>
            <a:prstGeom prst="bentConnector3">
              <a:avLst>
                <a:gd name="adj1" fmla="val 7268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38">
              <a:extLst>
                <a:ext uri="{FF2B5EF4-FFF2-40B4-BE49-F238E27FC236}">
                  <a16:creationId xmlns:a16="http://schemas.microsoft.com/office/drawing/2014/main" id="{4FFC510E-052A-609D-93F2-77E6DD2D1FD6}"/>
                </a:ext>
                <a:ext uri="{C183D7F6-B498-43B3-948B-1728B52AA6E4}">
                  <adec:decorative xmlns:adec="http://schemas.microsoft.com/office/drawing/2017/decorative" val="1"/>
                </a:ext>
              </a:extLst>
            </p:cNvPr>
            <p:cNvCxnSpPr>
              <a:cxnSpLocks/>
              <a:endCxn id="19" idx="1"/>
            </p:cNvCxnSpPr>
            <p:nvPr/>
          </p:nvCxnSpPr>
          <p:spPr>
            <a:xfrm flipV="1">
              <a:off x="5898125" y="3838754"/>
              <a:ext cx="1374232" cy="1234739"/>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0D47E18-5CFE-99B4-B9A3-18B162F6D07D}"/>
                </a:ext>
                <a:ext uri="{C183D7F6-B498-43B3-948B-1728B52AA6E4}">
                  <adec:decorative xmlns:adec="http://schemas.microsoft.com/office/drawing/2017/decorative" val="1"/>
                </a:ext>
              </a:extLst>
            </p:cNvPr>
            <p:cNvCxnSpPr>
              <a:cxnSpLocks/>
              <a:stCxn id="8" idx="2"/>
              <a:endCxn id="17" idx="0"/>
            </p:cNvCxnSpPr>
            <p:nvPr/>
          </p:nvCxnSpPr>
          <p:spPr>
            <a:xfrm>
              <a:off x="5542404" y="2585411"/>
              <a:ext cx="122" cy="2389941"/>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A1997A6-50E6-78A8-1D74-E156350F85F1}"/>
                </a:ext>
                <a:ext uri="{C183D7F6-B498-43B3-948B-1728B52AA6E4}">
                  <adec:decorative xmlns:adec="http://schemas.microsoft.com/office/drawing/2017/decorative" val="1"/>
                </a:ext>
              </a:extLst>
            </p:cNvPr>
            <p:cNvCxnSpPr>
              <a:cxnSpLocks/>
              <a:stCxn id="10" idx="2"/>
              <a:endCxn id="18" idx="0"/>
            </p:cNvCxnSpPr>
            <p:nvPr/>
          </p:nvCxnSpPr>
          <p:spPr>
            <a:xfrm>
              <a:off x="9690978" y="2596730"/>
              <a:ext cx="6417" cy="150336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55C3624-24AD-2BF8-F517-BD004206B80F}"/>
                </a:ext>
                <a:ext uri="{C183D7F6-B498-43B3-948B-1728B52AA6E4}">
                  <adec:decorative xmlns:adec="http://schemas.microsoft.com/office/drawing/2017/decorative" val="1"/>
                </a:ext>
              </a:extLst>
            </p:cNvPr>
            <p:cNvCxnSpPr>
              <a:cxnSpLocks/>
              <a:stCxn id="12" idx="2"/>
              <a:endCxn id="19" idx="0"/>
            </p:cNvCxnSpPr>
            <p:nvPr/>
          </p:nvCxnSpPr>
          <p:spPr>
            <a:xfrm flipH="1">
              <a:off x="7627958" y="2595335"/>
              <a:ext cx="2244" cy="887819"/>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B7967A7-DDA2-D6AF-42A7-49B6A9405F66}"/>
                </a:ext>
                <a:ext uri="{C183D7F6-B498-43B3-948B-1728B52AA6E4}">
                  <adec:decorative xmlns:adec="http://schemas.microsoft.com/office/drawing/2017/decorative" val="1"/>
                </a:ext>
              </a:extLst>
            </p:cNvPr>
            <p:cNvCxnSpPr>
              <a:cxnSpLocks/>
              <a:stCxn id="6" idx="2"/>
              <a:endCxn id="16" idx="0"/>
            </p:cNvCxnSpPr>
            <p:nvPr/>
          </p:nvCxnSpPr>
          <p:spPr>
            <a:xfrm flipH="1">
              <a:off x="3483780" y="2595335"/>
              <a:ext cx="10611" cy="686905"/>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9" name="Straight Arrow Connector 67">
              <a:extLst>
                <a:ext uri="{FF2B5EF4-FFF2-40B4-BE49-F238E27FC236}">
                  <a16:creationId xmlns:a16="http://schemas.microsoft.com/office/drawing/2014/main" id="{6F3BBA9B-5020-B286-06C7-EDA1C915949F}"/>
                </a:ext>
                <a:ext uri="{C183D7F6-B498-43B3-948B-1728B52AA6E4}">
                  <adec:decorative xmlns:adec="http://schemas.microsoft.com/office/drawing/2017/decorative" val="1"/>
                </a:ext>
              </a:extLst>
            </p:cNvPr>
            <p:cNvCxnSpPr>
              <a:cxnSpLocks/>
              <a:stCxn id="30" idx="1"/>
              <a:endCxn id="16" idx="1"/>
            </p:cNvCxnSpPr>
            <p:nvPr/>
          </p:nvCxnSpPr>
          <p:spPr>
            <a:xfrm flipV="1">
              <a:off x="1735796" y="3510841"/>
              <a:ext cx="1519383" cy="75317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30" name="Graphic 29">
              <a:extLst>
                <a:ext uri="{FF2B5EF4-FFF2-40B4-BE49-F238E27FC236}">
                  <a16:creationId xmlns:a16="http://schemas.microsoft.com/office/drawing/2014/main" id="{C9AAD401-963C-D3B1-944B-5B40237BCE98}"/>
                </a:ext>
                <a:ext uri="{C183D7F6-B498-43B3-948B-1728B52AA6E4}">
                  <adec:decorative xmlns:adec="http://schemas.microsoft.com/office/drawing/2017/decorative" val="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flipH="1">
              <a:off x="794764" y="3806812"/>
              <a:ext cx="941032" cy="914400"/>
            </a:xfrm>
            <a:prstGeom prst="rect">
              <a:avLst/>
            </a:prstGeom>
          </p:spPr>
        </p:pic>
        <p:sp>
          <p:nvSpPr>
            <p:cNvPr id="31" name="TextBox 30">
              <a:extLst>
                <a:ext uri="{FF2B5EF4-FFF2-40B4-BE49-F238E27FC236}">
                  <a16:creationId xmlns:a16="http://schemas.microsoft.com/office/drawing/2014/main" id="{A08ECB67-32A7-AF7E-A70C-6C87C5C3D2BD}"/>
                </a:ext>
              </a:extLst>
            </p:cNvPr>
            <p:cNvSpPr txBox="1"/>
            <p:nvPr/>
          </p:nvSpPr>
          <p:spPr>
            <a:xfrm>
              <a:off x="895626" y="4726529"/>
              <a:ext cx="828738" cy="337451"/>
            </a:xfrm>
            <a:prstGeom prst="rect">
              <a:avLst/>
            </a:prstGeom>
            <a:noFill/>
          </p:spPr>
          <p:txBody>
            <a:bodyPr wrap="none" rtlCol="0">
              <a:spAutoFit/>
            </a:bodyPr>
            <a:lstStyle/>
            <a:p>
              <a:r>
                <a:rPr lang="en-US" sz="1050" dirty="0">
                  <a:latin typeface="Amazon Ember" panose="020B0603020204020204" pitchFamily="34" charset="0"/>
                  <a:ea typeface="Amazon Ember" panose="020B0603020204020204" pitchFamily="34" charset="0"/>
                  <a:cs typeface="Amazon Ember" panose="020B0603020204020204" pitchFamily="34" charset="0"/>
                </a:rPr>
                <a:t>Users</a:t>
              </a:r>
            </a:p>
          </p:txBody>
        </p:sp>
        <p:cxnSp>
          <p:nvCxnSpPr>
            <p:cNvPr id="32" name="Straight Arrow Connector 51">
              <a:extLst>
                <a:ext uri="{FF2B5EF4-FFF2-40B4-BE49-F238E27FC236}">
                  <a16:creationId xmlns:a16="http://schemas.microsoft.com/office/drawing/2014/main" id="{3C510C87-E8BA-410E-7360-98DC7EAB6F94}"/>
                </a:ext>
                <a:ext uri="{C183D7F6-B498-43B3-948B-1728B52AA6E4}">
                  <adec:decorative xmlns:adec="http://schemas.microsoft.com/office/drawing/2017/decorative" val="1"/>
                </a:ext>
              </a:extLst>
            </p:cNvPr>
            <p:cNvCxnSpPr>
              <a:cxnSpLocks/>
              <a:stCxn id="16" idx="2"/>
              <a:endCxn id="17" idx="1"/>
            </p:cNvCxnSpPr>
            <p:nvPr/>
          </p:nvCxnSpPr>
          <p:spPr>
            <a:xfrm rot="16200000" flipH="1">
              <a:off x="3539597" y="3683623"/>
              <a:ext cx="1591510" cy="170314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524009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8D9CA-5D99-4ACF-137D-3B6768ECB2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3E16F-FCBE-4835-7B62-1F84FA11CA3A}"/>
              </a:ext>
            </a:extLst>
          </p:cNvPr>
          <p:cNvSpPr>
            <a:spLocks noGrp="1"/>
          </p:cNvSpPr>
          <p:nvPr>
            <p:ph type="title"/>
          </p:nvPr>
        </p:nvSpPr>
        <p:spPr/>
        <p:txBody>
          <a:bodyPr/>
          <a:lstStyle/>
          <a:p>
            <a:r>
              <a:rPr lang="en-US" dirty="0"/>
              <a:t>Compute Services</a:t>
            </a:r>
          </a:p>
        </p:txBody>
      </p:sp>
      <p:sp>
        <p:nvSpPr>
          <p:cNvPr id="3" name="Content Placeholder 2">
            <a:extLst>
              <a:ext uri="{FF2B5EF4-FFF2-40B4-BE49-F238E27FC236}">
                <a16:creationId xmlns:a16="http://schemas.microsoft.com/office/drawing/2014/main" id="{8248DB72-5448-0910-73EE-917DE39733AC}"/>
              </a:ext>
            </a:extLst>
          </p:cNvPr>
          <p:cNvSpPr>
            <a:spLocks noGrp="1"/>
          </p:cNvSpPr>
          <p:nvPr>
            <p:ph idx="1"/>
          </p:nvPr>
        </p:nvSpPr>
        <p:spPr>
          <a:xfrm>
            <a:off x="838200" y="1706007"/>
            <a:ext cx="10515600" cy="549101"/>
          </a:xfrm>
        </p:spPr>
        <p:txBody>
          <a:bodyPr/>
          <a:lstStyle/>
          <a:p>
            <a:pPr marL="0" indent="0">
              <a:buNone/>
            </a:pPr>
            <a:r>
              <a:rPr lang="en-US" dirty="0"/>
              <a:t>Purpose: Deliver computing capacity in various forms</a:t>
            </a:r>
          </a:p>
        </p:txBody>
      </p:sp>
      <p:graphicFrame>
        <p:nvGraphicFramePr>
          <p:cNvPr id="5" name="Table 4">
            <a:extLst>
              <a:ext uri="{FF2B5EF4-FFF2-40B4-BE49-F238E27FC236}">
                <a16:creationId xmlns:a16="http://schemas.microsoft.com/office/drawing/2014/main" id="{5F5ACF14-FE43-7A1A-6303-F92A883D1C63}"/>
              </a:ext>
            </a:extLst>
          </p:cNvPr>
          <p:cNvGraphicFramePr>
            <a:graphicFrameLocks noGrp="1"/>
          </p:cNvGraphicFramePr>
          <p:nvPr>
            <p:extLst>
              <p:ext uri="{D42A27DB-BD31-4B8C-83A1-F6EECF244321}">
                <p14:modId xmlns:p14="http://schemas.microsoft.com/office/powerpoint/2010/main" val="3135185869"/>
              </p:ext>
            </p:extLst>
          </p:nvPr>
        </p:nvGraphicFramePr>
        <p:xfrm>
          <a:off x="838200" y="2255108"/>
          <a:ext cx="10515600" cy="2194560"/>
        </p:xfrm>
        <a:graphic>
          <a:graphicData uri="http://schemas.openxmlformats.org/drawingml/2006/table">
            <a:tbl>
              <a:tblPr>
                <a:tableStyleId>{616DA210-FB5B-4158-B5E0-FEB733F419BA}</a:tableStyleId>
              </a:tblPr>
              <a:tblGrid>
                <a:gridCol w="3270422">
                  <a:extLst>
                    <a:ext uri="{9D8B030D-6E8A-4147-A177-3AD203B41FA5}">
                      <a16:colId xmlns:a16="http://schemas.microsoft.com/office/drawing/2014/main" val="971294408"/>
                    </a:ext>
                  </a:extLst>
                </a:gridCol>
                <a:gridCol w="7245178">
                  <a:extLst>
                    <a:ext uri="{9D8B030D-6E8A-4147-A177-3AD203B41FA5}">
                      <a16:colId xmlns:a16="http://schemas.microsoft.com/office/drawing/2014/main" val="1113489347"/>
                    </a:ext>
                  </a:extLst>
                </a:gridCol>
              </a:tblGrid>
              <a:tr h="0">
                <a:tc>
                  <a:txBody>
                    <a:bodyPr/>
                    <a:lstStyle/>
                    <a:p>
                      <a:pPr algn="ctr"/>
                      <a:r>
                        <a:rPr lang="en-US" b="1"/>
                        <a:t>Service</a:t>
                      </a:r>
                    </a:p>
                  </a:txBody>
                  <a:tcPr anchor="ctr">
                    <a:solidFill>
                      <a:schemeClr val="bg1">
                        <a:lumMod val="85000"/>
                      </a:schemeClr>
                    </a:solidFill>
                  </a:tcPr>
                </a:tc>
                <a:tc>
                  <a:txBody>
                    <a:bodyPr/>
                    <a:lstStyle/>
                    <a:p>
                      <a:pPr algn="ctr"/>
                      <a:r>
                        <a:rPr lang="en-US" b="1" dirty="0"/>
                        <a:t>Description</a:t>
                      </a:r>
                    </a:p>
                  </a:txBody>
                  <a:tcPr anchor="ctr">
                    <a:solidFill>
                      <a:schemeClr val="bg1">
                        <a:lumMod val="85000"/>
                      </a:schemeClr>
                    </a:solidFill>
                  </a:tcPr>
                </a:tc>
                <a:extLst>
                  <a:ext uri="{0D108BD9-81ED-4DB2-BD59-A6C34878D82A}">
                    <a16:rowId xmlns:a16="http://schemas.microsoft.com/office/drawing/2014/main" val="339162117"/>
                  </a:ext>
                </a:extLst>
              </a:tr>
              <a:tr h="0">
                <a:tc>
                  <a:txBody>
                    <a:bodyPr/>
                    <a:lstStyle/>
                    <a:p>
                      <a:r>
                        <a:rPr lang="en-US"/>
                        <a:t>Amazon EC2</a:t>
                      </a:r>
                    </a:p>
                  </a:txBody>
                  <a:tcPr anchor="ctr"/>
                </a:tc>
                <a:tc>
                  <a:txBody>
                    <a:bodyPr/>
                    <a:lstStyle/>
                    <a:p>
                      <a:r>
                        <a:rPr lang="en-US"/>
                        <a:t>Virtual servers in the cloud</a:t>
                      </a:r>
                    </a:p>
                  </a:txBody>
                  <a:tcPr anchor="ctr"/>
                </a:tc>
                <a:extLst>
                  <a:ext uri="{0D108BD9-81ED-4DB2-BD59-A6C34878D82A}">
                    <a16:rowId xmlns:a16="http://schemas.microsoft.com/office/drawing/2014/main" val="3468208168"/>
                  </a:ext>
                </a:extLst>
              </a:tr>
              <a:tr h="0">
                <a:tc>
                  <a:txBody>
                    <a:bodyPr/>
                    <a:lstStyle/>
                    <a:p>
                      <a:r>
                        <a:rPr lang="en-US"/>
                        <a:t>AWS Lambda</a:t>
                      </a:r>
                    </a:p>
                  </a:txBody>
                  <a:tcPr anchor="ctr"/>
                </a:tc>
                <a:tc>
                  <a:txBody>
                    <a:bodyPr/>
                    <a:lstStyle/>
                    <a:p>
                      <a:r>
                        <a:rPr lang="en-US"/>
                        <a:t>Serverless functions triggered by events</a:t>
                      </a:r>
                    </a:p>
                  </a:txBody>
                  <a:tcPr anchor="ctr"/>
                </a:tc>
                <a:extLst>
                  <a:ext uri="{0D108BD9-81ED-4DB2-BD59-A6C34878D82A}">
                    <a16:rowId xmlns:a16="http://schemas.microsoft.com/office/drawing/2014/main" val="291952617"/>
                  </a:ext>
                </a:extLst>
              </a:tr>
              <a:tr h="0">
                <a:tc>
                  <a:txBody>
                    <a:bodyPr/>
                    <a:lstStyle/>
                    <a:p>
                      <a:r>
                        <a:rPr lang="en-US"/>
                        <a:t>AWS Elastic Beanstalk</a:t>
                      </a:r>
                    </a:p>
                  </a:txBody>
                  <a:tcPr anchor="ctr"/>
                </a:tc>
                <a:tc>
                  <a:txBody>
                    <a:bodyPr/>
                    <a:lstStyle/>
                    <a:p>
                      <a:r>
                        <a:rPr lang="en-US"/>
                        <a:t>Managed app deployment environment</a:t>
                      </a:r>
                    </a:p>
                  </a:txBody>
                  <a:tcPr anchor="ctr"/>
                </a:tc>
                <a:extLst>
                  <a:ext uri="{0D108BD9-81ED-4DB2-BD59-A6C34878D82A}">
                    <a16:rowId xmlns:a16="http://schemas.microsoft.com/office/drawing/2014/main" val="1075106391"/>
                  </a:ext>
                </a:extLst>
              </a:tr>
              <a:tr h="0">
                <a:tc>
                  <a:txBody>
                    <a:bodyPr/>
                    <a:lstStyle/>
                    <a:p>
                      <a:r>
                        <a:rPr lang="en-US"/>
                        <a:t>Amazon ECS/EKS</a:t>
                      </a:r>
                    </a:p>
                  </a:txBody>
                  <a:tcPr anchor="ctr"/>
                </a:tc>
                <a:tc>
                  <a:txBody>
                    <a:bodyPr/>
                    <a:lstStyle/>
                    <a:p>
                      <a:r>
                        <a:rPr lang="en-US"/>
                        <a:t>Containers and Kubernetes management</a:t>
                      </a:r>
                    </a:p>
                  </a:txBody>
                  <a:tcPr anchor="ctr"/>
                </a:tc>
                <a:extLst>
                  <a:ext uri="{0D108BD9-81ED-4DB2-BD59-A6C34878D82A}">
                    <a16:rowId xmlns:a16="http://schemas.microsoft.com/office/drawing/2014/main" val="2324240711"/>
                  </a:ext>
                </a:extLst>
              </a:tr>
              <a:tr h="0">
                <a:tc>
                  <a:txBody>
                    <a:bodyPr/>
                    <a:lstStyle/>
                    <a:p>
                      <a:r>
                        <a:rPr lang="en-US"/>
                        <a:t>AWS Fargate</a:t>
                      </a:r>
                    </a:p>
                  </a:txBody>
                  <a:tcPr anchor="ctr"/>
                </a:tc>
                <a:tc>
                  <a:txBody>
                    <a:bodyPr/>
                    <a:lstStyle/>
                    <a:p>
                      <a:r>
                        <a:rPr lang="en-US" dirty="0"/>
                        <a:t>Serverless containers</a:t>
                      </a:r>
                    </a:p>
                  </a:txBody>
                  <a:tcPr anchor="ctr"/>
                </a:tc>
                <a:extLst>
                  <a:ext uri="{0D108BD9-81ED-4DB2-BD59-A6C34878D82A}">
                    <a16:rowId xmlns:a16="http://schemas.microsoft.com/office/drawing/2014/main" val="904249192"/>
                  </a:ext>
                </a:extLst>
              </a:tr>
            </a:tbl>
          </a:graphicData>
        </a:graphic>
      </p:graphicFrame>
    </p:spTree>
    <p:extLst>
      <p:ext uri="{BB962C8B-B14F-4D97-AF65-F5344CB8AC3E}">
        <p14:creationId xmlns:p14="http://schemas.microsoft.com/office/powerpoint/2010/main" val="18825628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FE5B4-2A35-82B2-9D97-DCE3E45C62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1FD6B8-B7BF-6E39-6D9E-47ED40198536}"/>
              </a:ext>
            </a:extLst>
          </p:cNvPr>
          <p:cNvSpPr>
            <a:spLocks noGrp="1"/>
          </p:cNvSpPr>
          <p:nvPr>
            <p:ph type="title"/>
          </p:nvPr>
        </p:nvSpPr>
        <p:spPr/>
        <p:txBody>
          <a:bodyPr/>
          <a:lstStyle/>
          <a:p>
            <a:r>
              <a:rPr lang="en-US" dirty="0"/>
              <a:t>Storage Services</a:t>
            </a:r>
          </a:p>
        </p:txBody>
      </p:sp>
      <p:sp>
        <p:nvSpPr>
          <p:cNvPr id="3" name="Content Placeholder 2">
            <a:extLst>
              <a:ext uri="{FF2B5EF4-FFF2-40B4-BE49-F238E27FC236}">
                <a16:creationId xmlns:a16="http://schemas.microsoft.com/office/drawing/2014/main" id="{C5C44C94-754B-DBFF-85DD-53275578D31C}"/>
              </a:ext>
            </a:extLst>
          </p:cNvPr>
          <p:cNvSpPr>
            <a:spLocks noGrp="1"/>
          </p:cNvSpPr>
          <p:nvPr>
            <p:ph idx="1"/>
          </p:nvPr>
        </p:nvSpPr>
        <p:spPr>
          <a:xfrm>
            <a:off x="838200" y="1706008"/>
            <a:ext cx="10515600" cy="536744"/>
          </a:xfrm>
        </p:spPr>
        <p:txBody>
          <a:bodyPr/>
          <a:lstStyle/>
          <a:p>
            <a:pPr marL="0" indent="0">
              <a:buNone/>
            </a:pPr>
            <a:r>
              <a:rPr lang="en-US" dirty="0"/>
              <a:t>Purpose: Store, archive, and retrieve data efficiently</a:t>
            </a:r>
          </a:p>
        </p:txBody>
      </p:sp>
      <p:graphicFrame>
        <p:nvGraphicFramePr>
          <p:cNvPr id="5" name="Table 4">
            <a:extLst>
              <a:ext uri="{FF2B5EF4-FFF2-40B4-BE49-F238E27FC236}">
                <a16:creationId xmlns:a16="http://schemas.microsoft.com/office/drawing/2014/main" id="{EAF45DB5-15A3-89F3-B3EF-97BD31B8660F}"/>
              </a:ext>
            </a:extLst>
          </p:cNvPr>
          <p:cNvGraphicFramePr>
            <a:graphicFrameLocks noGrp="1"/>
          </p:cNvGraphicFramePr>
          <p:nvPr>
            <p:extLst>
              <p:ext uri="{D42A27DB-BD31-4B8C-83A1-F6EECF244321}">
                <p14:modId xmlns:p14="http://schemas.microsoft.com/office/powerpoint/2010/main" val="3536794531"/>
              </p:ext>
            </p:extLst>
          </p:nvPr>
        </p:nvGraphicFramePr>
        <p:xfrm>
          <a:off x="838200" y="2403029"/>
          <a:ext cx="10515600" cy="1828800"/>
        </p:xfrm>
        <a:graphic>
          <a:graphicData uri="http://schemas.openxmlformats.org/drawingml/2006/table">
            <a:tbl>
              <a:tblPr>
                <a:tableStyleId>{616DA210-FB5B-4158-B5E0-FEB733F419BA}</a:tableStyleId>
              </a:tblPr>
              <a:tblGrid>
                <a:gridCol w="3128319">
                  <a:extLst>
                    <a:ext uri="{9D8B030D-6E8A-4147-A177-3AD203B41FA5}">
                      <a16:colId xmlns:a16="http://schemas.microsoft.com/office/drawing/2014/main" val="2523660415"/>
                    </a:ext>
                  </a:extLst>
                </a:gridCol>
                <a:gridCol w="7387281">
                  <a:extLst>
                    <a:ext uri="{9D8B030D-6E8A-4147-A177-3AD203B41FA5}">
                      <a16:colId xmlns:a16="http://schemas.microsoft.com/office/drawing/2014/main" val="3855319144"/>
                    </a:ext>
                  </a:extLst>
                </a:gridCol>
              </a:tblGrid>
              <a:tr h="0">
                <a:tc>
                  <a:txBody>
                    <a:bodyPr/>
                    <a:lstStyle/>
                    <a:p>
                      <a:pPr algn="ctr"/>
                      <a:r>
                        <a:rPr lang="en-US" b="1" dirty="0"/>
                        <a:t>Service</a:t>
                      </a:r>
                    </a:p>
                  </a:txBody>
                  <a:tcPr anchor="ctr">
                    <a:solidFill>
                      <a:schemeClr val="bg1">
                        <a:lumMod val="85000"/>
                      </a:schemeClr>
                    </a:solidFill>
                  </a:tcPr>
                </a:tc>
                <a:tc>
                  <a:txBody>
                    <a:bodyPr/>
                    <a:lstStyle/>
                    <a:p>
                      <a:pPr algn="ctr"/>
                      <a:r>
                        <a:rPr lang="en-US" b="1" dirty="0"/>
                        <a:t>Description</a:t>
                      </a:r>
                    </a:p>
                  </a:txBody>
                  <a:tcPr anchor="ctr">
                    <a:solidFill>
                      <a:schemeClr val="bg1">
                        <a:lumMod val="85000"/>
                      </a:schemeClr>
                    </a:solidFill>
                  </a:tcPr>
                </a:tc>
                <a:extLst>
                  <a:ext uri="{0D108BD9-81ED-4DB2-BD59-A6C34878D82A}">
                    <a16:rowId xmlns:a16="http://schemas.microsoft.com/office/drawing/2014/main" val="2952214049"/>
                  </a:ext>
                </a:extLst>
              </a:tr>
              <a:tr h="0">
                <a:tc>
                  <a:txBody>
                    <a:bodyPr/>
                    <a:lstStyle/>
                    <a:p>
                      <a:r>
                        <a:rPr lang="en-US"/>
                        <a:t>Amazon S3</a:t>
                      </a:r>
                    </a:p>
                  </a:txBody>
                  <a:tcPr anchor="ctr"/>
                </a:tc>
                <a:tc>
                  <a:txBody>
                    <a:bodyPr/>
                    <a:lstStyle/>
                    <a:p>
                      <a:r>
                        <a:rPr lang="en-US"/>
                        <a:t>Scalable object storage</a:t>
                      </a:r>
                    </a:p>
                  </a:txBody>
                  <a:tcPr anchor="ctr"/>
                </a:tc>
                <a:extLst>
                  <a:ext uri="{0D108BD9-81ED-4DB2-BD59-A6C34878D82A}">
                    <a16:rowId xmlns:a16="http://schemas.microsoft.com/office/drawing/2014/main" val="3758285479"/>
                  </a:ext>
                </a:extLst>
              </a:tr>
              <a:tr h="0">
                <a:tc>
                  <a:txBody>
                    <a:bodyPr/>
                    <a:lstStyle/>
                    <a:p>
                      <a:r>
                        <a:rPr lang="en-US"/>
                        <a:t>Amazon EBS</a:t>
                      </a:r>
                    </a:p>
                  </a:txBody>
                  <a:tcPr anchor="ctr"/>
                </a:tc>
                <a:tc>
                  <a:txBody>
                    <a:bodyPr/>
                    <a:lstStyle/>
                    <a:p>
                      <a:r>
                        <a:rPr lang="en-US"/>
                        <a:t>Block storage for EC2 instances</a:t>
                      </a:r>
                    </a:p>
                  </a:txBody>
                  <a:tcPr anchor="ctr"/>
                </a:tc>
                <a:extLst>
                  <a:ext uri="{0D108BD9-81ED-4DB2-BD59-A6C34878D82A}">
                    <a16:rowId xmlns:a16="http://schemas.microsoft.com/office/drawing/2014/main" val="4083625064"/>
                  </a:ext>
                </a:extLst>
              </a:tr>
              <a:tr h="0">
                <a:tc>
                  <a:txBody>
                    <a:bodyPr/>
                    <a:lstStyle/>
                    <a:p>
                      <a:r>
                        <a:rPr lang="en-US"/>
                        <a:t>Amazon EFS</a:t>
                      </a:r>
                    </a:p>
                  </a:txBody>
                  <a:tcPr anchor="ctr"/>
                </a:tc>
                <a:tc>
                  <a:txBody>
                    <a:bodyPr/>
                    <a:lstStyle/>
                    <a:p>
                      <a:r>
                        <a:rPr lang="en-US"/>
                        <a:t>Elastic file storage for shared access</a:t>
                      </a:r>
                    </a:p>
                  </a:txBody>
                  <a:tcPr anchor="ctr"/>
                </a:tc>
                <a:extLst>
                  <a:ext uri="{0D108BD9-81ED-4DB2-BD59-A6C34878D82A}">
                    <a16:rowId xmlns:a16="http://schemas.microsoft.com/office/drawing/2014/main" val="2205257337"/>
                  </a:ext>
                </a:extLst>
              </a:tr>
              <a:tr h="0">
                <a:tc>
                  <a:txBody>
                    <a:bodyPr/>
                    <a:lstStyle/>
                    <a:p>
                      <a:r>
                        <a:rPr lang="en-US" dirty="0"/>
                        <a:t>Amazon S3 Glacier</a:t>
                      </a:r>
                    </a:p>
                  </a:txBody>
                  <a:tcPr anchor="ctr"/>
                </a:tc>
                <a:tc>
                  <a:txBody>
                    <a:bodyPr/>
                    <a:lstStyle/>
                    <a:p>
                      <a:r>
                        <a:rPr lang="en-US" dirty="0"/>
                        <a:t>Archival storage with low retrieval cost</a:t>
                      </a:r>
                    </a:p>
                  </a:txBody>
                  <a:tcPr anchor="ctr"/>
                </a:tc>
                <a:extLst>
                  <a:ext uri="{0D108BD9-81ED-4DB2-BD59-A6C34878D82A}">
                    <a16:rowId xmlns:a16="http://schemas.microsoft.com/office/drawing/2014/main" val="1673207452"/>
                  </a:ext>
                </a:extLst>
              </a:tr>
            </a:tbl>
          </a:graphicData>
        </a:graphic>
      </p:graphicFrame>
    </p:spTree>
    <p:extLst>
      <p:ext uri="{BB962C8B-B14F-4D97-AF65-F5344CB8AC3E}">
        <p14:creationId xmlns:p14="http://schemas.microsoft.com/office/powerpoint/2010/main" val="7676353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C268C-5557-C21F-154A-1E7AFD7788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636518-6277-013F-5EE9-3BE39884F870}"/>
              </a:ext>
            </a:extLst>
          </p:cNvPr>
          <p:cNvSpPr>
            <a:spLocks noGrp="1"/>
          </p:cNvSpPr>
          <p:nvPr>
            <p:ph type="title"/>
          </p:nvPr>
        </p:nvSpPr>
        <p:spPr/>
        <p:txBody>
          <a:bodyPr/>
          <a:lstStyle/>
          <a:p>
            <a:r>
              <a:rPr lang="en-US" dirty="0"/>
              <a:t>Database Services</a:t>
            </a:r>
          </a:p>
        </p:txBody>
      </p:sp>
      <p:sp>
        <p:nvSpPr>
          <p:cNvPr id="3" name="Content Placeholder 2">
            <a:extLst>
              <a:ext uri="{FF2B5EF4-FFF2-40B4-BE49-F238E27FC236}">
                <a16:creationId xmlns:a16="http://schemas.microsoft.com/office/drawing/2014/main" id="{A06F8B6A-0B1F-C4A7-73CF-839588F81BB6}"/>
              </a:ext>
            </a:extLst>
          </p:cNvPr>
          <p:cNvSpPr>
            <a:spLocks noGrp="1"/>
          </p:cNvSpPr>
          <p:nvPr>
            <p:ph idx="1"/>
          </p:nvPr>
        </p:nvSpPr>
        <p:spPr>
          <a:xfrm>
            <a:off x="838200" y="1706007"/>
            <a:ext cx="10515600" cy="487317"/>
          </a:xfrm>
        </p:spPr>
        <p:txBody>
          <a:bodyPr/>
          <a:lstStyle/>
          <a:p>
            <a:pPr marL="0" indent="0">
              <a:buNone/>
            </a:pPr>
            <a:r>
              <a:rPr lang="en-US" dirty="0"/>
              <a:t>Purpose: Run databases without managing infrastructure</a:t>
            </a:r>
          </a:p>
        </p:txBody>
      </p:sp>
      <p:graphicFrame>
        <p:nvGraphicFramePr>
          <p:cNvPr id="4" name="Table 3">
            <a:extLst>
              <a:ext uri="{FF2B5EF4-FFF2-40B4-BE49-F238E27FC236}">
                <a16:creationId xmlns:a16="http://schemas.microsoft.com/office/drawing/2014/main" id="{9482F5EA-24A8-A5F7-4718-F56665E65952}"/>
              </a:ext>
            </a:extLst>
          </p:cNvPr>
          <p:cNvGraphicFramePr>
            <a:graphicFrameLocks noGrp="1"/>
          </p:cNvGraphicFramePr>
          <p:nvPr>
            <p:extLst>
              <p:ext uri="{D42A27DB-BD31-4B8C-83A1-F6EECF244321}">
                <p14:modId xmlns:p14="http://schemas.microsoft.com/office/powerpoint/2010/main" val="832681027"/>
              </p:ext>
            </p:extLst>
          </p:nvPr>
        </p:nvGraphicFramePr>
        <p:xfrm>
          <a:off x="838200" y="2353600"/>
          <a:ext cx="10515600" cy="1828800"/>
        </p:xfrm>
        <a:graphic>
          <a:graphicData uri="http://schemas.openxmlformats.org/drawingml/2006/table">
            <a:tbl>
              <a:tblPr>
                <a:tableStyleId>{616DA210-FB5B-4158-B5E0-FEB733F419BA}</a:tableStyleId>
              </a:tblPr>
              <a:tblGrid>
                <a:gridCol w="3666067">
                  <a:extLst>
                    <a:ext uri="{9D8B030D-6E8A-4147-A177-3AD203B41FA5}">
                      <a16:colId xmlns:a16="http://schemas.microsoft.com/office/drawing/2014/main" val="266811491"/>
                    </a:ext>
                  </a:extLst>
                </a:gridCol>
                <a:gridCol w="6849533">
                  <a:extLst>
                    <a:ext uri="{9D8B030D-6E8A-4147-A177-3AD203B41FA5}">
                      <a16:colId xmlns:a16="http://schemas.microsoft.com/office/drawing/2014/main" val="2435360837"/>
                    </a:ext>
                  </a:extLst>
                </a:gridCol>
              </a:tblGrid>
              <a:tr h="0">
                <a:tc>
                  <a:txBody>
                    <a:bodyPr/>
                    <a:lstStyle/>
                    <a:p>
                      <a:pPr algn="ctr"/>
                      <a:r>
                        <a:rPr lang="en-US" b="1"/>
                        <a:t>Service</a:t>
                      </a:r>
                    </a:p>
                  </a:txBody>
                  <a:tcPr anchor="ctr">
                    <a:solidFill>
                      <a:schemeClr val="bg1">
                        <a:lumMod val="85000"/>
                      </a:schemeClr>
                    </a:solidFill>
                  </a:tcPr>
                </a:tc>
                <a:tc>
                  <a:txBody>
                    <a:bodyPr/>
                    <a:lstStyle/>
                    <a:p>
                      <a:pPr algn="ctr"/>
                      <a:r>
                        <a:rPr lang="en-US" b="1" dirty="0"/>
                        <a:t>Description</a:t>
                      </a:r>
                    </a:p>
                  </a:txBody>
                  <a:tcPr anchor="ctr">
                    <a:solidFill>
                      <a:schemeClr val="bg1">
                        <a:lumMod val="85000"/>
                      </a:schemeClr>
                    </a:solidFill>
                  </a:tcPr>
                </a:tc>
                <a:extLst>
                  <a:ext uri="{0D108BD9-81ED-4DB2-BD59-A6C34878D82A}">
                    <a16:rowId xmlns:a16="http://schemas.microsoft.com/office/drawing/2014/main" val="2938714387"/>
                  </a:ext>
                </a:extLst>
              </a:tr>
              <a:tr h="0">
                <a:tc>
                  <a:txBody>
                    <a:bodyPr/>
                    <a:lstStyle/>
                    <a:p>
                      <a:r>
                        <a:rPr lang="en-US"/>
                        <a:t>Amazon RDS</a:t>
                      </a:r>
                    </a:p>
                  </a:txBody>
                  <a:tcPr anchor="ctr"/>
                </a:tc>
                <a:tc>
                  <a:txBody>
                    <a:bodyPr/>
                    <a:lstStyle/>
                    <a:p>
                      <a:r>
                        <a:rPr lang="en-US"/>
                        <a:t>Managed relational databases (e.g., MySQL, PostgreSQL)</a:t>
                      </a:r>
                    </a:p>
                  </a:txBody>
                  <a:tcPr anchor="ctr"/>
                </a:tc>
                <a:extLst>
                  <a:ext uri="{0D108BD9-81ED-4DB2-BD59-A6C34878D82A}">
                    <a16:rowId xmlns:a16="http://schemas.microsoft.com/office/drawing/2014/main" val="3220876020"/>
                  </a:ext>
                </a:extLst>
              </a:tr>
              <a:tr h="0">
                <a:tc>
                  <a:txBody>
                    <a:bodyPr/>
                    <a:lstStyle/>
                    <a:p>
                      <a:r>
                        <a:rPr lang="en-US"/>
                        <a:t>Amazon Aurora</a:t>
                      </a:r>
                    </a:p>
                  </a:txBody>
                  <a:tcPr anchor="ctr"/>
                </a:tc>
                <a:tc>
                  <a:txBody>
                    <a:bodyPr/>
                    <a:lstStyle/>
                    <a:p>
                      <a:r>
                        <a:rPr lang="en-US"/>
                        <a:t>High-performance relational DB compatible with MySQL/PostgreSQL</a:t>
                      </a:r>
                    </a:p>
                  </a:txBody>
                  <a:tcPr anchor="ctr"/>
                </a:tc>
                <a:extLst>
                  <a:ext uri="{0D108BD9-81ED-4DB2-BD59-A6C34878D82A}">
                    <a16:rowId xmlns:a16="http://schemas.microsoft.com/office/drawing/2014/main" val="2633123477"/>
                  </a:ext>
                </a:extLst>
              </a:tr>
              <a:tr h="0">
                <a:tc>
                  <a:txBody>
                    <a:bodyPr/>
                    <a:lstStyle/>
                    <a:p>
                      <a:r>
                        <a:rPr lang="en-US"/>
                        <a:t>Amazon DynamoDB</a:t>
                      </a:r>
                    </a:p>
                  </a:txBody>
                  <a:tcPr anchor="ctr"/>
                </a:tc>
                <a:tc>
                  <a:txBody>
                    <a:bodyPr/>
                    <a:lstStyle/>
                    <a:p>
                      <a:r>
                        <a:rPr lang="en-US"/>
                        <a:t>Managed NoSQL key-value/document store</a:t>
                      </a:r>
                    </a:p>
                  </a:txBody>
                  <a:tcPr anchor="ctr"/>
                </a:tc>
                <a:extLst>
                  <a:ext uri="{0D108BD9-81ED-4DB2-BD59-A6C34878D82A}">
                    <a16:rowId xmlns:a16="http://schemas.microsoft.com/office/drawing/2014/main" val="3363910936"/>
                  </a:ext>
                </a:extLst>
              </a:tr>
              <a:tr h="0">
                <a:tc>
                  <a:txBody>
                    <a:bodyPr/>
                    <a:lstStyle/>
                    <a:p>
                      <a:r>
                        <a:rPr lang="en-US"/>
                        <a:t>Amazon Redshift</a:t>
                      </a:r>
                    </a:p>
                  </a:txBody>
                  <a:tcPr anchor="ctr"/>
                </a:tc>
                <a:tc>
                  <a:txBody>
                    <a:bodyPr/>
                    <a:lstStyle/>
                    <a:p>
                      <a:r>
                        <a:rPr lang="en-US" dirty="0"/>
                        <a:t>Data warehouse for large-scale analytics</a:t>
                      </a:r>
                    </a:p>
                  </a:txBody>
                  <a:tcPr anchor="ctr"/>
                </a:tc>
                <a:extLst>
                  <a:ext uri="{0D108BD9-81ED-4DB2-BD59-A6C34878D82A}">
                    <a16:rowId xmlns:a16="http://schemas.microsoft.com/office/drawing/2014/main" val="3900045267"/>
                  </a:ext>
                </a:extLst>
              </a:tr>
            </a:tbl>
          </a:graphicData>
        </a:graphic>
      </p:graphicFrame>
    </p:spTree>
    <p:extLst>
      <p:ext uri="{BB962C8B-B14F-4D97-AF65-F5344CB8AC3E}">
        <p14:creationId xmlns:p14="http://schemas.microsoft.com/office/powerpoint/2010/main" val="28628939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127AF-BDA4-A724-A4B1-2852FAED04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4C6D8B-68A8-386B-9067-B4D6CB002948}"/>
              </a:ext>
            </a:extLst>
          </p:cNvPr>
          <p:cNvSpPr>
            <a:spLocks noGrp="1"/>
          </p:cNvSpPr>
          <p:nvPr>
            <p:ph type="title"/>
          </p:nvPr>
        </p:nvSpPr>
        <p:spPr/>
        <p:txBody>
          <a:bodyPr/>
          <a:lstStyle/>
          <a:p>
            <a:r>
              <a:rPr lang="en-US" dirty="0"/>
              <a:t>Networking &amp; Content Delivery</a:t>
            </a:r>
          </a:p>
        </p:txBody>
      </p:sp>
      <p:sp>
        <p:nvSpPr>
          <p:cNvPr id="3" name="Content Placeholder 2">
            <a:extLst>
              <a:ext uri="{FF2B5EF4-FFF2-40B4-BE49-F238E27FC236}">
                <a16:creationId xmlns:a16="http://schemas.microsoft.com/office/drawing/2014/main" id="{B8870E60-719E-66F9-BBF0-5050313A5E54}"/>
              </a:ext>
            </a:extLst>
          </p:cNvPr>
          <p:cNvSpPr>
            <a:spLocks noGrp="1"/>
          </p:cNvSpPr>
          <p:nvPr>
            <p:ph idx="1"/>
          </p:nvPr>
        </p:nvSpPr>
        <p:spPr>
          <a:xfrm>
            <a:off x="838200" y="1706007"/>
            <a:ext cx="10515600" cy="487317"/>
          </a:xfrm>
        </p:spPr>
        <p:txBody>
          <a:bodyPr/>
          <a:lstStyle/>
          <a:p>
            <a:pPr marL="0" indent="0">
              <a:buNone/>
            </a:pPr>
            <a:r>
              <a:rPr lang="en-US" dirty="0"/>
              <a:t>Purpose: Connect resources securely and deliver content globally</a:t>
            </a:r>
          </a:p>
        </p:txBody>
      </p:sp>
      <p:graphicFrame>
        <p:nvGraphicFramePr>
          <p:cNvPr id="4" name="Table 3">
            <a:extLst>
              <a:ext uri="{FF2B5EF4-FFF2-40B4-BE49-F238E27FC236}">
                <a16:creationId xmlns:a16="http://schemas.microsoft.com/office/drawing/2014/main" id="{64218794-9DFA-BE45-D3EA-023355297EFE}"/>
              </a:ext>
            </a:extLst>
          </p:cNvPr>
          <p:cNvGraphicFramePr>
            <a:graphicFrameLocks noGrp="1"/>
          </p:cNvGraphicFramePr>
          <p:nvPr>
            <p:extLst>
              <p:ext uri="{D42A27DB-BD31-4B8C-83A1-F6EECF244321}">
                <p14:modId xmlns:p14="http://schemas.microsoft.com/office/powerpoint/2010/main" val="3604012157"/>
              </p:ext>
            </p:extLst>
          </p:nvPr>
        </p:nvGraphicFramePr>
        <p:xfrm>
          <a:off x="838200" y="2353600"/>
          <a:ext cx="10515600" cy="1828800"/>
        </p:xfrm>
        <a:graphic>
          <a:graphicData uri="http://schemas.openxmlformats.org/drawingml/2006/table">
            <a:tbl>
              <a:tblPr>
                <a:tableStyleId>{616DA210-FB5B-4158-B5E0-FEB733F419BA}</a:tableStyleId>
              </a:tblPr>
              <a:tblGrid>
                <a:gridCol w="3363097">
                  <a:extLst>
                    <a:ext uri="{9D8B030D-6E8A-4147-A177-3AD203B41FA5}">
                      <a16:colId xmlns:a16="http://schemas.microsoft.com/office/drawing/2014/main" val="4194964139"/>
                    </a:ext>
                  </a:extLst>
                </a:gridCol>
                <a:gridCol w="7152503">
                  <a:extLst>
                    <a:ext uri="{9D8B030D-6E8A-4147-A177-3AD203B41FA5}">
                      <a16:colId xmlns:a16="http://schemas.microsoft.com/office/drawing/2014/main" val="1169403286"/>
                    </a:ext>
                  </a:extLst>
                </a:gridCol>
              </a:tblGrid>
              <a:tr h="0">
                <a:tc>
                  <a:txBody>
                    <a:bodyPr/>
                    <a:lstStyle/>
                    <a:p>
                      <a:pPr algn="ctr"/>
                      <a:r>
                        <a:rPr lang="en-US"/>
                        <a:t>Service</a:t>
                      </a:r>
                    </a:p>
                  </a:txBody>
                  <a:tcPr anchor="ctr">
                    <a:solidFill>
                      <a:schemeClr val="bg1">
                        <a:lumMod val="85000"/>
                      </a:schemeClr>
                    </a:solidFill>
                  </a:tcPr>
                </a:tc>
                <a:tc>
                  <a:txBody>
                    <a:bodyPr/>
                    <a:lstStyle/>
                    <a:p>
                      <a:pPr algn="ctr"/>
                      <a:r>
                        <a:rPr lang="en-US" dirty="0"/>
                        <a:t>Description</a:t>
                      </a:r>
                    </a:p>
                  </a:txBody>
                  <a:tcPr anchor="ctr">
                    <a:solidFill>
                      <a:schemeClr val="bg1">
                        <a:lumMod val="85000"/>
                      </a:schemeClr>
                    </a:solidFill>
                  </a:tcPr>
                </a:tc>
                <a:extLst>
                  <a:ext uri="{0D108BD9-81ED-4DB2-BD59-A6C34878D82A}">
                    <a16:rowId xmlns:a16="http://schemas.microsoft.com/office/drawing/2014/main" val="3391806704"/>
                  </a:ext>
                </a:extLst>
              </a:tr>
              <a:tr h="0">
                <a:tc>
                  <a:txBody>
                    <a:bodyPr/>
                    <a:lstStyle/>
                    <a:p>
                      <a:r>
                        <a:rPr lang="en-US"/>
                        <a:t>Amazon VPC</a:t>
                      </a:r>
                    </a:p>
                  </a:txBody>
                  <a:tcPr anchor="ctr"/>
                </a:tc>
                <a:tc>
                  <a:txBody>
                    <a:bodyPr/>
                    <a:lstStyle/>
                    <a:p>
                      <a:r>
                        <a:rPr lang="en-US"/>
                        <a:t>Isolated virtual networks</a:t>
                      </a:r>
                    </a:p>
                  </a:txBody>
                  <a:tcPr anchor="ctr"/>
                </a:tc>
                <a:extLst>
                  <a:ext uri="{0D108BD9-81ED-4DB2-BD59-A6C34878D82A}">
                    <a16:rowId xmlns:a16="http://schemas.microsoft.com/office/drawing/2014/main" val="3599450905"/>
                  </a:ext>
                </a:extLst>
              </a:tr>
              <a:tr h="0">
                <a:tc>
                  <a:txBody>
                    <a:bodyPr/>
                    <a:lstStyle/>
                    <a:p>
                      <a:r>
                        <a:rPr lang="en-US"/>
                        <a:t>Route 53</a:t>
                      </a:r>
                    </a:p>
                  </a:txBody>
                  <a:tcPr anchor="ctr"/>
                </a:tc>
                <a:tc>
                  <a:txBody>
                    <a:bodyPr/>
                    <a:lstStyle/>
                    <a:p>
                      <a:r>
                        <a:rPr lang="en-US"/>
                        <a:t>Scalable DNS and domain name routing</a:t>
                      </a:r>
                    </a:p>
                  </a:txBody>
                  <a:tcPr anchor="ctr"/>
                </a:tc>
                <a:extLst>
                  <a:ext uri="{0D108BD9-81ED-4DB2-BD59-A6C34878D82A}">
                    <a16:rowId xmlns:a16="http://schemas.microsoft.com/office/drawing/2014/main" val="696653760"/>
                  </a:ext>
                </a:extLst>
              </a:tr>
              <a:tr h="0">
                <a:tc>
                  <a:txBody>
                    <a:bodyPr/>
                    <a:lstStyle/>
                    <a:p>
                      <a:r>
                        <a:rPr lang="en-US"/>
                        <a:t>CloudFront</a:t>
                      </a:r>
                    </a:p>
                  </a:txBody>
                  <a:tcPr anchor="ctr"/>
                </a:tc>
                <a:tc>
                  <a:txBody>
                    <a:bodyPr/>
                    <a:lstStyle/>
                    <a:p>
                      <a:r>
                        <a:rPr lang="en-US"/>
                        <a:t>Global content delivery network (CDN)</a:t>
                      </a:r>
                    </a:p>
                  </a:txBody>
                  <a:tcPr anchor="ctr"/>
                </a:tc>
                <a:extLst>
                  <a:ext uri="{0D108BD9-81ED-4DB2-BD59-A6C34878D82A}">
                    <a16:rowId xmlns:a16="http://schemas.microsoft.com/office/drawing/2014/main" val="3488632972"/>
                  </a:ext>
                </a:extLst>
              </a:tr>
              <a:tr h="0">
                <a:tc>
                  <a:txBody>
                    <a:bodyPr/>
                    <a:lstStyle/>
                    <a:p>
                      <a:r>
                        <a:rPr lang="en-US"/>
                        <a:t>Elastic Load Balancing</a:t>
                      </a:r>
                    </a:p>
                  </a:txBody>
                  <a:tcPr anchor="ctr"/>
                </a:tc>
                <a:tc>
                  <a:txBody>
                    <a:bodyPr/>
                    <a:lstStyle/>
                    <a:p>
                      <a:r>
                        <a:rPr lang="en-US" dirty="0"/>
                        <a:t>Distributes traffic to maintain performance</a:t>
                      </a:r>
                    </a:p>
                  </a:txBody>
                  <a:tcPr anchor="ctr"/>
                </a:tc>
                <a:extLst>
                  <a:ext uri="{0D108BD9-81ED-4DB2-BD59-A6C34878D82A}">
                    <a16:rowId xmlns:a16="http://schemas.microsoft.com/office/drawing/2014/main" val="1646910387"/>
                  </a:ext>
                </a:extLst>
              </a:tr>
            </a:tbl>
          </a:graphicData>
        </a:graphic>
      </p:graphicFrame>
    </p:spTree>
    <p:extLst>
      <p:ext uri="{BB962C8B-B14F-4D97-AF65-F5344CB8AC3E}">
        <p14:creationId xmlns:p14="http://schemas.microsoft.com/office/powerpoint/2010/main" val="23004691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D4EA8-DFA8-F53B-6010-E0AFFA0389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BF4D5B-550B-46E4-1B2B-E378D1D08A56}"/>
              </a:ext>
            </a:extLst>
          </p:cNvPr>
          <p:cNvSpPr>
            <a:spLocks noGrp="1"/>
          </p:cNvSpPr>
          <p:nvPr>
            <p:ph type="title"/>
          </p:nvPr>
        </p:nvSpPr>
        <p:spPr/>
        <p:txBody>
          <a:bodyPr/>
          <a:lstStyle/>
          <a:p>
            <a:r>
              <a:rPr lang="en-US" dirty="0"/>
              <a:t>Security, Identity, and Compliance</a:t>
            </a:r>
          </a:p>
        </p:txBody>
      </p:sp>
      <p:sp>
        <p:nvSpPr>
          <p:cNvPr id="3" name="Content Placeholder 2">
            <a:extLst>
              <a:ext uri="{FF2B5EF4-FFF2-40B4-BE49-F238E27FC236}">
                <a16:creationId xmlns:a16="http://schemas.microsoft.com/office/drawing/2014/main" id="{0944644F-93E6-C26C-F0B8-1895856D6828}"/>
              </a:ext>
            </a:extLst>
          </p:cNvPr>
          <p:cNvSpPr>
            <a:spLocks noGrp="1"/>
          </p:cNvSpPr>
          <p:nvPr>
            <p:ph idx="1"/>
          </p:nvPr>
        </p:nvSpPr>
        <p:spPr>
          <a:xfrm>
            <a:off x="838200" y="1706008"/>
            <a:ext cx="10515600" cy="499674"/>
          </a:xfrm>
        </p:spPr>
        <p:txBody>
          <a:bodyPr/>
          <a:lstStyle/>
          <a:p>
            <a:pPr marL="0" indent="0">
              <a:buNone/>
            </a:pPr>
            <a:r>
              <a:rPr lang="en-US" dirty="0"/>
              <a:t>Purpose: Protect data, manage user access, and meet compliance standards</a:t>
            </a:r>
          </a:p>
        </p:txBody>
      </p:sp>
      <p:graphicFrame>
        <p:nvGraphicFramePr>
          <p:cNvPr id="5" name="Table 4">
            <a:extLst>
              <a:ext uri="{FF2B5EF4-FFF2-40B4-BE49-F238E27FC236}">
                <a16:creationId xmlns:a16="http://schemas.microsoft.com/office/drawing/2014/main" id="{2BDC24E7-33FE-52CA-6769-ADC6A8E980CB}"/>
              </a:ext>
            </a:extLst>
          </p:cNvPr>
          <p:cNvGraphicFramePr>
            <a:graphicFrameLocks noGrp="1"/>
          </p:cNvGraphicFramePr>
          <p:nvPr>
            <p:extLst>
              <p:ext uri="{D42A27DB-BD31-4B8C-83A1-F6EECF244321}">
                <p14:modId xmlns:p14="http://schemas.microsoft.com/office/powerpoint/2010/main" val="85705421"/>
              </p:ext>
            </p:extLst>
          </p:nvPr>
        </p:nvGraphicFramePr>
        <p:xfrm>
          <a:off x="838200" y="2365959"/>
          <a:ext cx="10515600" cy="1828800"/>
        </p:xfrm>
        <a:graphic>
          <a:graphicData uri="http://schemas.openxmlformats.org/drawingml/2006/table">
            <a:tbl>
              <a:tblPr>
                <a:tableStyleId>{616DA210-FB5B-4158-B5E0-FEB733F419BA}</a:tableStyleId>
              </a:tblPr>
              <a:tblGrid>
                <a:gridCol w="3480486">
                  <a:extLst>
                    <a:ext uri="{9D8B030D-6E8A-4147-A177-3AD203B41FA5}">
                      <a16:colId xmlns:a16="http://schemas.microsoft.com/office/drawing/2014/main" val="2501097255"/>
                    </a:ext>
                  </a:extLst>
                </a:gridCol>
                <a:gridCol w="7035114">
                  <a:extLst>
                    <a:ext uri="{9D8B030D-6E8A-4147-A177-3AD203B41FA5}">
                      <a16:colId xmlns:a16="http://schemas.microsoft.com/office/drawing/2014/main" val="3839785770"/>
                    </a:ext>
                  </a:extLst>
                </a:gridCol>
              </a:tblGrid>
              <a:tr h="0">
                <a:tc>
                  <a:txBody>
                    <a:bodyPr/>
                    <a:lstStyle/>
                    <a:p>
                      <a:pPr algn="ctr"/>
                      <a:r>
                        <a:rPr lang="en-US"/>
                        <a:t>Service</a:t>
                      </a:r>
                    </a:p>
                  </a:txBody>
                  <a:tcPr anchor="ctr">
                    <a:solidFill>
                      <a:schemeClr val="bg1">
                        <a:lumMod val="85000"/>
                      </a:schemeClr>
                    </a:solidFill>
                  </a:tcPr>
                </a:tc>
                <a:tc>
                  <a:txBody>
                    <a:bodyPr/>
                    <a:lstStyle/>
                    <a:p>
                      <a:pPr algn="ctr"/>
                      <a:r>
                        <a:rPr lang="en-US" dirty="0"/>
                        <a:t>Description</a:t>
                      </a:r>
                    </a:p>
                  </a:txBody>
                  <a:tcPr anchor="ctr">
                    <a:solidFill>
                      <a:schemeClr val="bg1">
                        <a:lumMod val="85000"/>
                      </a:schemeClr>
                    </a:solidFill>
                  </a:tcPr>
                </a:tc>
                <a:extLst>
                  <a:ext uri="{0D108BD9-81ED-4DB2-BD59-A6C34878D82A}">
                    <a16:rowId xmlns:a16="http://schemas.microsoft.com/office/drawing/2014/main" val="1047042230"/>
                  </a:ext>
                </a:extLst>
              </a:tr>
              <a:tr h="0">
                <a:tc>
                  <a:txBody>
                    <a:bodyPr/>
                    <a:lstStyle/>
                    <a:p>
                      <a:r>
                        <a:rPr lang="en-US"/>
                        <a:t>AWS IAM</a:t>
                      </a:r>
                    </a:p>
                  </a:txBody>
                  <a:tcPr anchor="ctr"/>
                </a:tc>
                <a:tc>
                  <a:txBody>
                    <a:bodyPr/>
                    <a:lstStyle/>
                    <a:p>
                      <a:r>
                        <a:rPr lang="en-US"/>
                        <a:t>Identity and Access Management</a:t>
                      </a:r>
                    </a:p>
                  </a:txBody>
                  <a:tcPr anchor="ctr"/>
                </a:tc>
                <a:extLst>
                  <a:ext uri="{0D108BD9-81ED-4DB2-BD59-A6C34878D82A}">
                    <a16:rowId xmlns:a16="http://schemas.microsoft.com/office/drawing/2014/main" val="414740"/>
                  </a:ext>
                </a:extLst>
              </a:tr>
              <a:tr h="0">
                <a:tc>
                  <a:txBody>
                    <a:bodyPr/>
                    <a:lstStyle/>
                    <a:p>
                      <a:r>
                        <a:rPr lang="en-US"/>
                        <a:t>AWS KMS</a:t>
                      </a:r>
                    </a:p>
                  </a:txBody>
                  <a:tcPr anchor="ctr"/>
                </a:tc>
                <a:tc>
                  <a:txBody>
                    <a:bodyPr/>
                    <a:lstStyle/>
                    <a:p>
                      <a:r>
                        <a:rPr lang="en-US"/>
                        <a:t>Key Management Service for encryption</a:t>
                      </a:r>
                    </a:p>
                  </a:txBody>
                  <a:tcPr anchor="ctr"/>
                </a:tc>
                <a:extLst>
                  <a:ext uri="{0D108BD9-81ED-4DB2-BD59-A6C34878D82A}">
                    <a16:rowId xmlns:a16="http://schemas.microsoft.com/office/drawing/2014/main" val="1063524169"/>
                  </a:ext>
                </a:extLst>
              </a:tr>
              <a:tr h="0">
                <a:tc>
                  <a:txBody>
                    <a:bodyPr/>
                    <a:lstStyle/>
                    <a:p>
                      <a:r>
                        <a:rPr lang="en-US"/>
                        <a:t>AWS Shield</a:t>
                      </a:r>
                    </a:p>
                  </a:txBody>
                  <a:tcPr anchor="ctr"/>
                </a:tc>
                <a:tc>
                  <a:txBody>
                    <a:bodyPr/>
                    <a:lstStyle/>
                    <a:p>
                      <a:r>
                        <a:rPr lang="en-US"/>
                        <a:t>DDoS protection</a:t>
                      </a:r>
                    </a:p>
                  </a:txBody>
                  <a:tcPr anchor="ctr"/>
                </a:tc>
                <a:extLst>
                  <a:ext uri="{0D108BD9-81ED-4DB2-BD59-A6C34878D82A}">
                    <a16:rowId xmlns:a16="http://schemas.microsoft.com/office/drawing/2014/main" val="371098196"/>
                  </a:ext>
                </a:extLst>
              </a:tr>
              <a:tr h="0">
                <a:tc>
                  <a:txBody>
                    <a:bodyPr/>
                    <a:lstStyle/>
                    <a:p>
                      <a:r>
                        <a:rPr lang="en-US"/>
                        <a:t>AWS Artifact</a:t>
                      </a:r>
                    </a:p>
                  </a:txBody>
                  <a:tcPr anchor="ctr"/>
                </a:tc>
                <a:tc>
                  <a:txBody>
                    <a:bodyPr/>
                    <a:lstStyle/>
                    <a:p>
                      <a:r>
                        <a:rPr lang="en-US" dirty="0"/>
                        <a:t>Compliance and audit documentation</a:t>
                      </a:r>
                    </a:p>
                  </a:txBody>
                  <a:tcPr anchor="ctr"/>
                </a:tc>
                <a:extLst>
                  <a:ext uri="{0D108BD9-81ED-4DB2-BD59-A6C34878D82A}">
                    <a16:rowId xmlns:a16="http://schemas.microsoft.com/office/drawing/2014/main" val="2333971447"/>
                  </a:ext>
                </a:extLst>
              </a:tr>
            </a:tbl>
          </a:graphicData>
        </a:graphic>
      </p:graphicFrame>
    </p:spTree>
    <p:extLst>
      <p:ext uri="{BB962C8B-B14F-4D97-AF65-F5344CB8AC3E}">
        <p14:creationId xmlns:p14="http://schemas.microsoft.com/office/powerpoint/2010/main" val="30344631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4BA55-DE6A-8ED0-50B2-5B34F98900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D312A6-E723-2812-EDF1-EB9F74B79539}"/>
              </a:ext>
            </a:extLst>
          </p:cNvPr>
          <p:cNvSpPr>
            <a:spLocks noGrp="1"/>
          </p:cNvSpPr>
          <p:nvPr>
            <p:ph type="title"/>
          </p:nvPr>
        </p:nvSpPr>
        <p:spPr/>
        <p:txBody>
          <a:bodyPr/>
          <a:lstStyle/>
          <a:p>
            <a:r>
              <a:rPr lang="en-US" dirty="0"/>
              <a:t>Monitoring &amp; Management</a:t>
            </a:r>
          </a:p>
        </p:txBody>
      </p:sp>
      <p:sp>
        <p:nvSpPr>
          <p:cNvPr id="3" name="Content Placeholder 2">
            <a:extLst>
              <a:ext uri="{FF2B5EF4-FFF2-40B4-BE49-F238E27FC236}">
                <a16:creationId xmlns:a16="http://schemas.microsoft.com/office/drawing/2014/main" id="{FF780903-6DF1-68F1-A4EB-1DE196404C01}"/>
              </a:ext>
            </a:extLst>
          </p:cNvPr>
          <p:cNvSpPr>
            <a:spLocks noGrp="1"/>
          </p:cNvSpPr>
          <p:nvPr>
            <p:ph idx="1"/>
          </p:nvPr>
        </p:nvSpPr>
        <p:spPr>
          <a:xfrm>
            <a:off x="838200" y="1706008"/>
            <a:ext cx="10515600" cy="536744"/>
          </a:xfrm>
        </p:spPr>
        <p:txBody>
          <a:bodyPr/>
          <a:lstStyle/>
          <a:p>
            <a:pPr marL="0" indent="0">
              <a:buNone/>
            </a:pPr>
            <a:r>
              <a:rPr lang="en-US" dirty="0"/>
              <a:t>Purpose: Improve visibility, control, and efficiency</a:t>
            </a:r>
          </a:p>
        </p:txBody>
      </p:sp>
      <p:graphicFrame>
        <p:nvGraphicFramePr>
          <p:cNvPr id="4" name="Table 3">
            <a:extLst>
              <a:ext uri="{FF2B5EF4-FFF2-40B4-BE49-F238E27FC236}">
                <a16:creationId xmlns:a16="http://schemas.microsoft.com/office/drawing/2014/main" id="{06EA12A4-2A5B-91D6-D777-CBDD76BAAC2B}"/>
              </a:ext>
            </a:extLst>
          </p:cNvPr>
          <p:cNvGraphicFramePr>
            <a:graphicFrameLocks noGrp="1"/>
          </p:cNvGraphicFramePr>
          <p:nvPr>
            <p:extLst>
              <p:ext uri="{D42A27DB-BD31-4B8C-83A1-F6EECF244321}">
                <p14:modId xmlns:p14="http://schemas.microsoft.com/office/powerpoint/2010/main" val="91051307"/>
              </p:ext>
            </p:extLst>
          </p:nvPr>
        </p:nvGraphicFramePr>
        <p:xfrm>
          <a:off x="838200" y="2242752"/>
          <a:ext cx="10515600" cy="1828800"/>
        </p:xfrm>
        <a:graphic>
          <a:graphicData uri="http://schemas.openxmlformats.org/drawingml/2006/table">
            <a:tbl>
              <a:tblPr>
                <a:tableStyleId>{616DA210-FB5B-4158-B5E0-FEB733F419BA}</a:tableStyleId>
              </a:tblPr>
              <a:tblGrid>
                <a:gridCol w="3517557">
                  <a:extLst>
                    <a:ext uri="{9D8B030D-6E8A-4147-A177-3AD203B41FA5}">
                      <a16:colId xmlns:a16="http://schemas.microsoft.com/office/drawing/2014/main" val="1642582365"/>
                    </a:ext>
                  </a:extLst>
                </a:gridCol>
                <a:gridCol w="6998043">
                  <a:extLst>
                    <a:ext uri="{9D8B030D-6E8A-4147-A177-3AD203B41FA5}">
                      <a16:colId xmlns:a16="http://schemas.microsoft.com/office/drawing/2014/main" val="682831466"/>
                    </a:ext>
                  </a:extLst>
                </a:gridCol>
              </a:tblGrid>
              <a:tr h="0">
                <a:tc>
                  <a:txBody>
                    <a:bodyPr/>
                    <a:lstStyle/>
                    <a:p>
                      <a:pPr algn="ctr"/>
                      <a:r>
                        <a:rPr lang="en-US" b="1"/>
                        <a:t>Service</a:t>
                      </a:r>
                    </a:p>
                  </a:txBody>
                  <a:tcPr anchor="ctr">
                    <a:solidFill>
                      <a:schemeClr val="bg1">
                        <a:lumMod val="85000"/>
                      </a:schemeClr>
                    </a:solidFill>
                  </a:tcPr>
                </a:tc>
                <a:tc>
                  <a:txBody>
                    <a:bodyPr/>
                    <a:lstStyle/>
                    <a:p>
                      <a:pPr algn="ctr"/>
                      <a:r>
                        <a:rPr lang="en-US" b="1" dirty="0"/>
                        <a:t>Description</a:t>
                      </a:r>
                    </a:p>
                  </a:txBody>
                  <a:tcPr anchor="ctr">
                    <a:solidFill>
                      <a:schemeClr val="bg1">
                        <a:lumMod val="85000"/>
                      </a:schemeClr>
                    </a:solidFill>
                  </a:tcPr>
                </a:tc>
                <a:extLst>
                  <a:ext uri="{0D108BD9-81ED-4DB2-BD59-A6C34878D82A}">
                    <a16:rowId xmlns:a16="http://schemas.microsoft.com/office/drawing/2014/main" val="3032005578"/>
                  </a:ext>
                </a:extLst>
              </a:tr>
              <a:tr h="0">
                <a:tc>
                  <a:txBody>
                    <a:bodyPr/>
                    <a:lstStyle/>
                    <a:p>
                      <a:r>
                        <a:rPr lang="en-US"/>
                        <a:t>Amazon CloudWatch</a:t>
                      </a:r>
                    </a:p>
                  </a:txBody>
                  <a:tcPr anchor="ctr"/>
                </a:tc>
                <a:tc>
                  <a:txBody>
                    <a:bodyPr/>
                    <a:lstStyle/>
                    <a:p>
                      <a:r>
                        <a:rPr lang="en-US"/>
                        <a:t>Monitors metrics, logs, alarms</a:t>
                      </a:r>
                    </a:p>
                  </a:txBody>
                  <a:tcPr anchor="ctr"/>
                </a:tc>
                <a:extLst>
                  <a:ext uri="{0D108BD9-81ED-4DB2-BD59-A6C34878D82A}">
                    <a16:rowId xmlns:a16="http://schemas.microsoft.com/office/drawing/2014/main" val="3566984248"/>
                  </a:ext>
                </a:extLst>
              </a:tr>
              <a:tr h="0">
                <a:tc>
                  <a:txBody>
                    <a:bodyPr/>
                    <a:lstStyle/>
                    <a:p>
                      <a:r>
                        <a:rPr lang="en-US"/>
                        <a:t>AWS CloudTrail</a:t>
                      </a:r>
                    </a:p>
                  </a:txBody>
                  <a:tcPr anchor="ctr"/>
                </a:tc>
                <a:tc>
                  <a:txBody>
                    <a:bodyPr/>
                    <a:lstStyle/>
                    <a:p>
                      <a:r>
                        <a:rPr lang="en-US"/>
                        <a:t>Tracks user activity and API usage</a:t>
                      </a:r>
                    </a:p>
                  </a:txBody>
                  <a:tcPr anchor="ctr"/>
                </a:tc>
                <a:extLst>
                  <a:ext uri="{0D108BD9-81ED-4DB2-BD59-A6C34878D82A}">
                    <a16:rowId xmlns:a16="http://schemas.microsoft.com/office/drawing/2014/main" val="2254829198"/>
                  </a:ext>
                </a:extLst>
              </a:tr>
              <a:tr h="0">
                <a:tc>
                  <a:txBody>
                    <a:bodyPr/>
                    <a:lstStyle/>
                    <a:p>
                      <a:r>
                        <a:rPr lang="en-US"/>
                        <a:t>AWS Config</a:t>
                      </a:r>
                    </a:p>
                  </a:txBody>
                  <a:tcPr anchor="ctr"/>
                </a:tc>
                <a:tc>
                  <a:txBody>
                    <a:bodyPr/>
                    <a:lstStyle/>
                    <a:p>
                      <a:r>
                        <a:rPr lang="en-US"/>
                        <a:t>Audits configuration changes</a:t>
                      </a:r>
                    </a:p>
                  </a:txBody>
                  <a:tcPr anchor="ctr"/>
                </a:tc>
                <a:extLst>
                  <a:ext uri="{0D108BD9-81ED-4DB2-BD59-A6C34878D82A}">
                    <a16:rowId xmlns:a16="http://schemas.microsoft.com/office/drawing/2014/main" val="1989228259"/>
                  </a:ext>
                </a:extLst>
              </a:tr>
              <a:tr h="0">
                <a:tc>
                  <a:txBody>
                    <a:bodyPr/>
                    <a:lstStyle/>
                    <a:p>
                      <a:r>
                        <a:rPr lang="en-US"/>
                        <a:t>AWS Trusted Advisor</a:t>
                      </a:r>
                    </a:p>
                  </a:txBody>
                  <a:tcPr anchor="ctr"/>
                </a:tc>
                <a:tc>
                  <a:txBody>
                    <a:bodyPr/>
                    <a:lstStyle/>
                    <a:p>
                      <a:r>
                        <a:rPr lang="en-US" dirty="0"/>
                        <a:t>Optimization and best practices review</a:t>
                      </a:r>
                    </a:p>
                  </a:txBody>
                  <a:tcPr anchor="ctr"/>
                </a:tc>
                <a:extLst>
                  <a:ext uri="{0D108BD9-81ED-4DB2-BD59-A6C34878D82A}">
                    <a16:rowId xmlns:a16="http://schemas.microsoft.com/office/drawing/2014/main" val="1694303835"/>
                  </a:ext>
                </a:extLst>
              </a:tr>
            </a:tbl>
          </a:graphicData>
        </a:graphic>
      </p:graphicFrame>
    </p:spTree>
    <p:extLst>
      <p:ext uri="{BB962C8B-B14F-4D97-AF65-F5344CB8AC3E}">
        <p14:creationId xmlns:p14="http://schemas.microsoft.com/office/powerpoint/2010/main" val="27841070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B7A3E-A820-1C6C-A22B-A5587A5E70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1F67F9-CA74-AA32-8473-B860E1DA2DDB}"/>
              </a:ext>
            </a:extLst>
          </p:cNvPr>
          <p:cNvSpPr>
            <a:spLocks noGrp="1"/>
          </p:cNvSpPr>
          <p:nvPr>
            <p:ph type="title"/>
          </p:nvPr>
        </p:nvSpPr>
        <p:spPr/>
        <p:txBody>
          <a:bodyPr/>
          <a:lstStyle/>
          <a:p>
            <a:r>
              <a:rPr lang="en-US" dirty="0"/>
              <a:t>Developer Tools &amp; Others</a:t>
            </a:r>
          </a:p>
        </p:txBody>
      </p:sp>
      <p:sp>
        <p:nvSpPr>
          <p:cNvPr id="3" name="Content Placeholder 2">
            <a:extLst>
              <a:ext uri="{FF2B5EF4-FFF2-40B4-BE49-F238E27FC236}">
                <a16:creationId xmlns:a16="http://schemas.microsoft.com/office/drawing/2014/main" id="{FD0739AA-CCAE-57C6-BCAA-081B7042333B}"/>
              </a:ext>
            </a:extLst>
          </p:cNvPr>
          <p:cNvSpPr>
            <a:spLocks noGrp="1"/>
          </p:cNvSpPr>
          <p:nvPr>
            <p:ph idx="1"/>
          </p:nvPr>
        </p:nvSpPr>
        <p:spPr/>
        <p:txBody>
          <a:bodyPr/>
          <a:lstStyle/>
          <a:p>
            <a:pPr>
              <a:buNone/>
            </a:pPr>
            <a:r>
              <a:rPr lang="en-US" b="1" dirty="0"/>
              <a:t>Developer Tools:</a:t>
            </a:r>
            <a:endParaRPr lang="en-US" dirty="0"/>
          </a:p>
          <a:p>
            <a:pPr>
              <a:buFont typeface="Arial" panose="020B0604020202020204" pitchFamily="34" charset="0"/>
              <a:buChar char="•"/>
            </a:pPr>
            <a:r>
              <a:rPr lang="en-US" dirty="0"/>
              <a:t>AWS </a:t>
            </a:r>
            <a:r>
              <a:rPr lang="en-US" dirty="0" err="1"/>
              <a:t>CodeCommit</a:t>
            </a:r>
            <a:r>
              <a:rPr lang="en-US" dirty="0"/>
              <a:t>, </a:t>
            </a:r>
            <a:r>
              <a:rPr lang="en-US" dirty="0" err="1"/>
              <a:t>CodeBuild</a:t>
            </a:r>
            <a:r>
              <a:rPr lang="en-US" dirty="0"/>
              <a:t>, </a:t>
            </a:r>
            <a:r>
              <a:rPr lang="en-US" dirty="0" err="1"/>
              <a:t>CodeDeploy</a:t>
            </a:r>
            <a:r>
              <a:rPr lang="en-US" dirty="0"/>
              <a:t>, </a:t>
            </a:r>
            <a:r>
              <a:rPr lang="en-US" dirty="0" err="1"/>
              <a:t>CodePipeline</a:t>
            </a:r>
            <a:endParaRPr lang="en-US" dirty="0"/>
          </a:p>
          <a:p>
            <a:pPr>
              <a:buNone/>
            </a:pPr>
            <a:r>
              <a:rPr lang="en-US" b="1" dirty="0"/>
              <a:t>Other Categories (Examples):</a:t>
            </a:r>
            <a:endParaRPr lang="en-US" dirty="0"/>
          </a:p>
          <a:p>
            <a:pPr>
              <a:buFont typeface="Arial" panose="020B0604020202020204" pitchFamily="34" charset="0"/>
              <a:buChar char="•"/>
            </a:pPr>
            <a:r>
              <a:rPr lang="en-US" b="1" dirty="0"/>
              <a:t>Machine Learning:</a:t>
            </a:r>
            <a:r>
              <a:rPr lang="en-US" dirty="0"/>
              <a:t> Amazon </a:t>
            </a:r>
            <a:r>
              <a:rPr lang="en-US" dirty="0" err="1"/>
              <a:t>SageMaker</a:t>
            </a:r>
            <a:r>
              <a:rPr lang="en-US" dirty="0"/>
              <a:t>, </a:t>
            </a:r>
            <a:r>
              <a:rPr lang="en-US" dirty="0" err="1"/>
              <a:t>Rekognition</a:t>
            </a:r>
            <a:endParaRPr lang="en-US" dirty="0"/>
          </a:p>
          <a:p>
            <a:pPr>
              <a:buFont typeface="Arial" panose="020B0604020202020204" pitchFamily="34" charset="0"/>
              <a:buChar char="•"/>
            </a:pPr>
            <a:r>
              <a:rPr lang="en-US" b="1" dirty="0"/>
              <a:t>Analytics:</a:t>
            </a:r>
            <a:r>
              <a:rPr lang="en-US" dirty="0"/>
              <a:t> Athena, Glue, </a:t>
            </a:r>
            <a:r>
              <a:rPr lang="en-US" dirty="0" err="1"/>
              <a:t>QuickSight</a:t>
            </a:r>
            <a:endParaRPr lang="en-US" dirty="0"/>
          </a:p>
          <a:p>
            <a:pPr>
              <a:buFont typeface="Arial" panose="020B0604020202020204" pitchFamily="34" charset="0"/>
              <a:buChar char="•"/>
            </a:pPr>
            <a:r>
              <a:rPr lang="en-US" b="1" dirty="0"/>
              <a:t>IoT, Blockchain, Robotics, AR/VR</a:t>
            </a:r>
            <a:br>
              <a:rPr lang="en-US" dirty="0"/>
            </a:br>
            <a:r>
              <a:rPr lang="en-US" dirty="0"/>
              <a:t>Each with targeted services</a:t>
            </a:r>
          </a:p>
          <a:p>
            <a:endParaRPr lang="en-US" dirty="0"/>
          </a:p>
        </p:txBody>
      </p:sp>
    </p:spTree>
    <p:extLst>
      <p:ext uri="{BB962C8B-B14F-4D97-AF65-F5344CB8AC3E}">
        <p14:creationId xmlns:p14="http://schemas.microsoft.com/office/powerpoint/2010/main" val="28847492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C0B04-4C9B-DD72-EED8-DDEB33E58DA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C3B68C9-5281-BD73-446D-9B632BB663CD}"/>
              </a:ext>
            </a:extLst>
          </p:cNvPr>
          <p:cNvSpPr>
            <a:spLocks noGrp="1"/>
          </p:cNvSpPr>
          <p:nvPr>
            <p:ph type="title"/>
          </p:nvPr>
        </p:nvSpPr>
        <p:spPr/>
        <p:txBody>
          <a:bodyPr>
            <a:normAutofit fontScale="90000"/>
          </a:bodyPr>
          <a:lstStyle/>
          <a:p>
            <a:r>
              <a:rPr lang="en-US" dirty="0"/>
              <a:t>AWS Cloud Security and Identity Access Management (IAM)</a:t>
            </a:r>
          </a:p>
        </p:txBody>
      </p:sp>
      <p:sp>
        <p:nvSpPr>
          <p:cNvPr id="6" name="Text Placeholder 5">
            <a:extLst>
              <a:ext uri="{FF2B5EF4-FFF2-40B4-BE49-F238E27FC236}">
                <a16:creationId xmlns:a16="http://schemas.microsoft.com/office/drawing/2014/main" id="{2525E359-99B9-DE6A-70D8-5EC5B50AE0E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75001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4B643-0380-17A7-FFFC-90B686A581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386DD0-3ACC-3D11-E806-29198C42E490}"/>
              </a:ext>
            </a:extLst>
          </p:cNvPr>
          <p:cNvSpPr>
            <a:spLocks noGrp="1"/>
          </p:cNvSpPr>
          <p:nvPr>
            <p:ph type="title"/>
          </p:nvPr>
        </p:nvSpPr>
        <p:spPr/>
        <p:txBody>
          <a:bodyPr/>
          <a:lstStyle/>
          <a:p>
            <a:r>
              <a:rPr lang="en-US" dirty="0"/>
              <a:t>Shared Responsibility Model</a:t>
            </a:r>
          </a:p>
        </p:txBody>
      </p:sp>
      <p:sp>
        <p:nvSpPr>
          <p:cNvPr id="3" name="Content Placeholder 2">
            <a:extLst>
              <a:ext uri="{FF2B5EF4-FFF2-40B4-BE49-F238E27FC236}">
                <a16:creationId xmlns:a16="http://schemas.microsoft.com/office/drawing/2014/main" id="{D2CC942C-E9DA-F430-8E74-DB9EBEC5893C}"/>
              </a:ext>
            </a:extLst>
          </p:cNvPr>
          <p:cNvSpPr>
            <a:spLocks noGrp="1"/>
          </p:cNvSpPr>
          <p:nvPr>
            <p:ph idx="1"/>
          </p:nvPr>
        </p:nvSpPr>
        <p:spPr>
          <a:xfrm>
            <a:off x="838200" y="1706008"/>
            <a:ext cx="10515600" cy="413176"/>
          </a:xfrm>
        </p:spPr>
        <p:txBody>
          <a:bodyPr>
            <a:normAutofit/>
          </a:bodyPr>
          <a:lstStyle/>
          <a:p>
            <a:pPr marL="0" indent="0">
              <a:buNone/>
            </a:pPr>
            <a:r>
              <a:rPr lang="en-US" sz="2000" dirty="0"/>
              <a:t>AWS uses a shared responsibility model to divide security duties between AWS and the customer.</a:t>
            </a:r>
          </a:p>
        </p:txBody>
      </p:sp>
      <p:graphicFrame>
        <p:nvGraphicFramePr>
          <p:cNvPr id="4" name="Table 3">
            <a:extLst>
              <a:ext uri="{FF2B5EF4-FFF2-40B4-BE49-F238E27FC236}">
                <a16:creationId xmlns:a16="http://schemas.microsoft.com/office/drawing/2014/main" id="{2F91AB24-C1E7-4806-E58B-9A847FCC4907}"/>
              </a:ext>
            </a:extLst>
          </p:cNvPr>
          <p:cNvGraphicFramePr>
            <a:graphicFrameLocks noGrp="1"/>
          </p:cNvGraphicFramePr>
          <p:nvPr>
            <p:extLst>
              <p:ext uri="{D42A27DB-BD31-4B8C-83A1-F6EECF244321}">
                <p14:modId xmlns:p14="http://schemas.microsoft.com/office/powerpoint/2010/main" val="1285398"/>
              </p:ext>
            </p:extLst>
          </p:nvPr>
        </p:nvGraphicFramePr>
        <p:xfrm>
          <a:off x="838200" y="2279461"/>
          <a:ext cx="10515600" cy="2194560"/>
        </p:xfrm>
        <a:graphic>
          <a:graphicData uri="http://schemas.openxmlformats.org/drawingml/2006/table">
            <a:tbl>
              <a:tblPr>
                <a:tableStyleId>{616DA210-FB5B-4158-B5E0-FEB733F419BA}</a:tableStyleId>
              </a:tblPr>
              <a:tblGrid>
                <a:gridCol w="3505200">
                  <a:extLst>
                    <a:ext uri="{9D8B030D-6E8A-4147-A177-3AD203B41FA5}">
                      <a16:colId xmlns:a16="http://schemas.microsoft.com/office/drawing/2014/main" val="4194498247"/>
                    </a:ext>
                  </a:extLst>
                </a:gridCol>
                <a:gridCol w="3505200">
                  <a:extLst>
                    <a:ext uri="{9D8B030D-6E8A-4147-A177-3AD203B41FA5}">
                      <a16:colId xmlns:a16="http://schemas.microsoft.com/office/drawing/2014/main" val="2486077887"/>
                    </a:ext>
                  </a:extLst>
                </a:gridCol>
                <a:gridCol w="3505200">
                  <a:extLst>
                    <a:ext uri="{9D8B030D-6E8A-4147-A177-3AD203B41FA5}">
                      <a16:colId xmlns:a16="http://schemas.microsoft.com/office/drawing/2014/main" val="2663525518"/>
                    </a:ext>
                  </a:extLst>
                </a:gridCol>
              </a:tblGrid>
              <a:tr h="0">
                <a:tc>
                  <a:txBody>
                    <a:bodyPr/>
                    <a:lstStyle/>
                    <a:p>
                      <a:pPr algn="ctr"/>
                      <a:r>
                        <a:rPr lang="en-US" b="1"/>
                        <a:t>Responsibility Area</a:t>
                      </a:r>
                    </a:p>
                  </a:txBody>
                  <a:tcPr anchor="ctr">
                    <a:solidFill>
                      <a:schemeClr val="bg1">
                        <a:lumMod val="85000"/>
                      </a:schemeClr>
                    </a:solidFill>
                  </a:tcPr>
                </a:tc>
                <a:tc>
                  <a:txBody>
                    <a:bodyPr/>
                    <a:lstStyle/>
                    <a:p>
                      <a:pPr algn="ctr"/>
                      <a:r>
                        <a:rPr lang="en-US" b="1" dirty="0"/>
                        <a:t>AWS (Provider)</a:t>
                      </a:r>
                    </a:p>
                  </a:txBody>
                  <a:tcPr anchor="ctr">
                    <a:solidFill>
                      <a:schemeClr val="bg1">
                        <a:lumMod val="85000"/>
                      </a:schemeClr>
                    </a:solidFill>
                  </a:tcPr>
                </a:tc>
                <a:tc>
                  <a:txBody>
                    <a:bodyPr/>
                    <a:lstStyle/>
                    <a:p>
                      <a:pPr algn="ctr"/>
                      <a:r>
                        <a:rPr lang="en-US" b="1" dirty="0"/>
                        <a:t>Customer (User)</a:t>
                      </a:r>
                    </a:p>
                  </a:txBody>
                  <a:tcPr anchor="ctr">
                    <a:solidFill>
                      <a:schemeClr val="bg1">
                        <a:lumMod val="85000"/>
                      </a:schemeClr>
                    </a:solidFill>
                  </a:tcPr>
                </a:tc>
                <a:extLst>
                  <a:ext uri="{0D108BD9-81ED-4DB2-BD59-A6C34878D82A}">
                    <a16:rowId xmlns:a16="http://schemas.microsoft.com/office/drawing/2014/main" val="2112721323"/>
                  </a:ext>
                </a:extLst>
              </a:tr>
              <a:tr h="0">
                <a:tc>
                  <a:txBody>
                    <a:bodyPr/>
                    <a:lstStyle/>
                    <a:p>
                      <a:r>
                        <a:rPr lang="en-US" b="1"/>
                        <a:t>Physical security</a:t>
                      </a:r>
                      <a:endParaRPr lang="en-US"/>
                    </a:p>
                  </a:txBody>
                  <a:tcPr anchor="ctr"/>
                </a:tc>
                <a:tc>
                  <a:txBody>
                    <a:bodyPr/>
                    <a:lstStyle/>
                    <a:p>
                      <a:pPr algn="ctr"/>
                      <a:r>
                        <a:rPr lang="en-US"/>
                        <a:t>✓</a:t>
                      </a:r>
                    </a:p>
                  </a:txBody>
                  <a:tcPr anchor="ctr"/>
                </a:tc>
                <a:tc>
                  <a:txBody>
                    <a:bodyPr/>
                    <a:lstStyle/>
                    <a:p>
                      <a:pPr algn="ctr"/>
                      <a:endParaRPr lang="en-US"/>
                    </a:p>
                  </a:txBody>
                  <a:tcPr anchor="ctr"/>
                </a:tc>
                <a:extLst>
                  <a:ext uri="{0D108BD9-81ED-4DB2-BD59-A6C34878D82A}">
                    <a16:rowId xmlns:a16="http://schemas.microsoft.com/office/drawing/2014/main" val="1670154789"/>
                  </a:ext>
                </a:extLst>
              </a:tr>
              <a:tr h="0">
                <a:tc>
                  <a:txBody>
                    <a:bodyPr/>
                    <a:lstStyle/>
                    <a:p>
                      <a:r>
                        <a:rPr lang="en-US" b="1"/>
                        <a:t>Infrastructure (hardware, VMs)</a:t>
                      </a:r>
                      <a:endParaRPr lang="en-US"/>
                    </a:p>
                  </a:txBody>
                  <a:tcPr anchor="ctr"/>
                </a:tc>
                <a:tc>
                  <a:txBody>
                    <a:bodyPr/>
                    <a:lstStyle/>
                    <a:p>
                      <a:pPr algn="ctr"/>
                      <a:r>
                        <a:rPr lang="en-US"/>
                        <a:t>✓</a:t>
                      </a:r>
                    </a:p>
                  </a:txBody>
                  <a:tcPr anchor="ctr"/>
                </a:tc>
                <a:tc>
                  <a:txBody>
                    <a:bodyPr/>
                    <a:lstStyle/>
                    <a:p>
                      <a:pPr algn="ctr"/>
                      <a:endParaRPr lang="en-US"/>
                    </a:p>
                  </a:txBody>
                  <a:tcPr anchor="ctr"/>
                </a:tc>
                <a:extLst>
                  <a:ext uri="{0D108BD9-81ED-4DB2-BD59-A6C34878D82A}">
                    <a16:rowId xmlns:a16="http://schemas.microsoft.com/office/drawing/2014/main" val="3078598050"/>
                  </a:ext>
                </a:extLst>
              </a:tr>
              <a:tr h="0">
                <a:tc>
                  <a:txBody>
                    <a:bodyPr/>
                    <a:lstStyle/>
                    <a:p>
                      <a:r>
                        <a:rPr lang="en-US" b="1"/>
                        <a:t>Network configuration</a:t>
                      </a:r>
                      <a:endParaRPr lang="en-US"/>
                    </a:p>
                  </a:txBody>
                  <a:tcPr anchor="ctr"/>
                </a:tc>
                <a:tc>
                  <a:txBody>
                    <a:bodyPr/>
                    <a:lstStyle/>
                    <a:p>
                      <a:pPr algn="ctr"/>
                      <a:endParaRPr lang="en-US"/>
                    </a:p>
                  </a:txBody>
                  <a:tcPr anchor="ctr"/>
                </a:tc>
                <a:tc>
                  <a:txBody>
                    <a:bodyPr/>
                    <a:lstStyle/>
                    <a:p>
                      <a:pPr algn="ctr"/>
                      <a:r>
                        <a:rPr lang="en-US"/>
                        <a:t>✓</a:t>
                      </a:r>
                    </a:p>
                  </a:txBody>
                  <a:tcPr anchor="ctr"/>
                </a:tc>
                <a:extLst>
                  <a:ext uri="{0D108BD9-81ED-4DB2-BD59-A6C34878D82A}">
                    <a16:rowId xmlns:a16="http://schemas.microsoft.com/office/drawing/2014/main" val="2593343723"/>
                  </a:ext>
                </a:extLst>
              </a:tr>
              <a:tr h="0">
                <a:tc>
                  <a:txBody>
                    <a:bodyPr/>
                    <a:lstStyle/>
                    <a:p>
                      <a:r>
                        <a:rPr lang="en-US" b="1"/>
                        <a:t>OS, apps, and data</a:t>
                      </a:r>
                      <a:endParaRPr lang="en-US"/>
                    </a:p>
                  </a:txBody>
                  <a:tcPr anchor="ctr"/>
                </a:tc>
                <a:tc>
                  <a:txBody>
                    <a:bodyPr/>
                    <a:lstStyle/>
                    <a:p>
                      <a:pPr algn="ctr"/>
                      <a:endParaRPr lang="en-US"/>
                    </a:p>
                  </a:txBody>
                  <a:tcPr anchor="ctr"/>
                </a:tc>
                <a:tc>
                  <a:txBody>
                    <a:bodyPr/>
                    <a:lstStyle/>
                    <a:p>
                      <a:pPr algn="ctr"/>
                      <a:r>
                        <a:rPr lang="en-US"/>
                        <a:t>✓</a:t>
                      </a:r>
                    </a:p>
                  </a:txBody>
                  <a:tcPr anchor="ctr"/>
                </a:tc>
                <a:extLst>
                  <a:ext uri="{0D108BD9-81ED-4DB2-BD59-A6C34878D82A}">
                    <a16:rowId xmlns:a16="http://schemas.microsoft.com/office/drawing/2014/main" val="93089226"/>
                  </a:ext>
                </a:extLst>
              </a:tr>
              <a:tr h="0">
                <a:tc>
                  <a:txBody>
                    <a:bodyPr/>
                    <a:lstStyle/>
                    <a:p>
                      <a:r>
                        <a:rPr lang="en-US" b="1"/>
                        <a:t>Access control and permissions</a:t>
                      </a:r>
                      <a:endParaRPr lang="en-US"/>
                    </a:p>
                  </a:txBody>
                  <a:tcPr anchor="ctr"/>
                </a:tc>
                <a:tc>
                  <a:txBody>
                    <a:bodyPr/>
                    <a:lstStyle/>
                    <a:p>
                      <a:pPr algn="ctr"/>
                      <a:endParaRPr lang="en-US"/>
                    </a:p>
                  </a:txBody>
                  <a:tcPr anchor="ctr"/>
                </a:tc>
                <a:tc>
                  <a:txBody>
                    <a:bodyPr/>
                    <a:lstStyle/>
                    <a:p>
                      <a:pPr algn="ctr"/>
                      <a:r>
                        <a:rPr lang="en-US" dirty="0"/>
                        <a:t>✓</a:t>
                      </a:r>
                    </a:p>
                  </a:txBody>
                  <a:tcPr anchor="ctr"/>
                </a:tc>
                <a:extLst>
                  <a:ext uri="{0D108BD9-81ED-4DB2-BD59-A6C34878D82A}">
                    <a16:rowId xmlns:a16="http://schemas.microsoft.com/office/drawing/2014/main" val="871295970"/>
                  </a:ext>
                </a:extLst>
              </a:tr>
            </a:tbl>
          </a:graphicData>
        </a:graphic>
      </p:graphicFrame>
      <p:sp>
        <p:nvSpPr>
          <p:cNvPr id="5" name="Content Placeholder 2">
            <a:extLst>
              <a:ext uri="{FF2B5EF4-FFF2-40B4-BE49-F238E27FC236}">
                <a16:creationId xmlns:a16="http://schemas.microsoft.com/office/drawing/2014/main" id="{4262C186-6452-BB97-64AA-EC6829967831}"/>
              </a:ext>
            </a:extLst>
          </p:cNvPr>
          <p:cNvSpPr txBox="1">
            <a:spLocks/>
          </p:cNvSpPr>
          <p:nvPr/>
        </p:nvSpPr>
        <p:spPr>
          <a:xfrm>
            <a:off x="838200" y="4854921"/>
            <a:ext cx="10515600" cy="413176"/>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b="1" dirty="0"/>
              <a:t>Summary:</a:t>
            </a:r>
            <a:br>
              <a:rPr lang="en-US" sz="1600" dirty="0"/>
            </a:br>
            <a:r>
              <a:rPr lang="en-US" sz="1600" dirty="0"/>
              <a:t>AWS secures the </a:t>
            </a:r>
            <a:r>
              <a:rPr lang="en-US" sz="1600" b="1" dirty="0"/>
              <a:t>cloud itself</a:t>
            </a:r>
            <a:r>
              <a:rPr lang="en-US" sz="1600" dirty="0"/>
              <a:t>, customers secure what they do </a:t>
            </a:r>
            <a:r>
              <a:rPr lang="en-US" sz="1600" b="1" dirty="0"/>
              <a:t>in the cloud</a:t>
            </a:r>
            <a:r>
              <a:rPr lang="en-US" sz="1600" dirty="0"/>
              <a:t>.</a:t>
            </a:r>
            <a:endParaRPr lang="en-US" sz="2000" dirty="0"/>
          </a:p>
        </p:txBody>
      </p:sp>
    </p:spTree>
    <p:extLst>
      <p:ext uri="{BB962C8B-B14F-4D97-AF65-F5344CB8AC3E}">
        <p14:creationId xmlns:p14="http://schemas.microsoft.com/office/powerpoint/2010/main" val="4023016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B9C45-B2FB-8F57-F7C0-18DBD0052A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A9C71F-CD73-B3E9-D564-55CC7DBB0C3C}"/>
              </a:ext>
            </a:extLst>
          </p:cNvPr>
          <p:cNvSpPr>
            <a:spLocks noGrp="1"/>
          </p:cNvSpPr>
          <p:nvPr>
            <p:ph type="title"/>
          </p:nvPr>
        </p:nvSpPr>
        <p:spPr/>
        <p:txBody>
          <a:bodyPr/>
          <a:lstStyle/>
          <a:p>
            <a:r>
              <a:rPr lang="en-US" dirty="0"/>
              <a:t>AWS Responsibilities</a:t>
            </a:r>
          </a:p>
        </p:txBody>
      </p:sp>
      <p:sp>
        <p:nvSpPr>
          <p:cNvPr id="3" name="Content Placeholder 2">
            <a:extLst>
              <a:ext uri="{FF2B5EF4-FFF2-40B4-BE49-F238E27FC236}">
                <a16:creationId xmlns:a16="http://schemas.microsoft.com/office/drawing/2014/main" id="{CA8A193B-A314-F0D7-7854-BB2FF816511B}"/>
              </a:ext>
            </a:extLst>
          </p:cNvPr>
          <p:cNvSpPr>
            <a:spLocks noGrp="1"/>
          </p:cNvSpPr>
          <p:nvPr>
            <p:ph idx="1"/>
          </p:nvPr>
        </p:nvSpPr>
        <p:spPr/>
        <p:txBody>
          <a:bodyPr/>
          <a:lstStyle/>
          <a:p>
            <a:pPr>
              <a:buNone/>
            </a:pPr>
            <a:r>
              <a:rPr lang="en-US" dirty="0"/>
              <a:t>AWS is responsible for:</a:t>
            </a:r>
          </a:p>
          <a:p>
            <a:pPr>
              <a:buFont typeface="Arial" panose="020B0604020202020204" pitchFamily="34" charset="0"/>
              <a:buChar char="•"/>
            </a:pPr>
            <a:r>
              <a:rPr lang="en-US" dirty="0"/>
              <a:t>Securing data centers, servers, networking, and storage infrastructure.</a:t>
            </a:r>
          </a:p>
          <a:p>
            <a:pPr>
              <a:buFont typeface="Arial" panose="020B0604020202020204" pitchFamily="34" charset="0"/>
              <a:buChar char="•"/>
            </a:pPr>
            <a:r>
              <a:rPr lang="en-US" dirty="0"/>
              <a:t>Providing encrypted services and physical redundancy.</a:t>
            </a:r>
          </a:p>
          <a:p>
            <a:pPr>
              <a:buFont typeface="Arial" panose="020B0604020202020204" pitchFamily="34" charset="0"/>
              <a:buChar char="•"/>
            </a:pPr>
            <a:r>
              <a:rPr lang="en-US" dirty="0"/>
              <a:t>Maintaining hardware, hypervisors, and virtualization layers.</a:t>
            </a:r>
          </a:p>
          <a:p>
            <a:endParaRPr lang="en-US" dirty="0"/>
          </a:p>
        </p:txBody>
      </p:sp>
    </p:spTree>
    <p:extLst>
      <p:ext uri="{BB962C8B-B14F-4D97-AF65-F5344CB8AC3E}">
        <p14:creationId xmlns:p14="http://schemas.microsoft.com/office/powerpoint/2010/main" val="38367014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9AB71-1B0F-44D6-13B7-7B4070E0BA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3A1F7E-681F-9ED5-C517-C9BCA022EDFF}"/>
              </a:ext>
            </a:extLst>
          </p:cNvPr>
          <p:cNvSpPr>
            <a:spLocks noGrp="1"/>
          </p:cNvSpPr>
          <p:nvPr>
            <p:ph type="title"/>
          </p:nvPr>
        </p:nvSpPr>
        <p:spPr/>
        <p:txBody>
          <a:bodyPr/>
          <a:lstStyle/>
          <a:p>
            <a:r>
              <a:rPr lang="en-US" dirty="0"/>
              <a:t>Customer Responsibilities</a:t>
            </a:r>
          </a:p>
        </p:txBody>
      </p:sp>
      <p:sp>
        <p:nvSpPr>
          <p:cNvPr id="3" name="Content Placeholder 2">
            <a:extLst>
              <a:ext uri="{FF2B5EF4-FFF2-40B4-BE49-F238E27FC236}">
                <a16:creationId xmlns:a16="http://schemas.microsoft.com/office/drawing/2014/main" id="{D1B57E23-7528-8802-54A1-8BF5DFD5C71A}"/>
              </a:ext>
            </a:extLst>
          </p:cNvPr>
          <p:cNvSpPr>
            <a:spLocks noGrp="1"/>
          </p:cNvSpPr>
          <p:nvPr>
            <p:ph idx="1"/>
          </p:nvPr>
        </p:nvSpPr>
        <p:spPr/>
        <p:txBody>
          <a:bodyPr/>
          <a:lstStyle/>
          <a:p>
            <a:pPr>
              <a:buNone/>
            </a:pPr>
            <a:r>
              <a:rPr lang="en-US" dirty="0"/>
              <a:t>You (the customer) are responsible for:</a:t>
            </a:r>
          </a:p>
          <a:p>
            <a:pPr>
              <a:buFont typeface="Arial" panose="020B0604020202020204" pitchFamily="34" charset="0"/>
              <a:buChar char="•"/>
            </a:pPr>
            <a:r>
              <a:rPr lang="en-US" dirty="0"/>
              <a:t>Securing your applications and data.</a:t>
            </a:r>
          </a:p>
          <a:p>
            <a:pPr>
              <a:buFont typeface="Arial" panose="020B0604020202020204" pitchFamily="34" charset="0"/>
              <a:buChar char="•"/>
            </a:pPr>
            <a:r>
              <a:rPr lang="en-US" dirty="0"/>
              <a:t>Managing access through IAM (users, roles, groups).</a:t>
            </a:r>
          </a:p>
          <a:p>
            <a:pPr>
              <a:buFont typeface="Arial" panose="020B0604020202020204" pitchFamily="34" charset="0"/>
              <a:buChar char="•"/>
            </a:pPr>
            <a:r>
              <a:rPr lang="en-US" dirty="0"/>
              <a:t>Configuring firewalls (security groups) and encryption.</a:t>
            </a:r>
          </a:p>
          <a:p>
            <a:pPr>
              <a:buFont typeface="Arial" panose="020B0604020202020204" pitchFamily="34" charset="0"/>
              <a:buChar char="•"/>
            </a:pPr>
            <a:r>
              <a:rPr lang="en-US" dirty="0"/>
              <a:t>Regularly updating your OS, patches, and credentials.</a:t>
            </a:r>
          </a:p>
          <a:p>
            <a:endParaRPr lang="en-US" dirty="0"/>
          </a:p>
        </p:txBody>
      </p:sp>
    </p:spTree>
    <p:extLst>
      <p:ext uri="{BB962C8B-B14F-4D97-AF65-F5344CB8AC3E}">
        <p14:creationId xmlns:p14="http://schemas.microsoft.com/office/powerpoint/2010/main" val="24869955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CBD30-5250-65A7-EBD9-129B5A2509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80115-D85B-4A54-4FEC-1C51FF2DA657}"/>
              </a:ext>
            </a:extLst>
          </p:cNvPr>
          <p:cNvSpPr>
            <a:spLocks noGrp="1"/>
          </p:cNvSpPr>
          <p:nvPr>
            <p:ph type="title"/>
          </p:nvPr>
        </p:nvSpPr>
        <p:spPr/>
        <p:txBody>
          <a:bodyPr/>
          <a:lstStyle/>
          <a:p>
            <a:r>
              <a:rPr lang="en-US" dirty="0"/>
              <a:t>Security at Different Service Levels</a:t>
            </a:r>
          </a:p>
        </p:txBody>
      </p:sp>
      <p:sp>
        <p:nvSpPr>
          <p:cNvPr id="3" name="Content Placeholder 2">
            <a:extLst>
              <a:ext uri="{FF2B5EF4-FFF2-40B4-BE49-F238E27FC236}">
                <a16:creationId xmlns:a16="http://schemas.microsoft.com/office/drawing/2014/main" id="{E6D6CBC4-6AD1-80E6-8C88-C41B3180AC06}"/>
              </a:ext>
            </a:extLst>
          </p:cNvPr>
          <p:cNvSpPr>
            <a:spLocks noGrp="1"/>
          </p:cNvSpPr>
          <p:nvPr>
            <p:ph idx="1"/>
          </p:nvPr>
        </p:nvSpPr>
        <p:spPr>
          <a:xfrm>
            <a:off x="838200" y="3800478"/>
            <a:ext cx="10515600" cy="1210188"/>
          </a:xfrm>
        </p:spPr>
        <p:txBody>
          <a:bodyPr>
            <a:normAutofit fontScale="92500" lnSpcReduction="10000"/>
          </a:bodyPr>
          <a:lstStyle/>
          <a:p>
            <a:pPr>
              <a:buNone/>
            </a:pPr>
            <a:r>
              <a:rPr lang="en-US" b="1" dirty="0"/>
              <a:t>Example:</a:t>
            </a:r>
            <a:endParaRPr lang="en-US" dirty="0"/>
          </a:p>
          <a:p>
            <a:pPr>
              <a:buFont typeface="Arial" panose="020B0604020202020204" pitchFamily="34" charset="0"/>
              <a:buChar char="•"/>
            </a:pPr>
            <a:r>
              <a:rPr lang="en-US" dirty="0"/>
              <a:t>EC2 (IaaS) requires OS patching.</a:t>
            </a:r>
          </a:p>
          <a:p>
            <a:pPr>
              <a:buFont typeface="Arial" panose="020B0604020202020204" pitchFamily="34" charset="0"/>
              <a:buChar char="•"/>
            </a:pPr>
            <a:r>
              <a:rPr lang="en-US" dirty="0"/>
              <a:t>Lambda (PaaS) abstracts OS, customer only writes code.</a:t>
            </a:r>
          </a:p>
          <a:p>
            <a:endParaRPr lang="en-US" dirty="0"/>
          </a:p>
        </p:txBody>
      </p:sp>
      <p:graphicFrame>
        <p:nvGraphicFramePr>
          <p:cNvPr id="4" name="Table 3">
            <a:extLst>
              <a:ext uri="{FF2B5EF4-FFF2-40B4-BE49-F238E27FC236}">
                <a16:creationId xmlns:a16="http://schemas.microsoft.com/office/drawing/2014/main" id="{E5495247-0737-9905-560A-7D58AB86A958}"/>
              </a:ext>
            </a:extLst>
          </p:cNvPr>
          <p:cNvGraphicFramePr>
            <a:graphicFrameLocks noGrp="1"/>
          </p:cNvGraphicFramePr>
          <p:nvPr>
            <p:extLst>
              <p:ext uri="{D42A27DB-BD31-4B8C-83A1-F6EECF244321}">
                <p14:modId xmlns:p14="http://schemas.microsoft.com/office/powerpoint/2010/main" val="772270046"/>
              </p:ext>
            </p:extLst>
          </p:nvPr>
        </p:nvGraphicFramePr>
        <p:xfrm>
          <a:off x="838200" y="1858794"/>
          <a:ext cx="10515600" cy="1463040"/>
        </p:xfrm>
        <a:graphic>
          <a:graphicData uri="http://schemas.openxmlformats.org/drawingml/2006/table">
            <a:tbl>
              <a:tblPr>
                <a:tableStyleId>{616DA210-FB5B-4158-B5E0-FEB733F419BA}</a:tableStyleId>
              </a:tblPr>
              <a:tblGrid>
                <a:gridCol w="3566984">
                  <a:extLst>
                    <a:ext uri="{9D8B030D-6E8A-4147-A177-3AD203B41FA5}">
                      <a16:colId xmlns:a16="http://schemas.microsoft.com/office/drawing/2014/main" val="1181952291"/>
                    </a:ext>
                  </a:extLst>
                </a:gridCol>
                <a:gridCol w="6948616">
                  <a:extLst>
                    <a:ext uri="{9D8B030D-6E8A-4147-A177-3AD203B41FA5}">
                      <a16:colId xmlns:a16="http://schemas.microsoft.com/office/drawing/2014/main" val="1684952134"/>
                    </a:ext>
                  </a:extLst>
                </a:gridCol>
              </a:tblGrid>
              <a:tr h="0">
                <a:tc>
                  <a:txBody>
                    <a:bodyPr/>
                    <a:lstStyle/>
                    <a:p>
                      <a:pPr algn="ctr"/>
                      <a:r>
                        <a:rPr lang="en-US" b="1"/>
                        <a:t>Cloud Model</a:t>
                      </a:r>
                    </a:p>
                  </a:txBody>
                  <a:tcPr anchor="ctr">
                    <a:solidFill>
                      <a:schemeClr val="bg1">
                        <a:lumMod val="85000"/>
                      </a:schemeClr>
                    </a:solidFill>
                  </a:tcPr>
                </a:tc>
                <a:tc>
                  <a:txBody>
                    <a:bodyPr/>
                    <a:lstStyle/>
                    <a:p>
                      <a:pPr algn="ctr"/>
                      <a:r>
                        <a:rPr lang="en-US" b="1" dirty="0"/>
                        <a:t>Responsibility Level</a:t>
                      </a:r>
                    </a:p>
                  </a:txBody>
                  <a:tcPr anchor="ctr">
                    <a:solidFill>
                      <a:schemeClr val="bg1">
                        <a:lumMod val="85000"/>
                      </a:schemeClr>
                    </a:solidFill>
                  </a:tcPr>
                </a:tc>
                <a:extLst>
                  <a:ext uri="{0D108BD9-81ED-4DB2-BD59-A6C34878D82A}">
                    <a16:rowId xmlns:a16="http://schemas.microsoft.com/office/drawing/2014/main" val="730358832"/>
                  </a:ext>
                </a:extLst>
              </a:tr>
              <a:tr h="0">
                <a:tc>
                  <a:txBody>
                    <a:bodyPr/>
                    <a:lstStyle/>
                    <a:p>
                      <a:r>
                        <a:rPr lang="en-US" b="1"/>
                        <a:t>IaaS</a:t>
                      </a:r>
                      <a:endParaRPr lang="en-US"/>
                    </a:p>
                  </a:txBody>
                  <a:tcPr anchor="ctr"/>
                </a:tc>
                <a:tc>
                  <a:txBody>
                    <a:bodyPr/>
                    <a:lstStyle/>
                    <a:p>
                      <a:r>
                        <a:rPr lang="en-US"/>
                        <a:t>Customer manages OS, apps, firewalls</a:t>
                      </a:r>
                    </a:p>
                  </a:txBody>
                  <a:tcPr anchor="ctr"/>
                </a:tc>
                <a:extLst>
                  <a:ext uri="{0D108BD9-81ED-4DB2-BD59-A6C34878D82A}">
                    <a16:rowId xmlns:a16="http://schemas.microsoft.com/office/drawing/2014/main" val="35708401"/>
                  </a:ext>
                </a:extLst>
              </a:tr>
              <a:tr h="0">
                <a:tc>
                  <a:txBody>
                    <a:bodyPr/>
                    <a:lstStyle/>
                    <a:p>
                      <a:r>
                        <a:rPr lang="en-US" b="1"/>
                        <a:t>PaaS</a:t>
                      </a:r>
                      <a:endParaRPr lang="en-US"/>
                    </a:p>
                  </a:txBody>
                  <a:tcPr anchor="ctr"/>
                </a:tc>
                <a:tc>
                  <a:txBody>
                    <a:bodyPr/>
                    <a:lstStyle/>
                    <a:p>
                      <a:r>
                        <a:rPr lang="en-US"/>
                        <a:t>Customer manages data and app logic</a:t>
                      </a:r>
                    </a:p>
                  </a:txBody>
                  <a:tcPr anchor="ctr"/>
                </a:tc>
                <a:extLst>
                  <a:ext uri="{0D108BD9-81ED-4DB2-BD59-A6C34878D82A}">
                    <a16:rowId xmlns:a16="http://schemas.microsoft.com/office/drawing/2014/main" val="439530162"/>
                  </a:ext>
                </a:extLst>
              </a:tr>
              <a:tr h="0">
                <a:tc>
                  <a:txBody>
                    <a:bodyPr/>
                    <a:lstStyle/>
                    <a:p>
                      <a:r>
                        <a:rPr lang="en-US" b="1"/>
                        <a:t>SaaS</a:t>
                      </a:r>
                      <a:endParaRPr lang="en-US"/>
                    </a:p>
                  </a:txBody>
                  <a:tcPr anchor="ctr"/>
                </a:tc>
                <a:tc>
                  <a:txBody>
                    <a:bodyPr/>
                    <a:lstStyle/>
                    <a:p>
                      <a:r>
                        <a:rPr lang="en-US" dirty="0"/>
                        <a:t>Customer manages only the data and access</a:t>
                      </a:r>
                    </a:p>
                  </a:txBody>
                  <a:tcPr anchor="ctr"/>
                </a:tc>
                <a:extLst>
                  <a:ext uri="{0D108BD9-81ED-4DB2-BD59-A6C34878D82A}">
                    <a16:rowId xmlns:a16="http://schemas.microsoft.com/office/drawing/2014/main" val="2853268219"/>
                  </a:ext>
                </a:extLst>
              </a:tr>
            </a:tbl>
          </a:graphicData>
        </a:graphic>
      </p:graphicFrame>
    </p:spTree>
    <p:extLst>
      <p:ext uri="{BB962C8B-B14F-4D97-AF65-F5344CB8AC3E}">
        <p14:creationId xmlns:p14="http://schemas.microsoft.com/office/powerpoint/2010/main" val="16496870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36298-221C-2BFB-C3D7-FEBC76BEC2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B244A5-4684-8304-5AED-B61F8044FD20}"/>
              </a:ext>
            </a:extLst>
          </p:cNvPr>
          <p:cNvSpPr>
            <a:spLocks noGrp="1"/>
          </p:cNvSpPr>
          <p:nvPr>
            <p:ph type="title"/>
          </p:nvPr>
        </p:nvSpPr>
        <p:spPr/>
        <p:txBody>
          <a:bodyPr/>
          <a:lstStyle/>
          <a:p>
            <a:r>
              <a:rPr lang="en-US" dirty="0"/>
              <a:t>What is IAM (Identity and Access Management)?</a:t>
            </a:r>
          </a:p>
        </p:txBody>
      </p:sp>
      <p:sp>
        <p:nvSpPr>
          <p:cNvPr id="3" name="Content Placeholder 2">
            <a:extLst>
              <a:ext uri="{FF2B5EF4-FFF2-40B4-BE49-F238E27FC236}">
                <a16:creationId xmlns:a16="http://schemas.microsoft.com/office/drawing/2014/main" id="{EBC00723-0E77-6E52-A4BA-F5FE2FCB602E}"/>
              </a:ext>
            </a:extLst>
          </p:cNvPr>
          <p:cNvSpPr>
            <a:spLocks noGrp="1"/>
          </p:cNvSpPr>
          <p:nvPr>
            <p:ph idx="1"/>
          </p:nvPr>
        </p:nvSpPr>
        <p:spPr/>
        <p:txBody>
          <a:bodyPr/>
          <a:lstStyle/>
          <a:p>
            <a:pPr>
              <a:buNone/>
            </a:pPr>
            <a:r>
              <a:rPr lang="en-US" dirty="0"/>
              <a:t>IAM is the AWS service that allows you to:</a:t>
            </a:r>
          </a:p>
          <a:p>
            <a:pPr>
              <a:buFont typeface="Arial" panose="020B0604020202020204" pitchFamily="34" charset="0"/>
              <a:buChar char="•"/>
            </a:pPr>
            <a:r>
              <a:rPr lang="en-US" b="1" dirty="0"/>
              <a:t>Authenticate:</a:t>
            </a:r>
            <a:r>
              <a:rPr lang="en-US" dirty="0"/>
              <a:t> Who is trying to access the system.</a:t>
            </a:r>
          </a:p>
          <a:p>
            <a:pPr>
              <a:buFont typeface="Arial" panose="020B0604020202020204" pitchFamily="34" charset="0"/>
              <a:buChar char="•"/>
            </a:pPr>
            <a:r>
              <a:rPr lang="en-US" b="1" dirty="0"/>
              <a:t>Authorize:</a:t>
            </a:r>
            <a:r>
              <a:rPr lang="en-US" dirty="0"/>
              <a:t> What they are allowed to do.</a:t>
            </a:r>
          </a:p>
          <a:p>
            <a:pPr>
              <a:buNone/>
            </a:pPr>
            <a:r>
              <a:rPr lang="en-US" b="1" dirty="0"/>
              <a:t>Key Functions:</a:t>
            </a:r>
            <a:endParaRPr lang="en-US" dirty="0"/>
          </a:p>
          <a:p>
            <a:pPr>
              <a:buFont typeface="Arial" panose="020B0604020202020204" pitchFamily="34" charset="0"/>
              <a:buChar char="•"/>
            </a:pPr>
            <a:r>
              <a:rPr lang="en-US" dirty="0"/>
              <a:t>Define </a:t>
            </a:r>
            <a:r>
              <a:rPr lang="en-US" b="1" dirty="0"/>
              <a:t>users</a:t>
            </a:r>
            <a:r>
              <a:rPr lang="en-US" dirty="0"/>
              <a:t>, </a:t>
            </a:r>
            <a:r>
              <a:rPr lang="en-US" b="1" dirty="0"/>
              <a:t>groups</a:t>
            </a:r>
            <a:r>
              <a:rPr lang="en-US" dirty="0"/>
              <a:t>, </a:t>
            </a:r>
            <a:r>
              <a:rPr lang="en-US" b="1" dirty="0"/>
              <a:t>roles</a:t>
            </a:r>
            <a:r>
              <a:rPr lang="en-US" dirty="0"/>
              <a:t>, and </a:t>
            </a:r>
            <a:r>
              <a:rPr lang="en-US" b="1" dirty="0"/>
              <a:t>policies</a:t>
            </a:r>
            <a:endParaRPr lang="en-US" dirty="0"/>
          </a:p>
          <a:p>
            <a:pPr>
              <a:buFont typeface="Arial" panose="020B0604020202020204" pitchFamily="34" charset="0"/>
              <a:buChar char="•"/>
            </a:pPr>
            <a:r>
              <a:rPr lang="en-US" dirty="0"/>
              <a:t>Control access to AWS </a:t>
            </a:r>
            <a:r>
              <a:rPr lang="en-US" b="1" dirty="0"/>
              <a:t>resources</a:t>
            </a:r>
            <a:r>
              <a:rPr lang="en-US" dirty="0"/>
              <a:t> (e.g., S3, EC2)</a:t>
            </a:r>
          </a:p>
          <a:p>
            <a:endParaRPr lang="en-US" dirty="0"/>
          </a:p>
        </p:txBody>
      </p:sp>
    </p:spTree>
    <p:extLst>
      <p:ext uri="{BB962C8B-B14F-4D97-AF65-F5344CB8AC3E}">
        <p14:creationId xmlns:p14="http://schemas.microsoft.com/office/powerpoint/2010/main" val="12259254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F8616-2C0B-635E-84C5-A755CF374D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CF0277-0108-E01A-D655-DA31004169E5}"/>
              </a:ext>
            </a:extLst>
          </p:cNvPr>
          <p:cNvSpPr>
            <a:spLocks noGrp="1"/>
          </p:cNvSpPr>
          <p:nvPr>
            <p:ph type="title"/>
          </p:nvPr>
        </p:nvSpPr>
        <p:spPr/>
        <p:txBody>
          <a:bodyPr/>
          <a:lstStyle/>
          <a:p>
            <a:r>
              <a:rPr lang="en-US" dirty="0"/>
              <a:t>IAM Key Concepts</a:t>
            </a:r>
          </a:p>
        </p:txBody>
      </p:sp>
      <p:graphicFrame>
        <p:nvGraphicFramePr>
          <p:cNvPr id="4" name="Content Placeholder 3">
            <a:extLst>
              <a:ext uri="{FF2B5EF4-FFF2-40B4-BE49-F238E27FC236}">
                <a16:creationId xmlns:a16="http://schemas.microsoft.com/office/drawing/2014/main" id="{06C5863E-8C5C-AA36-2443-51E3534C65CB}"/>
              </a:ext>
            </a:extLst>
          </p:cNvPr>
          <p:cNvGraphicFramePr>
            <a:graphicFrameLocks noGrp="1"/>
          </p:cNvGraphicFramePr>
          <p:nvPr>
            <p:ph idx="1"/>
            <p:extLst>
              <p:ext uri="{D42A27DB-BD31-4B8C-83A1-F6EECF244321}">
                <p14:modId xmlns:p14="http://schemas.microsoft.com/office/powerpoint/2010/main" val="1700039932"/>
              </p:ext>
            </p:extLst>
          </p:nvPr>
        </p:nvGraphicFramePr>
        <p:xfrm>
          <a:off x="838200" y="1741883"/>
          <a:ext cx="10515600" cy="1828800"/>
        </p:xfrm>
        <a:graphic>
          <a:graphicData uri="http://schemas.openxmlformats.org/drawingml/2006/table">
            <a:tbl>
              <a:tblPr>
                <a:tableStyleId>{616DA210-FB5B-4158-B5E0-FEB733F419BA}</a:tableStyleId>
              </a:tblPr>
              <a:tblGrid>
                <a:gridCol w="3474308">
                  <a:extLst>
                    <a:ext uri="{9D8B030D-6E8A-4147-A177-3AD203B41FA5}">
                      <a16:colId xmlns:a16="http://schemas.microsoft.com/office/drawing/2014/main" val="3418673293"/>
                    </a:ext>
                  </a:extLst>
                </a:gridCol>
                <a:gridCol w="7041292">
                  <a:extLst>
                    <a:ext uri="{9D8B030D-6E8A-4147-A177-3AD203B41FA5}">
                      <a16:colId xmlns:a16="http://schemas.microsoft.com/office/drawing/2014/main" val="1065598166"/>
                    </a:ext>
                  </a:extLst>
                </a:gridCol>
              </a:tblGrid>
              <a:tr h="0">
                <a:tc>
                  <a:txBody>
                    <a:bodyPr/>
                    <a:lstStyle/>
                    <a:p>
                      <a:pPr algn="ctr"/>
                      <a:r>
                        <a:rPr lang="en-US" b="1"/>
                        <a:t>Concept</a:t>
                      </a:r>
                    </a:p>
                  </a:txBody>
                  <a:tcPr anchor="ctr"/>
                </a:tc>
                <a:tc>
                  <a:txBody>
                    <a:bodyPr/>
                    <a:lstStyle/>
                    <a:p>
                      <a:pPr algn="ctr"/>
                      <a:r>
                        <a:rPr lang="en-US" b="1" dirty="0"/>
                        <a:t>Description</a:t>
                      </a:r>
                    </a:p>
                  </a:txBody>
                  <a:tcPr anchor="ctr"/>
                </a:tc>
                <a:extLst>
                  <a:ext uri="{0D108BD9-81ED-4DB2-BD59-A6C34878D82A}">
                    <a16:rowId xmlns:a16="http://schemas.microsoft.com/office/drawing/2014/main" val="357323543"/>
                  </a:ext>
                </a:extLst>
              </a:tr>
              <a:tr h="0">
                <a:tc>
                  <a:txBody>
                    <a:bodyPr/>
                    <a:lstStyle/>
                    <a:p>
                      <a:r>
                        <a:rPr lang="en-US" b="1"/>
                        <a:t>User</a:t>
                      </a:r>
                      <a:endParaRPr lang="en-US"/>
                    </a:p>
                  </a:txBody>
                  <a:tcPr anchor="ctr"/>
                </a:tc>
                <a:tc>
                  <a:txBody>
                    <a:bodyPr/>
                    <a:lstStyle/>
                    <a:p>
                      <a:r>
                        <a:rPr lang="en-US"/>
                        <a:t>Represents a person or service needing access</a:t>
                      </a:r>
                    </a:p>
                  </a:txBody>
                  <a:tcPr anchor="ctr"/>
                </a:tc>
                <a:extLst>
                  <a:ext uri="{0D108BD9-81ED-4DB2-BD59-A6C34878D82A}">
                    <a16:rowId xmlns:a16="http://schemas.microsoft.com/office/drawing/2014/main" val="2166999541"/>
                  </a:ext>
                </a:extLst>
              </a:tr>
              <a:tr h="0">
                <a:tc>
                  <a:txBody>
                    <a:bodyPr/>
                    <a:lstStyle/>
                    <a:p>
                      <a:r>
                        <a:rPr lang="en-US" b="1"/>
                        <a:t>Group</a:t>
                      </a:r>
                      <a:endParaRPr lang="en-US"/>
                    </a:p>
                  </a:txBody>
                  <a:tcPr anchor="ctr"/>
                </a:tc>
                <a:tc>
                  <a:txBody>
                    <a:bodyPr/>
                    <a:lstStyle/>
                    <a:p>
                      <a:r>
                        <a:rPr lang="en-US"/>
                        <a:t>A collection of users with shared permissions</a:t>
                      </a:r>
                    </a:p>
                  </a:txBody>
                  <a:tcPr anchor="ctr"/>
                </a:tc>
                <a:extLst>
                  <a:ext uri="{0D108BD9-81ED-4DB2-BD59-A6C34878D82A}">
                    <a16:rowId xmlns:a16="http://schemas.microsoft.com/office/drawing/2014/main" val="3538774190"/>
                  </a:ext>
                </a:extLst>
              </a:tr>
              <a:tr h="0">
                <a:tc>
                  <a:txBody>
                    <a:bodyPr/>
                    <a:lstStyle/>
                    <a:p>
                      <a:r>
                        <a:rPr lang="en-US" b="1"/>
                        <a:t>Role</a:t>
                      </a:r>
                      <a:endParaRPr lang="en-US"/>
                    </a:p>
                  </a:txBody>
                  <a:tcPr anchor="ctr"/>
                </a:tc>
                <a:tc>
                  <a:txBody>
                    <a:bodyPr/>
                    <a:lstStyle/>
                    <a:p>
                      <a:r>
                        <a:rPr lang="en-US"/>
                        <a:t>Temporary access granted to trusted entities</a:t>
                      </a:r>
                    </a:p>
                  </a:txBody>
                  <a:tcPr anchor="ctr"/>
                </a:tc>
                <a:extLst>
                  <a:ext uri="{0D108BD9-81ED-4DB2-BD59-A6C34878D82A}">
                    <a16:rowId xmlns:a16="http://schemas.microsoft.com/office/drawing/2014/main" val="3469718125"/>
                  </a:ext>
                </a:extLst>
              </a:tr>
              <a:tr h="0">
                <a:tc>
                  <a:txBody>
                    <a:bodyPr/>
                    <a:lstStyle/>
                    <a:p>
                      <a:r>
                        <a:rPr lang="en-US" b="1"/>
                        <a:t>Policy</a:t>
                      </a:r>
                      <a:endParaRPr lang="en-US"/>
                    </a:p>
                  </a:txBody>
                  <a:tcPr anchor="ctr"/>
                </a:tc>
                <a:tc>
                  <a:txBody>
                    <a:bodyPr/>
                    <a:lstStyle/>
                    <a:p>
                      <a:r>
                        <a:rPr lang="en-US" dirty="0"/>
                        <a:t>A JSON document defining allowed or denied actions on resources</a:t>
                      </a:r>
                    </a:p>
                  </a:txBody>
                  <a:tcPr anchor="ctr"/>
                </a:tc>
                <a:extLst>
                  <a:ext uri="{0D108BD9-81ED-4DB2-BD59-A6C34878D82A}">
                    <a16:rowId xmlns:a16="http://schemas.microsoft.com/office/drawing/2014/main" val="2658486720"/>
                  </a:ext>
                </a:extLst>
              </a:tr>
            </a:tbl>
          </a:graphicData>
        </a:graphic>
      </p:graphicFrame>
    </p:spTree>
    <p:extLst>
      <p:ext uri="{BB962C8B-B14F-4D97-AF65-F5344CB8AC3E}">
        <p14:creationId xmlns:p14="http://schemas.microsoft.com/office/powerpoint/2010/main" val="1933601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0398C-67B3-2F20-5E97-72EADC5BDD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4A1B0C-DCEC-D0FC-B1CA-C3FFC06B7D2C}"/>
              </a:ext>
            </a:extLst>
          </p:cNvPr>
          <p:cNvSpPr>
            <a:spLocks noGrp="1"/>
          </p:cNvSpPr>
          <p:nvPr>
            <p:ph type="title"/>
          </p:nvPr>
        </p:nvSpPr>
        <p:spPr/>
        <p:txBody>
          <a:bodyPr/>
          <a:lstStyle/>
          <a:p>
            <a:r>
              <a:rPr lang="en-US" dirty="0"/>
              <a:t>IAM Policies</a:t>
            </a:r>
          </a:p>
        </p:txBody>
      </p:sp>
      <p:sp>
        <p:nvSpPr>
          <p:cNvPr id="3" name="Content Placeholder 2">
            <a:extLst>
              <a:ext uri="{FF2B5EF4-FFF2-40B4-BE49-F238E27FC236}">
                <a16:creationId xmlns:a16="http://schemas.microsoft.com/office/drawing/2014/main" id="{7FC83F5D-7F4F-9440-81B7-9835CF1AF6D7}"/>
              </a:ext>
            </a:extLst>
          </p:cNvPr>
          <p:cNvSpPr>
            <a:spLocks noGrp="1"/>
          </p:cNvSpPr>
          <p:nvPr>
            <p:ph idx="1"/>
          </p:nvPr>
        </p:nvSpPr>
        <p:spPr>
          <a:xfrm>
            <a:off x="838200" y="1706007"/>
            <a:ext cx="10515600" cy="2143123"/>
          </a:xfrm>
        </p:spPr>
        <p:txBody>
          <a:bodyPr/>
          <a:lstStyle/>
          <a:p>
            <a:pPr>
              <a:buFont typeface="Arial" panose="020B0604020202020204" pitchFamily="34" charset="0"/>
              <a:buChar char="•"/>
            </a:pPr>
            <a:r>
              <a:rPr lang="en-US" dirty="0"/>
              <a:t>Written in </a:t>
            </a:r>
            <a:r>
              <a:rPr lang="en-US" b="1" dirty="0"/>
              <a:t>JSON</a:t>
            </a:r>
            <a:r>
              <a:rPr lang="en-US" dirty="0"/>
              <a:t> format</a:t>
            </a:r>
          </a:p>
          <a:p>
            <a:pPr>
              <a:buFont typeface="Arial" panose="020B0604020202020204" pitchFamily="34" charset="0"/>
              <a:buChar char="•"/>
            </a:pPr>
            <a:r>
              <a:rPr lang="en-US" dirty="0"/>
              <a:t>Two types:</a:t>
            </a:r>
          </a:p>
          <a:p>
            <a:pPr marL="742950" lvl="1" indent="-285750">
              <a:buFont typeface="Arial" panose="020B0604020202020204" pitchFamily="34" charset="0"/>
              <a:buChar char="•"/>
            </a:pPr>
            <a:r>
              <a:rPr lang="en-US" b="1" dirty="0"/>
              <a:t>Identity-based:</a:t>
            </a:r>
            <a:r>
              <a:rPr lang="en-US" dirty="0"/>
              <a:t> Attach to users, groups, or roles</a:t>
            </a:r>
          </a:p>
          <a:p>
            <a:pPr marL="742950" lvl="1" indent="-285750">
              <a:buFont typeface="Arial" panose="020B0604020202020204" pitchFamily="34" charset="0"/>
              <a:buChar char="•"/>
            </a:pPr>
            <a:r>
              <a:rPr lang="en-US" b="1" dirty="0"/>
              <a:t>Resource-based:</a:t>
            </a:r>
            <a:r>
              <a:rPr lang="en-US" dirty="0"/>
              <a:t> Attach directly to resources (e.g., S3 bucket)</a:t>
            </a:r>
          </a:p>
          <a:p>
            <a:r>
              <a:rPr lang="en-US" b="1" dirty="0"/>
              <a:t>Example Allow Policy:</a:t>
            </a:r>
            <a:endParaRPr lang="en-US" dirty="0"/>
          </a:p>
          <a:p>
            <a:endParaRPr lang="en-US" dirty="0"/>
          </a:p>
        </p:txBody>
      </p:sp>
      <p:sp>
        <p:nvSpPr>
          <p:cNvPr id="5" name="TextBox 4">
            <a:extLst>
              <a:ext uri="{FF2B5EF4-FFF2-40B4-BE49-F238E27FC236}">
                <a16:creationId xmlns:a16="http://schemas.microsoft.com/office/drawing/2014/main" id="{5A4210C9-FD27-54B5-BCBF-732B9CCACF61}"/>
              </a:ext>
            </a:extLst>
          </p:cNvPr>
          <p:cNvSpPr txBox="1"/>
          <p:nvPr/>
        </p:nvSpPr>
        <p:spPr>
          <a:xfrm>
            <a:off x="838200" y="3849130"/>
            <a:ext cx="6094970" cy="1477328"/>
          </a:xfrm>
          <a:prstGeom prst="rect">
            <a:avLst/>
          </a:prstGeom>
          <a:noFill/>
        </p:spPr>
        <p:txBody>
          <a:bodyPr wrap="square">
            <a:spAutoFit/>
          </a:bodyPr>
          <a:lstStyle/>
          <a:p>
            <a:r>
              <a:rPr lang="en-US" dirty="0"/>
              <a:t>{</a:t>
            </a:r>
          </a:p>
          <a:p>
            <a:r>
              <a:rPr lang="en-US" dirty="0"/>
              <a:t>  "Effect": "Allow",</a:t>
            </a:r>
          </a:p>
          <a:p>
            <a:r>
              <a:rPr lang="en-US" dirty="0"/>
              <a:t>  "Action": ["s3:*"],</a:t>
            </a:r>
          </a:p>
          <a:p>
            <a:r>
              <a:rPr lang="en-US" dirty="0"/>
              <a:t>  "Resource": "arn:aws:s3:::example-bucket/*"</a:t>
            </a:r>
          </a:p>
          <a:p>
            <a:r>
              <a:rPr lang="en-US" dirty="0"/>
              <a:t>}</a:t>
            </a:r>
          </a:p>
        </p:txBody>
      </p:sp>
    </p:spTree>
    <p:extLst>
      <p:ext uri="{BB962C8B-B14F-4D97-AF65-F5344CB8AC3E}">
        <p14:creationId xmlns:p14="http://schemas.microsoft.com/office/powerpoint/2010/main" val="22412174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892C2-5D3F-37BC-D6A0-0492841891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B0D47B-6073-F4D6-FDE8-5B5A3144A895}"/>
              </a:ext>
            </a:extLst>
          </p:cNvPr>
          <p:cNvSpPr>
            <a:spLocks noGrp="1"/>
          </p:cNvSpPr>
          <p:nvPr>
            <p:ph type="title"/>
          </p:nvPr>
        </p:nvSpPr>
        <p:spPr/>
        <p:txBody>
          <a:bodyPr/>
          <a:lstStyle/>
          <a:p>
            <a:r>
              <a:rPr lang="en-US" dirty="0"/>
              <a:t>Principle of Least Privilege</a:t>
            </a:r>
          </a:p>
        </p:txBody>
      </p:sp>
      <p:sp>
        <p:nvSpPr>
          <p:cNvPr id="3" name="Content Placeholder 2">
            <a:extLst>
              <a:ext uri="{FF2B5EF4-FFF2-40B4-BE49-F238E27FC236}">
                <a16:creationId xmlns:a16="http://schemas.microsoft.com/office/drawing/2014/main" id="{E6B4965D-7417-5B05-4756-F407695D0B9A}"/>
              </a:ext>
            </a:extLst>
          </p:cNvPr>
          <p:cNvSpPr>
            <a:spLocks noGrp="1"/>
          </p:cNvSpPr>
          <p:nvPr>
            <p:ph idx="1"/>
          </p:nvPr>
        </p:nvSpPr>
        <p:spPr/>
        <p:txBody>
          <a:bodyPr/>
          <a:lstStyle/>
          <a:p>
            <a:r>
              <a:rPr lang="en-US" dirty="0"/>
              <a:t>Always follow this best practice:</a:t>
            </a:r>
          </a:p>
          <a:p>
            <a:r>
              <a:rPr lang="en-US" dirty="0"/>
              <a:t>"Grant only the permissions required to perform a task, and no more.“</a:t>
            </a:r>
          </a:p>
          <a:p>
            <a:r>
              <a:rPr lang="en-US" dirty="0"/>
              <a:t>This minimizes security risks by limiting exposure.</a:t>
            </a:r>
          </a:p>
        </p:txBody>
      </p:sp>
    </p:spTree>
    <p:extLst>
      <p:ext uri="{BB962C8B-B14F-4D97-AF65-F5344CB8AC3E}">
        <p14:creationId xmlns:p14="http://schemas.microsoft.com/office/powerpoint/2010/main" val="1538271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EA5D7-CB8E-F6D0-1FBE-E3F5FD5A70E0}"/>
              </a:ext>
            </a:extLst>
          </p:cNvPr>
          <p:cNvSpPr>
            <a:spLocks noGrp="1"/>
          </p:cNvSpPr>
          <p:nvPr>
            <p:ph type="title"/>
          </p:nvPr>
        </p:nvSpPr>
        <p:spPr/>
        <p:txBody>
          <a:bodyPr/>
          <a:lstStyle/>
          <a:p>
            <a:r>
              <a:rPr lang="en-US" dirty="0"/>
              <a:t>IAM Roles – Use Cases</a:t>
            </a:r>
          </a:p>
        </p:txBody>
      </p:sp>
      <p:sp>
        <p:nvSpPr>
          <p:cNvPr id="3" name="Content Placeholder 2">
            <a:extLst>
              <a:ext uri="{FF2B5EF4-FFF2-40B4-BE49-F238E27FC236}">
                <a16:creationId xmlns:a16="http://schemas.microsoft.com/office/drawing/2014/main" id="{67FC2479-BEA3-EF1C-7769-4FC2CDEFDC3B}"/>
              </a:ext>
            </a:extLst>
          </p:cNvPr>
          <p:cNvSpPr>
            <a:spLocks noGrp="1"/>
          </p:cNvSpPr>
          <p:nvPr>
            <p:ph idx="1"/>
          </p:nvPr>
        </p:nvSpPr>
        <p:spPr/>
        <p:txBody>
          <a:bodyPr/>
          <a:lstStyle/>
          <a:p>
            <a:pPr>
              <a:buNone/>
            </a:pPr>
            <a:r>
              <a:rPr lang="en-US" dirty="0"/>
              <a:t>IAM Roles are used to:</a:t>
            </a:r>
          </a:p>
          <a:p>
            <a:pPr>
              <a:buFont typeface="Arial" panose="020B0604020202020204" pitchFamily="34" charset="0"/>
              <a:buChar char="•"/>
            </a:pPr>
            <a:r>
              <a:rPr lang="en-US" dirty="0"/>
              <a:t>Grant applications (e.g., EC2 instances) permission to access AWS services.</a:t>
            </a:r>
          </a:p>
          <a:p>
            <a:pPr>
              <a:buFont typeface="Arial" panose="020B0604020202020204" pitchFamily="34" charset="0"/>
              <a:buChar char="•"/>
            </a:pPr>
            <a:r>
              <a:rPr lang="en-US" dirty="0"/>
              <a:t>Delegate access to users in other AWS accounts.</a:t>
            </a:r>
          </a:p>
          <a:p>
            <a:pPr>
              <a:buFont typeface="Arial" panose="020B0604020202020204" pitchFamily="34" charset="0"/>
              <a:buChar char="•"/>
            </a:pPr>
            <a:r>
              <a:rPr lang="en-US" dirty="0"/>
              <a:t>Enable temporary access with conditions (e.g., session duration).</a:t>
            </a:r>
          </a:p>
          <a:p>
            <a:endParaRPr lang="en-US" dirty="0"/>
          </a:p>
        </p:txBody>
      </p:sp>
    </p:spTree>
    <p:extLst>
      <p:ext uri="{BB962C8B-B14F-4D97-AF65-F5344CB8AC3E}">
        <p14:creationId xmlns:p14="http://schemas.microsoft.com/office/powerpoint/2010/main" val="6912798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8E5FEBF-16FE-4B7A-E1D1-03B412301E89}"/>
              </a:ext>
            </a:extLst>
          </p:cNvPr>
          <p:cNvSpPr>
            <a:spLocks noGrp="1"/>
          </p:cNvSpPr>
          <p:nvPr>
            <p:ph type="title"/>
          </p:nvPr>
        </p:nvSpPr>
        <p:spPr/>
        <p:txBody>
          <a:bodyPr/>
          <a:lstStyle/>
          <a:p>
            <a:r>
              <a:rPr lang="en-US" dirty="0"/>
              <a:t>AWS Compute Services</a:t>
            </a:r>
          </a:p>
        </p:txBody>
      </p:sp>
      <p:sp>
        <p:nvSpPr>
          <p:cNvPr id="5" name="Text Placeholder 4">
            <a:extLst>
              <a:ext uri="{FF2B5EF4-FFF2-40B4-BE49-F238E27FC236}">
                <a16:creationId xmlns:a16="http://schemas.microsoft.com/office/drawing/2014/main" id="{FC24C09E-2C12-DFED-2A87-CA301B0EE9F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650073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7E976-947D-6EC8-AC28-494AEF3B2A4B}"/>
              </a:ext>
            </a:extLst>
          </p:cNvPr>
          <p:cNvSpPr>
            <a:spLocks noGrp="1"/>
          </p:cNvSpPr>
          <p:nvPr>
            <p:ph type="title"/>
          </p:nvPr>
        </p:nvSpPr>
        <p:spPr/>
        <p:txBody>
          <a:bodyPr/>
          <a:lstStyle/>
          <a:p>
            <a:r>
              <a:rPr lang="en-US" dirty="0"/>
              <a:t>What is Compute in Cloud Computing?</a:t>
            </a:r>
          </a:p>
        </p:txBody>
      </p:sp>
      <p:sp>
        <p:nvSpPr>
          <p:cNvPr id="3" name="Content Placeholder 2">
            <a:extLst>
              <a:ext uri="{FF2B5EF4-FFF2-40B4-BE49-F238E27FC236}">
                <a16:creationId xmlns:a16="http://schemas.microsoft.com/office/drawing/2014/main" id="{8EF64BF2-EDFA-AD1B-0B43-6A5CED0008CB}"/>
              </a:ext>
            </a:extLst>
          </p:cNvPr>
          <p:cNvSpPr>
            <a:spLocks noGrp="1"/>
          </p:cNvSpPr>
          <p:nvPr>
            <p:ph idx="1"/>
          </p:nvPr>
        </p:nvSpPr>
        <p:spPr/>
        <p:txBody>
          <a:bodyPr/>
          <a:lstStyle/>
          <a:p>
            <a:pPr>
              <a:buNone/>
            </a:pPr>
            <a:r>
              <a:rPr lang="en-US" dirty="0"/>
              <a:t>"Compute" refers to the processing power required to run applications, systems, and workloads.</a:t>
            </a:r>
          </a:p>
          <a:p>
            <a:pPr>
              <a:buNone/>
            </a:pPr>
            <a:r>
              <a:rPr lang="en-US" dirty="0"/>
              <a:t>AWS provides flexible options:</a:t>
            </a:r>
          </a:p>
          <a:p>
            <a:pPr marL="457200" indent="-457200">
              <a:buFont typeface="+mj-lt"/>
              <a:buAutoNum type="arabicPeriod"/>
            </a:pPr>
            <a:r>
              <a:rPr lang="en-US" dirty="0"/>
              <a:t>Virtual machines (EC2)</a:t>
            </a:r>
          </a:p>
          <a:p>
            <a:pPr marL="457200" indent="-457200">
              <a:buFont typeface="+mj-lt"/>
              <a:buAutoNum type="arabicPeriod"/>
            </a:pPr>
            <a:r>
              <a:rPr lang="en-US" dirty="0"/>
              <a:t>Serverless functions (Lambda)</a:t>
            </a:r>
          </a:p>
          <a:p>
            <a:pPr marL="457200" indent="-457200">
              <a:buFont typeface="+mj-lt"/>
              <a:buAutoNum type="arabicPeriod"/>
            </a:pPr>
            <a:r>
              <a:rPr lang="en-US" dirty="0"/>
              <a:t>Containers (ECS, EKS)</a:t>
            </a:r>
          </a:p>
          <a:p>
            <a:pPr marL="457200" indent="-457200">
              <a:buFont typeface="+mj-lt"/>
              <a:buAutoNum type="arabicPeriod"/>
            </a:pPr>
            <a:r>
              <a:rPr lang="en-US" dirty="0"/>
              <a:t>Platform-as-a-Service (Elastic Beanstalk)</a:t>
            </a:r>
          </a:p>
          <a:p>
            <a:endParaRPr lang="en-US" dirty="0"/>
          </a:p>
        </p:txBody>
      </p:sp>
    </p:spTree>
    <p:extLst>
      <p:ext uri="{BB962C8B-B14F-4D97-AF65-F5344CB8AC3E}">
        <p14:creationId xmlns:p14="http://schemas.microsoft.com/office/powerpoint/2010/main" val="9740440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E9E-3EDA-865A-9A41-E3305832C481}"/>
              </a:ext>
            </a:extLst>
          </p:cNvPr>
          <p:cNvSpPr>
            <a:spLocks noGrp="1"/>
          </p:cNvSpPr>
          <p:nvPr>
            <p:ph type="title"/>
          </p:nvPr>
        </p:nvSpPr>
        <p:spPr/>
        <p:txBody>
          <a:bodyPr/>
          <a:lstStyle/>
          <a:p>
            <a:r>
              <a:rPr lang="en-US" dirty="0"/>
              <a:t>Amazon EC2 – Virtual Servers</a:t>
            </a:r>
          </a:p>
        </p:txBody>
      </p:sp>
      <p:sp>
        <p:nvSpPr>
          <p:cNvPr id="3" name="Content Placeholder 2">
            <a:extLst>
              <a:ext uri="{FF2B5EF4-FFF2-40B4-BE49-F238E27FC236}">
                <a16:creationId xmlns:a16="http://schemas.microsoft.com/office/drawing/2014/main" id="{2244D89F-842A-A4E4-4DAE-391D823DD460}"/>
              </a:ext>
            </a:extLst>
          </p:cNvPr>
          <p:cNvSpPr>
            <a:spLocks noGrp="1"/>
          </p:cNvSpPr>
          <p:nvPr>
            <p:ph idx="1"/>
          </p:nvPr>
        </p:nvSpPr>
        <p:spPr/>
        <p:txBody>
          <a:bodyPr/>
          <a:lstStyle/>
          <a:p>
            <a:pPr marL="0" indent="0">
              <a:buNone/>
            </a:pPr>
            <a:r>
              <a:rPr lang="en-US" b="1" dirty="0">
                <a:solidFill>
                  <a:srgbClr val="00B050"/>
                </a:solidFill>
              </a:rPr>
              <a:t>Amazon Elastic Compute Cloud (EC2)</a:t>
            </a:r>
            <a:r>
              <a:rPr lang="en-US" dirty="0">
                <a:solidFill>
                  <a:srgbClr val="00B050"/>
                </a:solidFill>
              </a:rPr>
              <a:t> allows you to rent virtual servers (called </a:t>
            </a:r>
            <a:r>
              <a:rPr lang="en-US" i="1" dirty="0">
                <a:solidFill>
                  <a:srgbClr val="00B050"/>
                </a:solidFill>
              </a:rPr>
              <a:t>instances</a:t>
            </a:r>
            <a:r>
              <a:rPr lang="en-US" dirty="0">
                <a:solidFill>
                  <a:srgbClr val="00B050"/>
                </a:solidFill>
              </a:rPr>
              <a:t>) in the cloud.</a:t>
            </a:r>
          </a:p>
          <a:p>
            <a:pPr>
              <a:buNone/>
            </a:pPr>
            <a:r>
              <a:rPr lang="en-US" b="1" dirty="0"/>
              <a:t>Key Features:</a:t>
            </a:r>
            <a:endParaRPr lang="en-US" dirty="0"/>
          </a:p>
          <a:p>
            <a:pPr>
              <a:buFont typeface="Arial" panose="020B0604020202020204" pitchFamily="34" charset="0"/>
              <a:buChar char="•"/>
            </a:pPr>
            <a:r>
              <a:rPr lang="en-US" dirty="0"/>
              <a:t>Choose OS, CPU, memory, storage, and network capacity.</a:t>
            </a:r>
          </a:p>
          <a:p>
            <a:pPr>
              <a:buFont typeface="Arial" panose="020B0604020202020204" pitchFamily="34" charset="0"/>
              <a:buChar char="•"/>
            </a:pPr>
            <a:r>
              <a:rPr lang="en-US" dirty="0"/>
              <a:t>Launch and terminate instances on demand.</a:t>
            </a:r>
          </a:p>
          <a:p>
            <a:pPr>
              <a:buFont typeface="Arial" panose="020B0604020202020204" pitchFamily="34" charset="0"/>
              <a:buChar char="•"/>
            </a:pPr>
            <a:r>
              <a:rPr lang="en-US" dirty="0"/>
              <a:t>Full control of the server (root/admin access).</a:t>
            </a:r>
          </a:p>
          <a:p>
            <a:pPr>
              <a:buNone/>
            </a:pPr>
            <a:r>
              <a:rPr lang="en-US" b="1" dirty="0"/>
              <a:t>Use Cases:</a:t>
            </a:r>
            <a:endParaRPr lang="en-US" dirty="0"/>
          </a:p>
          <a:p>
            <a:pPr>
              <a:buFont typeface="Arial" panose="020B0604020202020204" pitchFamily="34" charset="0"/>
              <a:buChar char="•"/>
            </a:pPr>
            <a:r>
              <a:rPr lang="en-US" dirty="0"/>
              <a:t>Web servers</a:t>
            </a:r>
          </a:p>
          <a:p>
            <a:pPr>
              <a:buFont typeface="Arial" panose="020B0604020202020204" pitchFamily="34" charset="0"/>
              <a:buChar char="•"/>
            </a:pPr>
            <a:r>
              <a:rPr lang="en-US" dirty="0"/>
              <a:t>Application servers</a:t>
            </a:r>
          </a:p>
          <a:p>
            <a:pPr>
              <a:buFont typeface="Arial" panose="020B0604020202020204" pitchFamily="34" charset="0"/>
              <a:buChar char="•"/>
            </a:pPr>
            <a:r>
              <a:rPr lang="en-US" dirty="0"/>
              <a:t>Development and testing environments</a:t>
            </a:r>
          </a:p>
          <a:p>
            <a:endParaRPr lang="en-US" dirty="0"/>
          </a:p>
        </p:txBody>
      </p:sp>
    </p:spTree>
    <p:extLst>
      <p:ext uri="{BB962C8B-B14F-4D97-AF65-F5344CB8AC3E}">
        <p14:creationId xmlns:p14="http://schemas.microsoft.com/office/powerpoint/2010/main" val="38507747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DB50B-59BE-0440-4BE4-B624A115A07F}"/>
              </a:ext>
            </a:extLst>
          </p:cNvPr>
          <p:cNvSpPr>
            <a:spLocks noGrp="1"/>
          </p:cNvSpPr>
          <p:nvPr>
            <p:ph type="title"/>
          </p:nvPr>
        </p:nvSpPr>
        <p:spPr/>
        <p:txBody>
          <a:bodyPr/>
          <a:lstStyle/>
          <a:p>
            <a:r>
              <a:rPr lang="en-US" dirty="0"/>
              <a:t>EC2 Highlights</a:t>
            </a:r>
          </a:p>
        </p:txBody>
      </p:sp>
      <p:sp>
        <p:nvSpPr>
          <p:cNvPr id="3" name="Content Placeholder 2">
            <a:extLst>
              <a:ext uri="{FF2B5EF4-FFF2-40B4-BE49-F238E27FC236}">
                <a16:creationId xmlns:a16="http://schemas.microsoft.com/office/drawing/2014/main" id="{2E6D5AE4-1CD8-ABA6-F8E7-2042CE8A5F04}"/>
              </a:ext>
            </a:extLst>
          </p:cNvPr>
          <p:cNvSpPr>
            <a:spLocks noGrp="1"/>
          </p:cNvSpPr>
          <p:nvPr>
            <p:ph idx="1"/>
          </p:nvPr>
        </p:nvSpPr>
        <p:spPr>
          <a:xfrm>
            <a:off x="838200" y="1706008"/>
            <a:ext cx="10987216" cy="2334652"/>
          </a:xfrm>
        </p:spPr>
        <p:txBody>
          <a:bodyPr/>
          <a:lstStyle/>
          <a:p>
            <a:pPr>
              <a:buFont typeface="Arial" panose="020B0604020202020204" pitchFamily="34" charset="0"/>
              <a:buChar char="•"/>
            </a:pPr>
            <a:r>
              <a:rPr lang="en-US" b="1" dirty="0"/>
              <a:t>AMI (Amazon Machine Image):</a:t>
            </a:r>
            <a:r>
              <a:rPr lang="en-US" dirty="0"/>
              <a:t> Pre-configured templates used to launch instances.</a:t>
            </a:r>
          </a:p>
          <a:p>
            <a:pPr>
              <a:buFont typeface="Arial" panose="020B0604020202020204" pitchFamily="34" charset="0"/>
              <a:buChar char="•"/>
            </a:pPr>
            <a:r>
              <a:rPr lang="en-US" b="1" dirty="0"/>
              <a:t>Instance Types:</a:t>
            </a:r>
            <a:r>
              <a:rPr lang="en-US" dirty="0"/>
              <a:t> Choose based on CPU, memory, storage (e.g., t2.micro, m5.large).</a:t>
            </a:r>
          </a:p>
          <a:p>
            <a:pPr>
              <a:buFont typeface="Arial" panose="020B0604020202020204" pitchFamily="34" charset="0"/>
              <a:buChar char="•"/>
            </a:pPr>
            <a:r>
              <a:rPr lang="en-US" b="1" dirty="0"/>
              <a:t>Security Groups:</a:t>
            </a:r>
            <a:r>
              <a:rPr lang="en-US" dirty="0"/>
              <a:t> Virtual firewalls for EC2.</a:t>
            </a:r>
          </a:p>
          <a:p>
            <a:pPr>
              <a:buFont typeface="Arial" panose="020B0604020202020204" pitchFamily="34" charset="0"/>
              <a:buChar char="•"/>
            </a:pPr>
            <a:r>
              <a:rPr lang="en-US" b="1" dirty="0"/>
              <a:t>Elastic IPs:</a:t>
            </a:r>
            <a:r>
              <a:rPr lang="en-US" dirty="0"/>
              <a:t> Static public IP addresses.</a:t>
            </a:r>
          </a:p>
          <a:p>
            <a:pPr>
              <a:buFont typeface="Arial" panose="020B0604020202020204" pitchFamily="34" charset="0"/>
              <a:buChar char="•"/>
            </a:pPr>
            <a:r>
              <a:rPr lang="en-US" b="1" dirty="0"/>
              <a:t>Auto Scaling:</a:t>
            </a:r>
            <a:r>
              <a:rPr lang="en-US" dirty="0"/>
              <a:t> Automatically increase/decrease the number of instances.</a:t>
            </a:r>
          </a:p>
          <a:p>
            <a:endParaRPr lang="en-US" dirty="0"/>
          </a:p>
        </p:txBody>
      </p:sp>
    </p:spTree>
    <p:extLst>
      <p:ext uri="{BB962C8B-B14F-4D97-AF65-F5344CB8AC3E}">
        <p14:creationId xmlns:p14="http://schemas.microsoft.com/office/powerpoint/2010/main" val="20845230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4FE04-14DE-C864-D73A-8581DB7C2E03}"/>
              </a:ext>
            </a:extLst>
          </p:cNvPr>
          <p:cNvSpPr>
            <a:spLocks noGrp="1"/>
          </p:cNvSpPr>
          <p:nvPr>
            <p:ph type="title"/>
          </p:nvPr>
        </p:nvSpPr>
        <p:spPr>
          <a:xfrm>
            <a:off x="838200" y="60492"/>
            <a:ext cx="10511480" cy="748208"/>
          </a:xfrm>
        </p:spPr>
        <p:txBody>
          <a:bodyPr/>
          <a:lstStyle/>
          <a:p>
            <a:r>
              <a:rPr lang="en-US" dirty="0"/>
              <a:t>Main Categories of EC2 Instance Families</a:t>
            </a:r>
          </a:p>
        </p:txBody>
      </p:sp>
      <p:graphicFrame>
        <p:nvGraphicFramePr>
          <p:cNvPr id="4" name="Content Placeholder 3">
            <a:extLst>
              <a:ext uri="{FF2B5EF4-FFF2-40B4-BE49-F238E27FC236}">
                <a16:creationId xmlns:a16="http://schemas.microsoft.com/office/drawing/2014/main" id="{61ECF572-D5E9-565F-3A07-D2F7FC77FFCE}"/>
              </a:ext>
            </a:extLst>
          </p:cNvPr>
          <p:cNvGraphicFramePr>
            <a:graphicFrameLocks noGrp="1"/>
          </p:cNvGraphicFramePr>
          <p:nvPr>
            <p:ph idx="1"/>
            <p:extLst>
              <p:ext uri="{D42A27DB-BD31-4B8C-83A1-F6EECF244321}">
                <p14:modId xmlns:p14="http://schemas.microsoft.com/office/powerpoint/2010/main" val="738535752"/>
              </p:ext>
            </p:extLst>
          </p:nvPr>
        </p:nvGraphicFramePr>
        <p:xfrm>
          <a:off x="838200" y="897199"/>
          <a:ext cx="10511480" cy="4461025"/>
        </p:xfrm>
        <a:graphic>
          <a:graphicData uri="http://schemas.openxmlformats.org/drawingml/2006/table">
            <a:tbl>
              <a:tblPr>
                <a:tableStyleId>{616DA210-FB5B-4158-B5E0-FEB733F419BA}</a:tableStyleId>
              </a:tblPr>
              <a:tblGrid>
                <a:gridCol w="912592">
                  <a:extLst>
                    <a:ext uri="{9D8B030D-6E8A-4147-A177-3AD203B41FA5}">
                      <a16:colId xmlns:a16="http://schemas.microsoft.com/office/drawing/2014/main" val="2667706537"/>
                    </a:ext>
                  </a:extLst>
                </a:gridCol>
                <a:gridCol w="2586430">
                  <a:extLst>
                    <a:ext uri="{9D8B030D-6E8A-4147-A177-3AD203B41FA5}">
                      <a16:colId xmlns:a16="http://schemas.microsoft.com/office/drawing/2014/main" val="398899896"/>
                    </a:ext>
                  </a:extLst>
                </a:gridCol>
                <a:gridCol w="5109519">
                  <a:extLst>
                    <a:ext uri="{9D8B030D-6E8A-4147-A177-3AD203B41FA5}">
                      <a16:colId xmlns:a16="http://schemas.microsoft.com/office/drawing/2014/main" val="1268248799"/>
                    </a:ext>
                  </a:extLst>
                </a:gridCol>
                <a:gridCol w="1902939">
                  <a:extLst>
                    <a:ext uri="{9D8B030D-6E8A-4147-A177-3AD203B41FA5}">
                      <a16:colId xmlns:a16="http://schemas.microsoft.com/office/drawing/2014/main" val="2674730517"/>
                    </a:ext>
                  </a:extLst>
                </a:gridCol>
              </a:tblGrid>
              <a:tr h="165562">
                <a:tc>
                  <a:txBody>
                    <a:bodyPr/>
                    <a:lstStyle/>
                    <a:p>
                      <a:pPr algn="ctr"/>
                      <a:r>
                        <a:rPr lang="en-US" sz="1250" b="1"/>
                        <a:t>Prefix</a:t>
                      </a:r>
                      <a:endParaRPr lang="en-US" sz="1250"/>
                    </a:p>
                  </a:txBody>
                  <a:tcPr marL="32410" marR="32410" marT="16205" marB="16205" anchor="ctr"/>
                </a:tc>
                <a:tc>
                  <a:txBody>
                    <a:bodyPr/>
                    <a:lstStyle/>
                    <a:p>
                      <a:r>
                        <a:rPr lang="en-US" sz="1250" b="1"/>
                        <a:t>Category</a:t>
                      </a:r>
                      <a:endParaRPr lang="en-US" sz="1250"/>
                    </a:p>
                  </a:txBody>
                  <a:tcPr marL="32410" marR="32410" marT="16205" marB="16205" anchor="ctr"/>
                </a:tc>
                <a:tc>
                  <a:txBody>
                    <a:bodyPr/>
                    <a:lstStyle/>
                    <a:p>
                      <a:r>
                        <a:rPr lang="en-US" sz="1250" b="1"/>
                        <a:t>Purpose / Optimized For</a:t>
                      </a:r>
                      <a:endParaRPr lang="en-US" sz="1250"/>
                    </a:p>
                  </a:txBody>
                  <a:tcPr marL="32410" marR="32410" marT="16205" marB="16205" anchor="ctr"/>
                </a:tc>
                <a:tc>
                  <a:txBody>
                    <a:bodyPr/>
                    <a:lstStyle/>
                    <a:p>
                      <a:r>
                        <a:rPr lang="en-US" sz="1250" b="1"/>
                        <a:t>Example Instance Type</a:t>
                      </a:r>
                      <a:endParaRPr lang="en-US" sz="1250"/>
                    </a:p>
                  </a:txBody>
                  <a:tcPr marL="32410" marR="32410" marT="16205" marB="16205" anchor="ctr"/>
                </a:tc>
                <a:extLst>
                  <a:ext uri="{0D108BD9-81ED-4DB2-BD59-A6C34878D82A}">
                    <a16:rowId xmlns:a16="http://schemas.microsoft.com/office/drawing/2014/main" val="1468144890"/>
                  </a:ext>
                </a:extLst>
              </a:tr>
              <a:tr h="278845">
                <a:tc>
                  <a:txBody>
                    <a:bodyPr/>
                    <a:lstStyle/>
                    <a:p>
                      <a:pPr algn="ctr"/>
                      <a:r>
                        <a:rPr lang="en-US" sz="1250" b="1" dirty="0"/>
                        <a:t>t</a:t>
                      </a:r>
                      <a:endParaRPr lang="en-US" sz="1250" dirty="0"/>
                    </a:p>
                  </a:txBody>
                  <a:tcPr marL="32410" marR="32410" marT="16205" marB="16205" anchor="ctr"/>
                </a:tc>
                <a:tc>
                  <a:txBody>
                    <a:bodyPr/>
                    <a:lstStyle/>
                    <a:p>
                      <a:r>
                        <a:rPr lang="en-US" sz="1250" b="1"/>
                        <a:t>General Purpose (Burstable)</a:t>
                      </a:r>
                      <a:endParaRPr lang="en-US" sz="1250"/>
                    </a:p>
                  </a:txBody>
                  <a:tcPr marL="32410" marR="32410" marT="16205" marB="16205" anchor="ctr"/>
                </a:tc>
                <a:tc>
                  <a:txBody>
                    <a:bodyPr/>
                    <a:lstStyle/>
                    <a:p>
                      <a:r>
                        <a:rPr lang="en-US" sz="1250" dirty="0"/>
                        <a:t>Cost-effective with CPU bursts — great for low traffic workloads</a:t>
                      </a:r>
                    </a:p>
                  </a:txBody>
                  <a:tcPr marL="32410" marR="32410" marT="16205" marB="16205" anchor="ctr"/>
                </a:tc>
                <a:tc>
                  <a:txBody>
                    <a:bodyPr/>
                    <a:lstStyle/>
                    <a:p>
                      <a:r>
                        <a:rPr lang="en-US" sz="1250"/>
                        <a:t>t3.micro</a:t>
                      </a:r>
                    </a:p>
                  </a:txBody>
                  <a:tcPr marL="32410" marR="32410" marT="16205" marB="16205" anchor="ctr"/>
                </a:tc>
                <a:extLst>
                  <a:ext uri="{0D108BD9-81ED-4DB2-BD59-A6C34878D82A}">
                    <a16:rowId xmlns:a16="http://schemas.microsoft.com/office/drawing/2014/main" val="3070162748"/>
                  </a:ext>
                </a:extLst>
              </a:tr>
              <a:tr h="278845">
                <a:tc>
                  <a:txBody>
                    <a:bodyPr/>
                    <a:lstStyle/>
                    <a:p>
                      <a:pPr algn="ctr"/>
                      <a:r>
                        <a:rPr lang="en-US" sz="1250" b="1"/>
                        <a:t>m</a:t>
                      </a:r>
                      <a:endParaRPr lang="en-US" sz="1250"/>
                    </a:p>
                  </a:txBody>
                  <a:tcPr marL="32410" marR="32410" marT="16205" marB="16205" anchor="ctr"/>
                </a:tc>
                <a:tc>
                  <a:txBody>
                    <a:bodyPr/>
                    <a:lstStyle/>
                    <a:p>
                      <a:r>
                        <a:rPr lang="en-US" sz="1250" b="1"/>
                        <a:t>General Purpose</a:t>
                      </a:r>
                      <a:endParaRPr lang="en-US" sz="1250"/>
                    </a:p>
                  </a:txBody>
                  <a:tcPr marL="32410" marR="32410" marT="16205" marB="16205" anchor="ctr"/>
                </a:tc>
                <a:tc>
                  <a:txBody>
                    <a:bodyPr/>
                    <a:lstStyle/>
                    <a:p>
                      <a:r>
                        <a:rPr lang="en-US" sz="1250"/>
                        <a:t>Balanced CPU, memory, networking — good for most applications</a:t>
                      </a:r>
                    </a:p>
                  </a:txBody>
                  <a:tcPr marL="32410" marR="32410" marT="16205" marB="16205" anchor="ctr"/>
                </a:tc>
                <a:tc>
                  <a:txBody>
                    <a:bodyPr/>
                    <a:lstStyle/>
                    <a:p>
                      <a:r>
                        <a:rPr lang="en-US" sz="1250"/>
                        <a:t>m5.large</a:t>
                      </a:r>
                    </a:p>
                  </a:txBody>
                  <a:tcPr marL="32410" marR="32410" marT="16205" marB="16205" anchor="ctr"/>
                </a:tc>
                <a:extLst>
                  <a:ext uri="{0D108BD9-81ED-4DB2-BD59-A6C34878D82A}">
                    <a16:rowId xmlns:a16="http://schemas.microsoft.com/office/drawing/2014/main" val="3043908247"/>
                  </a:ext>
                </a:extLst>
              </a:tr>
              <a:tr h="362500">
                <a:tc>
                  <a:txBody>
                    <a:bodyPr/>
                    <a:lstStyle/>
                    <a:p>
                      <a:pPr algn="ctr"/>
                      <a:r>
                        <a:rPr lang="en-US" sz="1250" b="1"/>
                        <a:t>c</a:t>
                      </a:r>
                      <a:endParaRPr lang="en-US" sz="1250"/>
                    </a:p>
                  </a:txBody>
                  <a:tcPr marL="32410" marR="32410" marT="16205" marB="16205" anchor="ctr"/>
                </a:tc>
                <a:tc>
                  <a:txBody>
                    <a:bodyPr/>
                    <a:lstStyle/>
                    <a:p>
                      <a:r>
                        <a:rPr lang="en-US" sz="1250" b="1"/>
                        <a:t>Compute Optimized</a:t>
                      </a:r>
                      <a:endParaRPr lang="en-US" sz="1250"/>
                    </a:p>
                  </a:txBody>
                  <a:tcPr marL="32410" marR="32410" marT="16205" marB="16205" anchor="ctr"/>
                </a:tc>
                <a:tc>
                  <a:txBody>
                    <a:bodyPr/>
                    <a:lstStyle/>
                    <a:p>
                      <a:r>
                        <a:rPr lang="en-US" sz="1250"/>
                        <a:t>High-performance processors — great for compute-heavy workloads</a:t>
                      </a:r>
                    </a:p>
                  </a:txBody>
                  <a:tcPr marL="32410" marR="32410" marT="16205" marB="16205" anchor="ctr"/>
                </a:tc>
                <a:tc>
                  <a:txBody>
                    <a:bodyPr/>
                    <a:lstStyle/>
                    <a:p>
                      <a:r>
                        <a:rPr lang="en-US" sz="1250"/>
                        <a:t>c6g.xlarge</a:t>
                      </a:r>
                    </a:p>
                  </a:txBody>
                  <a:tcPr marL="32410" marR="32410" marT="16205" marB="16205" anchor="ctr"/>
                </a:tc>
                <a:extLst>
                  <a:ext uri="{0D108BD9-81ED-4DB2-BD59-A6C34878D82A}">
                    <a16:rowId xmlns:a16="http://schemas.microsoft.com/office/drawing/2014/main" val="1407957866"/>
                  </a:ext>
                </a:extLst>
              </a:tr>
              <a:tr h="362500">
                <a:tc>
                  <a:txBody>
                    <a:bodyPr/>
                    <a:lstStyle/>
                    <a:p>
                      <a:pPr algn="ctr"/>
                      <a:r>
                        <a:rPr lang="en-US" sz="1250" b="1"/>
                        <a:t>r</a:t>
                      </a:r>
                      <a:endParaRPr lang="en-US" sz="1250"/>
                    </a:p>
                  </a:txBody>
                  <a:tcPr marL="32410" marR="32410" marT="16205" marB="16205" anchor="ctr"/>
                </a:tc>
                <a:tc>
                  <a:txBody>
                    <a:bodyPr/>
                    <a:lstStyle/>
                    <a:p>
                      <a:r>
                        <a:rPr lang="en-US" sz="1250" b="1"/>
                        <a:t>Memory Optimized</a:t>
                      </a:r>
                      <a:endParaRPr lang="en-US" sz="1250"/>
                    </a:p>
                  </a:txBody>
                  <a:tcPr marL="32410" marR="32410" marT="16205" marB="16205" anchor="ctr"/>
                </a:tc>
                <a:tc>
                  <a:txBody>
                    <a:bodyPr/>
                    <a:lstStyle/>
                    <a:p>
                      <a:r>
                        <a:rPr lang="en-US" sz="1250"/>
                        <a:t>More RAM — for memory-intensive applications like in-memory DBs</a:t>
                      </a:r>
                    </a:p>
                  </a:txBody>
                  <a:tcPr marL="32410" marR="32410" marT="16205" marB="16205" anchor="ctr"/>
                </a:tc>
                <a:tc>
                  <a:txBody>
                    <a:bodyPr/>
                    <a:lstStyle/>
                    <a:p>
                      <a:r>
                        <a:rPr lang="en-US" sz="1250"/>
                        <a:t>r5.2xlarge</a:t>
                      </a:r>
                    </a:p>
                  </a:txBody>
                  <a:tcPr marL="32410" marR="32410" marT="16205" marB="16205" anchor="ctr"/>
                </a:tc>
                <a:extLst>
                  <a:ext uri="{0D108BD9-81ED-4DB2-BD59-A6C34878D82A}">
                    <a16:rowId xmlns:a16="http://schemas.microsoft.com/office/drawing/2014/main" val="184735534"/>
                  </a:ext>
                </a:extLst>
              </a:tr>
              <a:tr h="278845">
                <a:tc>
                  <a:txBody>
                    <a:bodyPr/>
                    <a:lstStyle/>
                    <a:p>
                      <a:pPr algn="ctr"/>
                      <a:r>
                        <a:rPr lang="en-US" sz="1250" b="1"/>
                        <a:t>x</a:t>
                      </a:r>
                      <a:endParaRPr lang="en-US" sz="1250"/>
                    </a:p>
                  </a:txBody>
                  <a:tcPr marL="32410" marR="32410" marT="16205" marB="16205" anchor="ctr"/>
                </a:tc>
                <a:tc>
                  <a:txBody>
                    <a:bodyPr/>
                    <a:lstStyle/>
                    <a:p>
                      <a:r>
                        <a:rPr lang="en-US" sz="1250" b="1"/>
                        <a:t>Memory Optimized (High Mem)</a:t>
                      </a:r>
                      <a:endParaRPr lang="en-US" sz="1250"/>
                    </a:p>
                  </a:txBody>
                  <a:tcPr marL="32410" marR="32410" marT="16205" marB="16205" anchor="ctr"/>
                </a:tc>
                <a:tc>
                  <a:txBody>
                    <a:bodyPr/>
                    <a:lstStyle/>
                    <a:p>
                      <a:r>
                        <a:rPr lang="en-US" sz="1250"/>
                        <a:t>Ultra-high memory (SAP HANA, in-memory DBs, analytics)</a:t>
                      </a:r>
                    </a:p>
                  </a:txBody>
                  <a:tcPr marL="32410" marR="32410" marT="16205" marB="16205" anchor="ctr"/>
                </a:tc>
                <a:tc>
                  <a:txBody>
                    <a:bodyPr/>
                    <a:lstStyle/>
                    <a:p>
                      <a:r>
                        <a:rPr lang="en-US" sz="1250"/>
                        <a:t>x1e.8xlarge</a:t>
                      </a:r>
                    </a:p>
                  </a:txBody>
                  <a:tcPr marL="32410" marR="32410" marT="16205" marB="16205" anchor="ctr"/>
                </a:tc>
                <a:extLst>
                  <a:ext uri="{0D108BD9-81ED-4DB2-BD59-A6C34878D82A}">
                    <a16:rowId xmlns:a16="http://schemas.microsoft.com/office/drawing/2014/main" val="1199982655"/>
                  </a:ext>
                </a:extLst>
              </a:tr>
              <a:tr h="195192">
                <a:tc>
                  <a:txBody>
                    <a:bodyPr/>
                    <a:lstStyle/>
                    <a:p>
                      <a:pPr algn="ctr"/>
                      <a:r>
                        <a:rPr lang="en-US" sz="1250" b="1"/>
                        <a:t>z</a:t>
                      </a:r>
                      <a:endParaRPr lang="en-US" sz="1250"/>
                    </a:p>
                  </a:txBody>
                  <a:tcPr marL="32410" marR="32410" marT="16205" marB="16205" anchor="ctr"/>
                </a:tc>
                <a:tc>
                  <a:txBody>
                    <a:bodyPr/>
                    <a:lstStyle/>
                    <a:p>
                      <a:r>
                        <a:rPr lang="en-US" sz="1250" b="1"/>
                        <a:t>High CPU / Memory Ratio</a:t>
                      </a:r>
                      <a:endParaRPr lang="en-US" sz="1250"/>
                    </a:p>
                  </a:txBody>
                  <a:tcPr marL="32410" marR="32410" marT="16205" marB="16205" anchor="ctr"/>
                </a:tc>
                <a:tc>
                  <a:txBody>
                    <a:bodyPr/>
                    <a:lstStyle/>
                    <a:p>
                      <a:r>
                        <a:rPr lang="en-US" sz="1250"/>
                        <a:t>High GHz performance — electronic design, gaming</a:t>
                      </a:r>
                    </a:p>
                  </a:txBody>
                  <a:tcPr marL="32410" marR="32410" marT="16205" marB="16205" anchor="ctr"/>
                </a:tc>
                <a:tc>
                  <a:txBody>
                    <a:bodyPr/>
                    <a:lstStyle/>
                    <a:p>
                      <a:r>
                        <a:rPr lang="en-US" sz="1250"/>
                        <a:t>z1d.large</a:t>
                      </a:r>
                    </a:p>
                  </a:txBody>
                  <a:tcPr marL="32410" marR="32410" marT="16205" marB="16205" anchor="ctr"/>
                </a:tc>
                <a:extLst>
                  <a:ext uri="{0D108BD9-81ED-4DB2-BD59-A6C34878D82A}">
                    <a16:rowId xmlns:a16="http://schemas.microsoft.com/office/drawing/2014/main" val="44189753"/>
                  </a:ext>
                </a:extLst>
              </a:tr>
              <a:tr h="278845">
                <a:tc>
                  <a:txBody>
                    <a:bodyPr/>
                    <a:lstStyle/>
                    <a:p>
                      <a:pPr algn="ctr"/>
                      <a:r>
                        <a:rPr lang="en-US" sz="1250" b="1"/>
                        <a:t>d</a:t>
                      </a:r>
                      <a:endParaRPr lang="en-US" sz="1250"/>
                    </a:p>
                  </a:txBody>
                  <a:tcPr marL="32410" marR="32410" marT="16205" marB="16205" anchor="ctr"/>
                </a:tc>
                <a:tc>
                  <a:txBody>
                    <a:bodyPr/>
                    <a:lstStyle/>
                    <a:p>
                      <a:r>
                        <a:rPr lang="en-US" sz="1250" b="1"/>
                        <a:t>Storage Optimized</a:t>
                      </a:r>
                      <a:endParaRPr lang="en-US" sz="1250"/>
                    </a:p>
                  </a:txBody>
                  <a:tcPr marL="32410" marR="32410" marT="16205" marB="16205" anchor="ctr"/>
                </a:tc>
                <a:tc>
                  <a:txBody>
                    <a:bodyPr/>
                    <a:lstStyle/>
                    <a:p>
                      <a:r>
                        <a:rPr lang="en-US" sz="1250"/>
                        <a:t>Local NVMe or HDD storage — great for big data and analytics</a:t>
                      </a:r>
                    </a:p>
                  </a:txBody>
                  <a:tcPr marL="32410" marR="32410" marT="16205" marB="16205" anchor="ctr"/>
                </a:tc>
                <a:tc>
                  <a:txBody>
                    <a:bodyPr/>
                    <a:lstStyle/>
                    <a:p>
                      <a:r>
                        <a:rPr lang="en-US" sz="1250"/>
                        <a:t>d3.4xlarge</a:t>
                      </a:r>
                    </a:p>
                  </a:txBody>
                  <a:tcPr marL="32410" marR="32410" marT="16205" marB="16205" anchor="ctr"/>
                </a:tc>
                <a:extLst>
                  <a:ext uri="{0D108BD9-81ED-4DB2-BD59-A6C34878D82A}">
                    <a16:rowId xmlns:a16="http://schemas.microsoft.com/office/drawing/2014/main" val="3550142359"/>
                  </a:ext>
                </a:extLst>
              </a:tr>
              <a:tr h="278845">
                <a:tc>
                  <a:txBody>
                    <a:bodyPr/>
                    <a:lstStyle/>
                    <a:p>
                      <a:pPr algn="ctr"/>
                      <a:r>
                        <a:rPr lang="en-US" sz="1250" b="1"/>
                        <a:t>i</a:t>
                      </a:r>
                      <a:endParaRPr lang="en-US" sz="1250"/>
                    </a:p>
                  </a:txBody>
                  <a:tcPr marL="32410" marR="32410" marT="16205" marB="16205" anchor="ctr"/>
                </a:tc>
                <a:tc>
                  <a:txBody>
                    <a:bodyPr/>
                    <a:lstStyle/>
                    <a:p>
                      <a:r>
                        <a:rPr lang="en-US" sz="1250" b="1"/>
                        <a:t>Storage Optimized (IOPS)</a:t>
                      </a:r>
                      <a:endParaRPr lang="en-US" sz="1250"/>
                    </a:p>
                  </a:txBody>
                  <a:tcPr marL="32410" marR="32410" marT="16205" marB="16205" anchor="ctr"/>
                </a:tc>
                <a:tc>
                  <a:txBody>
                    <a:bodyPr/>
                    <a:lstStyle/>
                    <a:p>
                      <a:r>
                        <a:rPr lang="en-US" sz="1250"/>
                        <a:t>High IOPS SSD — databases, low latency storage needs</a:t>
                      </a:r>
                    </a:p>
                  </a:txBody>
                  <a:tcPr marL="32410" marR="32410" marT="16205" marB="16205" anchor="ctr"/>
                </a:tc>
                <a:tc>
                  <a:txBody>
                    <a:bodyPr/>
                    <a:lstStyle/>
                    <a:p>
                      <a:r>
                        <a:rPr lang="en-US" sz="1250"/>
                        <a:t>i3en.large</a:t>
                      </a:r>
                    </a:p>
                  </a:txBody>
                  <a:tcPr marL="32410" marR="32410" marT="16205" marB="16205" anchor="ctr"/>
                </a:tc>
                <a:extLst>
                  <a:ext uri="{0D108BD9-81ED-4DB2-BD59-A6C34878D82A}">
                    <a16:rowId xmlns:a16="http://schemas.microsoft.com/office/drawing/2014/main" val="3028078160"/>
                  </a:ext>
                </a:extLst>
              </a:tr>
              <a:tr h="278845">
                <a:tc>
                  <a:txBody>
                    <a:bodyPr/>
                    <a:lstStyle/>
                    <a:p>
                      <a:pPr algn="ctr"/>
                      <a:r>
                        <a:rPr lang="en-US" sz="1250" b="1"/>
                        <a:t>h</a:t>
                      </a:r>
                      <a:endParaRPr lang="en-US" sz="1250"/>
                    </a:p>
                  </a:txBody>
                  <a:tcPr marL="32410" marR="32410" marT="16205" marB="16205" anchor="ctr"/>
                </a:tc>
                <a:tc>
                  <a:txBody>
                    <a:bodyPr/>
                    <a:lstStyle/>
                    <a:p>
                      <a:r>
                        <a:rPr lang="en-US" sz="1250" b="1"/>
                        <a:t>Storage Optimized (HDD)</a:t>
                      </a:r>
                      <a:endParaRPr lang="en-US" sz="1250"/>
                    </a:p>
                  </a:txBody>
                  <a:tcPr marL="32410" marR="32410" marT="16205" marB="16205" anchor="ctr"/>
                </a:tc>
                <a:tc>
                  <a:txBody>
                    <a:bodyPr/>
                    <a:lstStyle/>
                    <a:p>
                      <a:r>
                        <a:rPr lang="en-US" sz="1250"/>
                        <a:t>High-throughput HDD storage — for large sequential datasets</a:t>
                      </a:r>
                    </a:p>
                  </a:txBody>
                  <a:tcPr marL="32410" marR="32410" marT="16205" marB="16205" anchor="ctr"/>
                </a:tc>
                <a:tc>
                  <a:txBody>
                    <a:bodyPr/>
                    <a:lstStyle/>
                    <a:p>
                      <a:r>
                        <a:rPr lang="en-US" sz="1250"/>
                        <a:t>h1.8xlarge</a:t>
                      </a:r>
                    </a:p>
                  </a:txBody>
                  <a:tcPr marL="32410" marR="32410" marT="16205" marB="16205" anchor="ctr"/>
                </a:tc>
                <a:extLst>
                  <a:ext uri="{0D108BD9-81ED-4DB2-BD59-A6C34878D82A}">
                    <a16:rowId xmlns:a16="http://schemas.microsoft.com/office/drawing/2014/main" val="758588476"/>
                  </a:ext>
                </a:extLst>
              </a:tr>
              <a:tr h="278845">
                <a:tc>
                  <a:txBody>
                    <a:bodyPr/>
                    <a:lstStyle/>
                    <a:p>
                      <a:pPr algn="ctr"/>
                      <a:r>
                        <a:rPr lang="en-US" sz="1250" b="1"/>
                        <a:t>p</a:t>
                      </a:r>
                      <a:endParaRPr lang="en-US" sz="1250"/>
                    </a:p>
                  </a:txBody>
                  <a:tcPr marL="32410" marR="32410" marT="16205" marB="16205" anchor="ctr"/>
                </a:tc>
                <a:tc>
                  <a:txBody>
                    <a:bodyPr/>
                    <a:lstStyle/>
                    <a:p>
                      <a:r>
                        <a:rPr lang="en-US" sz="1250" b="1"/>
                        <a:t>Accelerated Computing (GPU)</a:t>
                      </a:r>
                      <a:endParaRPr lang="en-US" sz="1250"/>
                    </a:p>
                  </a:txBody>
                  <a:tcPr marL="32410" marR="32410" marT="16205" marB="16205" anchor="ctr"/>
                </a:tc>
                <a:tc>
                  <a:txBody>
                    <a:bodyPr/>
                    <a:lstStyle/>
                    <a:p>
                      <a:r>
                        <a:rPr lang="en-US" sz="1250"/>
                        <a:t>Powerful GPUs — ML training, HPC, graphics rendering</a:t>
                      </a:r>
                    </a:p>
                  </a:txBody>
                  <a:tcPr marL="32410" marR="32410" marT="16205" marB="16205" anchor="ctr"/>
                </a:tc>
                <a:tc>
                  <a:txBody>
                    <a:bodyPr/>
                    <a:lstStyle/>
                    <a:p>
                      <a:r>
                        <a:rPr lang="en-US" sz="1250"/>
                        <a:t>p4d.24xlarge</a:t>
                      </a:r>
                    </a:p>
                  </a:txBody>
                  <a:tcPr marL="32410" marR="32410" marT="16205" marB="16205" anchor="ctr"/>
                </a:tc>
                <a:extLst>
                  <a:ext uri="{0D108BD9-81ED-4DB2-BD59-A6C34878D82A}">
                    <a16:rowId xmlns:a16="http://schemas.microsoft.com/office/drawing/2014/main" val="1197114853"/>
                  </a:ext>
                </a:extLst>
              </a:tr>
              <a:tr h="278845">
                <a:tc>
                  <a:txBody>
                    <a:bodyPr/>
                    <a:lstStyle/>
                    <a:p>
                      <a:pPr algn="ctr"/>
                      <a:r>
                        <a:rPr lang="en-US" sz="1250" b="1"/>
                        <a:t>g</a:t>
                      </a:r>
                      <a:endParaRPr lang="en-US" sz="1250"/>
                    </a:p>
                  </a:txBody>
                  <a:tcPr marL="32410" marR="32410" marT="16205" marB="16205" anchor="ctr"/>
                </a:tc>
                <a:tc>
                  <a:txBody>
                    <a:bodyPr/>
                    <a:lstStyle/>
                    <a:p>
                      <a:r>
                        <a:rPr lang="en-US" sz="1250" b="1"/>
                        <a:t>GPU-based Inference</a:t>
                      </a:r>
                      <a:endParaRPr lang="en-US" sz="1250"/>
                    </a:p>
                  </a:txBody>
                  <a:tcPr marL="32410" marR="32410" marT="16205" marB="16205" anchor="ctr"/>
                </a:tc>
                <a:tc>
                  <a:txBody>
                    <a:bodyPr/>
                    <a:lstStyle/>
                    <a:p>
                      <a:r>
                        <a:rPr lang="en-US" sz="1250"/>
                        <a:t>GPU optimized for ML inference, gaming, graphics</a:t>
                      </a:r>
                    </a:p>
                  </a:txBody>
                  <a:tcPr marL="32410" marR="32410" marT="16205" marB="16205" anchor="ctr"/>
                </a:tc>
                <a:tc>
                  <a:txBody>
                    <a:bodyPr/>
                    <a:lstStyle/>
                    <a:p>
                      <a:r>
                        <a:rPr lang="en-US" sz="1250"/>
                        <a:t>g5.xlarge</a:t>
                      </a:r>
                    </a:p>
                  </a:txBody>
                  <a:tcPr marL="32410" marR="32410" marT="16205" marB="16205" anchor="ctr"/>
                </a:tc>
                <a:extLst>
                  <a:ext uri="{0D108BD9-81ED-4DB2-BD59-A6C34878D82A}">
                    <a16:rowId xmlns:a16="http://schemas.microsoft.com/office/drawing/2014/main" val="3177928289"/>
                  </a:ext>
                </a:extLst>
              </a:tr>
              <a:tr h="278845">
                <a:tc>
                  <a:txBody>
                    <a:bodyPr/>
                    <a:lstStyle/>
                    <a:p>
                      <a:pPr algn="ctr"/>
                      <a:r>
                        <a:rPr lang="en-US" sz="1250" b="1"/>
                        <a:t>f</a:t>
                      </a:r>
                      <a:endParaRPr lang="en-US" sz="1250"/>
                    </a:p>
                  </a:txBody>
                  <a:tcPr marL="32410" marR="32410" marT="16205" marB="16205" anchor="ctr"/>
                </a:tc>
                <a:tc>
                  <a:txBody>
                    <a:bodyPr/>
                    <a:lstStyle/>
                    <a:p>
                      <a:r>
                        <a:rPr lang="en-US" sz="1250" b="1"/>
                        <a:t>FPGA-based Computing</a:t>
                      </a:r>
                      <a:endParaRPr lang="en-US" sz="1250"/>
                    </a:p>
                  </a:txBody>
                  <a:tcPr marL="32410" marR="32410" marT="16205" marB="16205" anchor="ctr"/>
                </a:tc>
                <a:tc>
                  <a:txBody>
                    <a:bodyPr/>
                    <a:lstStyle/>
                    <a:p>
                      <a:r>
                        <a:rPr lang="en-US" sz="1250"/>
                        <a:t>Field Programmable Gate Arrays — custom hardware acceleration</a:t>
                      </a:r>
                    </a:p>
                  </a:txBody>
                  <a:tcPr marL="32410" marR="32410" marT="16205" marB="16205" anchor="ctr"/>
                </a:tc>
                <a:tc>
                  <a:txBody>
                    <a:bodyPr/>
                    <a:lstStyle/>
                    <a:p>
                      <a:r>
                        <a:rPr lang="en-US" sz="1250"/>
                        <a:t>f1.4xlarge</a:t>
                      </a:r>
                    </a:p>
                  </a:txBody>
                  <a:tcPr marL="32410" marR="32410" marT="16205" marB="16205" anchor="ctr"/>
                </a:tc>
                <a:extLst>
                  <a:ext uri="{0D108BD9-81ED-4DB2-BD59-A6C34878D82A}">
                    <a16:rowId xmlns:a16="http://schemas.microsoft.com/office/drawing/2014/main" val="3162196175"/>
                  </a:ext>
                </a:extLst>
              </a:tr>
              <a:tr h="278845">
                <a:tc>
                  <a:txBody>
                    <a:bodyPr/>
                    <a:lstStyle/>
                    <a:p>
                      <a:pPr algn="ctr"/>
                      <a:r>
                        <a:rPr lang="en-US" sz="1250" b="1"/>
                        <a:t>inf</a:t>
                      </a:r>
                      <a:endParaRPr lang="en-US" sz="1250"/>
                    </a:p>
                  </a:txBody>
                  <a:tcPr marL="32410" marR="32410" marT="16205" marB="16205" anchor="ctr"/>
                </a:tc>
                <a:tc>
                  <a:txBody>
                    <a:bodyPr/>
                    <a:lstStyle/>
                    <a:p>
                      <a:r>
                        <a:rPr lang="en-US" sz="1250" b="1"/>
                        <a:t>Inferentia-based</a:t>
                      </a:r>
                      <a:endParaRPr lang="en-US" sz="1250"/>
                    </a:p>
                  </a:txBody>
                  <a:tcPr marL="32410" marR="32410" marT="16205" marB="16205" anchor="ctr"/>
                </a:tc>
                <a:tc>
                  <a:txBody>
                    <a:bodyPr/>
                    <a:lstStyle/>
                    <a:p>
                      <a:r>
                        <a:rPr lang="en-US" sz="1250"/>
                        <a:t>AWS Inferentia chips — high-performance ML inference</a:t>
                      </a:r>
                    </a:p>
                  </a:txBody>
                  <a:tcPr marL="32410" marR="32410" marT="16205" marB="16205" anchor="ctr"/>
                </a:tc>
                <a:tc>
                  <a:txBody>
                    <a:bodyPr/>
                    <a:lstStyle/>
                    <a:p>
                      <a:r>
                        <a:rPr lang="en-US" sz="1250"/>
                        <a:t>inf1.xlarge</a:t>
                      </a:r>
                    </a:p>
                  </a:txBody>
                  <a:tcPr marL="32410" marR="32410" marT="16205" marB="16205" anchor="ctr"/>
                </a:tc>
                <a:extLst>
                  <a:ext uri="{0D108BD9-81ED-4DB2-BD59-A6C34878D82A}">
                    <a16:rowId xmlns:a16="http://schemas.microsoft.com/office/drawing/2014/main" val="3977093648"/>
                  </a:ext>
                </a:extLst>
              </a:tr>
              <a:tr h="278845">
                <a:tc>
                  <a:txBody>
                    <a:bodyPr/>
                    <a:lstStyle/>
                    <a:p>
                      <a:pPr algn="ctr"/>
                      <a:r>
                        <a:rPr lang="en-US" sz="1250" b="1"/>
                        <a:t>trn</a:t>
                      </a:r>
                      <a:endParaRPr lang="en-US" sz="1250"/>
                    </a:p>
                  </a:txBody>
                  <a:tcPr marL="32410" marR="32410" marT="16205" marB="16205" anchor="ctr"/>
                </a:tc>
                <a:tc>
                  <a:txBody>
                    <a:bodyPr/>
                    <a:lstStyle/>
                    <a:p>
                      <a:r>
                        <a:rPr lang="en-US" sz="1250" b="1"/>
                        <a:t>Trainium-based</a:t>
                      </a:r>
                      <a:endParaRPr lang="en-US" sz="1250"/>
                    </a:p>
                  </a:txBody>
                  <a:tcPr marL="32410" marR="32410" marT="16205" marB="16205" anchor="ctr"/>
                </a:tc>
                <a:tc>
                  <a:txBody>
                    <a:bodyPr/>
                    <a:lstStyle/>
                    <a:p>
                      <a:r>
                        <a:rPr lang="en-US" sz="1250"/>
                        <a:t>AWS Trainium chips — high-performance ML training</a:t>
                      </a:r>
                    </a:p>
                  </a:txBody>
                  <a:tcPr marL="32410" marR="32410" marT="16205" marB="16205" anchor="ctr"/>
                </a:tc>
                <a:tc>
                  <a:txBody>
                    <a:bodyPr/>
                    <a:lstStyle/>
                    <a:p>
                      <a:r>
                        <a:rPr lang="en-US" sz="1250"/>
                        <a:t>trn1.32xlarge</a:t>
                      </a:r>
                    </a:p>
                  </a:txBody>
                  <a:tcPr marL="32410" marR="32410" marT="16205" marB="16205" anchor="ctr"/>
                </a:tc>
                <a:extLst>
                  <a:ext uri="{0D108BD9-81ED-4DB2-BD59-A6C34878D82A}">
                    <a16:rowId xmlns:a16="http://schemas.microsoft.com/office/drawing/2014/main" val="4203037244"/>
                  </a:ext>
                </a:extLst>
              </a:tr>
              <a:tr h="195192">
                <a:tc>
                  <a:txBody>
                    <a:bodyPr/>
                    <a:lstStyle/>
                    <a:p>
                      <a:pPr algn="ctr"/>
                      <a:r>
                        <a:rPr lang="en-US" sz="1250" b="1" dirty="0"/>
                        <a:t>u</a:t>
                      </a:r>
                      <a:endParaRPr lang="en-US" sz="1250" dirty="0"/>
                    </a:p>
                  </a:txBody>
                  <a:tcPr marL="32410" marR="32410" marT="16205" marB="16205" anchor="ctr"/>
                </a:tc>
                <a:tc>
                  <a:txBody>
                    <a:bodyPr/>
                    <a:lstStyle/>
                    <a:p>
                      <a:r>
                        <a:rPr lang="en-US" sz="1250" b="1" dirty="0"/>
                        <a:t>Bare Metal / Specialized</a:t>
                      </a:r>
                      <a:endParaRPr lang="en-US" sz="1250" dirty="0"/>
                    </a:p>
                  </a:txBody>
                  <a:tcPr marL="32410" marR="32410" marT="16205" marB="16205" anchor="ctr"/>
                </a:tc>
                <a:tc>
                  <a:txBody>
                    <a:bodyPr/>
                    <a:lstStyle/>
                    <a:p>
                      <a:r>
                        <a:rPr lang="en-US" sz="1250"/>
                        <a:t>Ultra high memory bare metal instances</a:t>
                      </a:r>
                    </a:p>
                  </a:txBody>
                  <a:tcPr marL="32410" marR="32410" marT="16205" marB="16205" anchor="ctr"/>
                </a:tc>
                <a:tc>
                  <a:txBody>
                    <a:bodyPr/>
                    <a:lstStyle/>
                    <a:p>
                      <a:r>
                        <a:rPr lang="en-US" sz="1250" dirty="0"/>
                        <a:t>u-6tb1.metal</a:t>
                      </a:r>
                    </a:p>
                  </a:txBody>
                  <a:tcPr marL="32410" marR="32410" marT="16205" marB="16205" anchor="ctr"/>
                </a:tc>
                <a:extLst>
                  <a:ext uri="{0D108BD9-81ED-4DB2-BD59-A6C34878D82A}">
                    <a16:rowId xmlns:a16="http://schemas.microsoft.com/office/drawing/2014/main" val="2260108051"/>
                  </a:ext>
                </a:extLst>
              </a:tr>
            </a:tbl>
          </a:graphicData>
        </a:graphic>
      </p:graphicFrame>
      <p:sp>
        <p:nvSpPr>
          <p:cNvPr id="6" name="TextBox 5">
            <a:extLst>
              <a:ext uri="{FF2B5EF4-FFF2-40B4-BE49-F238E27FC236}">
                <a16:creationId xmlns:a16="http://schemas.microsoft.com/office/drawing/2014/main" id="{AAA7A14F-1D02-6A36-39F0-F41D17E1A7FB}"/>
              </a:ext>
            </a:extLst>
          </p:cNvPr>
          <p:cNvSpPr txBox="1"/>
          <p:nvPr/>
        </p:nvSpPr>
        <p:spPr>
          <a:xfrm>
            <a:off x="838200" y="5483747"/>
            <a:ext cx="8522043" cy="954107"/>
          </a:xfrm>
          <a:prstGeom prst="rect">
            <a:avLst/>
          </a:prstGeom>
          <a:noFill/>
        </p:spPr>
        <p:txBody>
          <a:bodyPr wrap="square">
            <a:spAutoFit/>
          </a:bodyPr>
          <a:lstStyle/>
          <a:p>
            <a:r>
              <a:rPr lang="en-US" sz="1400" b="1" dirty="0">
                <a:solidFill>
                  <a:srgbClr val="FF0000"/>
                </a:solidFill>
              </a:rPr>
              <a:t>Instance Type Naming Format: &lt;family&gt;&lt;generation&gt;.&lt;size&gt;</a:t>
            </a:r>
          </a:p>
          <a:p>
            <a:r>
              <a:rPr lang="en-US" sz="1400" b="1" dirty="0">
                <a:solidFill>
                  <a:srgbClr val="00B050"/>
                </a:solidFill>
              </a:rPr>
              <a:t>Example:</a:t>
            </a:r>
          </a:p>
          <a:p>
            <a:r>
              <a:rPr lang="en-US" sz="1400" b="1" dirty="0">
                <a:solidFill>
                  <a:srgbClr val="0070C0"/>
                </a:solidFill>
              </a:rPr>
              <a:t>m5.large → General purpose (m), 5th gen, large size</a:t>
            </a:r>
          </a:p>
          <a:p>
            <a:r>
              <a:rPr lang="en-US" sz="1400" b="1" dirty="0">
                <a:solidFill>
                  <a:srgbClr val="0070C0"/>
                </a:solidFill>
              </a:rPr>
              <a:t>c6g.xlarge → Compute optimized (c), 6th gen, ARM-based (g), </a:t>
            </a:r>
            <a:r>
              <a:rPr lang="en-US" sz="1400" b="1" dirty="0" err="1">
                <a:solidFill>
                  <a:srgbClr val="0070C0"/>
                </a:solidFill>
              </a:rPr>
              <a:t>xlarge</a:t>
            </a:r>
            <a:r>
              <a:rPr lang="en-US" sz="1400" b="1" dirty="0">
                <a:solidFill>
                  <a:srgbClr val="0070C0"/>
                </a:solidFill>
              </a:rPr>
              <a:t> size</a:t>
            </a:r>
          </a:p>
        </p:txBody>
      </p:sp>
    </p:spTree>
    <p:extLst>
      <p:ext uri="{BB962C8B-B14F-4D97-AF65-F5344CB8AC3E}">
        <p14:creationId xmlns:p14="http://schemas.microsoft.com/office/powerpoint/2010/main" val="4584024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88819-AA85-A0E1-4668-A112E95B0250}"/>
              </a:ext>
            </a:extLst>
          </p:cNvPr>
          <p:cNvSpPr>
            <a:spLocks noGrp="1"/>
          </p:cNvSpPr>
          <p:nvPr>
            <p:ph type="title"/>
          </p:nvPr>
        </p:nvSpPr>
        <p:spPr/>
        <p:txBody>
          <a:bodyPr>
            <a:normAutofit/>
          </a:bodyPr>
          <a:lstStyle/>
          <a:p>
            <a:r>
              <a:rPr lang="en-US" dirty="0"/>
              <a:t>AWS Lambda – Serverless Computing</a:t>
            </a:r>
          </a:p>
        </p:txBody>
      </p:sp>
      <p:sp>
        <p:nvSpPr>
          <p:cNvPr id="3" name="Content Placeholder 2">
            <a:extLst>
              <a:ext uri="{FF2B5EF4-FFF2-40B4-BE49-F238E27FC236}">
                <a16:creationId xmlns:a16="http://schemas.microsoft.com/office/drawing/2014/main" id="{35176D50-7DBE-74A7-C832-E8C7593B609A}"/>
              </a:ext>
            </a:extLst>
          </p:cNvPr>
          <p:cNvSpPr>
            <a:spLocks noGrp="1"/>
          </p:cNvSpPr>
          <p:nvPr>
            <p:ph idx="1"/>
          </p:nvPr>
        </p:nvSpPr>
        <p:spPr/>
        <p:txBody>
          <a:bodyPr>
            <a:normAutofit fontScale="85000" lnSpcReduction="20000"/>
          </a:bodyPr>
          <a:lstStyle/>
          <a:p>
            <a:pPr>
              <a:buNone/>
            </a:pPr>
            <a:r>
              <a:rPr lang="en-US" b="1" dirty="0">
                <a:solidFill>
                  <a:srgbClr val="00B050"/>
                </a:solidFill>
              </a:rPr>
              <a:t>Lambda</a:t>
            </a:r>
            <a:r>
              <a:rPr lang="en-US" dirty="0">
                <a:solidFill>
                  <a:srgbClr val="00B050"/>
                </a:solidFill>
              </a:rPr>
              <a:t> lets you run code </a:t>
            </a:r>
            <a:r>
              <a:rPr lang="en-US" i="1" dirty="0">
                <a:solidFill>
                  <a:srgbClr val="00B050"/>
                </a:solidFill>
              </a:rPr>
              <a:t>without provisioning or managing servers</a:t>
            </a:r>
            <a:r>
              <a:rPr lang="en-US" dirty="0">
                <a:solidFill>
                  <a:srgbClr val="00B050"/>
                </a:solidFill>
              </a:rPr>
              <a:t>.</a:t>
            </a:r>
          </a:p>
          <a:p>
            <a:pPr>
              <a:buNone/>
            </a:pPr>
            <a:r>
              <a:rPr lang="en-US" b="1" dirty="0"/>
              <a:t>Key Concepts:</a:t>
            </a:r>
            <a:endParaRPr lang="en-US" dirty="0"/>
          </a:p>
          <a:p>
            <a:pPr>
              <a:buFont typeface="Arial" panose="020B0604020202020204" pitchFamily="34" charset="0"/>
              <a:buChar char="•"/>
            </a:pPr>
            <a:r>
              <a:rPr lang="en-US" dirty="0"/>
              <a:t>Upload your function code</a:t>
            </a:r>
          </a:p>
          <a:p>
            <a:pPr>
              <a:buFont typeface="Arial" panose="020B0604020202020204" pitchFamily="34" charset="0"/>
              <a:buChar char="•"/>
            </a:pPr>
            <a:r>
              <a:rPr lang="en-US" dirty="0"/>
              <a:t>Define event triggers (e.g., file uploaded to S3, API call)</a:t>
            </a:r>
          </a:p>
          <a:p>
            <a:pPr>
              <a:buFont typeface="Arial" panose="020B0604020202020204" pitchFamily="34" charset="0"/>
              <a:buChar char="•"/>
            </a:pPr>
            <a:r>
              <a:rPr lang="en-US" dirty="0"/>
              <a:t>Code runs automatically and scales based on demand</a:t>
            </a:r>
          </a:p>
          <a:p>
            <a:pPr>
              <a:buNone/>
            </a:pPr>
            <a:r>
              <a:rPr lang="en-US" b="1" dirty="0"/>
              <a:t>Benefits:</a:t>
            </a:r>
            <a:endParaRPr lang="en-US" dirty="0"/>
          </a:p>
          <a:p>
            <a:pPr>
              <a:buFont typeface="Arial" panose="020B0604020202020204" pitchFamily="34" charset="0"/>
              <a:buChar char="•"/>
            </a:pPr>
            <a:r>
              <a:rPr lang="en-US" dirty="0"/>
              <a:t>Pay only when code runs</a:t>
            </a:r>
          </a:p>
          <a:p>
            <a:pPr>
              <a:buFont typeface="Arial" panose="020B0604020202020204" pitchFamily="34" charset="0"/>
              <a:buChar char="•"/>
            </a:pPr>
            <a:r>
              <a:rPr lang="en-US" dirty="0"/>
              <a:t>Built-in fault tolerance</a:t>
            </a:r>
          </a:p>
          <a:p>
            <a:pPr>
              <a:buFont typeface="Arial" panose="020B0604020202020204" pitchFamily="34" charset="0"/>
              <a:buChar char="•"/>
            </a:pPr>
            <a:r>
              <a:rPr lang="en-US" dirty="0"/>
              <a:t>Supports multiple programming languages (Python, Node.js, Java, etc.)</a:t>
            </a:r>
          </a:p>
          <a:p>
            <a:pPr marL="0" indent="0">
              <a:buNone/>
            </a:pPr>
            <a:r>
              <a:rPr lang="en-US" b="1" dirty="0"/>
              <a:t>Common Lambda Use Cases</a:t>
            </a:r>
          </a:p>
          <a:p>
            <a:pPr>
              <a:buFont typeface="Arial" panose="020B0604020202020204" pitchFamily="34" charset="0"/>
              <a:buChar char="•"/>
            </a:pPr>
            <a:r>
              <a:rPr lang="en-US" dirty="0"/>
              <a:t>Real-time file processing (e.g., generate image thumbnails)</a:t>
            </a:r>
          </a:p>
          <a:p>
            <a:pPr>
              <a:buFont typeface="Arial" panose="020B0604020202020204" pitchFamily="34" charset="0"/>
              <a:buChar char="•"/>
            </a:pPr>
            <a:r>
              <a:rPr lang="en-US" dirty="0"/>
              <a:t>Scheduled tasks (e.g., backup at midnight)</a:t>
            </a:r>
          </a:p>
          <a:p>
            <a:pPr>
              <a:buFont typeface="Arial" panose="020B0604020202020204" pitchFamily="34" charset="0"/>
              <a:buChar char="•"/>
            </a:pPr>
            <a:r>
              <a:rPr lang="en-US" dirty="0"/>
              <a:t>Backend services for APIs</a:t>
            </a:r>
          </a:p>
          <a:p>
            <a:pPr>
              <a:buFont typeface="Arial" panose="020B0604020202020204" pitchFamily="34" charset="0"/>
              <a:buChar char="•"/>
            </a:pPr>
            <a:r>
              <a:rPr lang="en-US" dirty="0"/>
              <a:t>Real-time stream processing (e.g., Kinesis, DynamoDB Streams)</a:t>
            </a:r>
          </a:p>
          <a:p>
            <a:pPr>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5356073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0032A-4424-2262-32DC-BBD7EA4D16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C8285-9F8F-EFD2-7FFF-889410D44C75}"/>
              </a:ext>
            </a:extLst>
          </p:cNvPr>
          <p:cNvSpPr>
            <a:spLocks noGrp="1"/>
          </p:cNvSpPr>
          <p:nvPr>
            <p:ph type="title"/>
          </p:nvPr>
        </p:nvSpPr>
        <p:spPr/>
        <p:txBody>
          <a:bodyPr>
            <a:normAutofit/>
          </a:bodyPr>
          <a:lstStyle/>
          <a:p>
            <a:r>
              <a:rPr lang="en-US" dirty="0"/>
              <a:t>Container Services Overview</a:t>
            </a:r>
          </a:p>
        </p:txBody>
      </p:sp>
      <p:sp>
        <p:nvSpPr>
          <p:cNvPr id="3" name="Content Placeholder 2">
            <a:extLst>
              <a:ext uri="{FF2B5EF4-FFF2-40B4-BE49-F238E27FC236}">
                <a16:creationId xmlns:a16="http://schemas.microsoft.com/office/drawing/2014/main" id="{057A3ED1-0A19-9CDA-46C3-D3BBC2B481C3}"/>
              </a:ext>
            </a:extLst>
          </p:cNvPr>
          <p:cNvSpPr>
            <a:spLocks noGrp="1"/>
          </p:cNvSpPr>
          <p:nvPr>
            <p:ph idx="1"/>
          </p:nvPr>
        </p:nvSpPr>
        <p:spPr/>
        <p:txBody>
          <a:bodyPr/>
          <a:lstStyle/>
          <a:p>
            <a:pPr marL="0" indent="0">
              <a:buNone/>
              <a:tabLst>
                <a:tab pos="61913" algn="l"/>
              </a:tabLst>
            </a:pPr>
            <a:r>
              <a:rPr lang="en-US" b="1" dirty="0">
                <a:solidFill>
                  <a:srgbClr val="00B050"/>
                </a:solidFill>
              </a:rPr>
              <a:t>Containers</a:t>
            </a:r>
            <a:r>
              <a:rPr lang="en-US" dirty="0">
                <a:solidFill>
                  <a:srgbClr val="00B050"/>
                </a:solidFill>
              </a:rPr>
              <a:t> are lightweight, portable packages of software that include everything needed to run an application.</a:t>
            </a:r>
          </a:p>
          <a:p>
            <a:pPr>
              <a:buNone/>
            </a:pPr>
            <a:r>
              <a:rPr lang="en-US" b="1" dirty="0"/>
              <a:t>Benefits over Virtual Machines:</a:t>
            </a:r>
            <a:endParaRPr lang="en-US" dirty="0"/>
          </a:p>
          <a:p>
            <a:pPr>
              <a:buFont typeface="Arial" panose="020B0604020202020204" pitchFamily="34" charset="0"/>
              <a:buChar char="•"/>
            </a:pPr>
            <a:r>
              <a:rPr lang="en-US" dirty="0"/>
              <a:t>Faster to start/stop</a:t>
            </a:r>
          </a:p>
          <a:p>
            <a:pPr>
              <a:buFont typeface="Arial" panose="020B0604020202020204" pitchFamily="34" charset="0"/>
              <a:buChar char="•"/>
            </a:pPr>
            <a:r>
              <a:rPr lang="en-US" dirty="0"/>
              <a:t>Consistent environments (code runs the same on any machine)</a:t>
            </a:r>
          </a:p>
          <a:p>
            <a:pPr>
              <a:buFont typeface="Arial" panose="020B0604020202020204" pitchFamily="34" charset="0"/>
              <a:buChar char="•"/>
            </a:pPr>
            <a:r>
              <a:rPr lang="en-US" dirty="0"/>
              <a:t>Lower overhead</a:t>
            </a:r>
          </a:p>
          <a:p>
            <a:pPr>
              <a:buNone/>
            </a:pPr>
            <a:r>
              <a:rPr lang="en-US" dirty="0"/>
              <a:t>AWS container services:</a:t>
            </a:r>
          </a:p>
          <a:p>
            <a:pPr marL="457200" indent="-457200">
              <a:buFont typeface="+mj-lt"/>
              <a:buAutoNum type="arabicPeriod"/>
            </a:pPr>
            <a:r>
              <a:rPr lang="en-US" b="1" dirty="0"/>
              <a:t>Amazon ECS:</a:t>
            </a:r>
            <a:r>
              <a:rPr lang="en-US" dirty="0"/>
              <a:t> AWS-native container orchestration</a:t>
            </a:r>
          </a:p>
          <a:p>
            <a:pPr marL="457200" indent="-457200">
              <a:buFont typeface="+mj-lt"/>
              <a:buAutoNum type="arabicPeriod"/>
            </a:pPr>
            <a:r>
              <a:rPr lang="en-US" b="1" dirty="0"/>
              <a:t>Amazon EKS:</a:t>
            </a:r>
            <a:r>
              <a:rPr lang="en-US" dirty="0"/>
              <a:t> Managed Kubernetes</a:t>
            </a:r>
          </a:p>
          <a:p>
            <a:pPr marL="457200" indent="-457200">
              <a:buFont typeface="+mj-lt"/>
              <a:buAutoNum type="arabicPeriod"/>
            </a:pPr>
            <a:r>
              <a:rPr lang="en-US" b="1" dirty="0"/>
              <a:t>AWS </a:t>
            </a:r>
            <a:r>
              <a:rPr lang="en-US" b="1" dirty="0" err="1"/>
              <a:t>Fargate</a:t>
            </a:r>
            <a:r>
              <a:rPr lang="en-US" b="1" dirty="0"/>
              <a:t>:</a:t>
            </a:r>
            <a:r>
              <a:rPr lang="en-US" dirty="0"/>
              <a:t> Serverless containers</a:t>
            </a:r>
          </a:p>
          <a:p>
            <a:endParaRPr lang="en-US" dirty="0"/>
          </a:p>
        </p:txBody>
      </p:sp>
    </p:spTree>
    <p:extLst>
      <p:ext uri="{BB962C8B-B14F-4D97-AF65-F5344CB8AC3E}">
        <p14:creationId xmlns:p14="http://schemas.microsoft.com/office/powerpoint/2010/main" val="17260727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F421C-CCFA-150C-F8ED-A9C80DBA80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D7219A-565B-0364-D1A6-A395C00C8AC1}"/>
              </a:ext>
            </a:extLst>
          </p:cNvPr>
          <p:cNvSpPr>
            <a:spLocks noGrp="1"/>
          </p:cNvSpPr>
          <p:nvPr>
            <p:ph type="title"/>
          </p:nvPr>
        </p:nvSpPr>
        <p:spPr/>
        <p:txBody>
          <a:bodyPr>
            <a:normAutofit/>
          </a:bodyPr>
          <a:lstStyle/>
          <a:p>
            <a:r>
              <a:rPr lang="en-US" dirty="0"/>
              <a:t>AWS </a:t>
            </a:r>
            <a:r>
              <a:rPr lang="en-US" dirty="0" err="1"/>
              <a:t>Fargate</a:t>
            </a:r>
            <a:r>
              <a:rPr lang="en-US" dirty="0"/>
              <a:t> – Serverless Containers</a:t>
            </a:r>
          </a:p>
        </p:txBody>
      </p:sp>
      <p:sp>
        <p:nvSpPr>
          <p:cNvPr id="3" name="Content Placeholder 2">
            <a:extLst>
              <a:ext uri="{FF2B5EF4-FFF2-40B4-BE49-F238E27FC236}">
                <a16:creationId xmlns:a16="http://schemas.microsoft.com/office/drawing/2014/main" id="{B1CA823B-EFCF-52EE-7B6D-C87B19D4D1AD}"/>
              </a:ext>
            </a:extLst>
          </p:cNvPr>
          <p:cNvSpPr>
            <a:spLocks noGrp="1"/>
          </p:cNvSpPr>
          <p:nvPr>
            <p:ph idx="1"/>
          </p:nvPr>
        </p:nvSpPr>
        <p:spPr/>
        <p:txBody>
          <a:bodyPr/>
          <a:lstStyle/>
          <a:p>
            <a:pPr marL="0" indent="0">
              <a:buNone/>
            </a:pPr>
            <a:r>
              <a:rPr lang="en-US" dirty="0">
                <a:solidFill>
                  <a:srgbClr val="00B050"/>
                </a:solidFill>
              </a:rPr>
              <a:t>AWS </a:t>
            </a:r>
            <a:r>
              <a:rPr lang="en-US" dirty="0" err="1">
                <a:solidFill>
                  <a:srgbClr val="00B050"/>
                </a:solidFill>
              </a:rPr>
              <a:t>Fargate</a:t>
            </a:r>
            <a:r>
              <a:rPr lang="en-US" dirty="0">
                <a:solidFill>
                  <a:srgbClr val="00B050"/>
                </a:solidFill>
              </a:rPr>
              <a:t> is a fully managed </a:t>
            </a:r>
            <a:r>
              <a:rPr lang="en-US" b="1" dirty="0">
                <a:solidFill>
                  <a:srgbClr val="00B050"/>
                </a:solidFill>
              </a:rPr>
              <a:t>serverless compute engine</a:t>
            </a:r>
            <a:r>
              <a:rPr lang="en-US" dirty="0">
                <a:solidFill>
                  <a:srgbClr val="00B050"/>
                </a:solidFill>
              </a:rPr>
              <a:t> for containers offered by </a:t>
            </a:r>
            <a:r>
              <a:rPr lang="en-US" b="1" dirty="0">
                <a:solidFill>
                  <a:srgbClr val="00B050"/>
                </a:solidFill>
              </a:rPr>
              <a:t>Amazon Web Services (AWS)</a:t>
            </a:r>
            <a:r>
              <a:rPr lang="en-US" dirty="0">
                <a:solidFill>
                  <a:srgbClr val="00B050"/>
                </a:solidFill>
              </a:rPr>
              <a:t>. </a:t>
            </a:r>
          </a:p>
          <a:p>
            <a:pPr marL="0" indent="0">
              <a:buNone/>
            </a:pPr>
            <a:r>
              <a:rPr lang="en-US" dirty="0"/>
              <a:t>It lets you run containers without having to manage the underlying servers or clusters.</a:t>
            </a:r>
          </a:p>
          <a:p>
            <a:pPr>
              <a:buNone/>
            </a:pPr>
            <a:r>
              <a:rPr lang="en-US" dirty="0"/>
              <a:t>With </a:t>
            </a:r>
            <a:r>
              <a:rPr lang="en-US" b="1" dirty="0" err="1"/>
              <a:t>Fargate</a:t>
            </a:r>
            <a:r>
              <a:rPr lang="en-US" dirty="0"/>
              <a:t>, you:</a:t>
            </a:r>
          </a:p>
          <a:p>
            <a:pPr>
              <a:buFont typeface="Arial" panose="020B0604020202020204" pitchFamily="34" charset="0"/>
              <a:buChar char="•"/>
            </a:pPr>
            <a:r>
              <a:rPr lang="en-US" dirty="0"/>
              <a:t>Do not manage EC2 instances</a:t>
            </a:r>
          </a:p>
          <a:p>
            <a:pPr>
              <a:buFont typeface="Arial" panose="020B0604020202020204" pitchFamily="34" charset="0"/>
              <a:buChar char="•"/>
            </a:pPr>
            <a:r>
              <a:rPr lang="en-US" dirty="0"/>
              <a:t>Only define and run containers</a:t>
            </a:r>
          </a:p>
          <a:p>
            <a:pPr>
              <a:buFont typeface="Arial" panose="020B0604020202020204" pitchFamily="34" charset="0"/>
              <a:buChar char="•"/>
            </a:pPr>
            <a:r>
              <a:rPr lang="en-US" dirty="0"/>
              <a:t>Pay per vCPU and memory used</a:t>
            </a:r>
          </a:p>
          <a:p>
            <a:r>
              <a:rPr lang="en-US" b="1" dirty="0"/>
              <a:t>Ideal for:</a:t>
            </a:r>
            <a:r>
              <a:rPr lang="en-US" dirty="0"/>
              <a:t> Developers who want to focus only on the application, not the infrastructure.</a:t>
            </a:r>
          </a:p>
          <a:p>
            <a:endParaRPr lang="en-US" dirty="0"/>
          </a:p>
        </p:txBody>
      </p:sp>
    </p:spTree>
    <p:extLst>
      <p:ext uri="{BB962C8B-B14F-4D97-AF65-F5344CB8AC3E}">
        <p14:creationId xmlns:p14="http://schemas.microsoft.com/office/powerpoint/2010/main" val="236742111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5F4DB-A565-5AEE-951D-0B6795AB9D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7838D7-20A2-18DE-4C40-55154AB01259}"/>
              </a:ext>
            </a:extLst>
          </p:cNvPr>
          <p:cNvSpPr>
            <a:spLocks noGrp="1"/>
          </p:cNvSpPr>
          <p:nvPr>
            <p:ph type="title"/>
          </p:nvPr>
        </p:nvSpPr>
        <p:spPr/>
        <p:txBody>
          <a:bodyPr>
            <a:normAutofit/>
          </a:bodyPr>
          <a:lstStyle/>
          <a:p>
            <a:r>
              <a:rPr lang="en-US" dirty="0"/>
              <a:t>AWS Elastic Beanstalk – Platform-as-a-Service (PaaS)</a:t>
            </a:r>
          </a:p>
        </p:txBody>
      </p:sp>
      <p:sp>
        <p:nvSpPr>
          <p:cNvPr id="3" name="Content Placeholder 2">
            <a:extLst>
              <a:ext uri="{FF2B5EF4-FFF2-40B4-BE49-F238E27FC236}">
                <a16:creationId xmlns:a16="http://schemas.microsoft.com/office/drawing/2014/main" id="{3506EBC8-A8EF-0FFA-8A82-7C36F13B9B3A}"/>
              </a:ext>
            </a:extLst>
          </p:cNvPr>
          <p:cNvSpPr>
            <a:spLocks noGrp="1"/>
          </p:cNvSpPr>
          <p:nvPr>
            <p:ph idx="1"/>
          </p:nvPr>
        </p:nvSpPr>
        <p:spPr/>
        <p:txBody>
          <a:bodyPr/>
          <a:lstStyle/>
          <a:p>
            <a:pPr marL="0" indent="0">
              <a:buNone/>
            </a:pPr>
            <a:r>
              <a:rPr lang="en-US" b="1" dirty="0">
                <a:solidFill>
                  <a:srgbClr val="00B050"/>
                </a:solidFill>
              </a:rPr>
              <a:t>Elastic Beanstalk</a:t>
            </a:r>
            <a:r>
              <a:rPr lang="en-US" dirty="0">
                <a:solidFill>
                  <a:srgbClr val="00B050"/>
                </a:solidFill>
              </a:rPr>
              <a:t> allows you to deploy applications without managing the underlying infrastructure.</a:t>
            </a:r>
          </a:p>
          <a:p>
            <a:pPr>
              <a:buNone/>
            </a:pPr>
            <a:r>
              <a:rPr lang="en-US" b="1" dirty="0"/>
              <a:t>Supported languages/platforms:</a:t>
            </a:r>
            <a:endParaRPr lang="en-US" dirty="0"/>
          </a:p>
          <a:p>
            <a:pPr>
              <a:buFont typeface="Arial" panose="020B0604020202020204" pitchFamily="34" charset="0"/>
              <a:buChar char="•"/>
            </a:pPr>
            <a:r>
              <a:rPr lang="en-US" dirty="0"/>
              <a:t>Java, Python, .NET, Node.js, PHP, Ruby, Go, Docker</a:t>
            </a:r>
          </a:p>
          <a:p>
            <a:pPr>
              <a:buNone/>
            </a:pPr>
            <a:r>
              <a:rPr lang="en-US" b="1" dirty="0"/>
              <a:t>What it does:</a:t>
            </a:r>
            <a:endParaRPr lang="en-US" dirty="0"/>
          </a:p>
          <a:p>
            <a:pPr>
              <a:buFont typeface="Arial" panose="020B0604020202020204" pitchFamily="34" charset="0"/>
              <a:buChar char="•"/>
            </a:pPr>
            <a:r>
              <a:rPr lang="en-US" dirty="0"/>
              <a:t>Handles provisioning (EC2), load balancing, scaling, monitoring</a:t>
            </a:r>
          </a:p>
          <a:p>
            <a:pPr>
              <a:buFont typeface="Arial" panose="020B0604020202020204" pitchFamily="34" charset="0"/>
              <a:buChar char="•"/>
            </a:pPr>
            <a:r>
              <a:rPr lang="en-US" dirty="0"/>
              <a:t>You simply upload your code</a:t>
            </a:r>
          </a:p>
          <a:p>
            <a:r>
              <a:rPr lang="en-US" b="1" dirty="0"/>
              <a:t>Use Case:</a:t>
            </a:r>
            <a:r>
              <a:rPr lang="en-US" dirty="0"/>
              <a:t> Web developers who want speed and ease.</a:t>
            </a:r>
          </a:p>
          <a:p>
            <a:endParaRPr lang="en-US" dirty="0"/>
          </a:p>
        </p:txBody>
      </p:sp>
    </p:spTree>
    <p:extLst>
      <p:ext uri="{BB962C8B-B14F-4D97-AF65-F5344CB8AC3E}">
        <p14:creationId xmlns:p14="http://schemas.microsoft.com/office/powerpoint/2010/main" val="28732196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F18F1-CCC7-CDB4-D0E7-E00182D6C9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B56891-AA74-F48F-1FC4-667A2169FCEE}"/>
              </a:ext>
            </a:extLst>
          </p:cNvPr>
          <p:cNvSpPr>
            <a:spLocks noGrp="1"/>
          </p:cNvSpPr>
          <p:nvPr>
            <p:ph type="title"/>
          </p:nvPr>
        </p:nvSpPr>
        <p:spPr/>
        <p:txBody>
          <a:bodyPr/>
          <a:lstStyle/>
          <a:p>
            <a:r>
              <a:rPr lang="en-US" dirty="0"/>
              <a:t>Choosing the Right Compute Service</a:t>
            </a:r>
          </a:p>
        </p:txBody>
      </p:sp>
      <p:graphicFrame>
        <p:nvGraphicFramePr>
          <p:cNvPr id="4" name="Content Placeholder 3">
            <a:extLst>
              <a:ext uri="{FF2B5EF4-FFF2-40B4-BE49-F238E27FC236}">
                <a16:creationId xmlns:a16="http://schemas.microsoft.com/office/drawing/2014/main" id="{09D2270A-56BB-6025-22B0-054C374A88CB}"/>
              </a:ext>
            </a:extLst>
          </p:cNvPr>
          <p:cNvGraphicFramePr>
            <a:graphicFrameLocks noGrp="1"/>
          </p:cNvGraphicFramePr>
          <p:nvPr>
            <p:ph idx="1"/>
            <p:extLst>
              <p:ext uri="{D42A27DB-BD31-4B8C-83A1-F6EECF244321}">
                <p14:modId xmlns:p14="http://schemas.microsoft.com/office/powerpoint/2010/main" val="3362313320"/>
              </p:ext>
            </p:extLst>
          </p:nvPr>
        </p:nvGraphicFramePr>
        <p:xfrm>
          <a:off x="838200" y="1736940"/>
          <a:ext cx="10515600" cy="1828800"/>
        </p:xfrm>
        <a:graphic>
          <a:graphicData uri="http://schemas.openxmlformats.org/drawingml/2006/table">
            <a:tbl>
              <a:tblPr>
                <a:tableStyleId>{5940675A-B579-460E-94D1-54222C63F5DA}</a:tableStyleId>
              </a:tblPr>
              <a:tblGrid>
                <a:gridCol w="5257800">
                  <a:extLst>
                    <a:ext uri="{9D8B030D-6E8A-4147-A177-3AD203B41FA5}">
                      <a16:colId xmlns:a16="http://schemas.microsoft.com/office/drawing/2014/main" val="845952524"/>
                    </a:ext>
                  </a:extLst>
                </a:gridCol>
                <a:gridCol w="5257800">
                  <a:extLst>
                    <a:ext uri="{9D8B030D-6E8A-4147-A177-3AD203B41FA5}">
                      <a16:colId xmlns:a16="http://schemas.microsoft.com/office/drawing/2014/main" val="3616047850"/>
                    </a:ext>
                  </a:extLst>
                </a:gridCol>
              </a:tblGrid>
              <a:tr h="0">
                <a:tc>
                  <a:txBody>
                    <a:bodyPr/>
                    <a:lstStyle/>
                    <a:p>
                      <a:pPr algn="ctr"/>
                      <a:r>
                        <a:rPr lang="en-US" b="1"/>
                        <a:t>Scenario</a:t>
                      </a:r>
                    </a:p>
                  </a:txBody>
                  <a:tcPr anchor="ctr">
                    <a:solidFill>
                      <a:schemeClr val="bg1">
                        <a:lumMod val="85000"/>
                      </a:schemeClr>
                    </a:solidFill>
                  </a:tcPr>
                </a:tc>
                <a:tc>
                  <a:txBody>
                    <a:bodyPr/>
                    <a:lstStyle/>
                    <a:p>
                      <a:pPr algn="ctr"/>
                      <a:r>
                        <a:rPr lang="en-US" b="1" dirty="0"/>
                        <a:t>Recommended Service</a:t>
                      </a:r>
                    </a:p>
                  </a:txBody>
                  <a:tcPr anchor="ctr">
                    <a:solidFill>
                      <a:schemeClr val="bg1">
                        <a:lumMod val="85000"/>
                      </a:schemeClr>
                    </a:solidFill>
                  </a:tcPr>
                </a:tc>
                <a:extLst>
                  <a:ext uri="{0D108BD9-81ED-4DB2-BD59-A6C34878D82A}">
                    <a16:rowId xmlns:a16="http://schemas.microsoft.com/office/drawing/2014/main" val="1775167292"/>
                  </a:ext>
                </a:extLst>
              </a:tr>
              <a:tr h="0">
                <a:tc>
                  <a:txBody>
                    <a:bodyPr/>
                    <a:lstStyle/>
                    <a:p>
                      <a:r>
                        <a:rPr lang="en-US"/>
                        <a:t>Full control of server environment</a:t>
                      </a:r>
                    </a:p>
                  </a:txBody>
                  <a:tcPr anchor="ctr"/>
                </a:tc>
                <a:tc>
                  <a:txBody>
                    <a:bodyPr/>
                    <a:lstStyle/>
                    <a:p>
                      <a:r>
                        <a:rPr lang="en-US"/>
                        <a:t>EC2</a:t>
                      </a:r>
                    </a:p>
                  </a:txBody>
                  <a:tcPr anchor="ctr"/>
                </a:tc>
                <a:extLst>
                  <a:ext uri="{0D108BD9-81ED-4DB2-BD59-A6C34878D82A}">
                    <a16:rowId xmlns:a16="http://schemas.microsoft.com/office/drawing/2014/main" val="1576351958"/>
                  </a:ext>
                </a:extLst>
              </a:tr>
              <a:tr h="0">
                <a:tc>
                  <a:txBody>
                    <a:bodyPr/>
                    <a:lstStyle/>
                    <a:p>
                      <a:r>
                        <a:rPr lang="en-US"/>
                        <a:t>Event-driven, serverless execution</a:t>
                      </a:r>
                    </a:p>
                  </a:txBody>
                  <a:tcPr anchor="ctr"/>
                </a:tc>
                <a:tc>
                  <a:txBody>
                    <a:bodyPr/>
                    <a:lstStyle/>
                    <a:p>
                      <a:r>
                        <a:rPr lang="en-US"/>
                        <a:t>Lambda</a:t>
                      </a:r>
                    </a:p>
                  </a:txBody>
                  <a:tcPr anchor="ctr"/>
                </a:tc>
                <a:extLst>
                  <a:ext uri="{0D108BD9-81ED-4DB2-BD59-A6C34878D82A}">
                    <a16:rowId xmlns:a16="http://schemas.microsoft.com/office/drawing/2014/main" val="2996343622"/>
                  </a:ext>
                </a:extLst>
              </a:tr>
              <a:tr h="0">
                <a:tc>
                  <a:txBody>
                    <a:bodyPr/>
                    <a:lstStyle/>
                    <a:p>
                      <a:r>
                        <a:rPr lang="en-US"/>
                        <a:t>Microservices with Docker/Kubernetes</a:t>
                      </a:r>
                    </a:p>
                  </a:txBody>
                  <a:tcPr anchor="ctr"/>
                </a:tc>
                <a:tc>
                  <a:txBody>
                    <a:bodyPr/>
                    <a:lstStyle/>
                    <a:p>
                      <a:r>
                        <a:rPr lang="en-US"/>
                        <a:t>ECS / EKS</a:t>
                      </a:r>
                    </a:p>
                  </a:txBody>
                  <a:tcPr anchor="ctr"/>
                </a:tc>
                <a:extLst>
                  <a:ext uri="{0D108BD9-81ED-4DB2-BD59-A6C34878D82A}">
                    <a16:rowId xmlns:a16="http://schemas.microsoft.com/office/drawing/2014/main" val="2843689802"/>
                  </a:ext>
                </a:extLst>
              </a:tr>
              <a:tr h="0">
                <a:tc>
                  <a:txBody>
                    <a:bodyPr/>
                    <a:lstStyle/>
                    <a:p>
                      <a:r>
                        <a:rPr lang="en-US"/>
                        <a:t>Managed deployment of web apps</a:t>
                      </a:r>
                    </a:p>
                  </a:txBody>
                  <a:tcPr anchor="ctr"/>
                </a:tc>
                <a:tc>
                  <a:txBody>
                    <a:bodyPr/>
                    <a:lstStyle/>
                    <a:p>
                      <a:r>
                        <a:rPr lang="en-US" dirty="0"/>
                        <a:t>Elastic Beanstalk</a:t>
                      </a:r>
                    </a:p>
                  </a:txBody>
                  <a:tcPr anchor="ctr"/>
                </a:tc>
                <a:extLst>
                  <a:ext uri="{0D108BD9-81ED-4DB2-BD59-A6C34878D82A}">
                    <a16:rowId xmlns:a16="http://schemas.microsoft.com/office/drawing/2014/main" val="2408190899"/>
                  </a:ext>
                </a:extLst>
              </a:tr>
            </a:tbl>
          </a:graphicData>
        </a:graphic>
      </p:graphicFrame>
    </p:spTree>
    <p:extLst>
      <p:ext uri="{BB962C8B-B14F-4D97-AF65-F5344CB8AC3E}">
        <p14:creationId xmlns:p14="http://schemas.microsoft.com/office/powerpoint/2010/main" val="32518166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CC20D07-049B-3CA8-2024-7EFEE66520CC}"/>
              </a:ext>
            </a:extLst>
          </p:cNvPr>
          <p:cNvSpPr>
            <a:spLocks noGrp="1"/>
          </p:cNvSpPr>
          <p:nvPr>
            <p:ph type="title"/>
          </p:nvPr>
        </p:nvSpPr>
        <p:spPr/>
        <p:txBody>
          <a:bodyPr/>
          <a:lstStyle/>
          <a:p>
            <a:r>
              <a:rPr lang="en-US" dirty="0"/>
              <a:t>AWS Storage Services</a:t>
            </a:r>
          </a:p>
        </p:txBody>
      </p:sp>
      <p:sp>
        <p:nvSpPr>
          <p:cNvPr id="5" name="Text Placeholder 4">
            <a:extLst>
              <a:ext uri="{FF2B5EF4-FFF2-40B4-BE49-F238E27FC236}">
                <a16:creationId xmlns:a16="http://schemas.microsoft.com/office/drawing/2014/main" id="{E28F8395-4487-BB5E-260B-942B3E07EE4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715253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FC89D-6053-BA0E-036B-C19FAAD8E5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1309BF-3268-C9E5-17FA-93C35BF763A0}"/>
              </a:ext>
            </a:extLst>
          </p:cNvPr>
          <p:cNvSpPr>
            <a:spLocks noGrp="1"/>
          </p:cNvSpPr>
          <p:nvPr>
            <p:ph type="title"/>
          </p:nvPr>
        </p:nvSpPr>
        <p:spPr/>
        <p:txBody>
          <a:bodyPr>
            <a:normAutofit/>
          </a:bodyPr>
          <a:lstStyle/>
          <a:p>
            <a:r>
              <a:rPr lang="en-US" dirty="0"/>
              <a:t>Why Storage Matters in the Cloud</a:t>
            </a:r>
          </a:p>
        </p:txBody>
      </p:sp>
      <p:sp>
        <p:nvSpPr>
          <p:cNvPr id="3" name="Content Placeholder 2">
            <a:extLst>
              <a:ext uri="{FF2B5EF4-FFF2-40B4-BE49-F238E27FC236}">
                <a16:creationId xmlns:a16="http://schemas.microsoft.com/office/drawing/2014/main" id="{8DCB0AD6-F8A2-7AD2-CE9E-8ACC5C709189}"/>
              </a:ext>
            </a:extLst>
          </p:cNvPr>
          <p:cNvSpPr>
            <a:spLocks noGrp="1"/>
          </p:cNvSpPr>
          <p:nvPr>
            <p:ph idx="1"/>
          </p:nvPr>
        </p:nvSpPr>
        <p:spPr/>
        <p:txBody>
          <a:bodyPr/>
          <a:lstStyle/>
          <a:p>
            <a:pPr marL="0" indent="0">
              <a:buNone/>
            </a:pPr>
            <a:r>
              <a:rPr lang="en-US" dirty="0"/>
              <a:t>Cloud storage allows you to store, access, and protect data without managing physical hardware.</a:t>
            </a:r>
          </a:p>
          <a:p>
            <a:pPr>
              <a:buNone/>
            </a:pPr>
            <a:r>
              <a:rPr lang="en-US" b="1" dirty="0"/>
              <a:t>AWS provides multiple storage types to support:</a:t>
            </a:r>
            <a:endParaRPr lang="en-US" dirty="0"/>
          </a:p>
          <a:p>
            <a:pPr>
              <a:buFont typeface="Arial" panose="020B0604020202020204" pitchFamily="34" charset="0"/>
              <a:buChar char="•"/>
            </a:pPr>
            <a:r>
              <a:rPr lang="en-US" dirty="0"/>
              <a:t>Backup and archiving</a:t>
            </a:r>
          </a:p>
          <a:p>
            <a:pPr>
              <a:buFont typeface="Arial" panose="020B0604020202020204" pitchFamily="34" charset="0"/>
              <a:buChar char="•"/>
            </a:pPr>
            <a:r>
              <a:rPr lang="en-US" dirty="0"/>
              <a:t>File systems</a:t>
            </a:r>
          </a:p>
          <a:p>
            <a:pPr>
              <a:buFont typeface="Arial" panose="020B0604020202020204" pitchFamily="34" charset="0"/>
              <a:buChar char="•"/>
            </a:pPr>
            <a:r>
              <a:rPr lang="en-US" dirty="0"/>
              <a:t>Application data</a:t>
            </a:r>
          </a:p>
          <a:p>
            <a:pPr>
              <a:buFont typeface="Arial" panose="020B0604020202020204" pitchFamily="34" charset="0"/>
              <a:buChar char="•"/>
            </a:pPr>
            <a:r>
              <a:rPr lang="en-US" dirty="0"/>
              <a:t>Media and content delivery</a:t>
            </a:r>
          </a:p>
          <a:p>
            <a:endParaRPr lang="en-US" dirty="0"/>
          </a:p>
        </p:txBody>
      </p:sp>
    </p:spTree>
    <p:extLst>
      <p:ext uri="{BB962C8B-B14F-4D97-AF65-F5344CB8AC3E}">
        <p14:creationId xmlns:p14="http://schemas.microsoft.com/office/powerpoint/2010/main" val="9117425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0B7F1-14F3-FBFD-5B77-11C2E7912C63}"/>
              </a:ext>
            </a:extLst>
          </p:cNvPr>
          <p:cNvSpPr>
            <a:spLocks noGrp="1"/>
          </p:cNvSpPr>
          <p:nvPr>
            <p:ph type="title"/>
          </p:nvPr>
        </p:nvSpPr>
        <p:spPr/>
        <p:txBody>
          <a:bodyPr/>
          <a:lstStyle/>
          <a:p>
            <a:r>
              <a:rPr lang="en-US" dirty="0"/>
              <a:t>Main Types of AWS Storage</a:t>
            </a:r>
          </a:p>
        </p:txBody>
      </p:sp>
      <p:graphicFrame>
        <p:nvGraphicFramePr>
          <p:cNvPr id="4" name="Content Placeholder 3">
            <a:extLst>
              <a:ext uri="{FF2B5EF4-FFF2-40B4-BE49-F238E27FC236}">
                <a16:creationId xmlns:a16="http://schemas.microsoft.com/office/drawing/2014/main" id="{23784DCA-38B3-2B08-C761-B38A9BE7C30C}"/>
              </a:ext>
            </a:extLst>
          </p:cNvPr>
          <p:cNvGraphicFramePr>
            <a:graphicFrameLocks noGrp="1"/>
          </p:cNvGraphicFramePr>
          <p:nvPr>
            <p:ph idx="1"/>
            <p:extLst>
              <p:ext uri="{D42A27DB-BD31-4B8C-83A1-F6EECF244321}">
                <p14:modId xmlns:p14="http://schemas.microsoft.com/office/powerpoint/2010/main" val="759163131"/>
              </p:ext>
            </p:extLst>
          </p:nvPr>
        </p:nvGraphicFramePr>
        <p:xfrm>
          <a:off x="838200" y="1782660"/>
          <a:ext cx="10515600" cy="1828800"/>
        </p:xfrm>
        <a:graphic>
          <a:graphicData uri="http://schemas.openxmlformats.org/drawingml/2006/table">
            <a:tbl>
              <a:tblPr>
                <a:tableStyleId>{616DA210-FB5B-4158-B5E0-FEB733F419BA}</a:tableStyleId>
              </a:tblPr>
              <a:tblGrid>
                <a:gridCol w="2687515">
                  <a:extLst>
                    <a:ext uri="{9D8B030D-6E8A-4147-A177-3AD203B41FA5}">
                      <a16:colId xmlns:a16="http://schemas.microsoft.com/office/drawing/2014/main" val="1238720545"/>
                    </a:ext>
                  </a:extLst>
                </a:gridCol>
                <a:gridCol w="3842239">
                  <a:extLst>
                    <a:ext uri="{9D8B030D-6E8A-4147-A177-3AD203B41FA5}">
                      <a16:colId xmlns:a16="http://schemas.microsoft.com/office/drawing/2014/main" val="3538510407"/>
                    </a:ext>
                  </a:extLst>
                </a:gridCol>
                <a:gridCol w="3985846">
                  <a:extLst>
                    <a:ext uri="{9D8B030D-6E8A-4147-A177-3AD203B41FA5}">
                      <a16:colId xmlns:a16="http://schemas.microsoft.com/office/drawing/2014/main" val="655437045"/>
                    </a:ext>
                  </a:extLst>
                </a:gridCol>
              </a:tblGrid>
              <a:tr h="0">
                <a:tc>
                  <a:txBody>
                    <a:bodyPr/>
                    <a:lstStyle/>
                    <a:p>
                      <a:pPr algn="ctr"/>
                      <a:r>
                        <a:rPr lang="en-US" b="1"/>
                        <a:t>Storage Type</a:t>
                      </a:r>
                    </a:p>
                  </a:txBody>
                  <a:tcPr anchor="ctr">
                    <a:solidFill>
                      <a:schemeClr val="bg1">
                        <a:lumMod val="85000"/>
                      </a:schemeClr>
                    </a:solidFill>
                  </a:tcPr>
                </a:tc>
                <a:tc>
                  <a:txBody>
                    <a:bodyPr/>
                    <a:lstStyle/>
                    <a:p>
                      <a:pPr algn="ctr"/>
                      <a:r>
                        <a:rPr lang="en-US" b="1"/>
                        <a:t>Description</a:t>
                      </a:r>
                    </a:p>
                  </a:txBody>
                  <a:tcPr anchor="ctr">
                    <a:solidFill>
                      <a:schemeClr val="bg1">
                        <a:lumMod val="85000"/>
                      </a:schemeClr>
                    </a:solidFill>
                  </a:tcPr>
                </a:tc>
                <a:tc>
                  <a:txBody>
                    <a:bodyPr/>
                    <a:lstStyle/>
                    <a:p>
                      <a:pPr algn="ctr"/>
                      <a:r>
                        <a:rPr lang="en-US" b="1" dirty="0"/>
                        <a:t>Use Case</a:t>
                      </a:r>
                    </a:p>
                  </a:txBody>
                  <a:tcPr anchor="ctr">
                    <a:solidFill>
                      <a:schemeClr val="bg1">
                        <a:lumMod val="85000"/>
                      </a:schemeClr>
                    </a:solidFill>
                  </a:tcPr>
                </a:tc>
                <a:extLst>
                  <a:ext uri="{0D108BD9-81ED-4DB2-BD59-A6C34878D82A}">
                    <a16:rowId xmlns:a16="http://schemas.microsoft.com/office/drawing/2014/main" val="2985474602"/>
                  </a:ext>
                </a:extLst>
              </a:tr>
              <a:tr h="0">
                <a:tc>
                  <a:txBody>
                    <a:bodyPr/>
                    <a:lstStyle/>
                    <a:p>
                      <a:r>
                        <a:rPr lang="en-US" b="1"/>
                        <a:t>Object Storage</a:t>
                      </a:r>
                      <a:endParaRPr lang="en-US"/>
                    </a:p>
                  </a:txBody>
                  <a:tcPr anchor="ctr"/>
                </a:tc>
                <a:tc>
                  <a:txBody>
                    <a:bodyPr/>
                    <a:lstStyle/>
                    <a:p>
                      <a:r>
                        <a:rPr lang="en-US"/>
                        <a:t>Stores data as objects with metadata</a:t>
                      </a:r>
                    </a:p>
                  </a:txBody>
                  <a:tcPr anchor="ctr"/>
                </a:tc>
                <a:tc>
                  <a:txBody>
                    <a:bodyPr/>
                    <a:lstStyle/>
                    <a:p>
                      <a:r>
                        <a:rPr lang="en-US"/>
                        <a:t>Static content, backups, big data</a:t>
                      </a:r>
                    </a:p>
                  </a:txBody>
                  <a:tcPr anchor="ctr"/>
                </a:tc>
                <a:extLst>
                  <a:ext uri="{0D108BD9-81ED-4DB2-BD59-A6C34878D82A}">
                    <a16:rowId xmlns:a16="http://schemas.microsoft.com/office/drawing/2014/main" val="506702363"/>
                  </a:ext>
                </a:extLst>
              </a:tr>
              <a:tr h="0">
                <a:tc>
                  <a:txBody>
                    <a:bodyPr/>
                    <a:lstStyle/>
                    <a:p>
                      <a:r>
                        <a:rPr lang="en-US" b="1"/>
                        <a:t>Block Storage</a:t>
                      </a:r>
                      <a:endParaRPr lang="en-US"/>
                    </a:p>
                  </a:txBody>
                  <a:tcPr anchor="ctr"/>
                </a:tc>
                <a:tc>
                  <a:txBody>
                    <a:bodyPr/>
                    <a:lstStyle/>
                    <a:p>
                      <a:r>
                        <a:rPr lang="en-US"/>
                        <a:t>Data stored in blocks, like hard drives</a:t>
                      </a:r>
                    </a:p>
                  </a:txBody>
                  <a:tcPr anchor="ctr"/>
                </a:tc>
                <a:tc>
                  <a:txBody>
                    <a:bodyPr/>
                    <a:lstStyle/>
                    <a:p>
                      <a:r>
                        <a:rPr lang="en-US"/>
                        <a:t>Operating systems, databases</a:t>
                      </a:r>
                    </a:p>
                  </a:txBody>
                  <a:tcPr anchor="ctr"/>
                </a:tc>
                <a:extLst>
                  <a:ext uri="{0D108BD9-81ED-4DB2-BD59-A6C34878D82A}">
                    <a16:rowId xmlns:a16="http://schemas.microsoft.com/office/drawing/2014/main" val="1921075524"/>
                  </a:ext>
                </a:extLst>
              </a:tr>
              <a:tr h="0">
                <a:tc>
                  <a:txBody>
                    <a:bodyPr/>
                    <a:lstStyle/>
                    <a:p>
                      <a:r>
                        <a:rPr lang="en-US" b="1"/>
                        <a:t>File Storage</a:t>
                      </a:r>
                      <a:endParaRPr lang="en-US"/>
                    </a:p>
                  </a:txBody>
                  <a:tcPr anchor="ctr"/>
                </a:tc>
                <a:tc>
                  <a:txBody>
                    <a:bodyPr/>
                    <a:lstStyle/>
                    <a:p>
                      <a:r>
                        <a:rPr lang="en-US"/>
                        <a:t>Shared file system for applications</a:t>
                      </a:r>
                    </a:p>
                  </a:txBody>
                  <a:tcPr anchor="ctr"/>
                </a:tc>
                <a:tc>
                  <a:txBody>
                    <a:bodyPr/>
                    <a:lstStyle/>
                    <a:p>
                      <a:r>
                        <a:rPr lang="en-US"/>
                        <a:t>File shares, content management</a:t>
                      </a:r>
                    </a:p>
                  </a:txBody>
                  <a:tcPr anchor="ctr"/>
                </a:tc>
                <a:extLst>
                  <a:ext uri="{0D108BD9-81ED-4DB2-BD59-A6C34878D82A}">
                    <a16:rowId xmlns:a16="http://schemas.microsoft.com/office/drawing/2014/main" val="2025294844"/>
                  </a:ext>
                </a:extLst>
              </a:tr>
              <a:tr h="0">
                <a:tc>
                  <a:txBody>
                    <a:bodyPr/>
                    <a:lstStyle/>
                    <a:p>
                      <a:r>
                        <a:rPr lang="en-US" b="1"/>
                        <a:t>Archival Storage</a:t>
                      </a:r>
                      <a:endParaRPr lang="en-US"/>
                    </a:p>
                  </a:txBody>
                  <a:tcPr anchor="ctr"/>
                </a:tc>
                <a:tc>
                  <a:txBody>
                    <a:bodyPr/>
                    <a:lstStyle/>
                    <a:p>
                      <a:r>
                        <a:rPr lang="en-US"/>
                        <a:t>Long-term, low-cost cold storage</a:t>
                      </a:r>
                    </a:p>
                  </a:txBody>
                  <a:tcPr anchor="ctr"/>
                </a:tc>
                <a:tc>
                  <a:txBody>
                    <a:bodyPr/>
                    <a:lstStyle/>
                    <a:p>
                      <a:r>
                        <a:rPr lang="en-US" dirty="0"/>
                        <a:t>Compliance, infrequently accessed data</a:t>
                      </a:r>
                    </a:p>
                  </a:txBody>
                  <a:tcPr anchor="ctr"/>
                </a:tc>
                <a:extLst>
                  <a:ext uri="{0D108BD9-81ED-4DB2-BD59-A6C34878D82A}">
                    <a16:rowId xmlns:a16="http://schemas.microsoft.com/office/drawing/2014/main" val="599422789"/>
                  </a:ext>
                </a:extLst>
              </a:tr>
            </a:tbl>
          </a:graphicData>
        </a:graphic>
      </p:graphicFrame>
    </p:spTree>
    <p:extLst>
      <p:ext uri="{BB962C8B-B14F-4D97-AF65-F5344CB8AC3E}">
        <p14:creationId xmlns:p14="http://schemas.microsoft.com/office/powerpoint/2010/main" val="37928984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E7044-C734-6DCA-70DC-41BF59B09FFA}"/>
              </a:ext>
            </a:extLst>
          </p:cNvPr>
          <p:cNvSpPr>
            <a:spLocks noGrp="1"/>
          </p:cNvSpPr>
          <p:nvPr>
            <p:ph type="title"/>
          </p:nvPr>
        </p:nvSpPr>
        <p:spPr/>
        <p:txBody>
          <a:bodyPr/>
          <a:lstStyle/>
          <a:p>
            <a:r>
              <a:rPr lang="en-US" dirty="0"/>
              <a:t>Amazon S3 – Object Storage</a:t>
            </a:r>
          </a:p>
        </p:txBody>
      </p:sp>
      <p:sp>
        <p:nvSpPr>
          <p:cNvPr id="3" name="Content Placeholder 2">
            <a:extLst>
              <a:ext uri="{FF2B5EF4-FFF2-40B4-BE49-F238E27FC236}">
                <a16:creationId xmlns:a16="http://schemas.microsoft.com/office/drawing/2014/main" id="{3931397A-7788-D1BD-366C-19C0F6CB7739}"/>
              </a:ext>
            </a:extLst>
          </p:cNvPr>
          <p:cNvSpPr>
            <a:spLocks noGrp="1"/>
          </p:cNvSpPr>
          <p:nvPr>
            <p:ph idx="1"/>
          </p:nvPr>
        </p:nvSpPr>
        <p:spPr/>
        <p:txBody>
          <a:bodyPr/>
          <a:lstStyle/>
          <a:p>
            <a:pPr>
              <a:buNone/>
            </a:pPr>
            <a:r>
              <a:rPr lang="en-US" b="1" dirty="0">
                <a:solidFill>
                  <a:srgbClr val="00B050"/>
                </a:solidFill>
              </a:rPr>
              <a:t>Amazon Simple Storage Service (S3)</a:t>
            </a:r>
            <a:r>
              <a:rPr lang="en-US" dirty="0">
                <a:solidFill>
                  <a:srgbClr val="00B050"/>
                </a:solidFill>
              </a:rPr>
              <a:t> is AWS’s core object storage service.</a:t>
            </a:r>
          </a:p>
          <a:p>
            <a:pPr>
              <a:buNone/>
            </a:pPr>
            <a:r>
              <a:rPr lang="en-US" b="1" dirty="0"/>
              <a:t>Features:</a:t>
            </a:r>
            <a:endParaRPr lang="en-US" dirty="0"/>
          </a:p>
          <a:p>
            <a:pPr>
              <a:buFont typeface="Arial" panose="020B0604020202020204" pitchFamily="34" charset="0"/>
              <a:buChar char="•"/>
            </a:pPr>
            <a:r>
              <a:rPr lang="en-US" dirty="0"/>
              <a:t>Scalable to store petabytes</a:t>
            </a:r>
          </a:p>
          <a:p>
            <a:pPr>
              <a:buFont typeface="Arial" panose="020B0604020202020204" pitchFamily="34" charset="0"/>
              <a:buChar char="•"/>
            </a:pPr>
            <a:r>
              <a:rPr lang="en-US" dirty="0"/>
              <a:t>High durability (99.999999999% or “11 nines”)</a:t>
            </a:r>
          </a:p>
          <a:p>
            <a:pPr>
              <a:buFont typeface="Arial" panose="020B0604020202020204" pitchFamily="34" charset="0"/>
              <a:buChar char="•"/>
            </a:pPr>
            <a:r>
              <a:rPr lang="en-US" dirty="0"/>
              <a:t>Lifecycle management and versioning</a:t>
            </a:r>
          </a:p>
          <a:p>
            <a:pPr>
              <a:buFont typeface="Arial" panose="020B0604020202020204" pitchFamily="34" charset="0"/>
              <a:buChar char="•"/>
            </a:pPr>
            <a:r>
              <a:rPr lang="en-US" dirty="0"/>
              <a:t>Ideal for storing any type of unstructured data</a:t>
            </a:r>
          </a:p>
          <a:p>
            <a:pPr>
              <a:buNone/>
            </a:pPr>
            <a:r>
              <a:rPr lang="en-US" b="1" dirty="0"/>
              <a:t>Use Cases:</a:t>
            </a:r>
            <a:endParaRPr lang="en-US" dirty="0"/>
          </a:p>
          <a:p>
            <a:pPr>
              <a:buFont typeface="Arial" panose="020B0604020202020204" pitchFamily="34" charset="0"/>
              <a:buChar char="•"/>
            </a:pPr>
            <a:r>
              <a:rPr lang="en-US" dirty="0"/>
              <a:t>Media files, backups, logs, big data lakes</a:t>
            </a:r>
          </a:p>
          <a:p>
            <a:endParaRPr lang="en-US" dirty="0"/>
          </a:p>
        </p:txBody>
      </p:sp>
    </p:spTree>
    <p:extLst>
      <p:ext uri="{BB962C8B-B14F-4D97-AF65-F5344CB8AC3E}">
        <p14:creationId xmlns:p14="http://schemas.microsoft.com/office/powerpoint/2010/main" val="190466106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C7229-851A-8EA1-4281-2708CB34D225}"/>
              </a:ext>
            </a:extLst>
          </p:cNvPr>
          <p:cNvSpPr>
            <a:spLocks noGrp="1"/>
          </p:cNvSpPr>
          <p:nvPr>
            <p:ph type="title"/>
          </p:nvPr>
        </p:nvSpPr>
        <p:spPr/>
        <p:txBody>
          <a:bodyPr/>
          <a:lstStyle/>
          <a:p>
            <a:r>
              <a:rPr lang="en-US" dirty="0"/>
              <a:t>Amazon EBS – Block Storage</a:t>
            </a:r>
          </a:p>
        </p:txBody>
      </p:sp>
      <p:sp>
        <p:nvSpPr>
          <p:cNvPr id="3" name="Content Placeholder 2">
            <a:extLst>
              <a:ext uri="{FF2B5EF4-FFF2-40B4-BE49-F238E27FC236}">
                <a16:creationId xmlns:a16="http://schemas.microsoft.com/office/drawing/2014/main" id="{81ECA7CD-91EE-5722-4174-C950F2B8D0A8}"/>
              </a:ext>
            </a:extLst>
          </p:cNvPr>
          <p:cNvSpPr>
            <a:spLocks noGrp="1"/>
          </p:cNvSpPr>
          <p:nvPr>
            <p:ph idx="1"/>
          </p:nvPr>
        </p:nvSpPr>
        <p:spPr/>
        <p:txBody>
          <a:bodyPr/>
          <a:lstStyle/>
          <a:p>
            <a:pPr>
              <a:buNone/>
            </a:pPr>
            <a:r>
              <a:rPr lang="en-US" b="1" dirty="0">
                <a:solidFill>
                  <a:srgbClr val="00B050"/>
                </a:solidFill>
              </a:rPr>
              <a:t>Amazon Elastic Block Store (EBS)</a:t>
            </a:r>
            <a:r>
              <a:rPr lang="en-US" dirty="0">
                <a:solidFill>
                  <a:srgbClr val="00B050"/>
                </a:solidFill>
              </a:rPr>
              <a:t> provides persistent block storage for EC2.</a:t>
            </a:r>
          </a:p>
          <a:p>
            <a:pPr>
              <a:buNone/>
            </a:pPr>
            <a:r>
              <a:rPr lang="en-US" b="1" dirty="0"/>
              <a:t>Features:</a:t>
            </a:r>
            <a:endParaRPr lang="en-US" dirty="0"/>
          </a:p>
          <a:p>
            <a:pPr>
              <a:buFont typeface="Arial" panose="020B0604020202020204" pitchFamily="34" charset="0"/>
              <a:buChar char="•"/>
            </a:pPr>
            <a:r>
              <a:rPr lang="en-US" dirty="0"/>
              <a:t>Used as a virtual hard drive for EC2 instances</a:t>
            </a:r>
          </a:p>
          <a:p>
            <a:pPr>
              <a:buFont typeface="Arial" panose="020B0604020202020204" pitchFamily="34" charset="0"/>
              <a:buChar char="•"/>
            </a:pPr>
            <a:r>
              <a:rPr lang="en-US" dirty="0"/>
              <a:t>High performance and low latency</a:t>
            </a:r>
          </a:p>
          <a:p>
            <a:pPr>
              <a:buFont typeface="Arial" panose="020B0604020202020204" pitchFamily="34" charset="0"/>
              <a:buChar char="•"/>
            </a:pPr>
            <a:r>
              <a:rPr lang="en-US" dirty="0"/>
              <a:t>Data is retained when instances stop</a:t>
            </a:r>
          </a:p>
          <a:p>
            <a:pPr>
              <a:buNone/>
            </a:pPr>
            <a:r>
              <a:rPr lang="en-US" b="1" dirty="0"/>
              <a:t>Use Cases:</a:t>
            </a:r>
            <a:endParaRPr lang="en-US" dirty="0"/>
          </a:p>
          <a:p>
            <a:pPr>
              <a:buFont typeface="Arial" panose="020B0604020202020204" pitchFamily="34" charset="0"/>
              <a:buChar char="•"/>
            </a:pPr>
            <a:r>
              <a:rPr lang="en-US" dirty="0"/>
              <a:t>Operating systems</a:t>
            </a:r>
          </a:p>
          <a:p>
            <a:pPr>
              <a:buFont typeface="Arial" panose="020B0604020202020204" pitchFamily="34" charset="0"/>
              <a:buChar char="•"/>
            </a:pPr>
            <a:r>
              <a:rPr lang="en-US" dirty="0"/>
              <a:t>Relational and NoSQL databases</a:t>
            </a:r>
          </a:p>
          <a:p>
            <a:pPr>
              <a:buFont typeface="Arial" panose="020B0604020202020204" pitchFamily="34" charset="0"/>
              <a:buChar char="•"/>
            </a:pPr>
            <a:r>
              <a:rPr lang="en-US" dirty="0"/>
              <a:t>Transactional apps</a:t>
            </a:r>
          </a:p>
          <a:p>
            <a:endParaRPr lang="en-US" dirty="0"/>
          </a:p>
        </p:txBody>
      </p:sp>
    </p:spTree>
    <p:extLst>
      <p:ext uri="{BB962C8B-B14F-4D97-AF65-F5344CB8AC3E}">
        <p14:creationId xmlns:p14="http://schemas.microsoft.com/office/powerpoint/2010/main" val="17782497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4B22A-1CA7-B3BA-DDCB-672BC9A698B7}"/>
              </a:ext>
            </a:extLst>
          </p:cNvPr>
          <p:cNvSpPr>
            <a:spLocks noGrp="1"/>
          </p:cNvSpPr>
          <p:nvPr>
            <p:ph type="title"/>
          </p:nvPr>
        </p:nvSpPr>
        <p:spPr/>
        <p:txBody>
          <a:bodyPr>
            <a:normAutofit/>
          </a:bodyPr>
          <a:lstStyle/>
          <a:p>
            <a:r>
              <a:rPr lang="en-US" dirty="0"/>
              <a:t>Amazon EFS – File Storage</a:t>
            </a:r>
          </a:p>
        </p:txBody>
      </p:sp>
      <p:sp>
        <p:nvSpPr>
          <p:cNvPr id="3" name="Content Placeholder 2">
            <a:extLst>
              <a:ext uri="{FF2B5EF4-FFF2-40B4-BE49-F238E27FC236}">
                <a16:creationId xmlns:a16="http://schemas.microsoft.com/office/drawing/2014/main" id="{C08BBBCF-DECF-94E6-0D26-5AFDEA6C3095}"/>
              </a:ext>
            </a:extLst>
          </p:cNvPr>
          <p:cNvSpPr>
            <a:spLocks noGrp="1"/>
          </p:cNvSpPr>
          <p:nvPr>
            <p:ph idx="1"/>
          </p:nvPr>
        </p:nvSpPr>
        <p:spPr>
          <a:xfrm>
            <a:off x="838199" y="1706007"/>
            <a:ext cx="10808043" cy="4991039"/>
          </a:xfrm>
        </p:spPr>
        <p:txBody>
          <a:bodyPr/>
          <a:lstStyle/>
          <a:p>
            <a:pPr>
              <a:buNone/>
            </a:pPr>
            <a:r>
              <a:rPr lang="en-US" b="1" dirty="0">
                <a:solidFill>
                  <a:srgbClr val="00B050"/>
                </a:solidFill>
              </a:rPr>
              <a:t>Amazon Elastic File System (EFS)</a:t>
            </a:r>
            <a:r>
              <a:rPr lang="en-US" dirty="0">
                <a:solidFill>
                  <a:srgbClr val="00B050"/>
                </a:solidFill>
              </a:rPr>
              <a:t> provides a scalable and elastic network file system.</a:t>
            </a:r>
          </a:p>
          <a:p>
            <a:pPr>
              <a:buNone/>
            </a:pPr>
            <a:r>
              <a:rPr lang="en-US" b="1" dirty="0"/>
              <a:t>Features:</a:t>
            </a:r>
            <a:endParaRPr lang="en-US" dirty="0"/>
          </a:p>
          <a:p>
            <a:pPr>
              <a:buFont typeface="Arial" panose="020B0604020202020204" pitchFamily="34" charset="0"/>
              <a:buChar char="•"/>
            </a:pPr>
            <a:r>
              <a:rPr lang="en-US" dirty="0"/>
              <a:t>Fully managed</a:t>
            </a:r>
          </a:p>
          <a:p>
            <a:pPr>
              <a:buFont typeface="Arial" panose="020B0604020202020204" pitchFamily="34" charset="0"/>
              <a:buChar char="•"/>
            </a:pPr>
            <a:r>
              <a:rPr lang="en-US" dirty="0"/>
              <a:t>Shared across multiple EC2 instances</a:t>
            </a:r>
          </a:p>
          <a:p>
            <a:pPr>
              <a:buFont typeface="Arial" panose="020B0604020202020204" pitchFamily="34" charset="0"/>
              <a:buChar char="•"/>
            </a:pPr>
            <a:r>
              <a:rPr lang="en-US" dirty="0"/>
              <a:t>Grows/shrinks automatically</a:t>
            </a:r>
          </a:p>
          <a:p>
            <a:pPr>
              <a:buNone/>
            </a:pPr>
            <a:r>
              <a:rPr lang="en-US" b="1" dirty="0"/>
              <a:t>Use Cases:</a:t>
            </a:r>
            <a:endParaRPr lang="en-US" dirty="0"/>
          </a:p>
          <a:p>
            <a:pPr>
              <a:buFont typeface="Arial" panose="020B0604020202020204" pitchFamily="34" charset="0"/>
              <a:buChar char="•"/>
            </a:pPr>
            <a:r>
              <a:rPr lang="en-US" dirty="0"/>
              <a:t>Web servers needing shared access to files</a:t>
            </a:r>
          </a:p>
          <a:p>
            <a:pPr>
              <a:buFont typeface="Arial" panose="020B0604020202020204" pitchFamily="34" charset="0"/>
              <a:buChar char="•"/>
            </a:pPr>
            <a:r>
              <a:rPr lang="en-US" dirty="0"/>
              <a:t>Enterprise content management systems</a:t>
            </a:r>
          </a:p>
          <a:p>
            <a:endParaRPr lang="en-US" dirty="0"/>
          </a:p>
        </p:txBody>
      </p:sp>
    </p:spTree>
    <p:extLst>
      <p:ext uri="{BB962C8B-B14F-4D97-AF65-F5344CB8AC3E}">
        <p14:creationId xmlns:p14="http://schemas.microsoft.com/office/powerpoint/2010/main" val="361312111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1762F-5818-13F4-CE1D-5FF01A43F4CA}"/>
              </a:ext>
            </a:extLst>
          </p:cNvPr>
          <p:cNvSpPr>
            <a:spLocks noGrp="1"/>
          </p:cNvSpPr>
          <p:nvPr>
            <p:ph type="title"/>
          </p:nvPr>
        </p:nvSpPr>
        <p:spPr/>
        <p:txBody>
          <a:bodyPr>
            <a:normAutofit/>
          </a:bodyPr>
          <a:lstStyle/>
          <a:p>
            <a:r>
              <a:rPr lang="en-US" dirty="0"/>
              <a:t>Amazon S3 Glacier – Archival Storage</a:t>
            </a:r>
          </a:p>
        </p:txBody>
      </p:sp>
      <p:sp>
        <p:nvSpPr>
          <p:cNvPr id="3" name="Content Placeholder 2">
            <a:extLst>
              <a:ext uri="{FF2B5EF4-FFF2-40B4-BE49-F238E27FC236}">
                <a16:creationId xmlns:a16="http://schemas.microsoft.com/office/drawing/2014/main" id="{8BEDF79E-A50F-D475-FE47-442C2C6614AD}"/>
              </a:ext>
            </a:extLst>
          </p:cNvPr>
          <p:cNvSpPr>
            <a:spLocks noGrp="1"/>
          </p:cNvSpPr>
          <p:nvPr>
            <p:ph idx="1"/>
          </p:nvPr>
        </p:nvSpPr>
        <p:spPr/>
        <p:txBody>
          <a:bodyPr/>
          <a:lstStyle/>
          <a:p>
            <a:pPr>
              <a:buNone/>
            </a:pPr>
            <a:r>
              <a:rPr lang="en-US" b="1" dirty="0">
                <a:solidFill>
                  <a:srgbClr val="00B050"/>
                </a:solidFill>
              </a:rPr>
              <a:t>S3 Glacier</a:t>
            </a:r>
            <a:r>
              <a:rPr lang="en-US" dirty="0">
                <a:solidFill>
                  <a:srgbClr val="00B050"/>
                </a:solidFill>
              </a:rPr>
              <a:t> is designed for long-term, infrequently accessed data.</a:t>
            </a:r>
          </a:p>
          <a:p>
            <a:pPr>
              <a:buNone/>
            </a:pPr>
            <a:r>
              <a:rPr lang="en-US" b="1" dirty="0"/>
              <a:t>Features:</a:t>
            </a:r>
            <a:endParaRPr lang="en-US" dirty="0"/>
          </a:p>
          <a:p>
            <a:pPr>
              <a:buFont typeface="Arial" panose="020B0604020202020204" pitchFamily="34" charset="0"/>
              <a:buChar char="•"/>
            </a:pPr>
            <a:r>
              <a:rPr lang="en-US" dirty="0"/>
              <a:t>Extremely low-cost</a:t>
            </a:r>
          </a:p>
          <a:p>
            <a:pPr>
              <a:buFont typeface="Arial" panose="020B0604020202020204" pitchFamily="34" charset="0"/>
              <a:buChar char="•"/>
            </a:pPr>
            <a:r>
              <a:rPr lang="en-US" dirty="0"/>
              <a:t>Retrieval options from minutes to hours</a:t>
            </a:r>
          </a:p>
          <a:p>
            <a:pPr>
              <a:buFont typeface="Arial" panose="020B0604020202020204" pitchFamily="34" charset="0"/>
              <a:buChar char="•"/>
            </a:pPr>
            <a:r>
              <a:rPr lang="en-US" dirty="0"/>
              <a:t>Secure and durable</a:t>
            </a:r>
          </a:p>
          <a:p>
            <a:pPr>
              <a:buNone/>
            </a:pPr>
            <a:r>
              <a:rPr lang="en-US" b="1" dirty="0"/>
              <a:t>Use Cases:</a:t>
            </a:r>
            <a:endParaRPr lang="en-US" dirty="0"/>
          </a:p>
          <a:p>
            <a:pPr>
              <a:buFont typeface="Arial" panose="020B0604020202020204" pitchFamily="34" charset="0"/>
              <a:buChar char="•"/>
            </a:pPr>
            <a:r>
              <a:rPr lang="en-US" dirty="0"/>
              <a:t>Regulatory data retention</a:t>
            </a:r>
          </a:p>
          <a:p>
            <a:pPr>
              <a:buFont typeface="Arial" panose="020B0604020202020204" pitchFamily="34" charset="0"/>
              <a:buChar char="•"/>
            </a:pPr>
            <a:r>
              <a:rPr lang="en-US" dirty="0"/>
              <a:t>Historical archives</a:t>
            </a:r>
          </a:p>
          <a:p>
            <a:pPr>
              <a:buFont typeface="Arial" panose="020B0604020202020204" pitchFamily="34" charset="0"/>
              <a:buChar char="•"/>
            </a:pPr>
            <a:r>
              <a:rPr lang="en-US" dirty="0"/>
              <a:t>Compliance logs</a:t>
            </a:r>
          </a:p>
          <a:p>
            <a:endParaRPr lang="en-US" dirty="0"/>
          </a:p>
        </p:txBody>
      </p:sp>
    </p:spTree>
    <p:extLst>
      <p:ext uri="{BB962C8B-B14F-4D97-AF65-F5344CB8AC3E}">
        <p14:creationId xmlns:p14="http://schemas.microsoft.com/office/powerpoint/2010/main" val="15912555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D4609-B10A-1D2D-7989-2A2D7BBE9B42}"/>
              </a:ext>
            </a:extLst>
          </p:cNvPr>
          <p:cNvSpPr>
            <a:spLocks noGrp="1"/>
          </p:cNvSpPr>
          <p:nvPr>
            <p:ph type="title"/>
          </p:nvPr>
        </p:nvSpPr>
        <p:spPr/>
        <p:txBody>
          <a:bodyPr/>
          <a:lstStyle/>
          <a:p>
            <a:r>
              <a:rPr lang="en-US" dirty="0"/>
              <a:t>Storage Classes in Amazon S3</a:t>
            </a:r>
          </a:p>
        </p:txBody>
      </p:sp>
      <p:graphicFrame>
        <p:nvGraphicFramePr>
          <p:cNvPr id="4" name="Content Placeholder 3">
            <a:extLst>
              <a:ext uri="{FF2B5EF4-FFF2-40B4-BE49-F238E27FC236}">
                <a16:creationId xmlns:a16="http://schemas.microsoft.com/office/drawing/2014/main" id="{12750FDE-A73F-F19F-19CA-43E01D9D1185}"/>
              </a:ext>
            </a:extLst>
          </p:cNvPr>
          <p:cNvGraphicFramePr>
            <a:graphicFrameLocks noGrp="1"/>
          </p:cNvGraphicFramePr>
          <p:nvPr>
            <p:ph idx="1"/>
            <p:extLst>
              <p:ext uri="{D42A27DB-BD31-4B8C-83A1-F6EECF244321}">
                <p14:modId xmlns:p14="http://schemas.microsoft.com/office/powerpoint/2010/main" val="1535958735"/>
              </p:ext>
            </p:extLst>
          </p:nvPr>
        </p:nvGraphicFramePr>
        <p:xfrm>
          <a:off x="838200" y="1782660"/>
          <a:ext cx="10515600" cy="2194560"/>
        </p:xfrm>
        <a:graphic>
          <a:graphicData uri="http://schemas.openxmlformats.org/drawingml/2006/table">
            <a:tbl>
              <a:tblPr>
                <a:tableStyleId>{616DA210-FB5B-4158-B5E0-FEB733F419BA}</a:tableStyleId>
              </a:tblPr>
              <a:tblGrid>
                <a:gridCol w="3144715">
                  <a:extLst>
                    <a:ext uri="{9D8B030D-6E8A-4147-A177-3AD203B41FA5}">
                      <a16:colId xmlns:a16="http://schemas.microsoft.com/office/drawing/2014/main" val="2110713711"/>
                    </a:ext>
                  </a:extLst>
                </a:gridCol>
                <a:gridCol w="3865685">
                  <a:extLst>
                    <a:ext uri="{9D8B030D-6E8A-4147-A177-3AD203B41FA5}">
                      <a16:colId xmlns:a16="http://schemas.microsoft.com/office/drawing/2014/main" val="3536290999"/>
                    </a:ext>
                  </a:extLst>
                </a:gridCol>
                <a:gridCol w="3505200">
                  <a:extLst>
                    <a:ext uri="{9D8B030D-6E8A-4147-A177-3AD203B41FA5}">
                      <a16:colId xmlns:a16="http://schemas.microsoft.com/office/drawing/2014/main" val="4065663820"/>
                    </a:ext>
                  </a:extLst>
                </a:gridCol>
              </a:tblGrid>
              <a:tr h="0">
                <a:tc>
                  <a:txBody>
                    <a:bodyPr/>
                    <a:lstStyle/>
                    <a:p>
                      <a:pPr algn="ctr"/>
                      <a:r>
                        <a:rPr lang="en-US" b="1"/>
                        <a:t>Class</a:t>
                      </a:r>
                    </a:p>
                  </a:txBody>
                  <a:tcPr anchor="ctr">
                    <a:solidFill>
                      <a:schemeClr val="bg1">
                        <a:lumMod val="85000"/>
                      </a:schemeClr>
                    </a:solidFill>
                  </a:tcPr>
                </a:tc>
                <a:tc>
                  <a:txBody>
                    <a:bodyPr/>
                    <a:lstStyle/>
                    <a:p>
                      <a:pPr algn="ctr"/>
                      <a:r>
                        <a:rPr lang="en-US" b="1"/>
                        <a:t>Use Case</a:t>
                      </a:r>
                    </a:p>
                  </a:txBody>
                  <a:tcPr anchor="ctr">
                    <a:solidFill>
                      <a:schemeClr val="bg1">
                        <a:lumMod val="85000"/>
                      </a:schemeClr>
                    </a:solidFill>
                  </a:tcPr>
                </a:tc>
                <a:tc>
                  <a:txBody>
                    <a:bodyPr/>
                    <a:lstStyle/>
                    <a:p>
                      <a:pPr algn="ctr"/>
                      <a:r>
                        <a:rPr lang="en-US" b="1" dirty="0"/>
                        <a:t>Retrieval Time</a:t>
                      </a:r>
                    </a:p>
                  </a:txBody>
                  <a:tcPr anchor="ctr">
                    <a:solidFill>
                      <a:schemeClr val="bg1">
                        <a:lumMod val="85000"/>
                      </a:schemeClr>
                    </a:solidFill>
                  </a:tcPr>
                </a:tc>
                <a:extLst>
                  <a:ext uri="{0D108BD9-81ED-4DB2-BD59-A6C34878D82A}">
                    <a16:rowId xmlns:a16="http://schemas.microsoft.com/office/drawing/2014/main" val="3002377447"/>
                  </a:ext>
                </a:extLst>
              </a:tr>
              <a:tr h="0">
                <a:tc>
                  <a:txBody>
                    <a:bodyPr/>
                    <a:lstStyle/>
                    <a:p>
                      <a:r>
                        <a:rPr lang="en-US"/>
                        <a:t>S3 Standard</a:t>
                      </a:r>
                    </a:p>
                  </a:txBody>
                  <a:tcPr anchor="ctr"/>
                </a:tc>
                <a:tc>
                  <a:txBody>
                    <a:bodyPr/>
                    <a:lstStyle/>
                    <a:p>
                      <a:r>
                        <a:rPr lang="en-US"/>
                        <a:t>Frequent access</a:t>
                      </a:r>
                    </a:p>
                  </a:txBody>
                  <a:tcPr anchor="ctr"/>
                </a:tc>
                <a:tc>
                  <a:txBody>
                    <a:bodyPr/>
                    <a:lstStyle/>
                    <a:p>
                      <a:r>
                        <a:rPr lang="en-US"/>
                        <a:t>Immediate</a:t>
                      </a:r>
                    </a:p>
                  </a:txBody>
                  <a:tcPr anchor="ctr"/>
                </a:tc>
                <a:extLst>
                  <a:ext uri="{0D108BD9-81ED-4DB2-BD59-A6C34878D82A}">
                    <a16:rowId xmlns:a16="http://schemas.microsoft.com/office/drawing/2014/main" val="2717281926"/>
                  </a:ext>
                </a:extLst>
              </a:tr>
              <a:tr h="0">
                <a:tc>
                  <a:txBody>
                    <a:bodyPr/>
                    <a:lstStyle/>
                    <a:p>
                      <a:r>
                        <a:rPr lang="en-US"/>
                        <a:t>S3 Intelligent-Tiering</a:t>
                      </a:r>
                    </a:p>
                  </a:txBody>
                  <a:tcPr anchor="ctr"/>
                </a:tc>
                <a:tc>
                  <a:txBody>
                    <a:bodyPr/>
                    <a:lstStyle/>
                    <a:p>
                      <a:r>
                        <a:rPr lang="en-US"/>
                        <a:t>Unknown or changing patterns</a:t>
                      </a:r>
                    </a:p>
                  </a:txBody>
                  <a:tcPr anchor="ctr"/>
                </a:tc>
                <a:tc>
                  <a:txBody>
                    <a:bodyPr/>
                    <a:lstStyle/>
                    <a:p>
                      <a:r>
                        <a:rPr lang="en-US"/>
                        <a:t>Immediate</a:t>
                      </a:r>
                    </a:p>
                  </a:txBody>
                  <a:tcPr anchor="ctr"/>
                </a:tc>
                <a:extLst>
                  <a:ext uri="{0D108BD9-81ED-4DB2-BD59-A6C34878D82A}">
                    <a16:rowId xmlns:a16="http://schemas.microsoft.com/office/drawing/2014/main" val="1520605786"/>
                  </a:ext>
                </a:extLst>
              </a:tr>
              <a:tr h="0">
                <a:tc>
                  <a:txBody>
                    <a:bodyPr/>
                    <a:lstStyle/>
                    <a:p>
                      <a:r>
                        <a:rPr lang="en-US"/>
                        <a:t>S3 Standard-IA</a:t>
                      </a:r>
                    </a:p>
                  </a:txBody>
                  <a:tcPr anchor="ctr"/>
                </a:tc>
                <a:tc>
                  <a:txBody>
                    <a:bodyPr/>
                    <a:lstStyle/>
                    <a:p>
                      <a:r>
                        <a:rPr lang="en-US"/>
                        <a:t>Infrequent access</a:t>
                      </a:r>
                    </a:p>
                  </a:txBody>
                  <a:tcPr anchor="ctr"/>
                </a:tc>
                <a:tc>
                  <a:txBody>
                    <a:bodyPr/>
                    <a:lstStyle/>
                    <a:p>
                      <a:r>
                        <a:rPr lang="en-US"/>
                        <a:t>Immediate</a:t>
                      </a:r>
                    </a:p>
                  </a:txBody>
                  <a:tcPr anchor="ctr"/>
                </a:tc>
                <a:extLst>
                  <a:ext uri="{0D108BD9-81ED-4DB2-BD59-A6C34878D82A}">
                    <a16:rowId xmlns:a16="http://schemas.microsoft.com/office/drawing/2014/main" val="4233456998"/>
                  </a:ext>
                </a:extLst>
              </a:tr>
              <a:tr h="0">
                <a:tc>
                  <a:txBody>
                    <a:bodyPr/>
                    <a:lstStyle/>
                    <a:p>
                      <a:r>
                        <a:rPr lang="en-US"/>
                        <a:t>S3 Glacier</a:t>
                      </a:r>
                    </a:p>
                  </a:txBody>
                  <a:tcPr anchor="ctr"/>
                </a:tc>
                <a:tc>
                  <a:txBody>
                    <a:bodyPr/>
                    <a:lstStyle/>
                    <a:p>
                      <a:r>
                        <a:rPr lang="en-US"/>
                        <a:t>Archival</a:t>
                      </a:r>
                    </a:p>
                  </a:txBody>
                  <a:tcPr anchor="ctr"/>
                </a:tc>
                <a:tc>
                  <a:txBody>
                    <a:bodyPr/>
                    <a:lstStyle/>
                    <a:p>
                      <a:r>
                        <a:rPr lang="en-US"/>
                        <a:t>Minutes to hours</a:t>
                      </a:r>
                    </a:p>
                  </a:txBody>
                  <a:tcPr anchor="ctr"/>
                </a:tc>
                <a:extLst>
                  <a:ext uri="{0D108BD9-81ED-4DB2-BD59-A6C34878D82A}">
                    <a16:rowId xmlns:a16="http://schemas.microsoft.com/office/drawing/2014/main" val="996190191"/>
                  </a:ext>
                </a:extLst>
              </a:tr>
              <a:tr h="0">
                <a:tc>
                  <a:txBody>
                    <a:bodyPr/>
                    <a:lstStyle/>
                    <a:p>
                      <a:r>
                        <a:rPr lang="en-US"/>
                        <a:t>S3 Glacier Deep Archive</a:t>
                      </a:r>
                    </a:p>
                  </a:txBody>
                  <a:tcPr anchor="ctr"/>
                </a:tc>
                <a:tc>
                  <a:txBody>
                    <a:bodyPr/>
                    <a:lstStyle/>
                    <a:p>
                      <a:r>
                        <a:rPr lang="en-US"/>
                        <a:t>Lowest-cost, rarely accessed data</a:t>
                      </a:r>
                    </a:p>
                  </a:txBody>
                  <a:tcPr anchor="ctr"/>
                </a:tc>
                <a:tc>
                  <a:txBody>
                    <a:bodyPr/>
                    <a:lstStyle/>
                    <a:p>
                      <a:r>
                        <a:rPr lang="en-US" dirty="0"/>
                        <a:t>Up to 12 hours</a:t>
                      </a:r>
                    </a:p>
                  </a:txBody>
                  <a:tcPr anchor="ctr"/>
                </a:tc>
                <a:extLst>
                  <a:ext uri="{0D108BD9-81ED-4DB2-BD59-A6C34878D82A}">
                    <a16:rowId xmlns:a16="http://schemas.microsoft.com/office/drawing/2014/main" val="2108514898"/>
                  </a:ext>
                </a:extLst>
              </a:tr>
            </a:tbl>
          </a:graphicData>
        </a:graphic>
      </p:graphicFrame>
    </p:spTree>
    <p:extLst>
      <p:ext uri="{BB962C8B-B14F-4D97-AF65-F5344CB8AC3E}">
        <p14:creationId xmlns:p14="http://schemas.microsoft.com/office/powerpoint/2010/main" val="11638232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50DEA-F978-30DF-0F7B-8EF0CB490E4E}"/>
              </a:ext>
            </a:extLst>
          </p:cNvPr>
          <p:cNvSpPr>
            <a:spLocks noGrp="1"/>
          </p:cNvSpPr>
          <p:nvPr>
            <p:ph type="title"/>
          </p:nvPr>
        </p:nvSpPr>
        <p:spPr/>
        <p:txBody>
          <a:bodyPr>
            <a:normAutofit/>
          </a:bodyPr>
          <a:lstStyle/>
          <a:p>
            <a:r>
              <a:rPr lang="en-US" dirty="0"/>
              <a:t>Durability and Availability</a:t>
            </a:r>
          </a:p>
        </p:txBody>
      </p:sp>
      <p:sp>
        <p:nvSpPr>
          <p:cNvPr id="3" name="Content Placeholder 2">
            <a:extLst>
              <a:ext uri="{FF2B5EF4-FFF2-40B4-BE49-F238E27FC236}">
                <a16:creationId xmlns:a16="http://schemas.microsoft.com/office/drawing/2014/main" id="{73C2FFE0-8C61-B37F-A4AB-589694E5ACEE}"/>
              </a:ext>
            </a:extLst>
          </p:cNvPr>
          <p:cNvSpPr>
            <a:spLocks noGrp="1"/>
          </p:cNvSpPr>
          <p:nvPr>
            <p:ph idx="1"/>
          </p:nvPr>
        </p:nvSpPr>
        <p:spPr/>
        <p:txBody>
          <a:bodyPr/>
          <a:lstStyle/>
          <a:p>
            <a:pPr>
              <a:buFont typeface="Arial" panose="020B0604020202020204" pitchFamily="34" charset="0"/>
              <a:buChar char="•"/>
            </a:pPr>
            <a:r>
              <a:rPr lang="en-US" b="1" dirty="0"/>
              <a:t>Durability</a:t>
            </a:r>
            <a:r>
              <a:rPr lang="en-US" dirty="0"/>
              <a:t>: Probability that your data will not be lost</a:t>
            </a:r>
            <a:br>
              <a:rPr lang="en-US" dirty="0"/>
            </a:br>
            <a:r>
              <a:rPr lang="en-US" dirty="0"/>
              <a:t>(e.g., S3: 99.999999999% durability)</a:t>
            </a:r>
          </a:p>
          <a:p>
            <a:pPr>
              <a:buFont typeface="Arial" panose="020B0604020202020204" pitchFamily="34" charset="0"/>
              <a:buChar char="•"/>
            </a:pPr>
            <a:r>
              <a:rPr lang="en-US" b="1" dirty="0"/>
              <a:t>Availability</a:t>
            </a:r>
            <a:r>
              <a:rPr lang="en-US" dirty="0"/>
              <a:t>: System uptime and accessibility</a:t>
            </a:r>
            <a:br>
              <a:rPr lang="en-US" dirty="0"/>
            </a:br>
            <a:r>
              <a:rPr lang="en-US" dirty="0"/>
              <a:t>(e.g., S3 Standard: 99.99% availability)</a:t>
            </a:r>
          </a:p>
          <a:p>
            <a:endParaRPr lang="en-US" dirty="0"/>
          </a:p>
        </p:txBody>
      </p:sp>
    </p:spTree>
    <p:extLst>
      <p:ext uri="{BB962C8B-B14F-4D97-AF65-F5344CB8AC3E}">
        <p14:creationId xmlns:p14="http://schemas.microsoft.com/office/powerpoint/2010/main" val="212334264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6361DCE-9F98-18A5-0475-F8810E47C24B}"/>
              </a:ext>
            </a:extLst>
          </p:cNvPr>
          <p:cNvSpPr>
            <a:spLocks noGrp="1"/>
          </p:cNvSpPr>
          <p:nvPr>
            <p:ph type="title"/>
          </p:nvPr>
        </p:nvSpPr>
        <p:spPr/>
        <p:txBody>
          <a:bodyPr/>
          <a:lstStyle/>
          <a:p>
            <a:r>
              <a:rPr lang="en-US" dirty="0"/>
              <a:t>AWS Database Services</a:t>
            </a:r>
          </a:p>
        </p:txBody>
      </p:sp>
      <p:sp>
        <p:nvSpPr>
          <p:cNvPr id="5" name="Text Placeholder 4">
            <a:extLst>
              <a:ext uri="{FF2B5EF4-FFF2-40B4-BE49-F238E27FC236}">
                <a16:creationId xmlns:a16="http://schemas.microsoft.com/office/drawing/2014/main" id="{76A40532-959C-3105-EFD7-0C54F809695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7808357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B2151-8E09-9592-09BB-503F7F53054F}"/>
              </a:ext>
            </a:extLst>
          </p:cNvPr>
          <p:cNvSpPr>
            <a:spLocks noGrp="1"/>
          </p:cNvSpPr>
          <p:nvPr>
            <p:ph type="title"/>
          </p:nvPr>
        </p:nvSpPr>
        <p:spPr/>
        <p:txBody>
          <a:bodyPr>
            <a:normAutofit/>
          </a:bodyPr>
          <a:lstStyle/>
          <a:p>
            <a:r>
              <a:rPr lang="en-US" dirty="0"/>
              <a:t>Why Use Managed Databases?</a:t>
            </a:r>
          </a:p>
        </p:txBody>
      </p:sp>
      <p:sp>
        <p:nvSpPr>
          <p:cNvPr id="3" name="Content Placeholder 2">
            <a:extLst>
              <a:ext uri="{FF2B5EF4-FFF2-40B4-BE49-F238E27FC236}">
                <a16:creationId xmlns:a16="http://schemas.microsoft.com/office/drawing/2014/main" id="{5D4B651C-37BB-C62F-4859-7737D4128910}"/>
              </a:ext>
            </a:extLst>
          </p:cNvPr>
          <p:cNvSpPr>
            <a:spLocks noGrp="1"/>
          </p:cNvSpPr>
          <p:nvPr>
            <p:ph idx="1"/>
          </p:nvPr>
        </p:nvSpPr>
        <p:spPr/>
        <p:txBody>
          <a:bodyPr/>
          <a:lstStyle/>
          <a:p>
            <a:pPr>
              <a:buNone/>
            </a:pPr>
            <a:r>
              <a:rPr lang="en-US" dirty="0"/>
              <a:t>Traditional database management involves:</a:t>
            </a:r>
          </a:p>
          <a:p>
            <a:pPr>
              <a:buFont typeface="Arial" panose="020B0604020202020204" pitchFamily="34" charset="0"/>
              <a:buChar char="•"/>
            </a:pPr>
            <a:r>
              <a:rPr lang="en-US" dirty="0"/>
              <a:t>Provisioning hardware</a:t>
            </a:r>
          </a:p>
          <a:p>
            <a:pPr>
              <a:buFont typeface="Arial" panose="020B0604020202020204" pitchFamily="34" charset="0"/>
              <a:buChar char="•"/>
            </a:pPr>
            <a:r>
              <a:rPr lang="en-US" dirty="0"/>
              <a:t>Installing software</a:t>
            </a:r>
          </a:p>
          <a:p>
            <a:pPr>
              <a:buFont typeface="Arial" panose="020B0604020202020204" pitchFamily="34" charset="0"/>
              <a:buChar char="•"/>
            </a:pPr>
            <a:r>
              <a:rPr lang="en-US" dirty="0"/>
              <a:t>Applying patches</a:t>
            </a:r>
          </a:p>
          <a:p>
            <a:pPr>
              <a:buFont typeface="Arial" panose="020B0604020202020204" pitchFamily="34" charset="0"/>
              <a:buChar char="•"/>
            </a:pPr>
            <a:r>
              <a:rPr lang="en-US" dirty="0"/>
              <a:t>Performing backups and scaling manually</a:t>
            </a:r>
          </a:p>
          <a:p>
            <a:endParaRPr lang="en-US" dirty="0"/>
          </a:p>
        </p:txBody>
      </p:sp>
    </p:spTree>
    <p:extLst>
      <p:ext uri="{BB962C8B-B14F-4D97-AF65-F5344CB8AC3E}">
        <p14:creationId xmlns:p14="http://schemas.microsoft.com/office/powerpoint/2010/main" val="36946232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0E45C-0F4F-6A40-4C72-3410D4312122}"/>
              </a:ext>
            </a:extLst>
          </p:cNvPr>
          <p:cNvSpPr>
            <a:spLocks noGrp="1"/>
          </p:cNvSpPr>
          <p:nvPr>
            <p:ph type="title"/>
          </p:nvPr>
        </p:nvSpPr>
        <p:spPr/>
        <p:txBody>
          <a:bodyPr>
            <a:normAutofit/>
          </a:bodyPr>
          <a:lstStyle/>
          <a:p>
            <a:r>
              <a:rPr lang="en-US" dirty="0"/>
              <a:t>AWS Database Services offer:</a:t>
            </a:r>
          </a:p>
        </p:txBody>
      </p:sp>
      <p:sp>
        <p:nvSpPr>
          <p:cNvPr id="3" name="Content Placeholder 2">
            <a:extLst>
              <a:ext uri="{FF2B5EF4-FFF2-40B4-BE49-F238E27FC236}">
                <a16:creationId xmlns:a16="http://schemas.microsoft.com/office/drawing/2014/main" id="{298434D0-EFA2-10B0-0D1A-127391D1DE46}"/>
              </a:ext>
            </a:extLst>
          </p:cNvPr>
          <p:cNvSpPr>
            <a:spLocks noGrp="1"/>
          </p:cNvSpPr>
          <p:nvPr>
            <p:ph idx="1"/>
          </p:nvPr>
        </p:nvSpPr>
        <p:spPr/>
        <p:txBody>
          <a:bodyPr/>
          <a:lstStyle/>
          <a:p>
            <a:pPr>
              <a:buFont typeface="Arial" panose="020B0604020202020204" pitchFamily="34" charset="0"/>
              <a:buChar char="•"/>
            </a:pPr>
            <a:r>
              <a:rPr lang="en-US" dirty="0"/>
              <a:t>Fully managed infrastructure</a:t>
            </a:r>
          </a:p>
          <a:p>
            <a:pPr>
              <a:buFont typeface="Arial" panose="020B0604020202020204" pitchFamily="34" charset="0"/>
              <a:buChar char="•"/>
            </a:pPr>
            <a:r>
              <a:rPr lang="en-US" dirty="0"/>
              <a:t>Scalability and high availability</a:t>
            </a:r>
          </a:p>
          <a:p>
            <a:pPr>
              <a:buFont typeface="Arial" panose="020B0604020202020204" pitchFamily="34" charset="0"/>
              <a:buChar char="•"/>
            </a:pPr>
            <a:r>
              <a:rPr lang="en-US" dirty="0"/>
              <a:t>Backup, patching, and monitoring automation</a:t>
            </a:r>
          </a:p>
          <a:p>
            <a:pPr>
              <a:buFont typeface="Arial" panose="020B0604020202020204" pitchFamily="34" charset="0"/>
              <a:buChar char="•"/>
            </a:pPr>
            <a:r>
              <a:rPr lang="en-US" dirty="0"/>
              <a:t>Choice between </a:t>
            </a:r>
            <a:r>
              <a:rPr lang="en-US" b="1" dirty="0"/>
              <a:t>SQL</a:t>
            </a:r>
            <a:r>
              <a:rPr lang="en-US" dirty="0"/>
              <a:t> and </a:t>
            </a:r>
            <a:r>
              <a:rPr lang="en-US" b="1" dirty="0"/>
              <a:t>NoSQL</a:t>
            </a:r>
            <a:r>
              <a:rPr lang="en-US" dirty="0"/>
              <a:t> options</a:t>
            </a:r>
          </a:p>
          <a:p>
            <a:endParaRPr lang="en-US" dirty="0"/>
          </a:p>
        </p:txBody>
      </p:sp>
    </p:spTree>
    <p:extLst>
      <p:ext uri="{BB962C8B-B14F-4D97-AF65-F5344CB8AC3E}">
        <p14:creationId xmlns:p14="http://schemas.microsoft.com/office/powerpoint/2010/main" val="105966623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10EBD-84C1-9DDA-4F6F-D6980AFEDF57}"/>
              </a:ext>
            </a:extLst>
          </p:cNvPr>
          <p:cNvSpPr>
            <a:spLocks noGrp="1"/>
          </p:cNvSpPr>
          <p:nvPr>
            <p:ph type="title"/>
          </p:nvPr>
        </p:nvSpPr>
        <p:spPr/>
        <p:txBody>
          <a:bodyPr/>
          <a:lstStyle/>
          <a:p>
            <a:r>
              <a:rPr lang="en-US" dirty="0"/>
              <a:t>Relational vs. Non-Relational Databases</a:t>
            </a:r>
          </a:p>
        </p:txBody>
      </p:sp>
      <p:graphicFrame>
        <p:nvGraphicFramePr>
          <p:cNvPr id="4" name="Content Placeholder 3">
            <a:extLst>
              <a:ext uri="{FF2B5EF4-FFF2-40B4-BE49-F238E27FC236}">
                <a16:creationId xmlns:a16="http://schemas.microsoft.com/office/drawing/2014/main" id="{7BA51BA0-5C76-EDD2-6206-D20B9ECBEFC7}"/>
              </a:ext>
            </a:extLst>
          </p:cNvPr>
          <p:cNvGraphicFramePr>
            <a:graphicFrameLocks noGrp="1"/>
          </p:cNvGraphicFramePr>
          <p:nvPr>
            <p:ph idx="1"/>
            <p:extLst>
              <p:ext uri="{D42A27DB-BD31-4B8C-83A1-F6EECF244321}">
                <p14:modId xmlns:p14="http://schemas.microsoft.com/office/powerpoint/2010/main" val="164735187"/>
              </p:ext>
            </p:extLst>
          </p:nvPr>
        </p:nvGraphicFramePr>
        <p:xfrm>
          <a:off x="838200" y="1840737"/>
          <a:ext cx="10515600" cy="1371600"/>
        </p:xfrm>
        <a:graphic>
          <a:graphicData uri="http://schemas.openxmlformats.org/drawingml/2006/table">
            <a:tbl>
              <a:tblPr>
                <a:tableStyleId>{616DA210-FB5B-4158-B5E0-FEB733F419BA}</a:tableStyleId>
              </a:tblPr>
              <a:tblGrid>
                <a:gridCol w="2801815">
                  <a:extLst>
                    <a:ext uri="{9D8B030D-6E8A-4147-A177-3AD203B41FA5}">
                      <a16:colId xmlns:a16="http://schemas.microsoft.com/office/drawing/2014/main" val="4068295187"/>
                    </a:ext>
                  </a:extLst>
                </a:gridCol>
                <a:gridCol w="4208585">
                  <a:extLst>
                    <a:ext uri="{9D8B030D-6E8A-4147-A177-3AD203B41FA5}">
                      <a16:colId xmlns:a16="http://schemas.microsoft.com/office/drawing/2014/main" val="4166630576"/>
                    </a:ext>
                  </a:extLst>
                </a:gridCol>
                <a:gridCol w="3505200">
                  <a:extLst>
                    <a:ext uri="{9D8B030D-6E8A-4147-A177-3AD203B41FA5}">
                      <a16:colId xmlns:a16="http://schemas.microsoft.com/office/drawing/2014/main" val="468731296"/>
                    </a:ext>
                  </a:extLst>
                </a:gridCol>
              </a:tblGrid>
              <a:tr h="0">
                <a:tc>
                  <a:txBody>
                    <a:bodyPr/>
                    <a:lstStyle/>
                    <a:p>
                      <a:pPr algn="ctr"/>
                      <a:r>
                        <a:rPr lang="en-US" b="1"/>
                        <a:t>Type</a:t>
                      </a:r>
                    </a:p>
                  </a:txBody>
                  <a:tcPr anchor="ctr">
                    <a:solidFill>
                      <a:schemeClr val="bg1">
                        <a:lumMod val="85000"/>
                      </a:schemeClr>
                    </a:solidFill>
                  </a:tcPr>
                </a:tc>
                <a:tc>
                  <a:txBody>
                    <a:bodyPr/>
                    <a:lstStyle/>
                    <a:p>
                      <a:pPr algn="ctr"/>
                      <a:r>
                        <a:rPr lang="en-US" b="1"/>
                        <a:t>Characteristics</a:t>
                      </a:r>
                    </a:p>
                  </a:txBody>
                  <a:tcPr anchor="ctr">
                    <a:solidFill>
                      <a:schemeClr val="bg1">
                        <a:lumMod val="85000"/>
                      </a:schemeClr>
                    </a:solidFill>
                  </a:tcPr>
                </a:tc>
                <a:tc>
                  <a:txBody>
                    <a:bodyPr/>
                    <a:lstStyle/>
                    <a:p>
                      <a:pPr algn="ctr"/>
                      <a:r>
                        <a:rPr lang="en-US" b="1" dirty="0"/>
                        <a:t>Examples</a:t>
                      </a:r>
                    </a:p>
                  </a:txBody>
                  <a:tcPr anchor="ctr">
                    <a:solidFill>
                      <a:schemeClr val="bg1">
                        <a:lumMod val="85000"/>
                      </a:schemeClr>
                    </a:solidFill>
                  </a:tcPr>
                </a:tc>
                <a:extLst>
                  <a:ext uri="{0D108BD9-81ED-4DB2-BD59-A6C34878D82A}">
                    <a16:rowId xmlns:a16="http://schemas.microsoft.com/office/drawing/2014/main" val="1375434468"/>
                  </a:ext>
                </a:extLst>
              </a:tr>
              <a:tr h="0">
                <a:tc>
                  <a:txBody>
                    <a:bodyPr/>
                    <a:lstStyle/>
                    <a:p>
                      <a:r>
                        <a:rPr lang="en-US" b="1"/>
                        <a:t>Relational (SQL)</a:t>
                      </a:r>
                      <a:endParaRPr lang="en-US"/>
                    </a:p>
                  </a:txBody>
                  <a:tcPr anchor="ctr"/>
                </a:tc>
                <a:tc>
                  <a:txBody>
                    <a:bodyPr/>
                    <a:lstStyle/>
                    <a:p>
                      <a:r>
                        <a:rPr lang="en-US"/>
                        <a:t>Structured data, tables, schemas, ACID compliance</a:t>
                      </a:r>
                    </a:p>
                  </a:txBody>
                  <a:tcPr anchor="ctr"/>
                </a:tc>
                <a:tc>
                  <a:txBody>
                    <a:bodyPr/>
                    <a:lstStyle/>
                    <a:p>
                      <a:r>
                        <a:rPr lang="en-US" dirty="0">
                          <a:solidFill>
                            <a:srgbClr val="00B050"/>
                          </a:solidFill>
                        </a:rPr>
                        <a:t>Amazon RDS, Amazon Aurora</a:t>
                      </a:r>
                    </a:p>
                  </a:txBody>
                  <a:tcPr anchor="ctr"/>
                </a:tc>
                <a:extLst>
                  <a:ext uri="{0D108BD9-81ED-4DB2-BD59-A6C34878D82A}">
                    <a16:rowId xmlns:a16="http://schemas.microsoft.com/office/drawing/2014/main" val="2335681932"/>
                  </a:ext>
                </a:extLst>
              </a:tr>
              <a:tr h="0">
                <a:tc>
                  <a:txBody>
                    <a:bodyPr/>
                    <a:lstStyle/>
                    <a:p>
                      <a:r>
                        <a:rPr lang="en-US" b="1"/>
                        <a:t>Non-Relational (NoSQL)</a:t>
                      </a:r>
                      <a:endParaRPr lang="en-US"/>
                    </a:p>
                  </a:txBody>
                  <a:tcPr anchor="ctr"/>
                </a:tc>
                <a:tc>
                  <a:txBody>
                    <a:bodyPr/>
                    <a:lstStyle/>
                    <a:p>
                      <a:r>
                        <a:rPr lang="en-US"/>
                        <a:t>Key-value, document, flexible schema</a:t>
                      </a:r>
                    </a:p>
                  </a:txBody>
                  <a:tcPr anchor="ctr"/>
                </a:tc>
                <a:tc>
                  <a:txBody>
                    <a:bodyPr/>
                    <a:lstStyle/>
                    <a:p>
                      <a:r>
                        <a:rPr lang="en-US" dirty="0">
                          <a:solidFill>
                            <a:srgbClr val="00B050"/>
                          </a:solidFill>
                        </a:rPr>
                        <a:t>Amazon DynamoDB</a:t>
                      </a:r>
                    </a:p>
                  </a:txBody>
                  <a:tcPr anchor="ctr"/>
                </a:tc>
                <a:extLst>
                  <a:ext uri="{0D108BD9-81ED-4DB2-BD59-A6C34878D82A}">
                    <a16:rowId xmlns:a16="http://schemas.microsoft.com/office/drawing/2014/main" val="2968632277"/>
                  </a:ext>
                </a:extLst>
              </a:tr>
            </a:tbl>
          </a:graphicData>
        </a:graphic>
      </p:graphicFrame>
    </p:spTree>
    <p:extLst>
      <p:ext uri="{BB962C8B-B14F-4D97-AF65-F5344CB8AC3E}">
        <p14:creationId xmlns:p14="http://schemas.microsoft.com/office/powerpoint/2010/main" val="8801830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5D598-3061-F1E2-2E09-21E68A47440F}"/>
              </a:ext>
            </a:extLst>
          </p:cNvPr>
          <p:cNvSpPr>
            <a:spLocks noGrp="1"/>
          </p:cNvSpPr>
          <p:nvPr>
            <p:ph type="title"/>
          </p:nvPr>
        </p:nvSpPr>
        <p:spPr/>
        <p:txBody>
          <a:bodyPr/>
          <a:lstStyle/>
          <a:p>
            <a:r>
              <a:rPr lang="en-US" dirty="0"/>
              <a:t>Amazon RDS – Relational Database Service</a:t>
            </a:r>
          </a:p>
        </p:txBody>
      </p:sp>
      <p:sp>
        <p:nvSpPr>
          <p:cNvPr id="3" name="Content Placeholder 2">
            <a:extLst>
              <a:ext uri="{FF2B5EF4-FFF2-40B4-BE49-F238E27FC236}">
                <a16:creationId xmlns:a16="http://schemas.microsoft.com/office/drawing/2014/main" id="{1A56C2B4-2D7E-D580-361E-CAF6480A3BAB}"/>
              </a:ext>
            </a:extLst>
          </p:cNvPr>
          <p:cNvSpPr>
            <a:spLocks noGrp="1"/>
          </p:cNvSpPr>
          <p:nvPr>
            <p:ph idx="1"/>
          </p:nvPr>
        </p:nvSpPr>
        <p:spPr>
          <a:xfrm>
            <a:off x="838200" y="1706007"/>
            <a:ext cx="10767646" cy="4991039"/>
          </a:xfrm>
        </p:spPr>
        <p:txBody>
          <a:bodyPr>
            <a:normAutofit/>
          </a:bodyPr>
          <a:lstStyle/>
          <a:p>
            <a:pPr marL="0" indent="0">
              <a:buNone/>
            </a:pPr>
            <a:r>
              <a:rPr lang="en-US" b="1" dirty="0">
                <a:solidFill>
                  <a:srgbClr val="00B050"/>
                </a:solidFill>
              </a:rPr>
              <a:t>Amazon RDS is a managed service that runs traditional relational databases</a:t>
            </a:r>
            <a:r>
              <a:rPr lang="en-US" dirty="0">
                <a:solidFill>
                  <a:srgbClr val="00B050"/>
                </a:solidFill>
              </a:rPr>
              <a:t> (like MySQL, PostgreSQL, SQL Server, etc.) for you — but on AWS infrastructure. You don’t need to install or maintain the database software yourself — AWS does that part.</a:t>
            </a:r>
          </a:p>
          <a:p>
            <a:pPr>
              <a:buNone/>
            </a:pPr>
            <a:r>
              <a:rPr lang="en-US" b="1" dirty="0"/>
              <a:t>Key Features:</a:t>
            </a:r>
            <a:endParaRPr lang="en-US" dirty="0"/>
          </a:p>
          <a:p>
            <a:pPr>
              <a:buFont typeface="Arial" panose="020B0604020202020204" pitchFamily="34" charset="0"/>
              <a:buChar char="•"/>
            </a:pPr>
            <a:r>
              <a:rPr lang="en-US" dirty="0"/>
              <a:t>Supports MySQL, PostgreSQL, SQL Server, Oracle, and MariaDB</a:t>
            </a:r>
          </a:p>
          <a:p>
            <a:pPr>
              <a:buFont typeface="Arial" panose="020B0604020202020204" pitchFamily="34" charset="0"/>
              <a:buChar char="•"/>
            </a:pPr>
            <a:r>
              <a:rPr lang="en-US" dirty="0"/>
              <a:t>Automated backups and patching</a:t>
            </a:r>
          </a:p>
          <a:p>
            <a:pPr>
              <a:buFont typeface="Arial" panose="020B0604020202020204" pitchFamily="34" charset="0"/>
              <a:buChar char="•"/>
            </a:pPr>
            <a:r>
              <a:rPr lang="en-US" dirty="0"/>
              <a:t>Multi-AZ deployment for high availability</a:t>
            </a:r>
          </a:p>
          <a:p>
            <a:pPr>
              <a:buFont typeface="Arial" panose="020B0604020202020204" pitchFamily="34" charset="0"/>
              <a:buChar char="•"/>
            </a:pPr>
            <a:r>
              <a:rPr lang="en-US" dirty="0"/>
              <a:t>Read replicas for performance</a:t>
            </a:r>
          </a:p>
          <a:p>
            <a:r>
              <a:rPr lang="en-US" b="1" dirty="0"/>
              <a:t>Use Cases:</a:t>
            </a:r>
            <a:br>
              <a:rPr lang="en-US" dirty="0"/>
            </a:br>
            <a:r>
              <a:rPr lang="en-US" dirty="0"/>
              <a:t>Enterprise applications, ERP systems, websites with structured data</a:t>
            </a:r>
          </a:p>
          <a:p>
            <a:endParaRPr lang="en-US" dirty="0"/>
          </a:p>
        </p:txBody>
      </p:sp>
    </p:spTree>
    <p:extLst>
      <p:ext uri="{BB962C8B-B14F-4D97-AF65-F5344CB8AC3E}">
        <p14:creationId xmlns:p14="http://schemas.microsoft.com/office/powerpoint/2010/main" val="311395729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3F24D-C2CB-AC76-ACDA-EFBB25C1F58E}"/>
              </a:ext>
            </a:extLst>
          </p:cNvPr>
          <p:cNvSpPr>
            <a:spLocks noGrp="1"/>
          </p:cNvSpPr>
          <p:nvPr>
            <p:ph type="title"/>
          </p:nvPr>
        </p:nvSpPr>
        <p:spPr/>
        <p:txBody>
          <a:bodyPr/>
          <a:lstStyle/>
          <a:p>
            <a:r>
              <a:rPr lang="en-US" dirty="0"/>
              <a:t>Amazon Aurora</a:t>
            </a:r>
          </a:p>
        </p:txBody>
      </p:sp>
      <p:sp>
        <p:nvSpPr>
          <p:cNvPr id="3" name="Content Placeholder 2">
            <a:extLst>
              <a:ext uri="{FF2B5EF4-FFF2-40B4-BE49-F238E27FC236}">
                <a16:creationId xmlns:a16="http://schemas.microsoft.com/office/drawing/2014/main" id="{673D1EE1-2197-35B0-A405-8D13FBCC1244}"/>
              </a:ext>
            </a:extLst>
          </p:cNvPr>
          <p:cNvSpPr>
            <a:spLocks noGrp="1"/>
          </p:cNvSpPr>
          <p:nvPr>
            <p:ph idx="1"/>
          </p:nvPr>
        </p:nvSpPr>
        <p:spPr>
          <a:xfrm>
            <a:off x="838200" y="1706007"/>
            <a:ext cx="11163300" cy="4991039"/>
          </a:xfrm>
        </p:spPr>
        <p:txBody>
          <a:bodyPr/>
          <a:lstStyle/>
          <a:p>
            <a:pPr marL="0" indent="0">
              <a:buNone/>
            </a:pPr>
            <a:r>
              <a:rPr lang="en-US" dirty="0">
                <a:solidFill>
                  <a:srgbClr val="00B050"/>
                </a:solidFill>
              </a:rPr>
              <a:t>Aurora is a </a:t>
            </a:r>
            <a:r>
              <a:rPr lang="en-US" b="1" dirty="0">
                <a:solidFill>
                  <a:srgbClr val="00B050"/>
                </a:solidFill>
              </a:rPr>
              <a:t>MySQL and PostgreSQL-compatible</a:t>
            </a:r>
            <a:r>
              <a:rPr lang="en-US" dirty="0">
                <a:solidFill>
                  <a:srgbClr val="00B050"/>
                </a:solidFill>
              </a:rPr>
              <a:t> relational database built for the cloud.</a:t>
            </a:r>
          </a:p>
          <a:p>
            <a:pPr>
              <a:buNone/>
            </a:pPr>
            <a:r>
              <a:rPr lang="en-US" b="1" dirty="0"/>
              <a:t>Key Advantages:</a:t>
            </a:r>
            <a:endParaRPr lang="en-US" dirty="0"/>
          </a:p>
          <a:p>
            <a:pPr>
              <a:buFont typeface="Arial" panose="020B0604020202020204" pitchFamily="34" charset="0"/>
              <a:buChar char="•"/>
            </a:pPr>
            <a:r>
              <a:rPr lang="en-US" dirty="0"/>
              <a:t>Up to 5x faster than standard MySQL</a:t>
            </a:r>
          </a:p>
          <a:p>
            <a:pPr>
              <a:buFont typeface="Arial" panose="020B0604020202020204" pitchFamily="34" charset="0"/>
              <a:buChar char="•"/>
            </a:pPr>
            <a:r>
              <a:rPr lang="en-US" dirty="0"/>
              <a:t>Up to 3x faster than PostgreSQL</a:t>
            </a:r>
          </a:p>
          <a:p>
            <a:pPr>
              <a:buFont typeface="Arial" panose="020B0604020202020204" pitchFamily="34" charset="0"/>
              <a:buChar char="•"/>
            </a:pPr>
            <a:r>
              <a:rPr lang="en-US" dirty="0"/>
              <a:t>Storage auto-scales up to 128 TB</a:t>
            </a:r>
          </a:p>
          <a:p>
            <a:pPr>
              <a:buFont typeface="Arial" panose="020B0604020202020204" pitchFamily="34" charset="0"/>
              <a:buChar char="•"/>
            </a:pPr>
            <a:r>
              <a:rPr lang="en-US" dirty="0"/>
              <a:t>High durability (replicated across 6 copies)</a:t>
            </a:r>
          </a:p>
          <a:p>
            <a:r>
              <a:rPr lang="en-US" b="1" dirty="0"/>
              <a:t>Ideal for:</a:t>
            </a:r>
            <a:r>
              <a:rPr lang="en-US" dirty="0"/>
              <a:t> Mission-critical, high-performance applications</a:t>
            </a:r>
          </a:p>
          <a:p>
            <a:endParaRPr lang="en-US" dirty="0"/>
          </a:p>
        </p:txBody>
      </p:sp>
    </p:spTree>
    <p:extLst>
      <p:ext uri="{BB962C8B-B14F-4D97-AF65-F5344CB8AC3E}">
        <p14:creationId xmlns:p14="http://schemas.microsoft.com/office/powerpoint/2010/main" val="13184379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8BA54-945F-1D42-7118-284F2B315D91}"/>
              </a:ext>
            </a:extLst>
          </p:cNvPr>
          <p:cNvSpPr>
            <a:spLocks noGrp="1"/>
          </p:cNvSpPr>
          <p:nvPr>
            <p:ph type="title"/>
          </p:nvPr>
        </p:nvSpPr>
        <p:spPr/>
        <p:txBody>
          <a:bodyPr/>
          <a:lstStyle/>
          <a:p>
            <a:r>
              <a:rPr lang="en-US" dirty="0"/>
              <a:t>Amazon DynamoDB – NoSQL Database</a:t>
            </a:r>
          </a:p>
        </p:txBody>
      </p:sp>
      <p:sp>
        <p:nvSpPr>
          <p:cNvPr id="3" name="Content Placeholder 2">
            <a:extLst>
              <a:ext uri="{FF2B5EF4-FFF2-40B4-BE49-F238E27FC236}">
                <a16:creationId xmlns:a16="http://schemas.microsoft.com/office/drawing/2014/main" id="{853D8809-DD8C-D409-4749-7973F58CB9F9}"/>
              </a:ext>
            </a:extLst>
          </p:cNvPr>
          <p:cNvSpPr>
            <a:spLocks noGrp="1"/>
          </p:cNvSpPr>
          <p:nvPr>
            <p:ph idx="1"/>
          </p:nvPr>
        </p:nvSpPr>
        <p:spPr/>
        <p:txBody>
          <a:bodyPr/>
          <a:lstStyle/>
          <a:p>
            <a:pPr>
              <a:buNone/>
            </a:pPr>
            <a:r>
              <a:rPr lang="en-US" b="1" dirty="0">
                <a:solidFill>
                  <a:srgbClr val="00B050"/>
                </a:solidFill>
              </a:rPr>
              <a:t>Amazon DynamoDB</a:t>
            </a:r>
            <a:r>
              <a:rPr lang="en-US" dirty="0">
                <a:solidFill>
                  <a:srgbClr val="00B050"/>
                </a:solidFill>
              </a:rPr>
              <a:t> is a fully managed </a:t>
            </a:r>
            <a:r>
              <a:rPr lang="en-US" b="1" dirty="0">
                <a:solidFill>
                  <a:srgbClr val="00B050"/>
                </a:solidFill>
              </a:rPr>
              <a:t>key-value and document</a:t>
            </a:r>
            <a:r>
              <a:rPr lang="en-US" dirty="0">
                <a:solidFill>
                  <a:srgbClr val="00B050"/>
                </a:solidFill>
              </a:rPr>
              <a:t> database.</a:t>
            </a:r>
          </a:p>
          <a:p>
            <a:pPr>
              <a:buNone/>
            </a:pPr>
            <a:r>
              <a:rPr lang="en-US" b="1" dirty="0"/>
              <a:t>Features:</a:t>
            </a:r>
            <a:endParaRPr lang="en-US" dirty="0"/>
          </a:p>
          <a:p>
            <a:pPr>
              <a:buFont typeface="Arial" panose="020B0604020202020204" pitchFamily="34" charset="0"/>
              <a:buChar char="•"/>
            </a:pPr>
            <a:r>
              <a:rPr lang="en-US" dirty="0"/>
              <a:t>Single-digit millisecond latency at any scale</a:t>
            </a:r>
          </a:p>
          <a:p>
            <a:pPr>
              <a:buFont typeface="Arial" panose="020B0604020202020204" pitchFamily="34" charset="0"/>
              <a:buChar char="•"/>
            </a:pPr>
            <a:r>
              <a:rPr lang="en-US" dirty="0"/>
              <a:t>Automatically scales throughput and storage</a:t>
            </a:r>
          </a:p>
          <a:p>
            <a:pPr>
              <a:buFont typeface="Arial" panose="020B0604020202020204" pitchFamily="34" charset="0"/>
              <a:buChar char="•"/>
            </a:pPr>
            <a:r>
              <a:rPr lang="en-US" dirty="0"/>
              <a:t>Built-in security, backup, and caching (via DAX)</a:t>
            </a:r>
          </a:p>
          <a:p>
            <a:r>
              <a:rPr lang="en-US" b="1" dirty="0"/>
              <a:t>Use Cases:</a:t>
            </a:r>
            <a:br>
              <a:rPr lang="en-US" dirty="0"/>
            </a:br>
            <a:r>
              <a:rPr lang="en-US" dirty="0"/>
              <a:t>Gaming leaderboards, IoT, real-time bidding engines, session management</a:t>
            </a:r>
          </a:p>
          <a:p>
            <a:endParaRPr lang="en-US" dirty="0"/>
          </a:p>
        </p:txBody>
      </p:sp>
    </p:spTree>
    <p:extLst>
      <p:ext uri="{BB962C8B-B14F-4D97-AF65-F5344CB8AC3E}">
        <p14:creationId xmlns:p14="http://schemas.microsoft.com/office/powerpoint/2010/main" val="342878332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6D353-619E-E4CA-715E-5BA48A217D7D}"/>
              </a:ext>
            </a:extLst>
          </p:cNvPr>
          <p:cNvSpPr>
            <a:spLocks noGrp="1"/>
          </p:cNvSpPr>
          <p:nvPr>
            <p:ph type="title"/>
          </p:nvPr>
        </p:nvSpPr>
        <p:spPr/>
        <p:txBody>
          <a:bodyPr/>
          <a:lstStyle/>
          <a:p>
            <a:r>
              <a:rPr lang="en-US" dirty="0"/>
              <a:t>Amazon Redshift – Data Warehousing</a:t>
            </a:r>
          </a:p>
        </p:txBody>
      </p:sp>
      <p:sp>
        <p:nvSpPr>
          <p:cNvPr id="3" name="Content Placeholder 2">
            <a:extLst>
              <a:ext uri="{FF2B5EF4-FFF2-40B4-BE49-F238E27FC236}">
                <a16:creationId xmlns:a16="http://schemas.microsoft.com/office/drawing/2014/main" id="{0DFF4ABB-D621-AFCC-44B1-ADD467B27876}"/>
              </a:ext>
            </a:extLst>
          </p:cNvPr>
          <p:cNvSpPr>
            <a:spLocks noGrp="1"/>
          </p:cNvSpPr>
          <p:nvPr>
            <p:ph idx="1"/>
          </p:nvPr>
        </p:nvSpPr>
        <p:spPr/>
        <p:txBody>
          <a:bodyPr/>
          <a:lstStyle/>
          <a:p>
            <a:pPr>
              <a:buNone/>
            </a:pPr>
            <a:r>
              <a:rPr lang="en-US" b="1" dirty="0">
                <a:solidFill>
                  <a:srgbClr val="00B050"/>
                </a:solidFill>
              </a:rPr>
              <a:t>Amazon Redshift</a:t>
            </a:r>
            <a:r>
              <a:rPr lang="en-US" dirty="0">
                <a:solidFill>
                  <a:srgbClr val="00B050"/>
                </a:solidFill>
              </a:rPr>
              <a:t> is a fully managed </a:t>
            </a:r>
            <a:r>
              <a:rPr lang="en-US" b="1" dirty="0">
                <a:solidFill>
                  <a:srgbClr val="00B050"/>
                </a:solidFill>
              </a:rPr>
              <a:t>data warehouse</a:t>
            </a:r>
            <a:r>
              <a:rPr lang="en-US" dirty="0">
                <a:solidFill>
                  <a:srgbClr val="00B050"/>
                </a:solidFill>
              </a:rPr>
              <a:t> optimized for analytics.</a:t>
            </a:r>
          </a:p>
          <a:p>
            <a:pPr>
              <a:buNone/>
            </a:pPr>
            <a:r>
              <a:rPr lang="en-US" b="1" dirty="0"/>
              <a:t>Features:</a:t>
            </a:r>
            <a:endParaRPr lang="en-US" dirty="0"/>
          </a:p>
          <a:p>
            <a:pPr>
              <a:buFont typeface="Arial" panose="020B0604020202020204" pitchFamily="34" charset="0"/>
              <a:buChar char="•"/>
            </a:pPr>
            <a:r>
              <a:rPr lang="en-US" dirty="0"/>
              <a:t>Petabyte-scale analytics</a:t>
            </a:r>
          </a:p>
          <a:p>
            <a:pPr>
              <a:buFont typeface="Arial" panose="020B0604020202020204" pitchFamily="34" charset="0"/>
              <a:buChar char="•"/>
            </a:pPr>
            <a:r>
              <a:rPr lang="en-US" dirty="0"/>
              <a:t>SQL-based querying</a:t>
            </a:r>
          </a:p>
          <a:p>
            <a:pPr>
              <a:buFont typeface="Arial" panose="020B0604020202020204" pitchFamily="34" charset="0"/>
              <a:buChar char="•"/>
            </a:pPr>
            <a:r>
              <a:rPr lang="en-US" dirty="0"/>
              <a:t>Integrates with S3 and BI tools (e.g., Tableau, </a:t>
            </a:r>
            <a:r>
              <a:rPr lang="en-US" dirty="0" err="1"/>
              <a:t>QuickSight</a:t>
            </a:r>
            <a:r>
              <a:rPr lang="en-US" dirty="0"/>
              <a:t>)</a:t>
            </a:r>
          </a:p>
          <a:p>
            <a:pPr>
              <a:buFont typeface="Arial" panose="020B0604020202020204" pitchFamily="34" charset="0"/>
              <a:buChar char="•"/>
            </a:pPr>
            <a:r>
              <a:rPr lang="en-US" dirty="0"/>
              <a:t>Supports complex joins, aggregations, and OLAP operations</a:t>
            </a:r>
          </a:p>
          <a:p>
            <a:r>
              <a:rPr lang="en-US" b="1" dirty="0"/>
              <a:t>Use Cases:</a:t>
            </a:r>
            <a:br>
              <a:rPr lang="en-US" dirty="0"/>
            </a:br>
            <a:r>
              <a:rPr lang="en-US" dirty="0"/>
              <a:t>Business intelligence, reporting, data lake analytics</a:t>
            </a:r>
          </a:p>
          <a:p>
            <a:endParaRPr lang="en-US" dirty="0"/>
          </a:p>
        </p:txBody>
      </p:sp>
    </p:spTree>
    <p:extLst>
      <p:ext uri="{BB962C8B-B14F-4D97-AF65-F5344CB8AC3E}">
        <p14:creationId xmlns:p14="http://schemas.microsoft.com/office/powerpoint/2010/main" val="202684036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B5DC8-2E6D-FF77-7DD5-943BBA1FA01E}"/>
              </a:ext>
            </a:extLst>
          </p:cNvPr>
          <p:cNvSpPr>
            <a:spLocks noGrp="1"/>
          </p:cNvSpPr>
          <p:nvPr>
            <p:ph type="title"/>
          </p:nvPr>
        </p:nvSpPr>
        <p:spPr/>
        <p:txBody>
          <a:bodyPr/>
          <a:lstStyle/>
          <a:p>
            <a:r>
              <a:rPr lang="en-US" dirty="0"/>
              <a:t>AWS Database Selection Guide</a:t>
            </a:r>
          </a:p>
        </p:txBody>
      </p:sp>
      <p:graphicFrame>
        <p:nvGraphicFramePr>
          <p:cNvPr id="4" name="Content Placeholder 3">
            <a:extLst>
              <a:ext uri="{FF2B5EF4-FFF2-40B4-BE49-F238E27FC236}">
                <a16:creationId xmlns:a16="http://schemas.microsoft.com/office/drawing/2014/main" id="{F1DF050B-ABED-3F60-93D9-0CA27BFBA435}"/>
              </a:ext>
            </a:extLst>
          </p:cNvPr>
          <p:cNvGraphicFramePr>
            <a:graphicFrameLocks noGrp="1"/>
          </p:cNvGraphicFramePr>
          <p:nvPr>
            <p:ph idx="1"/>
            <p:extLst>
              <p:ext uri="{D42A27DB-BD31-4B8C-83A1-F6EECF244321}">
                <p14:modId xmlns:p14="http://schemas.microsoft.com/office/powerpoint/2010/main" val="648581578"/>
              </p:ext>
            </p:extLst>
          </p:nvPr>
        </p:nvGraphicFramePr>
        <p:xfrm>
          <a:off x="838200" y="1891400"/>
          <a:ext cx="10515600" cy="1828800"/>
        </p:xfrm>
        <a:graphic>
          <a:graphicData uri="http://schemas.openxmlformats.org/drawingml/2006/table">
            <a:tbl>
              <a:tblPr>
                <a:tableStyleId>{616DA210-FB5B-4158-B5E0-FEB733F419BA}</a:tableStyleId>
              </a:tblPr>
              <a:tblGrid>
                <a:gridCol w="3909646">
                  <a:extLst>
                    <a:ext uri="{9D8B030D-6E8A-4147-A177-3AD203B41FA5}">
                      <a16:colId xmlns:a16="http://schemas.microsoft.com/office/drawing/2014/main" val="678336518"/>
                    </a:ext>
                  </a:extLst>
                </a:gridCol>
                <a:gridCol w="6605954">
                  <a:extLst>
                    <a:ext uri="{9D8B030D-6E8A-4147-A177-3AD203B41FA5}">
                      <a16:colId xmlns:a16="http://schemas.microsoft.com/office/drawing/2014/main" val="3554255603"/>
                    </a:ext>
                  </a:extLst>
                </a:gridCol>
              </a:tblGrid>
              <a:tr h="0">
                <a:tc>
                  <a:txBody>
                    <a:bodyPr/>
                    <a:lstStyle/>
                    <a:p>
                      <a:pPr algn="ctr"/>
                      <a:r>
                        <a:rPr lang="en-US" b="1"/>
                        <a:t>Requirement</a:t>
                      </a:r>
                    </a:p>
                  </a:txBody>
                  <a:tcPr anchor="ctr">
                    <a:solidFill>
                      <a:schemeClr val="bg1">
                        <a:lumMod val="85000"/>
                      </a:schemeClr>
                    </a:solidFill>
                  </a:tcPr>
                </a:tc>
                <a:tc>
                  <a:txBody>
                    <a:bodyPr/>
                    <a:lstStyle/>
                    <a:p>
                      <a:pPr algn="ctr"/>
                      <a:r>
                        <a:rPr lang="en-US" b="1" dirty="0"/>
                        <a:t>Recommended Service</a:t>
                      </a:r>
                    </a:p>
                  </a:txBody>
                  <a:tcPr anchor="ctr">
                    <a:solidFill>
                      <a:schemeClr val="bg1">
                        <a:lumMod val="85000"/>
                      </a:schemeClr>
                    </a:solidFill>
                  </a:tcPr>
                </a:tc>
                <a:extLst>
                  <a:ext uri="{0D108BD9-81ED-4DB2-BD59-A6C34878D82A}">
                    <a16:rowId xmlns:a16="http://schemas.microsoft.com/office/drawing/2014/main" val="2201281425"/>
                  </a:ext>
                </a:extLst>
              </a:tr>
              <a:tr h="0">
                <a:tc>
                  <a:txBody>
                    <a:bodyPr/>
                    <a:lstStyle/>
                    <a:p>
                      <a:r>
                        <a:rPr lang="en-US"/>
                        <a:t>Managed relational DB</a:t>
                      </a:r>
                    </a:p>
                  </a:txBody>
                  <a:tcPr anchor="ctr"/>
                </a:tc>
                <a:tc>
                  <a:txBody>
                    <a:bodyPr/>
                    <a:lstStyle/>
                    <a:p>
                      <a:r>
                        <a:rPr lang="en-US"/>
                        <a:t>Amazon RDS</a:t>
                      </a:r>
                    </a:p>
                  </a:txBody>
                  <a:tcPr anchor="ctr"/>
                </a:tc>
                <a:extLst>
                  <a:ext uri="{0D108BD9-81ED-4DB2-BD59-A6C34878D82A}">
                    <a16:rowId xmlns:a16="http://schemas.microsoft.com/office/drawing/2014/main" val="3869165291"/>
                  </a:ext>
                </a:extLst>
              </a:tr>
              <a:tr h="0">
                <a:tc>
                  <a:txBody>
                    <a:bodyPr/>
                    <a:lstStyle/>
                    <a:p>
                      <a:r>
                        <a:rPr lang="en-US"/>
                        <a:t>High-performance SQL</a:t>
                      </a:r>
                    </a:p>
                  </a:txBody>
                  <a:tcPr anchor="ctr"/>
                </a:tc>
                <a:tc>
                  <a:txBody>
                    <a:bodyPr/>
                    <a:lstStyle/>
                    <a:p>
                      <a:r>
                        <a:rPr lang="en-US"/>
                        <a:t>Amazon Aurora</a:t>
                      </a:r>
                    </a:p>
                  </a:txBody>
                  <a:tcPr anchor="ctr"/>
                </a:tc>
                <a:extLst>
                  <a:ext uri="{0D108BD9-81ED-4DB2-BD59-A6C34878D82A}">
                    <a16:rowId xmlns:a16="http://schemas.microsoft.com/office/drawing/2014/main" val="3199569176"/>
                  </a:ext>
                </a:extLst>
              </a:tr>
              <a:tr h="0">
                <a:tc>
                  <a:txBody>
                    <a:bodyPr/>
                    <a:lstStyle/>
                    <a:p>
                      <a:r>
                        <a:rPr lang="en-US"/>
                        <a:t>NoSQL key-value store</a:t>
                      </a:r>
                    </a:p>
                  </a:txBody>
                  <a:tcPr anchor="ctr"/>
                </a:tc>
                <a:tc>
                  <a:txBody>
                    <a:bodyPr/>
                    <a:lstStyle/>
                    <a:p>
                      <a:r>
                        <a:rPr lang="en-US"/>
                        <a:t>Amazon DynamoDB</a:t>
                      </a:r>
                    </a:p>
                  </a:txBody>
                  <a:tcPr anchor="ctr"/>
                </a:tc>
                <a:extLst>
                  <a:ext uri="{0D108BD9-81ED-4DB2-BD59-A6C34878D82A}">
                    <a16:rowId xmlns:a16="http://schemas.microsoft.com/office/drawing/2014/main" val="1191368843"/>
                  </a:ext>
                </a:extLst>
              </a:tr>
              <a:tr h="0">
                <a:tc>
                  <a:txBody>
                    <a:bodyPr/>
                    <a:lstStyle/>
                    <a:p>
                      <a:r>
                        <a:rPr lang="en-US"/>
                        <a:t>Data warehousing &amp; analytics</a:t>
                      </a:r>
                    </a:p>
                  </a:txBody>
                  <a:tcPr anchor="ctr"/>
                </a:tc>
                <a:tc>
                  <a:txBody>
                    <a:bodyPr/>
                    <a:lstStyle/>
                    <a:p>
                      <a:r>
                        <a:rPr lang="en-US" dirty="0"/>
                        <a:t>Amazon Redshift</a:t>
                      </a:r>
                    </a:p>
                  </a:txBody>
                  <a:tcPr anchor="ctr"/>
                </a:tc>
                <a:extLst>
                  <a:ext uri="{0D108BD9-81ED-4DB2-BD59-A6C34878D82A}">
                    <a16:rowId xmlns:a16="http://schemas.microsoft.com/office/drawing/2014/main" val="1834602063"/>
                  </a:ext>
                </a:extLst>
              </a:tr>
            </a:tbl>
          </a:graphicData>
        </a:graphic>
      </p:graphicFrame>
    </p:spTree>
    <p:extLst>
      <p:ext uri="{BB962C8B-B14F-4D97-AF65-F5344CB8AC3E}">
        <p14:creationId xmlns:p14="http://schemas.microsoft.com/office/powerpoint/2010/main" val="11167886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D982736-4D15-E8BC-6C7D-8C3E9EDFEFBA}"/>
              </a:ext>
            </a:extLst>
          </p:cNvPr>
          <p:cNvSpPr>
            <a:spLocks noGrp="1"/>
          </p:cNvSpPr>
          <p:nvPr>
            <p:ph type="title"/>
          </p:nvPr>
        </p:nvSpPr>
        <p:spPr/>
        <p:txBody>
          <a:bodyPr>
            <a:noAutofit/>
          </a:bodyPr>
          <a:lstStyle/>
          <a:p>
            <a:r>
              <a:rPr lang="en-US" sz="4800" dirty="0"/>
              <a:t>AWS Networking and Content Delivery</a:t>
            </a:r>
          </a:p>
        </p:txBody>
      </p:sp>
      <p:sp>
        <p:nvSpPr>
          <p:cNvPr id="5" name="Text Placeholder 4">
            <a:extLst>
              <a:ext uri="{FF2B5EF4-FFF2-40B4-BE49-F238E27FC236}">
                <a16:creationId xmlns:a16="http://schemas.microsoft.com/office/drawing/2014/main" id="{A7144D67-B07B-7FE9-36BE-4A328E8F3C1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20713084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68BD7-622F-2CC7-9800-91C2CE3357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21DFDE-8679-38D5-70B8-8E842D2A58D9}"/>
              </a:ext>
            </a:extLst>
          </p:cNvPr>
          <p:cNvSpPr>
            <a:spLocks noGrp="1"/>
          </p:cNvSpPr>
          <p:nvPr>
            <p:ph type="title"/>
          </p:nvPr>
        </p:nvSpPr>
        <p:spPr/>
        <p:txBody>
          <a:bodyPr/>
          <a:lstStyle/>
          <a:p>
            <a:r>
              <a:rPr lang="en-US" dirty="0"/>
              <a:t>Why Networking in the Cloud Matters</a:t>
            </a:r>
          </a:p>
        </p:txBody>
      </p:sp>
      <p:sp>
        <p:nvSpPr>
          <p:cNvPr id="3" name="Content Placeholder 2">
            <a:extLst>
              <a:ext uri="{FF2B5EF4-FFF2-40B4-BE49-F238E27FC236}">
                <a16:creationId xmlns:a16="http://schemas.microsoft.com/office/drawing/2014/main" id="{D80862DA-A3F2-69F7-F792-08B24FABAF2F}"/>
              </a:ext>
            </a:extLst>
          </p:cNvPr>
          <p:cNvSpPr>
            <a:spLocks noGrp="1"/>
          </p:cNvSpPr>
          <p:nvPr>
            <p:ph idx="1"/>
          </p:nvPr>
        </p:nvSpPr>
        <p:spPr/>
        <p:txBody>
          <a:bodyPr/>
          <a:lstStyle/>
          <a:p>
            <a:pPr>
              <a:buNone/>
            </a:pPr>
            <a:r>
              <a:rPr lang="en-US" dirty="0"/>
              <a:t>In AWS, networking controls:</a:t>
            </a:r>
          </a:p>
          <a:p>
            <a:pPr>
              <a:buFont typeface="Arial" panose="020B0604020202020204" pitchFamily="34" charset="0"/>
              <a:buChar char="•"/>
            </a:pPr>
            <a:r>
              <a:rPr lang="en-US" dirty="0"/>
              <a:t>How services communicate with each other</a:t>
            </a:r>
          </a:p>
          <a:p>
            <a:pPr>
              <a:buFont typeface="Arial" panose="020B0604020202020204" pitchFamily="34" charset="0"/>
              <a:buChar char="•"/>
            </a:pPr>
            <a:r>
              <a:rPr lang="en-US" dirty="0"/>
              <a:t>How traffic flows between your applications and users</a:t>
            </a:r>
          </a:p>
          <a:p>
            <a:pPr>
              <a:buFont typeface="Arial" panose="020B0604020202020204" pitchFamily="34" charset="0"/>
              <a:buChar char="•"/>
            </a:pPr>
            <a:r>
              <a:rPr lang="en-US" dirty="0"/>
              <a:t>Security boundaries and availability zones</a:t>
            </a:r>
          </a:p>
          <a:p>
            <a:pPr>
              <a:buNone/>
            </a:pPr>
            <a:r>
              <a:rPr lang="en-US" b="1" dirty="0"/>
              <a:t>AWS provides tools to:</a:t>
            </a:r>
            <a:endParaRPr lang="en-US" dirty="0"/>
          </a:p>
          <a:p>
            <a:pPr>
              <a:buFont typeface="Arial" panose="020B0604020202020204" pitchFamily="34" charset="0"/>
              <a:buChar char="•"/>
            </a:pPr>
            <a:r>
              <a:rPr lang="en-US" dirty="0"/>
              <a:t>Build private networks</a:t>
            </a:r>
          </a:p>
          <a:p>
            <a:pPr>
              <a:buFont typeface="Arial" panose="020B0604020202020204" pitchFamily="34" charset="0"/>
              <a:buChar char="•"/>
            </a:pPr>
            <a:r>
              <a:rPr lang="en-US" dirty="0"/>
              <a:t>Route global traffic</a:t>
            </a:r>
          </a:p>
          <a:p>
            <a:pPr>
              <a:buFont typeface="Arial" panose="020B0604020202020204" pitchFamily="34" charset="0"/>
              <a:buChar char="•"/>
            </a:pPr>
            <a:r>
              <a:rPr lang="en-US" dirty="0"/>
              <a:t>Deliver content efficiently</a:t>
            </a:r>
          </a:p>
          <a:p>
            <a:pPr>
              <a:buFont typeface="Arial" panose="020B0604020202020204" pitchFamily="34" charset="0"/>
              <a:buChar char="•"/>
            </a:pPr>
            <a:r>
              <a:rPr lang="en-US" dirty="0"/>
              <a:t>Secure communication</a:t>
            </a:r>
          </a:p>
          <a:p>
            <a:endParaRPr lang="en-US" b="1" dirty="0"/>
          </a:p>
        </p:txBody>
      </p:sp>
    </p:spTree>
    <p:extLst>
      <p:ext uri="{BB962C8B-B14F-4D97-AF65-F5344CB8AC3E}">
        <p14:creationId xmlns:p14="http://schemas.microsoft.com/office/powerpoint/2010/main" val="101402730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76F42-176A-130A-F7DA-F4EDA5B431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989DFE-B541-C2E0-6FFC-AEEBD6212A4B}"/>
              </a:ext>
            </a:extLst>
          </p:cNvPr>
          <p:cNvSpPr>
            <a:spLocks noGrp="1"/>
          </p:cNvSpPr>
          <p:nvPr>
            <p:ph type="title"/>
          </p:nvPr>
        </p:nvSpPr>
        <p:spPr/>
        <p:txBody>
          <a:bodyPr/>
          <a:lstStyle/>
          <a:p>
            <a:r>
              <a:rPr lang="en-US" dirty="0"/>
              <a:t>Amazon VPC – Virtual Private Cloud</a:t>
            </a:r>
          </a:p>
        </p:txBody>
      </p:sp>
      <p:sp>
        <p:nvSpPr>
          <p:cNvPr id="3" name="Content Placeholder 2">
            <a:extLst>
              <a:ext uri="{FF2B5EF4-FFF2-40B4-BE49-F238E27FC236}">
                <a16:creationId xmlns:a16="http://schemas.microsoft.com/office/drawing/2014/main" id="{6580A05C-C7C5-F3B9-BEA1-C2E51FBD2E9F}"/>
              </a:ext>
            </a:extLst>
          </p:cNvPr>
          <p:cNvSpPr>
            <a:spLocks noGrp="1"/>
          </p:cNvSpPr>
          <p:nvPr>
            <p:ph idx="1"/>
          </p:nvPr>
        </p:nvSpPr>
        <p:spPr/>
        <p:txBody>
          <a:bodyPr/>
          <a:lstStyle/>
          <a:p>
            <a:pPr>
              <a:buNone/>
            </a:pPr>
            <a:r>
              <a:rPr lang="en-US" b="1" dirty="0">
                <a:solidFill>
                  <a:srgbClr val="00B050"/>
                </a:solidFill>
              </a:rPr>
              <a:t>Amazon VPC</a:t>
            </a:r>
            <a:r>
              <a:rPr lang="en-US" dirty="0">
                <a:solidFill>
                  <a:srgbClr val="00B050"/>
                </a:solidFill>
              </a:rPr>
              <a:t> allows you to provision a </a:t>
            </a:r>
            <a:r>
              <a:rPr lang="en-US" b="1" dirty="0">
                <a:solidFill>
                  <a:srgbClr val="00B050"/>
                </a:solidFill>
              </a:rPr>
              <a:t>logically isolated network</a:t>
            </a:r>
            <a:r>
              <a:rPr lang="en-US" dirty="0">
                <a:solidFill>
                  <a:srgbClr val="00B050"/>
                </a:solidFill>
              </a:rPr>
              <a:t> within AWS.</a:t>
            </a:r>
          </a:p>
          <a:p>
            <a:pPr>
              <a:buNone/>
            </a:pPr>
            <a:r>
              <a:rPr lang="en-US" b="1" dirty="0"/>
              <a:t>Key Features:</a:t>
            </a:r>
            <a:endParaRPr lang="en-US" dirty="0"/>
          </a:p>
          <a:p>
            <a:pPr>
              <a:buFont typeface="Arial" panose="020B0604020202020204" pitchFamily="34" charset="0"/>
              <a:buChar char="•"/>
            </a:pPr>
            <a:r>
              <a:rPr lang="en-US" dirty="0"/>
              <a:t>Define subnets, IP ranges, route tables</a:t>
            </a:r>
          </a:p>
          <a:p>
            <a:pPr>
              <a:buFont typeface="Arial" panose="020B0604020202020204" pitchFamily="34" charset="0"/>
              <a:buChar char="•"/>
            </a:pPr>
            <a:r>
              <a:rPr lang="en-US" dirty="0"/>
              <a:t>Configure security groups and network ACLs</a:t>
            </a:r>
          </a:p>
          <a:p>
            <a:pPr>
              <a:buFont typeface="Arial" panose="020B0604020202020204" pitchFamily="34" charset="0"/>
              <a:buChar char="•"/>
            </a:pPr>
            <a:r>
              <a:rPr lang="en-US" dirty="0"/>
              <a:t>Enable private and public subnets</a:t>
            </a:r>
          </a:p>
          <a:p>
            <a:pPr>
              <a:buFont typeface="Arial" panose="020B0604020202020204" pitchFamily="34" charset="0"/>
              <a:buChar char="•"/>
            </a:pPr>
            <a:r>
              <a:rPr lang="en-US" dirty="0"/>
              <a:t>Connect VPC to on-premises via VPN or Direct Connect</a:t>
            </a:r>
          </a:p>
          <a:p>
            <a:r>
              <a:rPr lang="en-US" b="1" dirty="0"/>
              <a:t>Use Case:</a:t>
            </a:r>
            <a:br>
              <a:rPr lang="en-US" dirty="0"/>
            </a:br>
            <a:r>
              <a:rPr lang="en-US" dirty="0"/>
              <a:t>Run secure applications in a private environment</a:t>
            </a:r>
          </a:p>
          <a:p>
            <a:endParaRPr lang="en-US" dirty="0"/>
          </a:p>
        </p:txBody>
      </p:sp>
    </p:spTree>
    <p:extLst>
      <p:ext uri="{BB962C8B-B14F-4D97-AF65-F5344CB8AC3E}">
        <p14:creationId xmlns:p14="http://schemas.microsoft.com/office/powerpoint/2010/main" val="48842535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FF931-E8A5-A5CD-46F1-A01332F8E1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508E17-B861-A706-1838-41F7EAE56A46}"/>
              </a:ext>
            </a:extLst>
          </p:cNvPr>
          <p:cNvSpPr>
            <a:spLocks noGrp="1"/>
          </p:cNvSpPr>
          <p:nvPr>
            <p:ph type="title"/>
          </p:nvPr>
        </p:nvSpPr>
        <p:spPr/>
        <p:txBody>
          <a:bodyPr/>
          <a:lstStyle/>
          <a:p>
            <a:r>
              <a:rPr lang="en-US" dirty="0"/>
              <a:t>Elastic Load Balancing (ELB)</a:t>
            </a:r>
          </a:p>
        </p:txBody>
      </p:sp>
      <p:sp>
        <p:nvSpPr>
          <p:cNvPr id="3" name="Content Placeholder 2">
            <a:extLst>
              <a:ext uri="{FF2B5EF4-FFF2-40B4-BE49-F238E27FC236}">
                <a16:creationId xmlns:a16="http://schemas.microsoft.com/office/drawing/2014/main" id="{4A54A31D-544D-A99D-641E-58D250801357}"/>
              </a:ext>
            </a:extLst>
          </p:cNvPr>
          <p:cNvSpPr>
            <a:spLocks noGrp="1"/>
          </p:cNvSpPr>
          <p:nvPr>
            <p:ph idx="1"/>
          </p:nvPr>
        </p:nvSpPr>
        <p:spPr/>
        <p:txBody>
          <a:bodyPr/>
          <a:lstStyle/>
          <a:p>
            <a:pPr>
              <a:buNone/>
            </a:pPr>
            <a:r>
              <a:rPr lang="en-US" b="1" dirty="0">
                <a:solidFill>
                  <a:srgbClr val="00B050"/>
                </a:solidFill>
              </a:rPr>
              <a:t>ELB</a:t>
            </a:r>
            <a:r>
              <a:rPr lang="en-US" dirty="0">
                <a:solidFill>
                  <a:srgbClr val="00B050"/>
                </a:solidFill>
              </a:rPr>
              <a:t> automatically distributes incoming traffic across multiple targets.</a:t>
            </a:r>
          </a:p>
          <a:p>
            <a:pPr>
              <a:buNone/>
            </a:pPr>
            <a:r>
              <a:rPr lang="en-US" b="1" dirty="0"/>
              <a:t>Types of Load Balancers:</a:t>
            </a:r>
            <a:endParaRPr lang="en-US" dirty="0"/>
          </a:p>
          <a:p>
            <a:pPr>
              <a:buFont typeface="Arial" panose="020B0604020202020204" pitchFamily="34" charset="0"/>
              <a:buChar char="•"/>
            </a:pPr>
            <a:r>
              <a:rPr lang="en-US" dirty="0"/>
              <a:t>Application Load Balancer (HTTP/HTTPS, Layer 7)</a:t>
            </a:r>
          </a:p>
          <a:p>
            <a:pPr>
              <a:buFont typeface="Arial" panose="020B0604020202020204" pitchFamily="34" charset="0"/>
              <a:buChar char="•"/>
            </a:pPr>
            <a:r>
              <a:rPr lang="en-US" dirty="0"/>
              <a:t>Network Load Balancer (TCP/UDP, Layer 4)</a:t>
            </a:r>
          </a:p>
          <a:p>
            <a:pPr>
              <a:buFont typeface="Arial" panose="020B0604020202020204" pitchFamily="34" charset="0"/>
              <a:buChar char="•"/>
            </a:pPr>
            <a:r>
              <a:rPr lang="en-US" dirty="0"/>
              <a:t>Gateway Load Balancer (3rd party virtual appliances)</a:t>
            </a:r>
          </a:p>
          <a:p>
            <a:pPr>
              <a:buNone/>
            </a:pPr>
            <a:r>
              <a:rPr lang="en-US" b="1" dirty="0"/>
              <a:t>Benefits:</a:t>
            </a:r>
            <a:endParaRPr lang="en-US" dirty="0"/>
          </a:p>
          <a:p>
            <a:pPr>
              <a:buFont typeface="Arial" panose="020B0604020202020204" pitchFamily="34" charset="0"/>
              <a:buChar char="•"/>
            </a:pPr>
            <a:r>
              <a:rPr lang="en-US" dirty="0"/>
              <a:t>Fault tolerance</a:t>
            </a:r>
          </a:p>
          <a:p>
            <a:pPr>
              <a:buFont typeface="Arial" panose="020B0604020202020204" pitchFamily="34" charset="0"/>
              <a:buChar char="•"/>
            </a:pPr>
            <a:r>
              <a:rPr lang="en-US" dirty="0"/>
              <a:t>Auto scaling integration</a:t>
            </a:r>
          </a:p>
          <a:p>
            <a:pPr>
              <a:buFont typeface="Arial" panose="020B0604020202020204" pitchFamily="34" charset="0"/>
              <a:buChar char="•"/>
            </a:pPr>
            <a:r>
              <a:rPr lang="en-US" dirty="0"/>
              <a:t>Health checks for high availability</a:t>
            </a:r>
          </a:p>
          <a:p>
            <a:endParaRPr lang="en-US" dirty="0"/>
          </a:p>
        </p:txBody>
      </p:sp>
    </p:spTree>
    <p:extLst>
      <p:ext uri="{BB962C8B-B14F-4D97-AF65-F5344CB8AC3E}">
        <p14:creationId xmlns:p14="http://schemas.microsoft.com/office/powerpoint/2010/main" val="212429706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E32B1-798B-5F14-DEDE-1A39B30244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01E44-9B15-9217-301B-DA3C5AB5AD95}"/>
              </a:ext>
            </a:extLst>
          </p:cNvPr>
          <p:cNvSpPr>
            <a:spLocks noGrp="1"/>
          </p:cNvSpPr>
          <p:nvPr>
            <p:ph type="title"/>
          </p:nvPr>
        </p:nvSpPr>
        <p:spPr/>
        <p:txBody>
          <a:bodyPr/>
          <a:lstStyle/>
          <a:p>
            <a:r>
              <a:rPr lang="en-US" dirty="0"/>
              <a:t>Amazon Route 53 – DNS Service</a:t>
            </a:r>
          </a:p>
        </p:txBody>
      </p:sp>
      <p:sp>
        <p:nvSpPr>
          <p:cNvPr id="3" name="Content Placeholder 2">
            <a:extLst>
              <a:ext uri="{FF2B5EF4-FFF2-40B4-BE49-F238E27FC236}">
                <a16:creationId xmlns:a16="http://schemas.microsoft.com/office/drawing/2014/main" id="{37C60482-1B39-21CC-767E-C45C947FAAED}"/>
              </a:ext>
            </a:extLst>
          </p:cNvPr>
          <p:cNvSpPr>
            <a:spLocks noGrp="1"/>
          </p:cNvSpPr>
          <p:nvPr>
            <p:ph idx="1"/>
          </p:nvPr>
        </p:nvSpPr>
        <p:spPr/>
        <p:txBody>
          <a:bodyPr/>
          <a:lstStyle/>
          <a:p>
            <a:pPr marL="0" indent="0">
              <a:buNone/>
            </a:pPr>
            <a:r>
              <a:rPr lang="en-US" b="1" dirty="0">
                <a:solidFill>
                  <a:srgbClr val="00B050"/>
                </a:solidFill>
              </a:rPr>
              <a:t>Amazon Route 53</a:t>
            </a:r>
            <a:r>
              <a:rPr lang="en-US" dirty="0">
                <a:solidFill>
                  <a:srgbClr val="00B050"/>
                </a:solidFill>
              </a:rPr>
              <a:t> is a </a:t>
            </a:r>
            <a:r>
              <a:rPr lang="en-US" b="1" dirty="0">
                <a:solidFill>
                  <a:srgbClr val="00B050"/>
                </a:solidFill>
              </a:rPr>
              <a:t>highly available and scalable DNS</a:t>
            </a:r>
            <a:r>
              <a:rPr lang="en-US" dirty="0">
                <a:solidFill>
                  <a:srgbClr val="00B050"/>
                </a:solidFill>
              </a:rPr>
              <a:t> (Domain Name System) service.</a:t>
            </a:r>
          </a:p>
          <a:p>
            <a:pPr>
              <a:buNone/>
            </a:pPr>
            <a:r>
              <a:rPr lang="en-US" b="1" dirty="0"/>
              <a:t>Functions:</a:t>
            </a:r>
            <a:endParaRPr lang="en-US" dirty="0"/>
          </a:p>
          <a:p>
            <a:pPr>
              <a:buFont typeface="Arial" panose="020B0604020202020204" pitchFamily="34" charset="0"/>
              <a:buChar char="•"/>
            </a:pPr>
            <a:r>
              <a:rPr lang="en-US" dirty="0"/>
              <a:t>Register and manage domain names</a:t>
            </a:r>
          </a:p>
          <a:p>
            <a:pPr>
              <a:buFont typeface="Arial" panose="020B0604020202020204" pitchFamily="34" charset="0"/>
              <a:buChar char="•"/>
            </a:pPr>
            <a:r>
              <a:rPr lang="en-US" dirty="0"/>
              <a:t>Route users to AWS or external services</a:t>
            </a:r>
          </a:p>
          <a:p>
            <a:pPr>
              <a:buFont typeface="Arial" panose="020B0604020202020204" pitchFamily="34" charset="0"/>
              <a:buChar char="•"/>
            </a:pPr>
            <a:r>
              <a:rPr lang="en-US" dirty="0"/>
              <a:t>Health checks and latency-based routing</a:t>
            </a:r>
          </a:p>
          <a:p>
            <a:pPr>
              <a:buFont typeface="Arial" panose="020B0604020202020204" pitchFamily="34" charset="0"/>
              <a:buChar char="•"/>
            </a:pPr>
            <a:r>
              <a:rPr lang="en-US" dirty="0"/>
              <a:t>Geo DNS support</a:t>
            </a:r>
          </a:p>
          <a:p>
            <a:r>
              <a:rPr lang="en-US" b="1" dirty="0"/>
              <a:t>Use Case:</a:t>
            </a:r>
            <a:br>
              <a:rPr lang="en-US" dirty="0"/>
            </a:br>
            <a:r>
              <a:rPr lang="en-US" dirty="0"/>
              <a:t>Direct users to the fastest and healthiest endpoints globally</a:t>
            </a:r>
          </a:p>
          <a:p>
            <a:endParaRPr lang="en-US" dirty="0"/>
          </a:p>
        </p:txBody>
      </p:sp>
    </p:spTree>
    <p:extLst>
      <p:ext uri="{BB962C8B-B14F-4D97-AF65-F5344CB8AC3E}">
        <p14:creationId xmlns:p14="http://schemas.microsoft.com/office/powerpoint/2010/main" val="34433538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762C7-A953-1EF6-60B1-D7310D9133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3B8FB2-893C-8C82-1F05-DC9248A8779D}"/>
              </a:ext>
            </a:extLst>
          </p:cNvPr>
          <p:cNvSpPr>
            <a:spLocks noGrp="1"/>
          </p:cNvSpPr>
          <p:nvPr>
            <p:ph type="title"/>
          </p:nvPr>
        </p:nvSpPr>
        <p:spPr/>
        <p:txBody>
          <a:bodyPr/>
          <a:lstStyle/>
          <a:p>
            <a:r>
              <a:rPr lang="en-US" dirty="0"/>
              <a:t>Amazon CloudFront – Content Delivery Network (CDN)</a:t>
            </a:r>
          </a:p>
        </p:txBody>
      </p:sp>
      <p:sp>
        <p:nvSpPr>
          <p:cNvPr id="3" name="Content Placeholder 2">
            <a:extLst>
              <a:ext uri="{FF2B5EF4-FFF2-40B4-BE49-F238E27FC236}">
                <a16:creationId xmlns:a16="http://schemas.microsoft.com/office/drawing/2014/main" id="{68D40757-D97E-0281-CE26-E181AB48FEC5}"/>
              </a:ext>
            </a:extLst>
          </p:cNvPr>
          <p:cNvSpPr>
            <a:spLocks noGrp="1"/>
          </p:cNvSpPr>
          <p:nvPr>
            <p:ph idx="1"/>
          </p:nvPr>
        </p:nvSpPr>
        <p:spPr/>
        <p:txBody>
          <a:bodyPr/>
          <a:lstStyle/>
          <a:p>
            <a:pPr>
              <a:buNone/>
            </a:pPr>
            <a:r>
              <a:rPr lang="en-US" b="1" dirty="0">
                <a:solidFill>
                  <a:srgbClr val="00B050"/>
                </a:solidFill>
              </a:rPr>
              <a:t>CloudFront</a:t>
            </a:r>
            <a:r>
              <a:rPr lang="en-US" dirty="0">
                <a:solidFill>
                  <a:srgbClr val="00B050"/>
                </a:solidFill>
              </a:rPr>
              <a:t> speeds up delivery of content (e.g., HTML, CSS, images, videos, APIs).</a:t>
            </a:r>
          </a:p>
          <a:p>
            <a:pPr>
              <a:buNone/>
            </a:pPr>
            <a:r>
              <a:rPr lang="en-US" b="1" dirty="0"/>
              <a:t>Key Features:</a:t>
            </a:r>
            <a:endParaRPr lang="en-US" dirty="0"/>
          </a:p>
          <a:p>
            <a:pPr>
              <a:buFont typeface="Arial" panose="020B0604020202020204" pitchFamily="34" charset="0"/>
              <a:buChar char="•"/>
            </a:pPr>
            <a:r>
              <a:rPr lang="en-US" dirty="0"/>
              <a:t>Uses edge locations worldwide</a:t>
            </a:r>
          </a:p>
          <a:p>
            <a:pPr>
              <a:buFont typeface="Arial" panose="020B0604020202020204" pitchFamily="34" charset="0"/>
              <a:buChar char="•"/>
            </a:pPr>
            <a:r>
              <a:rPr lang="en-US" dirty="0"/>
              <a:t>Reduces latency and increases speed</a:t>
            </a:r>
          </a:p>
          <a:p>
            <a:pPr>
              <a:buFont typeface="Arial" panose="020B0604020202020204" pitchFamily="34" charset="0"/>
              <a:buChar char="•"/>
            </a:pPr>
            <a:r>
              <a:rPr lang="en-US" dirty="0"/>
              <a:t>Integrates with S3, EC2, and </a:t>
            </a:r>
            <a:r>
              <a:rPr lang="en-US" dirty="0" err="1"/>
              <a:t>Lambda@Edge</a:t>
            </a:r>
            <a:endParaRPr lang="en-US" dirty="0"/>
          </a:p>
          <a:p>
            <a:pPr>
              <a:buFont typeface="Arial" panose="020B0604020202020204" pitchFamily="34" charset="0"/>
              <a:buChar char="•"/>
            </a:pPr>
            <a:r>
              <a:rPr lang="en-US" dirty="0"/>
              <a:t>Supports HTTPS and access control</a:t>
            </a:r>
          </a:p>
          <a:p>
            <a:r>
              <a:rPr lang="en-US" b="1" dirty="0"/>
              <a:t>Use Case:</a:t>
            </a:r>
            <a:br>
              <a:rPr lang="en-US" dirty="0"/>
            </a:br>
            <a:r>
              <a:rPr lang="en-US" dirty="0"/>
              <a:t>Distribute web content globally with fast, secure access</a:t>
            </a:r>
          </a:p>
          <a:p>
            <a:endParaRPr lang="en-US" dirty="0"/>
          </a:p>
        </p:txBody>
      </p:sp>
    </p:spTree>
    <p:extLst>
      <p:ext uri="{BB962C8B-B14F-4D97-AF65-F5344CB8AC3E}">
        <p14:creationId xmlns:p14="http://schemas.microsoft.com/office/powerpoint/2010/main" val="100826767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CCBF3-6A66-1D30-1715-B38CA5B77D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4F0429-EDEC-F80E-DEA3-12B27068E45A}"/>
              </a:ext>
            </a:extLst>
          </p:cNvPr>
          <p:cNvSpPr>
            <a:spLocks noGrp="1"/>
          </p:cNvSpPr>
          <p:nvPr>
            <p:ph type="title"/>
          </p:nvPr>
        </p:nvSpPr>
        <p:spPr/>
        <p:txBody>
          <a:bodyPr/>
          <a:lstStyle/>
          <a:p>
            <a:r>
              <a:rPr lang="en-US" dirty="0"/>
              <a:t>AWS Direct Connect</a:t>
            </a:r>
          </a:p>
        </p:txBody>
      </p:sp>
      <p:sp>
        <p:nvSpPr>
          <p:cNvPr id="3" name="Content Placeholder 2">
            <a:extLst>
              <a:ext uri="{FF2B5EF4-FFF2-40B4-BE49-F238E27FC236}">
                <a16:creationId xmlns:a16="http://schemas.microsoft.com/office/drawing/2014/main" id="{F63A4F31-921C-E625-7832-C25B5E62CB9E}"/>
              </a:ext>
            </a:extLst>
          </p:cNvPr>
          <p:cNvSpPr>
            <a:spLocks noGrp="1"/>
          </p:cNvSpPr>
          <p:nvPr>
            <p:ph idx="1"/>
          </p:nvPr>
        </p:nvSpPr>
        <p:spPr/>
        <p:txBody>
          <a:bodyPr/>
          <a:lstStyle/>
          <a:p>
            <a:pPr marL="0" indent="0">
              <a:buNone/>
            </a:pPr>
            <a:r>
              <a:rPr lang="en-US" b="1" dirty="0">
                <a:solidFill>
                  <a:srgbClr val="00B050"/>
                </a:solidFill>
              </a:rPr>
              <a:t>AWS Direct Connect</a:t>
            </a:r>
            <a:r>
              <a:rPr lang="en-US" dirty="0">
                <a:solidFill>
                  <a:srgbClr val="00B050"/>
                </a:solidFill>
              </a:rPr>
              <a:t> establishes a </a:t>
            </a:r>
            <a:r>
              <a:rPr lang="en-US" b="1" dirty="0">
                <a:solidFill>
                  <a:srgbClr val="00B050"/>
                </a:solidFill>
              </a:rPr>
              <a:t>dedicated private network connection</a:t>
            </a:r>
            <a:r>
              <a:rPr lang="en-US" dirty="0">
                <a:solidFill>
                  <a:srgbClr val="00B050"/>
                </a:solidFill>
              </a:rPr>
              <a:t> from your data center to AWS.</a:t>
            </a:r>
          </a:p>
          <a:p>
            <a:pPr>
              <a:buNone/>
            </a:pPr>
            <a:r>
              <a:rPr lang="en-US" b="1" dirty="0"/>
              <a:t>Benefits:</a:t>
            </a:r>
            <a:endParaRPr lang="en-US" dirty="0"/>
          </a:p>
          <a:p>
            <a:pPr>
              <a:buFont typeface="Arial" panose="020B0604020202020204" pitchFamily="34" charset="0"/>
              <a:buChar char="•"/>
            </a:pPr>
            <a:r>
              <a:rPr lang="en-US" dirty="0"/>
              <a:t>Lower latency</a:t>
            </a:r>
          </a:p>
          <a:p>
            <a:pPr>
              <a:buFont typeface="Arial" panose="020B0604020202020204" pitchFamily="34" charset="0"/>
              <a:buChar char="•"/>
            </a:pPr>
            <a:r>
              <a:rPr lang="en-US" dirty="0"/>
              <a:t>Consistent network performance</a:t>
            </a:r>
          </a:p>
          <a:p>
            <a:pPr>
              <a:buFont typeface="Arial" panose="020B0604020202020204" pitchFamily="34" charset="0"/>
              <a:buChar char="•"/>
            </a:pPr>
            <a:r>
              <a:rPr lang="en-US" dirty="0"/>
              <a:t>Avoids public internet</a:t>
            </a:r>
          </a:p>
          <a:p>
            <a:r>
              <a:rPr lang="en-US" b="1" dirty="0"/>
              <a:t>Use Case:</a:t>
            </a:r>
            <a:br>
              <a:rPr lang="en-US" dirty="0"/>
            </a:br>
            <a:r>
              <a:rPr lang="en-US" dirty="0"/>
              <a:t>Enterprises with sensitive workloads or large data transfers</a:t>
            </a:r>
          </a:p>
          <a:p>
            <a:endParaRPr lang="en-US" dirty="0"/>
          </a:p>
        </p:txBody>
      </p:sp>
    </p:spTree>
    <p:extLst>
      <p:ext uri="{BB962C8B-B14F-4D97-AF65-F5344CB8AC3E}">
        <p14:creationId xmlns:p14="http://schemas.microsoft.com/office/powerpoint/2010/main" val="297734440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FE283-D482-93F1-7E6E-465B0116062F}"/>
              </a:ext>
            </a:extLst>
          </p:cNvPr>
          <p:cNvSpPr>
            <a:spLocks noGrp="1"/>
          </p:cNvSpPr>
          <p:nvPr>
            <p:ph type="title"/>
          </p:nvPr>
        </p:nvSpPr>
        <p:spPr/>
        <p:txBody>
          <a:bodyPr/>
          <a:lstStyle/>
          <a:p>
            <a:r>
              <a:rPr lang="en-US" dirty="0"/>
              <a:t>AWS VPN – Virtual Private Network</a:t>
            </a:r>
          </a:p>
        </p:txBody>
      </p:sp>
      <p:sp>
        <p:nvSpPr>
          <p:cNvPr id="3" name="Content Placeholder 2">
            <a:extLst>
              <a:ext uri="{FF2B5EF4-FFF2-40B4-BE49-F238E27FC236}">
                <a16:creationId xmlns:a16="http://schemas.microsoft.com/office/drawing/2014/main" id="{7ADE36ED-35BC-1B75-8089-290FB1243629}"/>
              </a:ext>
            </a:extLst>
          </p:cNvPr>
          <p:cNvSpPr>
            <a:spLocks noGrp="1"/>
          </p:cNvSpPr>
          <p:nvPr>
            <p:ph idx="1"/>
          </p:nvPr>
        </p:nvSpPr>
        <p:spPr/>
        <p:txBody>
          <a:bodyPr/>
          <a:lstStyle/>
          <a:p>
            <a:pPr marL="0" indent="0">
              <a:buNone/>
            </a:pPr>
            <a:r>
              <a:rPr lang="en-US" b="1" dirty="0">
                <a:solidFill>
                  <a:srgbClr val="00B050"/>
                </a:solidFill>
              </a:rPr>
              <a:t>AWS VPN</a:t>
            </a:r>
            <a:r>
              <a:rPr lang="en-US" dirty="0">
                <a:solidFill>
                  <a:srgbClr val="00B050"/>
                </a:solidFill>
              </a:rPr>
              <a:t> allows you to securely connect on-premises networks to AWS over the public internet.</a:t>
            </a:r>
          </a:p>
          <a:p>
            <a:pPr>
              <a:buNone/>
            </a:pPr>
            <a:r>
              <a:rPr lang="en-US" b="1" dirty="0"/>
              <a:t>Types:</a:t>
            </a:r>
            <a:endParaRPr lang="en-US" dirty="0"/>
          </a:p>
          <a:p>
            <a:pPr>
              <a:buFont typeface="Arial" panose="020B0604020202020204" pitchFamily="34" charset="0"/>
              <a:buChar char="•"/>
            </a:pPr>
            <a:r>
              <a:rPr lang="en-US" dirty="0"/>
              <a:t>Site-to-Site VPN</a:t>
            </a:r>
          </a:p>
          <a:p>
            <a:pPr>
              <a:buFont typeface="Arial" panose="020B0604020202020204" pitchFamily="34" charset="0"/>
              <a:buChar char="•"/>
            </a:pPr>
            <a:r>
              <a:rPr lang="en-US" dirty="0"/>
              <a:t>Client VPN</a:t>
            </a:r>
          </a:p>
          <a:p>
            <a:r>
              <a:rPr lang="en-US" b="1" dirty="0"/>
              <a:t>Use Case:</a:t>
            </a:r>
            <a:br>
              <a:rPr lang="en-US" dirty="0"/>
            </a:br>
            <a:r>
              <a:rPr lang="en-US" dirty="0"/>
              <a:t>Secure communication between offices, remote workers, and AWS cloud resources</a:t>
            </a:r>
          </a:p>
          <a:p>
            <a:endParaRPr lang="en-US" dirty="0"/>
          </a:p>
        </p:txBody>
      </p:sp>
    </p:spTree>
    <p:extLst>
      <p:ext uri="{BB962C8B-B14F-4D97-AF65-F5344CB8AC3E}">
        <p14:creationId xmlns:p14="http://schemas.microsoft.com/office/powerpoint/2010/main" val="167259226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4E84AA5-44CF-A35C-115B-1C3F8493859E}"/>
              </a:ext>
            </a:extLst>
          </p:cNvPr>
          <p:cNvSpPr>
            <a:spLocks noGrp="1"/>
          </p:cNvSpPr>
          <p:nvPr>
            <p:ph type="title"/>
          </p:nvPr>
        </p:nvSpPr>
        <p:spPr/>
        <p:txBody>
          <a:bodyPr>
            <a:noAutofit/>
          </a:bodyPr>
          <a:lstStyle/>
          <a:p>
            <a:r>
              <a:rPr lang="en-US" sz="4400" dirty="0"/>
              <a:t>AWS Monitoring, Cost Management, and Support Services</a:t>
            </a:r>
          </a:p>
        </p:txBody>
      </p:sp>
      <p:sp>
        <p:nvSpPr>
          <p:cNvPr id="5" name="Text Placeholder 4">
            <a:extLst>
              <a:ext uri="{FF2B5EF4-FFF2-40B4-BE49-F238E27FC236}">
                <a16:creationId xmlns:a16="http://schemas.microsoft.com/office/drawing/2014/main" id="{8DD8B505-3F9B-B750-9934-9F25A9B1163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2333204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4D355-F3F6-2D43-3AB1-F296EFD644FF}"/>
              </a:ext>
            </a:extLst>
          </p:cNvPr>
          <p:cNvSpPr>
            <a:spLocks noGrp="1"/>
          </p:cNvSpPr>
          <p:nvPr>
            <p:ph type="title"/>
          </p:nvPr>
        </p:nvSpPr>
        <p:spPr/>
        <p:txBody>
          <a:bodyPr/>
          <a:lstStyle/>
          <a:p>
            <a:r>
              <a:rPr lang="en-US" dirty="0"/>
              <a:t>Why Monitoring and Cost Management Matter</a:t>
            </a:r>
          </a:p>
        </p:txBody>
      </p:sp>
      <p:sp>
        <p:nvSpPr>
          <p:cNvPr id="3" name="Content Placeholder 2">
            <a:extLst>
              <a:ext uri="{FF2B5EF4-FFF2-40B4-BE49-F238E27FC236}">
                <a16:creationId xmlns:a16="http://schemas.microsoft.com/office/drawing/2014/main" id="{F996C9AD-0932-E34F-38DB-1B8C9E594BFB}"/>
              </a:ext>
            </a:extLst>
          </p:cNvPr>
          <p:cNvSpPr>
            <a:spLocks noGrp="1"/>
          </p:cNvSpPr>
          <p:nvPr>
            <p:ph idx="1"/>
          </p:nvPr>
        </p:nvSpPr>
        <p:spPr/>
        <p:txBody>
          <a:bodyPr/>
          <a:lstStyle/>
          <a:p>
            <a:pPr>
              <a:buNone/>
            </a:pPr>
            <a:r>
              <a:rPr lang="en-US" dirty="0"/>
              <a:t>Operating in the cloud gives flexibility—but also requires visibility.</a:t>
            </a:r>
          </a:p>
          <a:p>
            <a:pPr>
              <a:buNone/>
            </a:pPr>
            <a:r>
              <a:rPr lang="en-US" b="1" dirty="0"/>
              <a:t>Key goals:</a:t>
            </a:r>
            <a:endParaRPr lang="en-US" dirty="0"/>
          </a:p>
          <a:p>
            <a:pPr>
              <a:buFont typeface="Arial" panose="020B0604020202020204" pitchFamily="34" charset="0"/>
              <a:buChar char="•"/>
            </a:pPr>
            <a:r>
              <a:rPr lang="en-US" dirty="0"/>
              <a:t>Monitor system health and performance</a:t>
            </a:r>
          </a:p>
          <a:p>
            <a:pPr>
              <a:buFont typeface="Arial" panose="020B0604020202020204" pitchFamily="34" charset="0"/>
              <a:buChar char="•"/>
            </a:pPr>
            <a:r>
              <a:rPr lang="en-US" dirty="0"/>
              <a:t>Control and optimize cloud spending</a:t>
            </a:r>
          </a:p>
          <a:p>
            <a:pPr>
              <a:buFont typeface="Arial" panose="020B0604020202020204" pitchFamily="34" charset="0"/>
              <a:buChar char="•"/>
            </a:pPr>
            <a:r>
              <a:rPr lang="en-US" dirty="0"/>
              <a:t>Track changes and maintain compliance</a:t>
            </a:r>
          </a:p>
          <a:p>
            <a:pPr>
              <a:buFont typeface="Arial" panose="020B0604020202020204" pitchFamily="34" charset="0"/>
              <a:buChar char="•"/>
            </a:pPr>
            <a:r>
              <a:rPr lang="en-US" dirty="0"/>
              <a:t>Get support for operational issues</a:t>
            </a:r>
          </a:p>
          <a:p>
            <a:endParaRPr lang="en-US" dirty="0"/>
          </a:p>
        </p:txBody>
      </p:sp>
    </p:spTree>
    <p:extLst>
      <p:ext uri="{BB962C8B-B14F-4D97-AF65-F5344CB8AC3E}">
        <p14:creationId xmlns:p14="http://schemas.microsoft.com/office/powerpoint/2010/main" val="294843372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4ECC9-73A0-4685-38BC-FDC2FC8A2FAF}"/>
              </a:ext>
            </a:extLst>
          </p:cNvPr>
          <p:cNvSpPr>
            <a:spLocks noGrp="1"/>
          </p:cNvSpPr>
          <p:nvPr>
            <p:ph type="title"/>
          </p:nvPr>
        </p:nvSpPr>
        <p:spPr/>
        <p:txBody>
          <a:bodyPr/>
          <a:lstStyle/>
          <a:p>
            <a:r>
              <a:rPr lang="en-US" dirty="0"/>
              <a:t>Amazon CloudWatch – Monitoring and Observability</a:t>
            </a:r>
          </a:p>
        </p:txBody>
      </p:sp>
      <p:sp>
        <p:nvSpPr>
          <p:cNvPr id="3" name="Content Placeholder 2">
            <a:extLst>
              <a:ext uri="{FF2B5EF4-FFF2-40B4-BE49-F238E27FC236}">
                <a16:creationId xmlns:a16="http://schemas.microsoft.com/office/drawing/2014/main" id="{3A09DED4-E2C1-1400-4A70-68E68FEF0295}"/>
              </a:ext>
            </a:extLst>
          </p:cNvPr>
          <p:cNvSpPr>
            <a:spLocks noGrp="1"/>
          </p:cNvSpPr>
          <p:nvPr>
            <p:ph idx="1"/>
          </p:nvPr>
        </p:nvSpPr>
        <p:spPr/>
        <p:txBody>
          <a:bodyPr/>
          <a:lstStyle/>
          <a:p>
            <a:pPr>
              <a:buNone/>
            </a:pPr>
            <a:r>
              <a:rPr lang="en-US" b="1" dirty="0">
                <a:solidFill>
                  <a:srgbClr val="00B050"/>
                </a:solidFill>
              </a:rPr>
              <a:t>Amazon CloudWatch</a:t>
            </a:r>
            <a:r>
              <a:rPr lang="en-US" dirty="0">
                <a:solidFill>
                  <a:srgbClr val="00B050"/>
                </a:solidFill>
              </a:rPr>
              <a:t> provides data and actionable insights for:</a:t>
            </a:r>
          </a:p>
          <a:p>
            <a:pPr>
              <a:buFont typeface="Arial" panose="020B0604020202020204" pitchFamily="34" charset="0"/>
              <a:buChar char="•"/>
            </a:pPr>
            <a:r>
              <a:rPr lang="en-US" dirty="0"/>
              <a:t>Metrics</a:t>
            </a:r>
          </a:p>
          <a:p>
            <a:pPr>
              <a:buFont typeface="Arial" panose="020B0604020202020204" pitchFamily="34" charset="0"/>
              <a:buChar char="•"/>
            </a:pPr>
            <a:r>
              <a:rPr lang="en-US" dirty="0"/>
              <a:t>Logs</a:t>
            </a:r>
          </a:p>
          <a:p>
            <a:pPr>
              <a:buFont typeface="Arial" panose="020B0604020202020204" pitchFamily="34" charset="0"/>
              <a:buChar char="•"/>
            </a:pPr>
            <a:r>
              <a:rPr lang="en-US" dirty="0"/>
              <a:t>Alarms</a:t>
            </a:r>
          </a:p>
          <a:p>
            <a:pPr>
              <a:buFont typeface="Arial" panose="020B0604020202020204" pitchFamily="34" charset="0"/>
              <a:buChar char="•"/>
            </a:pPr>
            <a:r>
              <a:rPr lang="en-US" dirty="0"/>
              <a:t>Dashboards</a:t>
            </a:r>
          </a:p>
          <a:p>
            <a:pPr>
              <a:buNone/>
            </a:pPr>
            <a:r>
              <a:rPr lang="en-US" b="1" dirty="0"/>
              <a:t>Use Cases:</a:t>
            </a:r>
            <a:endParaRPr lang="en-US" dirty="0"/>
          </a:p>
          <a:p>
            <a:pPr>
              <a:buFont typeface="Arial" panose="020B0604020202020204" pitchFamily="34" charset="0"/>
              <a:buChar char="•"/>
            </a:pPr>
            <a:r>
              <a:rPr lang="en-US" dirty="0"/>
              <a:t>Monitor EC2 CPU usage</a:t>
            </a:r>
          </a:p>
          <a:p>
            <a:pPr>
              <a:buFont typeface="Arial" panose="020B0604020202020204" pitchFamily="34" charset="0"/>
              <a:buChar char="•"/>
            </a:pPr>
            <a:r>
              <a:rPr lang="en-US" dirty="0"/>
              <a:t>Set alarms on Lambda errors</a:t>
            </a:r>
          </a:p>
          <a:p>
            <a:pPr>
              <a:buFont typeface="Arial" panose="020B0604020202020204" pitchFamily="34" charset="0"/>
              <a:buChar char="•"/>
            </a:pPr>
            <a:r>
              <a:rPr lang="en-US" dirty="0"/>
              <a:t>Visualize service performance</a:t>
            </a:r>
          </a:p>
          <a:p>
            <a:pPr>
              <a:buFont typeface="Arial" panose="020B0604020202020204" pitchFamily="34" charset="0"/>
              <a:buChar char="•"/>
            </a:pPr>
            <a:r>
              <a:rPr lang="en-US" dirty="0"/>
              <a:t>Trigger auto-scaling</a:t>
            </a:r>
          </a:p>
          <a:p>
            <a:endParaRPr lang="en-US" dirty="0"/>
          </a:p>
        </p:txBody>
      </p:sp>
    </p:spTree>
    <p:extLst>
      <p:ext uri="{BB962C8B-B14F-4D97-AF65-F5344CB8AC3E}">
        <p14:creationId xmlns:p14="http://schemas.microsoft.com/office/powerpoint/2010/main" val="117665698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BA481-6E10-2760-8DF5-2099195F2078}"/>
              </a:ext>
            </a:extLst>
          </p:cNvPr>
          <p:cNvSpPr>
            <a:spLocks noGrp="1"/>
          </p:cNvSpPr>
          <p:nvPr>
            <p:ph type="title"/>
          </p:nvPr>
        </p:nvSpPr>
        <p:spPr/>
        <p:txBody>
          <a:bodyPr/>
          <a:lstStyle/>
          <a:p>
            <a:r>
              <a:rPr lang="en-US" dirty="0"/>
              <a:t>CloudWatch Features</a:t>
            </a:r>
          </a:p>
        </p:txBody>
      </p:sp>
      <p:graphicFrame>
        <p:nvGraphicFramePr>
          <p:cNvPr id="4" name="Content Placeholder 3">
            <a:extLst>
              <a:ext uri="{FF2B5EF4-FFF2-40B4-BE49-F238E27FC236}">
                <a16:creationId xmlns:a16="http://schemas.microsoft.com/office/drawing/2014/main" id="{8CAAF197-B910-33E4-9D68-4372C6CA4E1C}"/>
              </a:ext>
            </a:extLst>
          </p:cNvPr>
          <p:cNvGraphicFramePr>
            <a:graphicFrameLocks noGrp="1"/>
          </p:cNvGraphicFramePr>
          <p:nvPr>
            <p:ph idx="1"/>
            <p:extLst>
              <p:ext uri="{D42A27DB-BD31-4B8C-83A1-F6EECF244321}">
                <p14:modId xmlns:p14="http://schemas.microsoft.com/office/powerpoint/2010/main" val="1631453974"/>
              </p:ext>
            </p:extLst>
          </p:nvPr>
        </p:nvGraphicFramePr>
        <p:xfrm>
          <a:off x="838200" y="1897578"/>
          <a:ext cx="10515600" cy="1828800"/>
        </p:xfrm>
        <a:graphic>
          <a:graphicData uri="http://schemas.openxmlformats.org/drawingml/2006/table">
            <a:tbl>
              <a:tblPr>
                <a:tableStyleId>{616DA210-FB5B-4158-B5E0-FEB733F419BA}</a:tableStyleId>
              </a:tblPr>
              <a:tblGrid>
                <a:gridCol w="2863362">
                  <a:extLst>
                    <a:ext uri="{9D8B030D-6E8A-4147-A177-3AD203B41FA5}">
                      <a16:colId xmlns:a16="http://schemas.microsoft.com/office/drawing/2014/main" val="559838763"/>
                    </a:ext>
                  </a:extLst>
                </a:gridCol>
                <a:gridCol w="7652238">
                  <a:extLst>
                    <a:ext uri="{9D8B030D-6E8A-4147-A177-3AD203B41FA5}">
                      <a16:colId xmlns:a16="http://schemas.microsoft.com/office/drawing/2014/main" val="2314008159"/>
                    </a:ext>
                  </a:extLst>
                </a:gridCol>
              </a:tblGrid>
              <a:tr h="0">
                <a:tc>
                  <a:txBody>
                    <a:bodyPr/>
                    <a:lstStyle/>
                    <a:p>
                      <a:pPr algn="ctr"/>
                      <a:r>
                        <a:rPr lang="en-US" b="1"/>
                        <a:t>Feature</a:t>
                      </a:r>
                    </a:p>
                  </a:txBody>
                  <a:tcPr anchor="ctr">
                    <a:solidFill>
                      <a:schemeClr val="bg1">
                        <a:lumMod val="85000"/>
                      </a:schemeClr>
                    </a:solidFill>
                  </a:tcPr>
                </a:tc>
                <a:tc>
                  <a:txBody>
                    <a:bodyPr/>
                    <a:lstStyle/>
                    <a:p>
                      <a:pPr algn="ctr"/>
                      <a:r>
                        <a:rPr lang="en-US" b="1" dirty="0"/>
                        <a:t>Functionality</a:t>
                      </a:r>
                    </a:p>
                  </a:txBody>
                  <a:tcPr anchor="ctr">
                    <a:solidFill>
                      <a:schemeClr val="bg1">
                        <a:lumMod val="85000"/>
                      </a:schemeClr>
                    </a:solidFill>
                  </a:tcPr>
                </a:tc>
                <a:extLst>
                  <a:ext uri="{0D108BD9-81ED-4DB2-BD59-A6C34878D82A}">
                    <a16:rowId xmlns:a16="http://schemas.microsoft.com/office/drawing/2014/main" val="2395295814"/>
                  </a:ext>
                </a:extLst>
              </a:tr>
              <a:tr h="0">
                <a:tc>
                  <a:txBody>
                    <a:bodyPr/>
                    <a:lstStyle/>
                    <a:p>
                      <a:pPr algn="l"/>
                      <a:r>
                        <a:rPr lang="en-US" b="1" dirty="0"/>
                        <a:t>Metrics</a:t>
                      </a:r>
                      <a:endParaRPr lang="en-US" dirty="0"/>
                    </a:p>
                  </a:txBody>
                  <a:tcPr anchor="ctr"/>
                </a:tc>
                <a:tc>
                  <a:txBody>
                    <a:bodyPr/>
                    <a:lstStyle/>
                    <a:p>
                      <a:pPr algn="l"/>
                      <a:r>
                        <a:rPr lang="en-US"/>
                        <a:t>Track performance data (CPU, memory, etc.)</a:t>
                      </a:r>
                    </a:p>
                  </a:txBody>
                  <a:tcPr anchor="ctr"/>
                </a:tc>
                <a:extLst>
                  <a:ext uri="{0D108BD9-81ED-4DB2-BD59-A6C34878D82A}">
                    <a16:rowId xmlns:a16="http://schemas.microsoft.com/office/drawing/2014/main" val="2380020479"/>
                  </a:ext>
                </a:extLst>
              </a:tr>
              <a:tr h="0">
                <a:tc>
                  <a:txBody>
                    <a:bodyPr/>
                    <a:lstStyle/>
                    <a:p>
                      <a:pPr algn="l"/>
                      <a:r>
                        <a:rPr lang="en-US" b="1"/>
                        <a:t>Logs</a:t>
                      </a:r>
                      <a:endParaRPr lang="en-US"/>
                    </a:p>
                  </a:txBody>
                  <a:tcPr anchor="ctr"/>
                </a:tc>
                <a:tc>
                  <a:txBody>
                    <a:bodyPr/>
                    <a:lstStyle/>
                    <a:p>
                      <a:pPr algn="l"/>
                      <a:r>
                        <a:rPr lang="en-US"/>
                        <a:t>Collect logs from AWS and applications</a:t>
                      </a:r>
                    </a:p>
                  </a:txBody>
                  <a:tcPr anchor="ctr"/>
                </a:tc>
                <a:extLst>
                  <a:ext uri="{0D108BD9-81ED-4DB2-BD59-A6C34878D82A}">
                    <a16:rowId xmlns:a16="http://schemas.microsoft.com/office/drawing/2014/main" val="3465505769"/>
                  </a:ext>
                </a:extLst>
              </a:tr>
              <a:tr h="0">
                <a:tc>
                  <a:txBody>
                    <a:bodyPr/>
                    <a:lstStyle/>
                    <a:p>
                      <a:pPr algn="l"/>
                      <a:r>
                        <a:rPr lang="en-US" b="1"/>
                        <a:t>Alarms</a:t>
                      </a:r>
                      <a:endParaRPr lang="en-US"/>
                    </a:p>
                  </a:txBody>
                  <a:tcPr anchor="ctr"/>
                </a:tc>
                <a:tc>
                  <a:txBody>
                    <a:bodyPr/>
                    <a:lstStyle/>
                    <a:p>
                      <a:pPr algn="l"/>
                      <a:r>
                        <a:rPr lang="en-US"/>
                        <a:t>Alert you when thresholds are breached</a:t>
                      </a:r>
                    </a:p>
                  </a:txBody>
                  <a:tcPr anchor="ctr"/>
                </a:tc>
                <a:extLst>
                  <a:ext uri="{0D108BD9-81ED-4DB2-BD59-A6C34878D82A}">
                    <a16:rowId xmlns:a16="http://schemas.microsoft.com/office/drawing/2014/main" val="98874284"/>
                  </a:ext>
                </a:extLst>
              </a:tr>
              <a:tr h="0">
                <a:tc>
                  <a:txBody>
                    <a:bodyPr/>
                    <a:lstStyle/>
                    <a:p>
                      <a:pPr algn="l"/>
                      <a:r>
                        <a:rPr lang="en-US" b="1"/>
                        <a:t>Dashboards</a:t>
                      </a:r>
                      <a:endParaRPr lang="en-US"/>
                    </a:p>
                  </a:txBody>
                  <a:tcPr anchor="ctr"/>
                </a:tc>
                <a:tc>
                  <a:txBody>
                    <a:bodyPr/>
                    <a:lstStyle/>
                    <a:p>
                      <a:pPr algn="l"/>
                      <a:r>
                        <a:rPr lang="en-US" dirty="0"/>
                        <a:t>Visualize key indicators in real time</a:t>
                      </a:r>
                    </a:p>
                  </a:txBody>
                  <a:tcPr anchor="ctr"/>
                </a:tc>
                <a:extLst>
                  <a:ext uri="{0D108BD9-81ED-4DB2-BD59-A6C34878D82A}">
                    <a16:rowId xmlns:a16="http://schemas.microsoft.com/office/drawing/2014/main" val="2098221836"/>
                  </a:ext>
                </a:extLst>
              </a:tr>
            </a:tbl>
          </a:graphicData>
        </a:graphic>
      </p:graphicFrame>
      <p:sp>
        <p:nvSpPr>
          <p:cNvPr id="6" name="TextBox 5">
            <a:extLst>
              <a:ext uri="{FF2B5EF4-FFF2-40B4-BE49-F238E27FC236}">
                <a16:creationId xmlns:a16="http://schemas.microsoft.com/office/drawing/2014/main" id="{6C6A8217-03D7-4CC1-0AE6-A4DBD9A0BF5C}"/>
              </a:ext>
            </a:extLst>
          </p:cNvPr>
          <p:cNvSpPr txBox="1"/>
          <p:nvPr/>
        </p:nvSpPr>
        <p:spPr>
          <a:xfrm>
            <a:off x="838200" y="4187051"/>
            <a:ext cx="7023271" cy="369332"/>
          </a:xfrm>
          <a:prstGeom prst="rect">
            <a:avLst/>
          </a:prstGeom>
          <a:noFill/>
        </p:spPr>
        <p:txBody>
          <a:bodyPr wrap="square">
            <a:spAutoFit/>
          </a:bodyPr>
          <a:lstStyle/>
          <a:p>
            <a:r>
              <a:rPr lang="en-US" b="1" dirty="0"/>
              <a:t>Integration:</a:t>
            </a:r>
            <a:r>
              <a:rPr lang="en-US" dirty="0"/>
              <a:t> Works with EC2, Lambda, RDS, ECS, and custom applications</a:t>
            </a:r>
          </a:p>
        </p:txBody>
      </p:sp>
    </p:spTree>
    <p:extLst>
      <p:ext uri="{BB962C8B-B14F-4D97-AF65-F5344CB8AC3E}">
        <p14:creationId xmlns:p14="http://schemas.microsoft.com/office/powerpoint/2010/main" val="354006752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0478C-E27F-1C75-0DDD-981A9B5F0E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11DB5A-5890-24C4-73E2-2738D7CFA0ED}"/>
              </a:ext>
            </a:extLst>
          </p:cNvPr>
          <p:cNvSpPr>
            <a:spLocks noGrp="1"/>
          </p:cNvSpPr>
          <p:nvPr>
            <p:ph type="title"/>
          </p:nvPr>
        </p:nvSpPr>
        <p:spPr/>
        <p:txBody>
          <a:bodyPr>
            <a:normAutofit/>
          </a:bodyPr>
          <a:lstStyle/>
          <a:p>
            <a:r>
              <a:rPr lang="en-US" dirty="0"/>
              <a:t>AWS CloudTrail – Governance and Auditing</a:t>
            </a:r>
          </a:p>
        </p:txBody>
      </p:sp>
      <p:sp>
        <p:nvSpPr>
          <p:cNvPr id="3" name="Content Placeholder 2">
            <a:extLst>
              <a:ext uri="{FF2B5EF4-FFF2-40B4-BE49-F238E27FC236}">
                <a16:creationId xmlns:a16="http://schemas.microsoft.com/office/drawing/2014/main" id="{0F15A2FC-6496-2FF9-75EF-BBC4343E6164}"/>
              </a:ext>
            </a:extLst>
          </p:cNvPr>
          <p:cNvSpPr>
            <a:spLocks noGrp="1"/>
          </p:cNvSpPr>
          <p:nvPr>
            <p:ph idx="1"/>
          </p:nvPr>
        </p:nvSpPr>
        <p:spPr/>
        <p:txBody>
          <a:bodyPr/>
          <a:lstStyle/>
          <a:p>
            <a:pPr>
              <a:buNone/>
            </a:pPr>
            <a:r>
              <a:rPr lang="en-US" b="1" dirty="0">
                <a:solidFill>
                  <a:srgbClr val="00B050"/>
                </a:solidFill>
              </a:rPr>
              <a:t>AWS CloudTrail</a:t>
            </a:r>
            <a:r>
              <a:rPr lang="en-US" dirty="0">
                <a:solidFill>
                  <a:srgbClr val="00B050"/>
                </a:solidFill>
              </a:rPr>
              <a:t> records all API calls made in your AWS account.</a:t>
            </a:r>
          </a:p>
          <a:p>
            <a:pPr>
              <a:buNone/>
            </a:pPr>
            <a:r>
              <a:rPr lang="en-US" b="1" dirty="0"/>
              <a:t>Tracks:</a:t>
            </a:r>
            <a:endParaRPr lang="en-US" dirty="0"/>
          </a:p>
          <a:p>
            <a:pPr>
              <a:buFont typeface="Arial" panose="020B0604020202020204" pitchFamily="34" charset="0"/>
              <a:buChar char="•"/>
            </a:pPr>
            <a:r>
              <a:rPr lang="en-US" dirty="0"/>
              <a:t>Who did what, and when</a:t>
            </a:r>
          </a:p>
          <a:p>
            <a:pPr>
              <a:buFont typeface="Arial" panose="020B0604020202020204" pitchFamily="34" charset="0"/>
              <a:buChar char="•"/>
            </a:pPr>
            <a:r>
              <a:rPr lang="en-US" dirty="0"/>
              <a:t>Service-level activity logs</a:t>
            </a:r>
          </a:p>
          <a:p>
            <a:pPr>
              <a:buFont typeface="Arial" panose="020B0604020202020204" pitchFamily="34" charset="0"/>
              <a:buChar char="•"/>
            </a:pPr>
            <a:r>
              <a:rPr lang="en-US" dirty="0"/>
              <a:t>Security, troubleshooting, and audit trails</a:t>
            </a:r>
          </a:p>
          <a:p>
            <a:pPr>
              <a:buNone/>
            </a:pPr>
            <a:r>
              <a:rPr lang="en-US" b="1" dirty="0"/>
              <a:t>Use Cases:</a:t>
            </a:r>
            <a:endParaRPr lang="en-US" dirty="0"/>
          </a:p>
          <a:p>
            <a:pPr>
              <a:buFont typeface="Arial" panose="020B0604020202020204" pitchFamily="34" charset="0"/>
              <a:buChar char="•"/>
            </a:pPr>
            <a:r>
              <a:rPr lang="en-US" dirty="0"/>
              <a:t>Investigate unusual activity</a:t>
            </a:r>
          </a:p>
          <a:p>
            <a:pPr>
              <a:buFont typeface="Arial" panose="020B0604020202020204" pitchFamily="34" charset="0"/>
              <a:buChar char="•"/>
            </a:pPr>
            <a:r>
              <a:rPr lang="en-US" dirty="0"/>
              <a:t>Audit resource usage</a:t>
            </a:r>
          </a:p>
          <a:p>
            <a:pPr>
              <a:buFont typeface="Arial" panose="020B0604020202020204" pitchFamily="34" charset="0"/>
              <a:buChar char="•"/>
            </a:pPr>
            <a:r>
              <a:rPr lang="en-US" dirty="0"/>
              <a:t>Prove compliance</a:t>
            </a:r>
          </a:p>
          <a:p>
            <a:endParaRPr lang="en-US" dirty="0"/>
          </a:p>
        </p:txBody>
      </p:sp>
    </p:spTree>
    <p:extLst>
      <p:ext uri="{BB962C8B-B14F-4D97-AF65-F5344CB8AC3E}">
        <p14:creationId xmlns:p14="http://schemas.microsoft.com/office/powerpoint/2010/main" val="126890390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9D00F-F248-CF2D-4E63-106EC2D3E1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212384-2126-4A97-0F47-74AECBB38D5E}"/>
              </a:ext>
            </a:extLst>
          </p:cNvPr>
          <p:cNvSpPr>
            <a:spLocks noGrp="1"/>
          </p:cNvSpPr>
          <p:nvPr>
            <p:ph type="title"/>
          </p:nvPr>
        </p:nvSpPr>
        <p:spPr/>
        <p:txBody>
          <a:bodyPr>
            <a:normAutofit/>
          </a:bodyPr>
          <a:lstStyle/>
          <a:p>
            <a:r>
              <a:rPr lang="en-US" dirty="0"/>
              <a:t>AWS Config – Resource Tracking</a:t>
            </a:r>
          </a:p>
        </p:txBody>
      </p:sp>
      <p:sp>
        <p:nvSpPr>
          <p:cNvPr id="3" name="Content Placeholder 2">
            <a:extLst>
              <a:ext uri="{FF2B5EF4-FFF2-40B4-BE49-F238E27FC236}">
                <a16:creationId xmlns:a16="http://schemas.microsoft.com/office/drawing/2014/main" id="{2236DE9C-4D85-E3DC-43C8-8B131CBE840C}"/>
              </a:ext>
            </a:extLst>
          </p:cNvPr>
          <p:cNvSpPr>
            <a:spLocks noGrp="1"/>
          </p:cNvSpPr>
          <p:nvPr>
            <p:ph idx="1"/>
          </p:nvPr>
        </p:nvSpPr>
        <p:spPr/>
        <p:txBody>
          <a:bodyPr/>
          <a:lstStyle/>
          <a:p>
            <a:pPr>
              <a:buNone/>
            </a:pPr>
            <a:r>
              <a:rPr lang="en-US" b="1" dirty="0">
                <a:solidFill>
                  <a:srgbClr val="00B050"/>
                </a:solidFill>
              </a:rPr>
              <a:t>AWS Config</a:t>
            </a:r>
            <a:r>
              <a:rPr lang="en-US" dirty="0">
                <a:solidFill>
                  <a:srgbClr val="00B050"/>
                </a:solidFill>
              </a:rPr>
              <a:t> helps track changes to your AWS resources over time.</a:t>
            </a:r>
          </a:p>
          <a:p>
            <a:pPr>
              <a:buNone/>
            </a:pPr>
            <a:r>
              <a:rPr lang="en-US" b="1" dirty="0"/>
              <a:t>Benefits:</a:t>
            </a:r>
            <a:endParaRPr lang="en-US" dirty="0"/>
          </a:p>
          <a:p>
            <a:pPr>
              <a:buFont typeface="Arial" panose="020B0604020202020204" pitchFamily="34" charset="0"/>
              <a:buChar char="•"/>
            </a:pPr>
            <a:r>
              <a:rPr lang="en-US" dirty="0"/>
              <a:t>View current and historical configurations</a:t>
            </a:r>
          </a:p>
          <a:p>
            <a:pPr>
              <a:buFont typeface="Arial" panose="020B0604020202020204" pitchFamily="34" charset="0"/>
              <a:buChar char="•"/>
            </a:pPr>
            <a:r>
              <a:rPr lang="en-US" dirty="0"/>
              <a:t>Detect drift from desired states</a:t>
            </a:r>
          </a:p>
          <a:p>
            <a:pPr>
              <a:buFont typeface="Arial" panose="020B0604020202020204" pitchFamily="34" charset="0"/>
              <a:buChar char="•"/>
            </a:pPr>
            <a:r>
              <a:rPr lang="en-US" dirty="0"/>
              <a:t>Get alerts for non-compliance</a:t>
            </a:r>
          </a:p>
          <a:p>
            <a:pPr marL="0" indent="0">
              <a:buNone/>
            </a:pPr>
            <a:r>
              <a:rPr lang="en-US" b="1" dirty="0"/>
              <a:t>Example:</a:t>
            </a:r>
          </a:p>
          <a:p>
            <a:r>
              <a:rPr lang="en-US" dirty="0"/>
              <a:t>Notify when an S3 bucket becomes publicly accessible</a:t>
            </a:r>
          </a:p>
          <a:p>
            <a:endParaRPr lang="en-US" dirty="0"/>
          </a:p>
        </p:txBody>
      </p:sp>
    </p:spTree>
    <p:extLst>
      <p:ext uri="{BB962C8B-B14F-4D97-AF65-F5344CB8AC3E}">
        <p14:creationId xmlns:p14="http://schemas.microsoft.com/office/powerpoint/2010/main" val="102575446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B6EF5-D909-D2D0-57A2-96F0B088D6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582869-FA2A-FDA5-3421-15306527009E}"/>
              </a:ext>
            </a:extLst>
          </p:cNvPr>
          <p:cNvSpPr>
            <a:spLocks noGrp="1"/>
          </p:cNvSpPr>
          <p:nvPr>
            <p:ph type="title"/>
          </p:nvPr>
        </p:nvSpPr>
        <p:spPr/>
        <p:txBody>
          <a:bodyPr>
            <a:normAutofit/>
          </a:bodyPr>
          <a:lstStyle/>
          <a:p>
            <a:r>
              <a:rPr lang="en-US" dirty="0"/>
              <a:t>AWS Trusted Advisor – Best Practices Insights</a:t>
            </a:r>
          </a:p>
        </p:txBody>
      </p:sp>
      <p:sp>
        <p:nvSpPr>
          <p:cNvPr id="3" name="Content Placeholder 2">
            <a:extLst>
              <a:ext uri="{FF2B5EF4-FFF2-40B4-BE49-F238E27FC236}">
                <a16:creationId xmlns:a16="http://schemas.microsoft.com/office/drawing/2014/main" id="{8A0620E7-825B-690B-7DD6-4C1E2083CEA6}"/>
              </a:ext>
            </a:extLst>
          </p:cNvPr>
          <p:cNvSpPr>
            <a:spLocks noGrp="1"/>
          </p:cNvSpPr>
          <p:nvPr>
            <p:ph idx="1"/>
          </p:nvPr>
        </p:nvSpPr>
        <p:spPr/>
        <p:txBody>
          <a:bodyPr/>
          <a:lstStyle/>
          <a:p>
            <a:pPr>
              <a:buNone/>
            </a:pPr>
            <a:r>
              <a:rPr lang="en-US" b="1" dirty="0">
                <a:solidFill>
                  <a:srgbClr val="00B050"/>
                </a:solidFill>
              </a:rPr>
              <a:t>Trusted Advisor</a:t>
            </a:r>
            <a:r>
              <a:rPr lang="en-US" dirty="0">
                <a:solidFill>
                  <a:srgbClr val="00B050"/>
                </a:solidFill>
              </a:rPr>
              <a:t> provides real-time recommendations for:</a:t>
            </a:r>
          </a:p>
          <a:p>
            <a:pPr>
              <a:buFont typeface="Arial" panose="020B0604020202020204" pitchFamily="34" charset="0"/>
              <a:buChar char="•"/>
            </a:pPr>
            <a:r>
              <a:rPr lang="en-US" dirty="0"/>
              <a:t>Cost optimization</a:t>
            </a:r>
          </a:p>
          <a:p>
            <a:pPr>
              <a:buFont typeface="Arial" panose="020B0604020202020204" pitchFamily="34" charset="0"/>
              <a:buChar char="•"/>
            </a:pPr>
            <a:r>
              <a:rPr lang="en-US" dirty="0"/>
              <a:t>Performance improvement</a:t>
            </a:r>
          </a:p>
          <a:p>
            <a:pPr>
              <a:buFont typeface="Arial" panose="020B0604020202020204" pitchFamily="34" charset="0"/>
              <a:buChar char="•"/>
            </a:pPr>
            <a:r>
              <a:rPr lang="en-US" dirty="0"/>
              <a:t>Security enhancements</a:t>
            </a:r>
          </a:p>
          <a:p>
            <a:pPr>
              <a:buFont typeface="Arial" panose="020B0604020202020204" pitchFamily="34" charset="0"/>
              <a:buChar char="•"/>
            </a:pPr>
            <a:r>
              <a:rPr lang="en-US" dirty="0"/>
              <a:t>Service limits</a:t>
            </a:r>
          </a:p>
          <a:p>
            <a:r>
              <a:rPr lang="en-US" b="1" dirty="0"/>
              <a:t>Available to:</a:t>
            </a:r>
            <a:br>
              <a:rPr lang="en-US" dirty="0"/>
            </a:br>
            <a:r>
              <a:rPr lang="en-US" dirty="0"/>
              <a:t>All accounts (with limited checks); full checks with AWS Support plans</a:t>
            </a:r>
          </a:p>
          <a:p>
            <a:endParaRPr lang="en-US" dirty="0"/>
          </a:p>
        </p:txBody>
      </p:sp>
    </p:spTree>
    <p:extLst>
      <p:ext uri="{BB962C8B-B14F-4D97-AF65-F5344CB8AC3E}">
        <p14:creationId xmlns:p14="http://schemas.microsoft.com/office/powerpoint/2010/main" val="361195468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7B30F-2AAF-F066-99FB-58A7FD9904A0}"/>
              </a:ext>
            </a:extLst>
          </p:cNvPr>
          <p:cNvSpPr>
            <a:spLocks noGrp="1"/>
          </p:cNvSpPr>
          <p:nvPr>
            <p:ph type="title"/>
          </p:nvPr>
        </p:nvSpPr>
        <p:spPr/>
        <p:txBody>
          <a:bodyPr>
            <a:normAutofit/>
          </a:bodyPr>
          <a:lstStyle/>
          <a:p>
            <a:r>
              <a:rPr lang="en-US" dirty="0"/>
              <a:t>AWS Cost Explorer</a:t>
            </a:r>
          </a:p>
        </p:txBody>
      </p:sp>
      <p:sp>
        <p:nvSpPr>
          <p:cNvPr id="3" name="Content Placeholder 2">
            <a:extLst>
              <a:ext uri="{FF2B5EF4-FFF2-40B4-BE49-F238E27FC236}">
                <a16:creationId xmlns:a16="http://schemas.microsoft.com/office/drawing/2014/main" id="{0FAFC4FB-8C13-BE21-B8AE-9333BA5E385E}"/>
              </a:ext>
            </a:extLst>
          </p:cNvPr>
          <p:cNvSpPr>
            <a:spLocks noGrp="1"/>
          </p:cNvSpPr>
          <p:nvPr>
            <p:ph idx="1"/>
          </p:nvPr>
        </p:nvSpPr>
        <p:spPr/>
        <p:txBody>
          <a:bodyPr/>
          <a:lstStyle/>
          <a:p>
            <a:pPr>
              <a:buNone/>
            </a:pPr>
            <a:r>
              <a:rPr lang="en-US" b="1" dirty="0">
                <a:solidFill>
                  <a:srgbClr val="00B050"/>
                </a:solidFill>
              </a:rPr>
              <a:t>Cost Explorer</a:t>
            </a:r>
            <a:r>
              <a:rPr lang="en-US" dirty="0">
                <a:solidFill>
                  <a:srgbClr val="00B050"/>
                </a:solidFill>
              </a:rPr>
              <a:t> provides detailed </a:t>
            </a:r>
            <a:r>
              <a:rPr lang="en-US" b="1" dirty="0">
                <a:solidFill>
                  <a:srgbClr val="00B050"/>
                </a:solidFill>
              </a:rPr>
              <a:t>visual insights</a:t>
            </a:r>
            <a:r>
              <a:rPr lang="en-US" dirty="0">
                <a:solidFill>
                  <a:srgbClr val="00B050"/>
                </a:solidFill>
              </a:rPr>
              <a:t> into your AWS usage and spending.</a:t>
            </a:r>
          </a:p>
          <a:p>
            <a:pPr>
              <a:buNone/>
            </a:pPr>
            <a:r>
              <a:rPr lang="en-US" b="1" dirty="0"/>
              <a:t>Features:</a:t>
            </a:r>
            <a:endParaRPr lang="en-US" dirty="0"/>
          </a:p>
          <a:p>
            <a:pPr>
              <a:buFont typeface="Arial" panose="020B0604020202020204" pitchFamily="34" charset="0"/>
              <a:buChar char="•"/>
            </a:pPr>
            <a:r>
              <a:rPr lang="en-US" dirty="0"/>
              <a:t>Analyze historical costs (up to 12 months)</a:t>
            </a:r>
          </a:p>
          <a:p>
            <a:pPr>
              <a:buFont typeface="Arial" panose="020B0604020202020204" pitchFamily="34" charset="0"/>
              <a:buChar char="•"/>
            </a:pPr>
            <a:r>
              <a:rPr lang="en-US" dirty="0"/>
              <a:t>Forecast future spending</a:t>
            </a:r>
          </a:p>
          <a:p>
            <a:pPr>
              <a:buFont typeface="Arial" panose="020B0604020202020204" pitchFamily="34" charset="0"/>
              <a:buChar char="•"/>
            </a:pPr>
            <a:r>
              <a:rPr lang="en-US" dirty="0"/>
              <a:t>Identify usage patterns and trends</a:t>
            </a:r>
          </a:p>
          <a:p>
            <a:r>
              <a:rPr lang="en-US" b="1" dirty="0"/>
              <a:t>Use Case:</a:t>
            </a:r>
            <a:br>
              <a:rPr lang="en-US" dirty="0"/>
            </a:br>
            <a:r>
              <a:rPr lang="en-US" dirty="0"/>
              <a:t>Set budgets and detect unexpected cost spikes</a:t>
            </a:r>
          </a:p>
          <a:p>
            <a:endParaRPr lang="en-US" dirty="0"/>
          </a:p>
        </p:txBody>
      </p:sp>
    </p:spTree>
    <p:extLst>
      <p:ext uri="{BB962C8B-B14F-4D97-AF65-F5344CB8AC3E}">
        <p14:creationId xmlns:p14="http://schemas.microsoft.com/office/powerpoint/2010/main" val="391394788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7A175-AA95-AE0E-3EA0-C22755CE0728}"/>
              </a:ext>
            </a:extLst>
          </p:cNvPr>
          <p:cNvSpPr>
            <a:spLocks noGrp="1"/>
          </p:cNvSpPr>
          <p:nvPr>
            <p:ph type="title"/>
          </p:nvPr>
        </p:nvSpPr>
        <p:spPr/>
        <p:txBody>
          <a:bodyPr>
            <a:normAutofit/>
          </a:bodyPr>
          <a:lstStyle/>
          <a:p>
            <a:r>
              <a:rPr lang="en-US" dirty="0"/>
              <a:t>AWS Budgets</a:t>
            </a:r>
          </a:p>
        </p:txBody>
      </p:sp>
      <p:sp>
        <p:nvSpPr>
          <p:cNvPr id="3" name="Content Placeholder 2">
            <a:extLst>
              <a:ext uri="{FF2B5EF4-FFF2-40B4-BE49-F238E27FC236}">
                <a16:creationId xmlns:a16="http://schemas.microsoft.com/office/drawing/2014/main" id="{D76E880E-800D-79F6-2A8C-D0ADF36C921F}"/>
              </a:ext>
            </a:extLst>
          </p:cNvPr>
          <p:cNvSpPr>
            <a:spLocks noGrp="1"/>
          </p:cNvSpPr>
          <p:nvPr>
            <p:ph idx="1"/>
          </p:nvPr>
        </p:nvSpPr>
        <p:spPr/>
        <p:txBody>
          <a:bodyPr/>
          <a:lstStyle/>
          <a:p>
            <a:pPr>
              <a:buNone/>
            </a:pPr>
            <a:r>
              <a:rPr lang="en-US" b="1" dirty="0">
                <a:solidFill>
                  <a:srgbClr val="00B050"/>
                </a:solidFill>
              </a:rPr>
              <a:t>AWS Budgets</a:t>
            </a:r>
            <a:r>
              <a:rPr lang="en-US" dirty="0">
                <a:solidFill>
                  <a:srgbClr val="00B050"/>
                </a:solidFill>
              </a:rPr>
              <a:t> allows you to set custom thresholds for:</a:t>
            </a:r>
          </a:p>
          <a:p>
            <a:pPr>
              <a:buFont typeface="Arial" panose="020B0604020202020204" pitchFamily="34" charset="0"/>
              <a:buChar char="•"/>
            </a:pPr>
            <a:r>
              <a:rPr lang="en-US" dirty="0"/>
              <a:t>Cost</a:t>
            </a:r>
          </a:p>
          <a:p>
            <a:pPr>
              <a:buFont typeface="Arial" panose="020B0604020202020204" pitchFamily="34" charset="0"/>
              <a:buChar char="•"/>
            </a:pPr>
            <a:r>
              <a:rPr lang="en-US" dirty="0"/>
              <a:t>Usage</a:t>
            </a:r>
          </a:p>
          <a:p>
            <a:pPr>
              <a:buFont typeface="Arial" panose="020B0604020202020204" pitchFamily="34" charset="0"/>
              <a:buChar char="•"/>
            </a:pPr>
            <a:r>
              <a:rPr lang="en-US" dirty="0"/>
              <a:t>Reservation coverage and utilization</a:t>
            </a:r>
          </a:p>
          <a:p>
            <a:pPr>
              <a:buNone/>
            </a:pPr>
            <a:r>
              <a:rPr lang="en-US" b="1" dirty="0"/>
              <a:t>Benefits:</a:t>
            </a:r>
            <a:endParaRPr lang="en-US" dirty="0"/>
          </a:p>
          <a:p>
            <a:pPr>
              <a:buFont typeface="Arial" panose="020B0604020202020204" pitchFamily="34" charset="0"/>
              <a:buChar char="•"/>
            </a:pPr>
            <a:r>
              <a:rPr lang="en-US" dirty="0"/>
              <a:t>Receive alerts before you exceed a limit</a:t>
            </a:r>
          </a:p>
          <a:p>
            <a:pPr>
              <a:buFont typeface="Arial" panose="020B0604020202020204" pitchFamily="34" charset="0"/>
              <a:buChar char="•"/>
            </a:pPr>
            <a:r>
              <a:rPr lang="en-US" dirty="0"/>
              <a:t>Monitor multiple services or accounts</a:t>
            </a:r>
          </a:p>
          <a:p>
            <a:endParaRPr lang="en-US" dirty="0"/>
          </a:p>
        </p:txBody>
      </p:sp>
    </p:spTree>
    <p:extLst>
      <p:ext uri="{BB962C8B-B14F-4D97-AF65-F5344CB8AC3E}">
        <p14:creationId xmlns:p14="http://schemas.microsoft.com/office/powerpoint/2010/main" val="191066628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BBB4A-96FF-AEE0-25AC-07A4D1161957}"/>
              </a:ext>
            </a:extLst>
          </p:cNvPr>
          <p:cNvSpPr>
            <a:spLocks noGrp="1"/>
          </p:cNvSpPr>
          <p:nvPr>
            <p:ph type="title"/>
          </p:nvPr>
        </p:nvSpPr>
        <p:spPr/>
        <p:txBody>
          <a:bodyPr/>
          <a:lstStyle/>
          <a:p>
            <a:r>
              <a:rPr lang="en-US" dirty="0"/>
              <a:t>AWS Support Plans</a:t>
            </a:r>
          </a:p>
        </p:txBody>
      </p:sp>
      <p:graphicFrame>
        <p:nvGraphicFramePr>
          <p:cNvPr id="4" name="Content Placeholder 3">
            <a:extLst>
              <a:ext uri="{FF2B5EF4-FFF2-40B4-BE49-F238E27FC236}">
                <a16:creationId xmlns:a16="http://schemas.microsoft.com/office/drawing/2014/main" id="{F19070A2-3390-CFD9-BF80-E72F4A69E43C}"/>
              </a:ext>
            </a:extLst>
          </p:cNvPr>
          <p:cNvGraphicFramePr>
            <a:graphicFrameLocks noGrp="1"/>
          </p:cNvGraphicFramePr>
          <p:nvPr>
            <p:ph idx="1"/>
            <p:extLst>
              <p:ext uri="{D42A27DB-BD31-4B8C-83A1-F6EECF244321}">
                <p14:modId xmlns:p14="http://schemas.microsoft.com/office/powerpoint/2010/main" val="3764986623"/>
              </p:ext>
            </p:extLst>
          </p:nvPr>
        </p:nvGraphicFramePr>
        <p:xfrm>
          <a:off x="838200" y="1828380"/>
          <a:ext cx="10515600" cy="1828800"/>
        </p:xfrm>
        <a:graphic>
          <a:graphicData uri="http://schemas.openxmlformats.org/drawingml/2006/table">
            <a:tbl>
              <a:tblPr>
                <a:tableStyleId>{616DA210-FB5B-4158-B5E0-FEB733F419BA}</a:tableStyleId>
              </a:tblPr>
              <a:tblGrid>
                <a:gridCol w="2995246">
                  <a:extLst>
                    <a:ext uri="{9D8B030D-6E8A-4147-A177-3AD203B41FA5}">
                      <a16:colId xmlns:a16="http://schemas.microsoft.com/office/drawing/2014/main" val="582596972"/>
                    </a:ext>
                  </a:extLst>
                </a:gridCol>
                <a:gridCol w="7520354">
                  <a:extLst>
                    <a:ext uri="{9D8B030D-6E8A-4147-A177-3AD203B41FA5}">
                      <a16:colId xmlns:a16="http://schemas.microsoft.com/office/drawing/2014/main" val="2775451889"/>
                    </a:ext>
                  </a:extLst>
                </a:gridCol>
              </a:tblGrid>
              <a:tr h="0">
                <a:tc>
                  <a:txBody>
                    <a:bodyPr/>
                    <a:lstStyle/>
                    <a:p>
                      <a:pPr algn="ctr"/>
                      <a:r>
                        <a:rPr lang="en-US" b="1"/>
                        <a:t>Plan</a:t>
                      </a:r>
                    </a:p>
                  </a:txBody>
                  <a:tcPr anchor="ctr">
                    <a:solidFill>
                      <a:schemeClr val="bg1">
                        <a:lumMod val="85000"/>
                      </a:schemeClr>
                    </a:solidFill>
                  </a:tcPr>
                </a:tc>
                <a:tc>
                  <a:txBody>
                    <a:bodyPr/>
                    <a:lstStyle/>
                    <a:p>
                      <a:pPr algn="ctr"/>
                      <a:r>
                        <a:rPr lang="en-US" b="1" dirty="0"/>
                        <a:t>Support Level</a:t>
                      </a:r>
                    </a:p>
                  </a:txBody>
                  <a:tcPr anchor="ctr">
                    <a:solidFill>
                      <a:schemeClr val="bg1">
                        <a:lumMod val="85000"/>
                      </a:schemeClr>
                    </a:solidFill>
                  </a:tcPr>
                </a:tc>
                <a:extLst>
                  <a:ext uri="{0D108BD9-81ED-4DB2-BD59-A6C34878D82A}">
                    <a16:rowId xmlns:a16="http://schemas.microsoft.com/office/drawing/2014/main" val="3411593069"/>
                  </a:ext>
                </a:extLst>
              </a:tr>
              <a:tr h="0">
                <a:tc>
                  <a:txBody>
                    <a:bodyPr/>
                    <a:lstStyle/>
                    <a:p>
                      <a:r>
                        <a:rPr lang="en-US" b="1"/>
                        <a:t>Basic</a:t>
                      </a:r>
                      <a:endParaRPr lang="en-US"/>
                    </a:p>
                  </a:txBody>
                  <a:tcPr anchor="ctr"/>
                </a:tc>
                <a:tc>
                  <a:txBody>
                    <a:bodyPr/>
                    <a:lstStyle/>
                    <a:p>
                      <a:r>
                        <a:rPr lang="en-US"/>
                        <a:t>Account access, billing, limited Trusted Advisor</a:t>
                      </a:r>
                    </a:p>
                  </a:txBody>
                  <a:tcPr anchor="ctr"/>
                </a:tc>
                <a:extLst>
                  <a:ext uri="{0D108BD9-81ED-4DB2-BD59-A6C34878D82A}">
                    <a16:rowId xmlns:a16="http://schemas.microsoft.com/office/drawing/2014/main" val="2044541526"/>
                  </a:ext>
                </a:extLst>
              </a:tr>
              <a:tr h="0">
                <a:tc>
                  <a:txBody>
                    <a:bodyPr/>
                    <a:lstStyle/>
                    <a:p>
                      <a:r>
                        <a:rPr lang="en-US" b="1"/>
                        <a:t>Developer</a:t>
                      </a:r>
                      <a:endParaRPr lang="en-US"/>
                    </a:p>
                  </a:txBody>
                  <a:tcPr anchor="ctr"/>
                </a:tc>
                <a:tc>
                  <a:txBody>
                    <a:bodyPr/>
                    <a:lstStyle/>
                    <a:p>
                      <a:r>
                        <a:rPr lang="en-US"/>
                        <a:t>Business hours tech support</a:t>
                      </a:r>
                    </a:p>
                  </a:txBody>
                  <a:tcPr anchor="ctr"/>
                </a:tc>
                <a:extLst>
                  <a:ext uri="{0D108BD9-81ED-4DB2-BD59-A6C34878D82A}">
                    <a16:rowId xmlns:a16="http://schemas.microsoft.com/office/drawing/2014/main" val="2336827941"/>
                  </a:ext>
                </a:extLst>
              </a:tr>
              <a:tr h="0">
                <a:tc>
                  <a:txBody>
                    <a:bodyPr/>
                    <a:lstStyle/>
                    <a:p>
                      <a:r>
                        <a:rPr lang="en-US" b="1"/>
                        <a:t>Business</a:t>
                      </a:r>
                      <a:endParaRPr lang="en-US"/>
                    </a:p>
                  </a:txBody>
                  <a:tcPr anchor="ctr"/>
                </a:tc>
                <a:tc>
                  <a:txBody>
                    <a:bodyPr/>
                    <a:lstStyle/>
                    <a:p>
                      <a:r>
                        <a:rPr lang="en-US"/>
                        <a:t>24/7 tech support, access to full Trusted Advisor</a:t>
                      </a:r>
                    </a:p>
                  </a:txBody>
                  <a:tcPr anchor="ctr"/>
                </a:tc>
                <a:extLst>
                  <a:ext uri="{0D108BD9-81ED-4DB2-BD59-A6C34878D82A}">
                    <a16:rowId xmlns:a16="http://schemas.microsoft.com/office/drawing/2014/main" val="3835759834"/>
                  </a:ext>
                </a:extLst>
              </a:tr>
              <a:tr h="0">
                <a:tc>
                  <a:txBody>
                    <a:bodyPr/>
                    <a:lstStyle/>
                    <a:p>
                      <a:r>
                        <a:rPr lang="en-US" b="1"/>
                        <a:t>Enterprise</a:t>
                      </a:r>
                      <a:endParaRPr lang="en-US"/>
                    </a:p>
                  </a:txBody>
                  <a:tcPr anchor="ctr"/>
                </a:tc>
                <a:tc>
                  <a:txBody>
                    <a:bodyPr/>
                    <a:lstStyle/>
                    <a:p>
                      <a:r>
                        <a:rPr lang="en-US" dirty="0"/>
                        <a:t>Dedicated Technical Account Manager (TAM), concierge support</a:t>
                      </a:r>
                    </a:p>
                  </a:txBody>
                  <a:tcPr anchor="ctr"/>
                </a:tc>
                <a:extLst>
                  <a:ext uri="{0D108BD9-81ED-4DB2-BD59-A6C34878D82A}">
                    <a16:rowId xmlns:a16="http://schemas.microsoft.com/office/drawing/2014/main" val="2148401851"/>
                  </a:ext>
                </a:extLst>
              </a:tr>
            </a:tbl>
          </a:graphicData>
        </a:graphic>
      </p:graphicFrame>
    </p:spTree>
    <p:extLst>
      <p:ext uri="{BB962C8B-B14F-4D97-AF65-F5344CB8AC3E}">
        <p14:creationId xmlns:p14="http://schemas.microsoft.com/office/powerpoint/2010/main" val="207776112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8F642D9-B402-2961-D211-8C08DD73745A}"/>
              </a:ext>
            </a:extLst>
          </p:cNvPr>
          <p:cNvSpPr>
            <a:spLocks noGrp="1"/>
          </p:cNvSpPr>
          <p:nvPr>
            <p:ph type="title"/>
          </p:nvPr>
        </p:nvSpPr>
        <p:spPr/>
        <p:txBody>
          <a:bodyPr>
            <a:noAutofit/>
          </a:bodyPr>
          <a:lstStyle/>
          <a:p>
            <a:r>
              <a:rPr lang="en-US" sz="4800" dirty="0"/>
              <a:t>AWS for Big Data and Machine Learning</a:t>
            </a:r>
          </a:p>
        </p:txBody>
      </p:sp>
      <p:sp>
        <p:nvSpPr>
          <p:cNvPr id="5" name="Text Placeholder 4">
            <a:extLst>
              <a:ext uri="{FF2B5EF4-FFF2-40B4-BE49-F238E27FC236}">
                <a16:creationId xmlns:a16="http://schemas.microsoft.com/office/drawing/2014/main" id="{407F000B-9583-644B-5D12-A0A274892B4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278111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7151F-A580-500C-098A-B72B075AA9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277672-9930-9E06-2ECC-CF2A2EB069B8}"/>
              </a:ext>
            </a:extLst>
          </p:cNvPr>
          <p:cNvSpPr>
            <a:spLocks noGrp="1"/>
          </p:cNvSpPr>
          <p:nvPr>
            <p:ph type="title"/>
          </p:nvPr>
        </p:nvSpPr>
        <p:spPr/>
        <p:txBody>
          <a:bodyPr/>
          <a:lstStyle/>
          <a:p>
            <a:r>
              <a:rPr lang="en-US" dirty="0"/>
              <a:t>Why Big Data and ML in the Cloud?</a:t>
            </a:r>
          </a:p>
        </p:txBody>
      </p:sp>
      <p:sp>
        <p:nvSpPr>
          <p:cNvPr id="3" name="Content Placeholder 2">
            <a:extLst>
              <a:ext uri="{FF2B5EF4-FFF2-40B4-BE49-F238E27FC236}">
                <a16:creationId xmlns:a16="http://schemas.microsoft.com/office/drawing/2014/main" id="{E580E733-FC13-A58A-F12F-9B26AFCB1A87}"/>
              </a:ext>
            </a:extLst>
          </p:cNvPr>
          <p:cNvSpPr>
            <a:spLocks noGrp="1"/>
          </p:cNvSpPr>
          <p:nvPr>
            <p:ph idx="1"/>
          </p:nvPr>
        </p:nvSpPr>
        <p:spPr/>
        <p:txBody>
          <a:bodyPr/>
          <a:lstStyle/>
          <a:p>
            <a:pPr>
              <a:buNone/>
            </a:pPr>
            <a:r>
              <a:rPr lang="en-US" dirty="0"/>
              <a:t>Modern applications generate large volumes of data requiring:</a:t>
            </a:r>
          </a:p>
          <a:p>
            <a:pPr>
              <a:buFont typeface="Arial" panose="020B0604020202020204" pitchFamily="34" charset="0"/>
              <a:buChar char="•"/>
            </a:pPr>
            <a:r>
              <a:rPr lang="en-US" dirty="0"/>
              <a:t>Scalable processing</a:t>
            </a:r>
          </a:p>
          <a:p>
            <a:pPr>
              <a:buFont typeface="Arial" panose="020B0604020202020204" pitchFamily="34" charset="0"/>
              <a:buChar char="•"/>
            </a:pPr>
            <a:r>
              <a:rPr lang="en-US" dirty="0"/>
              <a:t>Real-time analysis</a:t>
            </a:r>
          </a:p>
          <a:p>
            <a:pPr>
              <a:buFont typeface="Arial" panose="020B0604020202020204" pitchFamily="34" charset="0"/>
              <a:buChar char="•"/>
            </a:pPr>
            <a:r>
              <a:rPr lang="en-US" dirty="0"/>
              <a:t>Cost-effective storage</a:t>
            </a:r>
          </a:p>
          <a:p>
            <a:pPr>
              <a:buFont typeface="Arial" panose="020B0604020202020204" pitchFamily="34" charset="0"/>
              <a:buChar char="•"/>
            </a:pPr>
            <a:r>
              <a:rPr lang="en-US" dirty="0"/>
              <a:t>Tools for predictive modeling</a:t>
            </a:r>
          </a:p>
          <a:p>
            <a:pPr marL="0" indent="0">
              <a:buNone/>
            </a:pPr>
            <a:endParaRPr lang="en-US" b="1" dirty="0"/>
          </a:p>
          <a:p>
            <a:pPr marL="0" indent="0">
              <a:buNone/>
            </a:pPr>
            <a:r>
              <a:rPr lang="en-US" b="1" dirty="0"/>
              <a:t>AWS offers managed services</a:t>
            </a:r>
            <a:r>
              <a:rPr lang="en-US" dirty="0"/>
              <a:t> that cover the full data lifecycle—from ingestion to storage, analysis, and prediction.</a:t>
            </a:r>
          </a:p>
          <a:p>
            <a:endParaRPr lang="en-US" dirty="0"/>
          </a:p>
        </p:txBody>
      </p:sp>
    </p:spTree>
    <p:extLst>
      <p:ext uri="{BB962C8B-B14F-4D97-AF65-F5344CB8AC3E}">
        <p14:creationId xmlns:p14="http://schemas.microsoft.com/office/powerpoint/2010/main" val="306759148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421E6-7349-957B-0822-D49AADFEB5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FF2366-090D-0430-2AA6-E64CFC026751}"/>
              </a:ext>
            </a:extLst>
          </p:cNvPr>
          <p:cNvSpPr>
            <a:spLocks noGrp="1"/>
          </p:cNvSpPr>
          <p:nvPr>
            <p:ph type="title"/>
          </p:nvPr>
        </p:nvSpPr>
        <p:spPr/>
        <p:txBody>
          <a:bodyPr/>
          <a:lstStyle/>
          <a:p>
            <a:r>
              <a:rPr lang="en-US" dirty="0"/>
              <a:t>AWS Services for Big Data Workloads</a:t>
            </a:r>
          </a:p>
        </p:txBody>
      </p:sp>
      <p:graphicFrame>
        <p:nvGraphicFramePr>
          <p:cNvPr id="4" name="Content Placeholder 3">
            <a:extLst>
              <a:ext uri="{FF2B5EF4-FFF2-40B4-BE49-F238E27FC236}">
                <a16:creationId xmlns:a16="http://schemas.microsoft.com/office/drawing/2014/main" id="{96711436-FA86-8F77-1D15-1949D7468A83}"/>
              </a:ext>
            </a:extLst>
          </p:cNvPr>
          <p:cNvGraphicFramePr>
            <a:graphicFrameLocks noGrp="1"/>
          </p:cNvGraphicFramePr>
          <p:nvPr>
            <p:ph idx="1"/>
            <p:extLst>
              <p:ext uri="{D42A27DB-BD31-4B8C-83A1-F6EECF244321}">
                <p14:modId xmlns:p14="http://schemas.microsoft.com/office/powerpoint/2010/main" val="11933855"/>
              </p:ext>
            </p:extLst>
          </p:nvPr>
        </p:nvGraphicFramePr>
        <p:xfrm>
          <a:off x="838200" y="1893871"/>
          <a:ext cx="10515600" cy="2194560"/>
        </p:xfrm>
        <a:graphic>
          <a:graphicData uri="http://schemas.openxmlformats.org/drawingml/2006/table">
            <a:tbl>
              <a:tblPr>
                <a:tableStyleId>{616DA210-FB5B-4158-B5E0-FEB733F419BA}</a:tableStyleId>
              </a:tblPr>
              <a:tblGrid>
                <a:gridCol w="3118338">
                  <a:extLst>
                    <a:ext uri="{9D8B030D-6E8A-4147-A177-3AD203B41FA5}">
                      <a16:colId xmlns:a16="http://schemas.microsoft.com/office/drawing/2014/main" val="2631188853"/>
                    </a:ext>
                  </a:extLst>
                </a:gridCol>
                <a:gridCol w="7397262">
                  <a:extLst>
                    <a:ext uri="{9D8B030D-6E8A-4147-A177-3AD203B41FA5}">
                      <a16:colId xmlns:a16="http://schemas.microsoft.com/office/drawing/2014/main" val="3324019378"/>
                    </a:ext>
                  </a:extLst>
                </a:gridCol>
              </a:tblGrid>
              <a:tr h="0">
                <a:tc>
                  <a:txBody>
                    <a:bodyPr/>
                    <a:lstStyle/>
                    <a:p>
                      <a:pPr algn="ctr"/>
                      <a:r>
                        <a:rPr lang="en-US"/>
                        <a:t>Function</a:t>
                      </a:r>
                    </a:p>
                  </a:txBody>
                  <a:tcPr anchor="ctr">
                    <a:solidFill>
                      <a:schemeClr val="bg1">
                        <a:lumMod val="85000"/>
                      </a:schemeClr>
                    </a:solidFill>
                  </a:tcPr>
                </a:tc>
                <a:tc>
                  <a:txBody>
                    <a:bodyPr/>
                    <a:lstStyle/>
                    <a:p>
                      <a:pPr algn="ctr"/>
                      <a:r>
                        <a:rPr lang="en-US" dirty="0"/>
                        <a:t>Service</a:t>
                      </a:r>
                    </a:p>
                  </a:txBody>
                  <a:tcPr anchor="ctr">
                    <a:solidFill>
                      <a:schemeClr val="bg1">
                        <a:lumMod val="85000"/>
                      </a:schemeClr>
                    </a:solidFill>
                  </a:tcPr>
                </a:tc>
                <a:extLst>
                  <a:ext uri="{0D108BD9-81ED-4DB2-BD59-A6C34878D82A}">
                    <a16:rowId xmlns:a16="http://schemas.microsoft.com/office/drawing/2014/main" val="3928341752"/>
                  </a:ext>
                </a:extLst>
              </a:tr>
              <a:tr h="0">
                <a:tc>
                  <a:txBody>
                    <a:bodyPr/>
                    <a:lstStyle/>
                    <a:p>
                      <a:r>
                        <a:rPr lang="en-US"/>
                        <a:t>Data Storage</a:t>
                      </a:r>
                    </a:p>
                  </a:txBody>
                  <a:tcPr anchor="ctr"/>
                </a:tc>
                <a:tc>
                  <a:txBody>
                    <a:bodyPr/>
                    <a:lstStyle/>
                    <a:p>
                      <a:r>
                        <a:rPr lang="en-US"/>
                        <a:t>Amazon S3, Amazon Glacier</a:t>
                      </a:r>
                    </a:p>
                  </a:txBody>
                  <a:tcPr anchor="ctr"/>
                </a:tc>
                <a:extLst>
                  <a:ext uri="{0D108BD9-81ED-4DB2-BD59-A6C34878D82A}">
                    <a16:rowId xmlns:a16="http://schemas.microsoft.com/office/drawing/2014/main" val="1963003323"/>
                  </a:ext>
                </a:extLst>
              </a:tr>
              <a:tr h="0">
                <a:tc>
                  <a:txBody>
                    <a:bodyPr/>
                    <a:lstStyle/>
                    <a:p>
                      <a:r>
                        <a:rPr lang="en-US"/>
                        <a:t>Batch Processing</a:t>
                      </a:r>
                    </a:p>
                  </a:txBody>
                  <a:tcPr anchor="ctr"/>
                </a:tc>
                <a:tc>
                  <a:txBody>
                    <a:bodyPr/>
                    <a:lstStyle/>
                    <a:p>
                      <a:r>
                        <a:rPr lang="en-US"/>
                        <a:t>Amazon EMR (Hadoop/Spark)</a:t>
                      </a:r>
                    </a:p>
                  </a:txBody>
                  <a:tcPr anchor="ctr"/>
                </a:tc>
                <a:extLst>
                  <a:ext uri="{0D108BD9-81ED-4DB2-BD59-A6C34878D82A}">
                    <a16:rowId xmlns:a16="http://schemas.microsoft.com/office/drawing/2014/main" val="2070927877"/>
                  </a:ext>
                </a:extLst>
              </a:tr>
              <a:tr h="0">
                <a:tc>
                  <a:txBody>
                    <a:bodyPr/>
                    <a:lstStyle/>
                    <a:p>
                      <a:r>
                        <a:rPr lang="en-US"/>
                        <a:t>Real-Time Streams</a:t>
                      </a:r>
                    </a:p>
                  </a:txBody>
                  <a:tcPr anchor="ctr"/>
                </a:tc>
                <a:tc>
                  <a:txBody>
                    <a:bodyPr/>
                    <a:lstStyle/>
                    <a:p>
                      <a:r>
                        <a:rPr lang="sv-SE"/>
                        <a:t>Amazon Kinesis, Amazon MSK (Kafka)</a:t>
                      </a:r>
                    </a:p>
                  </a:txBody>
                  <a:tcPr anchor="ctr"/>
                </a:tc>
                <a:extLst>
                  <a:ext uri="{0D108BD9-81ED-4DB2-BD59-A6C34878D82A}">
                    <a16:rowId xmlns:a16="http://schemas.microsoft.com/office/drawing/2014/main" val="2371798105"/>
                  </a:ext>
                </a:extLst>
              </a:tr>
              <a:tr h="0">
                <a:tc>
                  <a:txBody>
                    <a:bodyPr/>
                    <a:lstStyle/>
                    <a:p>
                      <a:r>
                        <a:rPr lang="en-US"/>
                        <a:t>Data Integration</a:t>
                      </a:r>
                    </a:p>
                  </a:txBody>
                  <a:tcPr anchor="ctr"/>
                </a:tc>
                <a:tc>
                  <a:txBody>
                    <a:bodyPr/>
                    <a:lstStyle/>
                    <a:p>
                      <a:r>
                        <a:rPr lang="en-US"/>
                        <a:t>AWS Glue, AWS Data Pipeline</a:t>
                      </a:r>
                    </a:p>
                  </a:txBody>
                  <a:tcPr anchor="ctr"/>
                </a:tc>
                <a:extLst>
                  <a:ext uri="{0D108BD9-81ED-4DB2-BD59-A6C34878D82A}">
                    <a16:rowId xmlns:a16="http://schemas.microsoft.com/office/drawing/2014/main" val="2020566769"/>
                  </a:ext>
                </a:extLst>
              </a:tr>
              <a:tr h="0">
                <a:tc>
                  <a:txBody>
                    <a:bodyPr/>
                    <a:lstStyle/>
                    <a:p>
                      <a:r>
                        <a:rPr lang="en-US"/>
                        <a:t>Analytics</a:t>
                      </a:r>
                    </a:p>
                  </a:txBody>
                  <a:tcPr anchor="ctr"/>
                </a:tc>
                <a:tc>
                  <a:txBody>
                    <a:bodyPr/>
                    <a:lstStyle/>
                    <a:p>
                      <a:r>
                        <a:rPr lang="sv-SE" dirty="0"/>
                        <a:t>Amazon Athena, Amazon Redshift, QuickSight</a:t>
                      </a:r>
                    </a:p>
                  </a:txBody>
                  <a:tcPr anchor="ctr"/>
                </a:tc>
                <a:extLst>
                  <a:ext uri="{0D108BD9-81ED-4DB2-BD59-A6C34878D82A}">
                    <a16:rowId xmlns:a16="http://schemas.microsoft.com/office/drawing/2014/main" val="3203181816"/>
                  </a:ext>
                </a:extLst>
              </a:tr>
            </a:tbl>
          </a:graphicData>
        </a:graphic>
      </p:graphicFrame>
    </p:spTree>
    <p:extLst>
      <p:ext uri="{BB962C8B-B14F-4D97-AF65-F5344CB8AC3E}">
        <p14:creationId xmlns:p14="http://schemas.microsoft.com/office/powerpoint/2010/main" val="182284611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E8376-C143-34FC-D9D3-4CB0086810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4702C9-F54F-67EF-570B-C50D4D5D2380}"/>
              </a:ext>
            </a:extLst>
          </p:cNvPr>
          <p:cNvSpPr>
            <a:spLocks noGrp="1"/>
          </p:cNvSpPr>
          <p:nvPr>
            <p:ph type="title"/>
          </p:nvPr>
        </p:nvSpPr>
        <p:spPr/>
        <p:txBody>
          <a:bodyPr/>
          <a:lstStyle/>
          <a:p>
            <a:r>
              <a:rPr lang="pt-BR" dirty="0"/>
              <a:t>Amazon S3 as a Data Lake</a:t>
            </a:r>
            <a:endParaRPr lang="en-US" dirty="0"/>
          </a:p>
        </p:txBody>
      </p:sp>
      <p:sp>
        <p:nvSpPr>
          <p:cNvPr id="3" name="Content Placeholder 2">
            <a:extLst>
              <a:ext uri="{FF2B5EF4-FFF2-40B4-BE49-F238E27FC236}">
                <a16:creationId xmlns:a16="http://schemas.microsoft.com/office/drawing/2014/main" id="{FA755082-70DA-3D50-1613-A4A6723FED1F}"/>
              </a:ext>
            </a:extLst>
          </p:cNvPr>
          <p:cNvSpPr>
            <a:spLocks noGrp="1"/>
          </p:cNvSpPr>
          <p:nvPr>
            <p:ph idx="1"/>
          </p:nvPr>
        </p:nvSpPr>
        <p:spPr>
          <a:xfrm>
            <a:off x="838199" y="1706007"/>
            <a:ext cx="10962503" cy="4991039"/>
          </a:xfrm>
        </p:spPr>
        <p:txBody>
          <a:bodyPr/>
          <a:lstStyle/>
          <a:p>
            <a:pPr>
              <a:buNone/>
            </a:pPr>
            <a:r>
              <a:rPr lang="en-US" b="1" dirty="0">
                <a:solidFill>
                  <a:srgbClr val="00B050"/>
                </a:solidFill>
              </a:rPr>
              <a:t>Amazon S3</a:t>
            </a:r>
            <a:r>
              <a:rPr lang="en-US" dirty="0">
                <a:solidFill>
                  <a:srgbClr val="00B050"/>
                </a:solidFill>
              </a:rPr>
              <a:t> is often used as a </a:t>
            </a:r>
            <a:r>
              <a:rPr lang="en-US" b="1" dirty="0">
                <a:solidFill>
                  <a:srgbClr val="00B050"/>
                </a:solidFill>
              </a:rPr>
              <a:t>data lake</a:t>
            </a:r>
            <a:r>
              <a:rPr lang="en-US" dirty="0">
                <a:solidFill>
                  <a:srgbClr val="00B050"/>
                </a:solidFill>
              </a:rPr>
              <a:t> for storing structured and unstructured data.</a:t>
            </a:r>
          </a:p>
          <a:p>
            <a:pPr>
              <a:buNone/>
            </a:pPr>
            <a:r>
              <a:rPr lang="en-US" b="1" dirty="0"/>
              <a:t>Why?</a:t>
            </a:r>
            <a:endParaRPr lang="en-US" dirty="0"/>
          </a:p>
          <a:p>
            <a:pPr>
              <a:buFont typeface="Arial" panose="020B0604020202020204" pitchFamily="34" charset="0"/>
              <a:buChar char="•"/>
            </a:pPr>
            <a:r>
              <a:rPr lang="en-US" dirty="0"/>
              <a:t>Unlimited scale</a:t>
            </a:r>
          </a:p>
          <a:p>
            <a:pPr>
              <a:buFont typeface="Arial" panose="020B0604020202020204" pitchFamily="34" charset="0"/>
              <a:buChar char="•"/>
            </a:pPr>
            <a:r>
              <a:rPr lang="en-US" dirty="0"/>
              <a:t>High durability and availability</a:t>
            </a:r>
          </a:p>
          <a:p>
            <a:pPr>
              <a:buFont typeface="Arial" panose="020B0604020202020204" pitchFamily="34" charset="0"/>
              <a:buChar char="•"/>
            </a:pPr>
            <a:r>
              <a:rPr lang="en-US" dirty="0"/>
              <a:t>Integration with analytics and ML tools</a:t>
            </a:r>
          </a:p>
          <a:p>
            <a:pPr marL="0" indent="0">
              <a:buNone/>
            </a:pPr>
            <a:endParaRPr lang="en-US" b="1" dirty="0"/>
          </a:p>
          <a:p>
            <a:pPr marL="0" indent="0">
              <a:buNone/>
            </a:pPr>
            <a:r>
              <a:rPr lang="en-US" b="1" dirty="0"/>
              <a:t>Common Use:</a:t>
            </a:r>
            <a:r>
              <a:rPr lang="en-US" dirty="0"/>
              <a:t> Central repository for data before processing</a:t>
            </a:r>
          </a:p>
          <a:p>
            <a:endParaRPr lang="en-US" dirty="0"/>
          </a:p>
        </p:txBody>
      </p:sp>
    </p:spTree>
    <p:extLst>
      <p:ext uri="{BB962C8B-B14F-4D97-AF65-F5344CB8AC3E}">
        <p14:creationId xmlns:p14="http://schemas.microsoft.com/office/powerpoint/2010/main" val="119605416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9C995-32E8-5BA3-55B1-89146D8D26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0B72BD-2622-0BDA-1CEF-BAA04A5A39C5}"/>
              </a:ext>
            </a:extLst>
          </p:cNvPr>
          <p:cNvSpPr>
            <a:spLocks noGrp="1"/>
          </p:cNvSpPr>
          <p:nvPr>
            <p:ph type="title"/>
          </p:nvPr>
        </p:nvSpPr>
        <p:spPr/>
        <p:txBody>
          <a:bodyPr>
            <a:normAutofit/>
          </a:bodyPr>
          <a:lstStyle/>
          <a:p>
            <a:r>
              <a:rPr lang="en-US" b="1" dirty="0"/>
              <a:t>Amazon EMR – Big Data Frameworks</a:t>
            </a:r>
            <a:endParaRPr lang="en-US" dirty="0"/>
          </a:p>
        </p:txBody>
      </p:sp>
      <p:sp>
        <p:nvSpPr>
          <p:cNvPr id="3" name="Content Placeholder 2">
            <a:extLst>
              <a:ext uri="{FF2B5EF4-FFF2-40B4-BE49-F238E27FC236}">
                <a16:creationId xmlns:a16="http://schemas.microsoft.com/office/drawing/2014/main" id="{B6929E43-3F39-A0AB-4FE3-2DF99D72D64C}"/>
              </a:ext>
            </a:extLst>
          </p:cNvPr>
          <p:cNvSpPr>
            <a:spLocks noGrp="1"/>
          </p:cNvSpPr>
          <p:nvPr>
            <p:ph idx="1"/>
          </p:nvPr>
        </p:nvSpPr>
        <p:spPr/>
        <p:txBody>
          <a:bodyPr/>
          <a:lstStyle/>
          <a:p>
            <a:pPr>
              <a:buNone/>
            </a:pPr>
            <a:r>
              <a:rPr lang="en-US" b="1" dirty="0">
                <a:solidFill>
                  <a:srgbClr val="00B050"/>
                </a:solidFill>
              </a:rPr>
              <a:t>Amazon EMR</a:t>
            </a:r>
            <a:r>
              <a:rPr lang="en-US" dirty="0">
                <a:solidFill>
                  <a:srgbClr val="00B050"/>
                </a:solidFill>
              </a:rPr>
              <a:t> (Elastic MapReduce) runs big data frameworks like:</a:t>
            </a:r>
          </a:p>
          <a:p>
            <a:pPr>
              <a:buFont typeface="Arial" panose="020B0604020202020204" pitchFamily="34" charset="0"/>
              <a:buChar char="•"/>
            </a:pPr>
            <a:r>
              <a:rPr lang="en-US" dirty="0"/>
              <a:t>Apache Hadoop</a:t>
            </a:r>
          </a:p>
          <a:p>
            <a:pPr>
              <a:buFont typeface="Arial" panose="020B0604020202020204" pitchFamily="34" charset="0"/>
              <a:buChar char="•"/>
            </a:pPr>
            <a:r>
              <a:rPr lang="en-US" dirty="0"/>
              <a:t>Apache Spark</a:t>
            </a:r>
          </a:p>
          <a:p>
            <a:pPr>
              <a:buFont typeface="Arial" panose="020B0604020202020204" pitchFamily="34" charset="0"/>
              <a:buChar char="•"/>
            </a:pPr>
            <a:r>
              <a:rPr lang="en-US" dirty="0"/>
              <a:t>HBase</a:t>
            </a:r>
          </a:p>
          <a:p>
            <a:pPr>
              <a:buFont typeface="Arial" panose="020B0604020202020204" pitchFamily="34" charset="0"/>
              <a:buChar char="•"/>
            </a:pPr>
            <a:r>
              <a:rPr lang="en-US" dirty="0"/>
              <a:t>Hive</a:t>
            </a:r>
          </a:p>
          <a:p>
            <a:pPr>
              <a:buNone/>
            </a:pPr>
            <a:r>
              <a:rPr lang="en-US" b="1" dirty="0"/>
              <a:t>Use Cases:</a:t>
            </a:r>
            <a:endParaRPr lang="en-US" dirty="0"/>
          </a:p>
          <a:p>
            <a:pPr>
              <a:buFont typeface="Arial" panose="020B0604020202020204" pitchFamily="34" charset="0"/>
              <a:buChar char="•"/>
            </a:pPr>
            <a:r>
              <a:rPr lang="en-US" dirty="0"/>
              <a:t>Distributed data processing</a:t>
            </a:r>
          </a:p>
          <a:p>
            <a:pPr>
              <a:buFont typeface="Arial" panose="020B0604020202020204" pitchFamily="34" charset="0"/>
              <a:buChar char="•"/>
            </a:pPr>
            <a:r>
              <a:rPr lang="en-US" dirty="0"/>
              <a:t>ETL pipelines</a:t>
            </a:r>
          </a:p>
          <a:p>
            <a:pPr>
              <a:buFont typeface="Arial" panose="020B0604020202020204" pitchFamily="34" charset="0"/>
              <a:buChar char="•"/>
            </a:pPr>
            <a:r>
              <a:rPr lang="en-US" dirty="0"/>
              <a:t>Log analysis</a:t>
            </a:r>
          </a:p>
          <a:p>
            <a:pPr>
              <a:buFont typeface="Arial" panose="020B0604020202020204" pitchFamily="34" charset="0"/>
              <a:buChar char="•"/>
            </a:pPr>
            <a:r>
              <a:rPr lang="en-US" dirty="0"/>
              <a:t>Machine learning model training at scale</a:t>
            </a:r>
          </a:p>
          <a:p>
            <a:endParaRPr lang="en-US" dirty="0"/>
          </a:p>
        </p:txBody>
      </p:sp>
    </p:spTree>
    <p:extLst>
      <p:ext uri="{BB962C8B-B14F-4D97-AF65-F5344CB8AC3E}">
        <p14:creationId xmlns:p14="http://schemas.microsoft.com/office/powerpoint/2010/main" val="31385725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E17D2-99C6-F3A6-434B-759673D183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46412A-5892-FCBD-545E-1A5B9E7A4BBE}"/>
              </a:ext>
            </a:extLst>
          </p:cNvPr>
          <p:cNvSpPr>
            <a:spLocks noGrp="1"/>
          </p:cNvSpPr>
          <p:nvPr>
            <p:ph type="title"/>
          </p:nvPr>
        </p:nvSpPr>
        <p:spPr/>
        <p:txBody>
          <a:bodyPr>
            <a:normAutofit/>
          </a:bodyPr>
          <a:lstStyle/>
          <a:p>
            <a:r>
              <a:rPr lang="en-US" dirty="0"/>
              <a:t>Amazon Kinesis – Real-Time Data Streams</a:t>
            </a:r>
          </a:p>
        </p:txBody>
      </p:sp>
      <p:sp>
        <p:nvSpPr>
          <p:cNvPr id="3" name="Content Placeholder 2">
            <a:extLst>
              <a:ext uri="{FF2B5EF4-FFF2-40B4-BE49-F238E27FC236}">
                <a16:creationId xmlns:a16="http://schemas.microsoft.com/office/drawing/2014/main" id="{417A66EB-C59D-A890-3002-548F60050969}"/>
              </a:ext>
            </a:extLst>
          </p:cNvPr>
          <p:cNvSpPr>
            <a:spLocks noGrp="1"/>
          </p:cNvSpPr>
          <p:nvPr>
            <p:ph idx="1"/>
          </p:nvPr>
        </p:nvSpPr>
        <p:spPr/>
        <p:txBody>
          <a:bodyPr/>
          <a:lstStyle/>
          <a:p>
            <a:pPr>
              <a:buNone/>
            </a:pPr>
            <a:r>
              <a:rPr lang="en-US" b="1" dirty="0">
                <a:solidFill>
                  <a:srgbClr val="00B050"/>
                </a:solidFill>
              </a:rPr>
              <a:t>Amazon Kinesis</a:t>
            </a:r>
            <a:r>
              <a:rPr lang="en-US" dirty="0">
                <a:solidFill>
                  <a:srgbClr val="00B050"/>
                </a:solidFill>
              </a:rPr>
              <a:t> is designed for streaming data (e.g., website clicks, IoT events).</a:t>
            </a:r>
          </a:p>
          <a:p>
            <a:pPr>
              <a:buNone/>
            </a:pPr>
            <a:r>
              <a:rPr lang="en-US" b="1" dirty="0"/>
              <a:t>Components:</a:t>
            </a:r>
            <a:endParaRPr lang="en-US" dirty="0"/>
          </a:p>
          <a:p>
            <a:pPr>
              <a:buFont typeface="Arial" panose="020B0604020202020204" pitchFamily="34" charset="0"/>
              <a:buChar char="•"/>
            </a:pPr>
            <a:r>
              <a:rPr lang="en-US" dirty="0"/>
              <a:t>Kinesis Data Streams</a:t>
            </a:r>
          </a:p>
          <a:p>
            <a:pPr>
              <a:buFont typeface="Arial" panose="020B0604020202020204" pitchFamily="34" charset="0"/>
              <a:buChar char="•"/>
            </a:pPr>
            <a:r>
              <a:rPr lang="en-US" dirty="0"/>
              <a:t>Kinesis Data Firehose (load to S3/Redshift)</a:t>
            </a:r>
          </a:p>
          <a:p>
            <a:pPr>
              <a:buFont typeface="Arial" panose="020B0604020202020204" pitchFamily="34" charset="0"/>
              <a:buChar char="•"/>
            </a:pPr>
            <a:r>
              <a:rPr lang="en-US" dirty="0"/>
              <a:t>Kinesis Data Analytics (SQL queries on streams)</a:t>
            </a:r>
          </a:p>
          <a:p>
            <a:r>
              <a:rPr lang="en-US" b="1" dirty="0"/>
              <a:t>Use Case:</a:t>
            </a:r>
            <a:r>
              <a:rPr lang="en-US" dirty="0"/>
              <a:t> Real-time dashboards, alerts, fraud detection</a:t>
            </a:r>
          </a:p>
          <a:p>
            <a:endParaRPr lang="en-US" dirty="0"/>
          </a:p>
        </p:txBody>
      </p:sp>
    </p:spTree>
    <p:extLst>
      <p:ext uri="{BB962C8B-B14F-4D97-AF65-F5344CB8AC3E}">
        <p14:creationId xmlns:p14="http://schemas.microsoft.com/office/powerpoint/2010/main" val="324812320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ABEF2-4463-0019-F72A-57A0F1DE32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3ECAC6-24DE-074A-680A-3048D26C9D12}"/>
              </a:ext>
            </a:extLst>
          </p:cNvPr>
          <p:cNvSpPr>
            <a:spLocks noGrp="1"/>
          </p:cNvSpPr>
          <p:nvPr>
            <p:ph type="title"/>
          </p:nvPr>
        </p:nvSpPr>
        <p:spPr/>
        <p:txBody>
          <a:bodyPr>
            <a:normAutofit/>
          </a:bodyPr>
          <a:lstStyle/>
          <a:p>
            <a:r>
              <a:rPr lang="en-US" dirty="0"/>
              <a:t>AWS Glue – Data Integration and ETL</a:t>
            </a:r>
          </a:p>
        </p:txBody>
      </p:sp>
      <p:sp>
        <p:nvSpPr>
          <p:cNvPr id="3" name="Content Placeholder 2">
            <a:extLst>
              <a:ext uri="{FF2B5EF4-FFF2-40B4-BE49-F238E27FC236}">
                <a16:creationId xmlns:a16="http://schemas.microsoft.com/office/drawing/2014/main" id="{8F996441-E141-1F37-8FA5-3863828E7B82}"/>
              </a:ext>
            </a:extLst>
          </p:cNvPr>
          <p:cNvSpPr>
            <a:spLocks noGrp="1"/>
          </p:cNvSpPr>
          <p:nvPr>
            <p:ph idx="1"/>
          </p:nvPr>
        </p:nvSpPr>
        <p:spPr/>
        <p:txBody>
          <a:bodyPr/>
          <a:lstStyle/>
          <a:p>
            <a:pPr>
              <a:buNone/>
            </a:pPr>
            <a:r>
              <a:rPr lang="en-US" b="1" dirty="0">
                <a:solidFill>
                  <a:srgbClr val="00B050"/>
                </a:solidFill>
              </a:rPr>
              <a:t>AWS Glue</a:t>
            </a:r>
            <a:r>
              <a:rPr lang="en-US" dirty="0">
                <a:solidFill>
                  <a:srgbClr val="00B050"/>
                </a:solidFill>
              </a:rPr>
              <a:t> is a fully managed </a:t>
            </a:r>
            <a:r>
              <a:rPr lang="en-US" b="1" dirty="0">
                <a:solidFill>
                  <a:srgbClr val="00B050"/>
                </a:solidFill>
              </a:rPr>
              <a:t>Extract, Transform, Load (ETL)</a:t>
            </a:r>
            <a:r>
              <a:rPr lang="en-US" dirty="0">
                <a:solidFill>
                  <a:srgbClr val="00B050"/>
                </a:solidFill>
              </a:rPr>
              <a:t> service.</a:t>
            </a:r>
          </a:p>
          <a:p>
            <a:pPr>
              <a:buNone/>
            </a:pPr>
            <a:r>
              <a:rPr lang="en-US" b="1" dirty="0"/>
              <a:t>Features:</a:t>
            </a:r>
            <a:endParaRPr lang="en-US" dirty="0"/>
          </a:p>
          <a:p>
            <a:pPr>
              <a:buFont typeface="Arial" panose="020B0604020202020204" pitchFamily="34" charset="0"/>
              <a:buChar char="•"/>
            </a:pPr>
            <a:r>
              <a:rPr lang="en-US" dirty="0"/>
              <a:t>Automatically discovers schema</a:t>
            </a:r>
          </a:p>
          <a:p>
            <a:pPr>
              <a:buFont typeface="Arial" panose="020B0604020202020204" pitchFamily="34" charset="0"/>
              <a:buChar char="•"/>
            </a:pPr>
            <a:r>
              <a:rPr lang="en-US" dirty="0"/>
              <a:t>Schedules and runs ETL jobs</a:t>
            </a:r>
          </a:p>
          <a:p>
            <a:pPr>
              <a:buFont typeface="Arial" panose="020B0604020202020204" pitchFamily="34" charset="0"/>
              <a:buChar char="•"/>
            </a:pPr>
            <a:r>
              <a:rPr lang="en-US" dirty="0"/>
              <a:t>Integrates with S3, RDS, Redshift, etc.</a:t>
            </a:r>
          </a:p>
          <a:p>
            <a:r>
              <a:rPr lang="en-US" b="1" dirty="0"/>
              <a:t>Use Case:</a:t>
            </a:r>
            <a:r>
              <a:rPr lang="en-US" dirty="0"/>
              <a:t> Clean and prepare data before analytics or ML</a:t>
            </a:r>
          </a:p>
          <a:p>
            <a:endParaRPr lang="en-US" dirty="0"/>
          </a:p>
        </p:txBody>
      </p:sp>
    </p:spTree>
    <p:extLst>
      <p:ext uri="{BB962C8B-B14F-4D97-AF65-F5344CB8AC3E}">
        <p14:creationId xmlns:p14="http://schemas.microsoft.com/office/powerpoint/2010/main" val="271059106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C98DC-8214-D9C1-217F-0A0485DFC4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7FBE46-30BA-97CE-7EF5-D6E6EFDFB903}"/>
              </a:ext>
            </a:extLst>
          </p:cNvPr>
          <p:cNvSpPr>
            <a:spLocks noGrp="1"/>
          </p:cNvSpPr>
          <p:nvPr>
            <p:ph type="title"/>
          </p:nvPr>
        </p:nvSpPr>
        <p:spPr/>
        <p:txBody>
          <a:bodyPr>
            <a:normAutofit/>
          </a:bodyPr>
          <a:lstStyle/>
          <a:p>
            <a:r>
              <a:rPr lang="en-US" dirty="0"/>
              <a:t>Amazon Redshift – Scalable Data Warehouse</a:t>
            </a:r>
          </a:p>
        </p:txBody>
      </p:sp>
      <p:sp>
        <p:nvSpPr>
          <p:cNvPr id="3" name="Content Placeholder 2">
            <a:extLst>
              <a:ext uri="{FF2B5EF4-FFF2-40B4-BE49-F238E27FC236}">
                <a16:creationId xmlns:a16="http://schemas.microsoft.com/office/drawing/2014/main" id="{BB7BB5FE-ED4E-9B26-7BBE-4852DADEAE36}"/>
              </a:ext>
            </a:extLst>
          </p:cNvPr>
          <p:cNvSpPr>
            <a:spLocks noGrp="1"/>
          </p:cNvSpPr>
          <p:nvPr>
            <p:ph idx="1"/>
          </p:nvPr>
        </p:nvSpPr>
        <p:spPr/>
        <p:txBody>
          <a:bodyPr/>
          <a:lstStyle/>
          <a:p>
            <a:pPr>
              <a:buNone/>
            </a:pPr>
            <a:r>
              <a:rPr lang="en-US" b="1" dirty="0">
                <a:solidFill>
                  <a:srgbClr val="00B050"/>
                </a:solidFill>
              </a:rPr>
              <a:t>Amazon Redshift</a:t>
            </a:r>
            <a:r>
              <a:rPr lang="en-US" dirty="0">
                <a:solidFill>
                  <a:srgbClr val="00B050"/>
                </a:solidFill>
              </a:rPr>
              <a:t> enables fast queries on petabyte-scale datasets.</a:t>
            </a:r>
          </a:p>
          <a:p>
            <a:pPr>
              <a:buNone/>
            </a:pPr>
            <a:r>
              <a:rPr lang="en-US" b="1" dirty="0"/>
              <a:t>Key Features:</a:t>
            </a:r>
            <a:endParaRPr lang="en-US" dirty="0"/>
          </a:p>
          <a:p>
            <a:pPr>
              <a:buFont typeface="Arial" panose="020B0604020202020204" pitchFamily="34" charset="0"/>
              <a:buChar char="•"/>
            </a:pPr>
            <a:r>
              <a:rPr lang="en-US" dirty="0"/>
              <a:t>Columnar storage for performance</a:t>
            </a:r>
          </a:p>
          <a:p>
            <a:pPr>
              <a:buFont typeface="Arial" panose="020B0604020202020204" pitchFamily="34" charset="0"/>
              <a:buChar char="•"/>
            </a:pPr>
            <a:r>
              <a:rPr lang="en-US" dirty="0"/>
              <a:t>Massively parallel processing (MPP)</a:t>
            </a:r>
          </a:p>
          <a:p>
            <a:pPr>
              <a:buFont typeface="Arial" panose="020B0604020202020204" pitchFamily="34" charset="0"/>
              <a:buChar char="•"/>
            </a:pPr>
            <a:r>
              <a:rPr lang="en-US" dirty="0"/>
              <a:t>Integrates with BI tools and S3</a:t>
            </a:r>
          </a:p>
          <a:p>
            <a:r>
              <a:rPr lang="en-US" b="1" dirty="0"/>
              <a:t>Use Case:</a:t>
            </a:r>
            <a:r>
              <a:rPr lang="en-US" dirty="0"/>
              <a:t> Enterprise reporting, dashboards, analytical queries</a:t>
            </a:r>
          </a:p>
          <a:p>
            <a:endParaRPr lang="en-US" dirty="0"/>
          </a:p>
        </p:txBody>
      </p:sp>
    </p:spTree>
    <p:extLst>
      <p:ext uri="{BB962C8B-B14F-4D97-AF65-F5344CB8AC3E}">
        <p14:creationId xmlns:p14="http://schemas.microsoft.com/office/powerpoint/2010/main" val="209953168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1A4BB-9026-1584-D821-34341C4878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EFCEE9-994D-23F4-846C-4A76E9C5C32E}"/>
              </a:ext>
            </a:extLst>
          </p:cNvPr>
          <p:cNvSpPr>
            <a:spLocks noGrp="1"/>
          </p:cNvSpPr>
          <p:nvPr>
            <p:ph type="title"/>
          </p:nvPr>
        </p:nvSpPr>
        <p:spPr/>
        <p:txBody>
          <a:bodyPr>
            <a:normAutofit/>
          </a:bodyPr>
          <a:lstStyle/>
          <a:p>
            <a:r>
              <a:rPr lang="en-US" dirty="0"/>
              <a:t>Amazon Athena – Serverless Query Engine</a:t>
            </a:r>
          </a:p>
        </p:txBody>
      </p:sp>
      <p:sp>
        <p:nvSpPr>
          <p:cNvPr id="3" name="Content Placeholder 2">
            <a:extLst>
              <a:ext uri="{FF2B5EF4-FFF2-40B4-BE49-F238E27FC236}">
                <a16:creationId xmlns:a16="http://schemas.microsoft.com/office/drawing/2014/main" id="{46B39FA6-13CC-72C8-FC1F-C00F7B3A62FD}"/>
              </a:ext>
            </a:extLst>
          </p:cNvPr>
          <p:cNvSpPr>
            <a:spLocks noGrp="1"/>
          </p:cNvSpPr>
          <p:nvPr>
            <p:ph idx="1"/>
          </p:nvPr>
        </p:nvSpPr>
        <p:spPr/>
        <p:txBody>
          <a:bodyPr/>
          <a:lstStyle/>
          <a:p>
            <a:pPr>
              <a:buNone/>
            </a:pPr>
            <a:r>
              <a:rPr lang="en-US" b="1" dirty="0">
                <a:solidFill>
                  <a:srgbClr val="00B050"/>
                </a:solidFill>
              </a:rPr>
              <a:t>Amazon Athena</a:t>
            </a:r>
            <a:r>
              <a:rPr lang="en-US" dirty="0">
                <a:solidFill>
                  <a:srgbClr val="00B050"/>
                </a:solidFill>
              </a:rPr>
              <a:t> allows you to query S3 data using SQL.</a:t>
            </a:r>
          </a:p>
          <a:p>
            <a:pPr>
              <a:buNone/>
            </a:pPr>
            <a:r>
              <a:rPr lang="en-US" b="1" dirty="0"/>
              <a:t>Benefits:</a:t>
            </a:r>
            <a:endParaRPr lang="en-US" dirty="0"/>
          </a:p>
          <a:p>
            <a:pPr>
              <a:buFont typeface="Arial" panose="020B0604020202020204" pitchFamily="34" charset="0"/>
              <a:buChar char="•"/>
            </a:pPr>
            <a:r>
              <a:rPr lang="en-US" dirty="0"/>
              <a:t>No infrastructure to manage</a:t>
            </a:r>
          </a:p>
          <a:p>
            <a:pPr>
              <a:buFont typeface="Arial" panose="020B0604020202020204" pitchFamily="34" charset="0"/>
              <a:buChar char="•"/>
            </a:pPr>
            <a:r>
              <a:rPr lang="en-US" dirty="0"/>
              <a:t>Pay per query</a:t>
            </a:r>
          </a:p>
          <a:p>
            <a:pPr>
              <a:buFont typeface="Arial" panose="020B0604020202020204" pitchFamily="34" charset="0"/>
              <a:buChar char="•"/>
            </a:pPr>
            <a:r>
              <a:rPr lang="en-US" dirty="0"/>
              <a:t>Ideal for ad-hoc queries on large data</a:t>
            </a:r>
          </a:p>
          <a:p>
            <a:endParaRPr lang="en-US" dirty="0"/>
          </a:p>
        </p:txBody>
      </p:sp>
    </p:spTree>
    <p:extLst>
      <p:ext uri="{BB962C8B-B14F-4D97-AF65-F5344CB8AC3E}">
        <p14:creationId xmlns:p14="http://schemas.microsoft.com/office/powerpoint/2010/main" val="67981519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8E94A-A576-AEFD-23F7-3A0B3B8A19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A7E64B-C5B3-AEEE-11F0-A82241C7889E}"/>
              </a:ext>
            </a:extLst>
          </p:cNvPr>
          <p:cNvSpPr>
            <a:spLocks noGrp="1"/>
          </p:cNvSpPr>
          <p:nvPr>
            <p:ph type="title"/>
          </p:nvPr>
        </p:nvSpPr>
        <p:spPr/>
        <p:txBody>
          <a:bodyPr>
            <a:normAutofit/>
          </a:bodyPr>
          <a:lstStyle/>
          <a:p>
            <a:r>
              <a:rPr lang="en-US" dirty="0"/>
              <a:t>Amazon </a:t>
            </a:r>
            <a:r>
              <a:rPr lang="en-US" dirty="0" err="1"/>
              <a:t>QuickSight</a:t>
            </a:r>
            <a:r>
              <a:rPr lang="en-US" dirty="0"/>
              <a:t> – Business Intelligence</a:t>
            </a:r>
          </a:p>
        </p:txBody>
      </p:sp>
      <p:sp>
        <p:nvSpPr>
          <p:cNvPr id="3" name="Content Placeholder 2">
            <a:extLst>
              <a:ext uri="{FF2B5EF4-FFF2-40B4-BE49-F238E27FC236}">
                <a16:creationId xmlns:a16="http://schemas.microsoft.com/office/drawing/2014/main" id="{2C6F57C9-D577-D8AE-D393-4F4E9CA7D761}"/>
              </a:ext>
            </a:extLst>
          </p:cNvPr>
          <p:cNvSpPr>
            <a:spLocks noGrp="1"/>
          </p:cNvSpPr>
          <p:nvPr>
            <p:ph idx="1"/>
          </p:nvPr>
        </p:nvSpPr>
        <p:spPr/>
        <p:txBody>
          <a:bodyPr/>
          <a:lstStyle/>
          <a:p>
            <a:pPr>
              <a:buNone/>
            </a:pPr>
            <a:r>
              <a:rPr lang="en-US" b="1" dirty="0">
                <a:solidFill>
                  <a:srgbClr val="00B050"/>
                </a:solidFill>
              </a:rPr>
              <a:t>Amazon </a:t>
            </a:r>
            <a:r>
              <a:rPr lang="en-US" b="1" dirty="0" err="1">
                <a:solidFill>
                  <a:srgbClr val="00B050"/>
                </a:solidFill>
              </a:rPr>
              <a:t>QuickSight</a:t>
            </a:r>
            <a:r>
              <a:rPr lang="en-US" dirty="0">
                <a:solidFill>
                  <a:srgbClr val="00B050"/>
                </a:solidFill>
              </a:rPr>
              <a:t> enables interactive dashboards and reports.</a:t>
            </a:r>
          </a:p>
          <a:p>
            <a:pPr>
              <a:buNone/>
            </a:pPr>
            <a:r>
              <a:rPr lang="en-US" b="1" dirty="0"/>
              <a:t>Features:</a:t>
            </a:r>
            <a:endParaRPr lang="en-US" dirty="0"/>
          </a:p>
          <a:p>
            <a:pPr>
              <a:buFont typeface="Arial" panose="020B0604020202020204" pitchFamily="34" charset="0"/>
              <a:buChar char="•"/>
            </a:pPr>
            <a:r>
              <a:rPr lang="en-US" dirty="0"/>
              <a:t>Connects to S3, Redshift, RDS, and more</a:t>
            </a:r>
          </a:p>
          <a:p>
            <a:pPr>
              <a:buFont typeface="Arial" panose="020B0604020202020204" pitchFamily="34" charset="0"/>
              <a:buChar char="•"/>
            </a:pPr>
            <a:r>
              <a:rPr lang="en-US" dirty="0"/>
              <a:t>Uses ML for forecasting and anomaly detection</a:t>
            </a:r>
          </a:p>
          <a:p>
            <a:pPr>
              <a:buFont typeface="Arial" panose="020B0604020202020204" pitchFamily="34" charset="0"/>
              <a:buChar char="•"/>
            </a:pPr>
            <a:r>
              <a:rPr lang="en-US" dirty="0"/>
              <a:t>Embeddable into web apps</a:t>
            </a:r>
          </a:p>
          <a:p>
            <a:endParaRPr lang="en-US" dirty="0"/>
          </a:p>
        </p:txBody>
      </p:sp>
    </p:spTree>
    <p:extLst>
      <p:ext uri="{BB962C8B-B14F-4D97-AF65-F5344CB8AC3E}">
        <p14:creationId xmlns:p14="http://schemas.microsoft.com/office/powerpoint/2010/main" val="393603262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0F3AE-E40A-E2E2-035D-148ECAA3DF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4FB7C0-6D19-9BEA-87D9-642B987861FD}"/>
              </a:ext>
            </a:extLst>
          </p:cNvPr>
          <p:cNvSpPr>
            <a:spLocks noGrp="1"/>
          </p:cNvSpPr>
          <p:nvPr>
            <p:ph type="title"/>
          </p:nvPr>
        </p:nvSpPr>
        <p:spPr/>
        <p:txBody>
          <a:bodyPr/>
          <a:lstStyle/>
          <a:p>
            <a:r>
              <a:rPr lang="en-US" dirty="0"/>
              <a:t>Amazon </a:t>
            </a:r>
            <a:r>
              <a:rPr lang="en-US" dirty="0" err="1"/>
              <a:t>SageMaker</a:t>
            </a:r>
            <a:r>
              <a:rPr lang="en-US" dirty="0"/>
              <a:t> – Machine Learning Platform</a:t>
            </a:r>
          </a:p>
        </p:txBody>
      </p:sp>
      <p:sp>
        <p:nvSpPr>
          <p:cNvPr id="3" name="Content Placeholder 2">
            <a:extLst>
              <a:ext uri="{FF2B5EF4-FFF2-40B4-BE49-F238E27FC236}">
                <a16:creationId xmlns:a16="http://schemas.microsoft.com/office/drawing/2014/main" id="{2B9D861C-1BF9-EC89-D5A5-874821596B9F}"/>
              </a:ext>
            </a:extLst>
          </p:cNvPr>
          <p:cNvSpPr>
            <a:spLocks noGrp="1"/>
          </p:cNvSpPr>
          <p:nvPr>
            <p:ph idx="1"/>
          </p:nvPr>
        </p:nvSpPr>
        <p:spPr>
          <a:xfrm>
            <a:off x="838200" y="1706007"/>
            <a:ext cx="10515600" cy="481139"/>
          </a:xfrm>
        </p:spPr>
        <p:txBody>
          <a:bodyPr/>
          <a:lstStyle/>
          <a:p>
            <a:pPr marL="0" indent="0">
              <a:buNone/>
            </a:pPr>
            <a:r>
              <a:rPr lang="en-US" dirty="0" err="1">
                <a:solidFill>
                  <a:srgbClr val="00B050"/>
                </a:solidFill>
              </a:rPr>
              <a:t>SageMaker</a:t>
            </a:r>
            <a:r>
              <a:rPr lang="en-US" dirty="0">
                <a:solidFill>
                  <a:srgbClr val="00B050"/>
                </a:solidFill>
              </a:rPr>
              <a:t> is a fully managed service for the ML lifecycle:</a:t>
            </a:r>
          </a:p>
        </p:txBody>
      </p:sp>
      <p:graphicFrame>
        <p:nvGraphicFramePr>
          <p:cNvPr id="5" name="Table 4">
            <a:extLst>
              <a:ext uri="{FF2B5EF4-FFF2-40B4-BE49-F238E27FC236}">
                <a16:creationId xmlns:a16="http://schemas.microsoft.com/office/drawing/2014/main" id="{D51101E0-A982-D66F-9B50-F717F754E806}"/>
              </a:ext>
            </a:extLst>
          </p:cNvPr>
          <p:cNvGraphicFramePr>
            <a:graphicFrameLocks noGrp="1"/>
          </p:cNvGraphicFramePr>
          <p:nvPr>
            <p:extLst>
              <p:ext uri="{D42A27DB-BD31-4B8C-83A1-F6EECF244321}">
                <p14:modId xmlns:p14="http://schemas.microsoft.com/office/powerpoint/2010/main" val="1867677620"/>
              </p:ext>
            </p:extLst>
          </p:nvPr>
        </p:nvGraphicFramePr>
        <p:xfrm>
          <a:off x="838200" y="2347422"/>
          <a:ext cx="10515600" cy="1828800"/>
        </p:xfrm>
        <a:graphic>
          <a:graphicData uri="http://schemas.openxmlformats.org/drawingml/2006/table">
            <a:tbl>
              <a:tblPr>
                <a:tableStyleId>{616DA210-FB5B-4158-B5E0-FEB733F419BA}</a:tableStyleId>
              </a:tblPr>
              <a:tblGrid>
                <a:gridCol w="2708189">
                  <a:extLst>
                    <a:ext uri="{9D8B030D-6E8A-4147-A177-3AD203B41FA5}">
                      <a16:colId xmlns:a16="http://schemas.microsoft.com/office/drawing/2014/main" val="2202905031"/>
                    </a:ext>
                  </a:extLst>
                </a:gridCol>
                <a:gridCol w="7807411">
                  <a:extLst>
                    <a:ext uri="{9D8B030D-6E8A-4147-A177-3AD203B41FA5}">
                      <a16:colId xmlns:a16="http://schemas.microsoft.com/office/drawing/2014/main" val="3845222320"/>
                    </a:ext>
                  </a:extLst>
                </a:gridCol>
              </a:tblGrid>
              <a:tr h="0">
                <a:tc>
                  <a:txBody>
                    <a:bodyPr/>
                    <a:lstStyle/>
                    <a:p>
                      <a:pPr algn="ctr"/>
                      <a:r>
                        <a:rPr lang="en-US" b="1"/>
                        <a:t>Phase</a:t>
                      </a:r>
                    </a:p>
                  </a:txBody>
                  <a:tcPr anchor="ctr">
                    <a:solidFill>
                      <a:schemeClr val="bg1">
                        <a:lumMod val="85000"/>
                      </a:schemeClr>
                    </a:solidFill>
                  </a:tcPr>
                </a:tc>
                <a:tc>
                  <a:txBody>
                    <a:bodyPr/>
                    <a:lstStyle/>
                    <a:p>
                      <a:pPr algn="ctr"/>
                      <a:r>
                        <a:rPr lang="en-US" b="1" dirty="0"/>
                        <a:t>Capability</a:t>
                      </a:r>
                    </a:p>
                  </a:txBody>
                  <a:tcPr anchor="ctr">
                    <a:solidFill>
                      <a:schemeClr val="bg1">
                        <a:lumMod val="85000"/>
                      </a:schemeClr>
                    </a:solidFill>
                  </a:tcPr>
                </a:tc>
                <a:extLst>
                  <a:ext uri="{0D108BD9-81ED-4DB2-BD59-A6C34878D82A}">
                    <a16:rowId xmlns:a16="http://schemas.microsoft.com/office/drawing/2014/main" val="964161281"/>
                  </a:ext>
                </a:extLst>
              </a:tr>
              <a:tr h="0">
                <a:tc>
                  <a:txBody>
                    <a:bodyPr/>
                    <a:lstStyle/>
                    <a:p>
                      <a:r>
                        <a:rPr lang="en-US"/>
                        <a:t>Build</a:t>
                      </a:r>
                    </a:p>
                  </a:txBody>
                  <a:tcPr anchor="ctr"/>
                </a:tc>
                <a:tc>
                  <a:txBody>
                    <a:bodyPr/>
                    <a:lstStyle/>
                    <a:p>
                      <a:r>
                        <a:rPr lang="en-US"/>
                        <a:t>Jupyter notebooks, built-in algorithms</a:t>
                      </a:r>
                    </a:p>
                  </a:txBody>
                  <a:tcPr anchor="ctr"/>
                </a:tc>
                <a:extLst>
                  <a:ext uri="{0D108BD9-81ED-4DB2-BD59-A6C34878D82A}">
                    <a16:rowId xmlns:a16="http://schemas.microsoft.com/office/drawing/2014/main" val="1600354124"/>
                  </a:ext>
                </a:extLst>
              </a:tr>
              <a:tr h="0">
                <a:tc>
                  <a:txBody>
                    <a:bodyPr/>
                    <a:lstStyle/>
                    <a:p>
                      <a:r>
                        <a:rPr lang="en-US"/>
                        <a:t>Train</a:t>
                      </a:r>
                    </a:p>
                  </a:txBody>
                  <a:tcPr anchor="ctr"/>
                </a:tc>
                <a:tc>
                  <a:txBody>
                    <a:bodyPr/>
                    <a:lstStyle/>
                    <a:p>
                      <a:r>
                        <a:rPr lang="en-US"/>
                        <a:t>Auto-scaling, distributed training</a:t>
                      </a:r>
                    </a:p>
                  </a:txBody>
                  <a:tcPr anchor="ctr"/>
                </a:tc>
                <a:extLst>
                  <a:ext uri="{0D108BD9-81ED-4DB2-BD59-A6C34878D82A}">
                    <a16:rowId xmlns:a16="http://schemas.microsoft.com/office/drawing/2014/main" val="994869147"/>
                  </a:ext>
                </a:extLst>
              </a:tr>
              <a:tr h="0">
                <a:tc>
                  <a:txBody>
                    <a:bodyPr/>
                    <a:lstStyle/>
                    <a:p>
                      <a:r>
                        <a:rPr lang="en-US"/>
                        <a:t>Deploy</a:t>
                      </a:r>
                    </a:p>
                  </a:txBody>
                  <a:tcPr anchor="ctr"/>
                </a:tc>
                <a:tc>
                  <a:txBody>
                    <a:bodyPr/>
                    <a:lstStyle/>
                    <a:p>
                      <a:r>
                        <a:rPr lang="en-US"/>
                        <a:t>One-click deployment, A/B testing</a:t>
                      </a:r>
                    </a:p>
                  </a:txBody>
                  <a:tcPr anchor="ctr"/>
                </a:tc>
                <a:extLst>
                  <a:ext uri="{0D108BD9-81ED-4DB2-BD59-A6C34878D82A}">
                    <a16:rowId xmlns:a16="http://schemas.microsoft.com/office/drawing/2014/main" val="799097987"/>
                  </a:ext>
                </a:extLst>
              </a:tr>
              <a:tr h="0">
                <a:tc>
                  <a:txBody>
                    <a:bodyPr/>
                    <a:lstStyle/>
                    <a:p>
                      <a:r>
                        <a:rPr lang="en-US"/>
                        <a:t>Monitor</a:t>
                      </a:r>
                    </a:p>
                  </a:txBody>
                  <a:tcPr anchor="ctr"/>
                </a:tc>
                <a:tc>
                  <a:txBody>
                    <a:bodyPr/>
                    <a:lstStyle/>
                    <a:p>
                      <a:r>
                        <a:rPr lang="en-US" dirty="0"/>
                        <a:t>Model drift and real-time performance</a:t>
                      </a:r>
                    </a:p>
                  </a:txBody>
                  <a:tcPr anchor="ctr"/>
                </a:tc>
                <a:extLst>
                  <a:ext uri="{0D108BD9-81ED-4DB2-BD59-A6C34878D82A}">
                    <a16:rowId xmlns:a16="http://schemas.microsoft.com/office/drawing/2014/main" val="851766106"/>
                  </a:ext>
                </a:extLst>
              </a:tr>
            </a:tbl>
          </a:graphicData>
        </a:graphic>
      </p:graphicFrame>
      <p:sp>
        <p:nvSpPr>
          <p:cNvPr id="7" name="TextBox 6">
            <a:extLst>
              <a:ext uri="{FF2B5EF4-FFF2-40B4-BE49-F238E27FC236}">
                <a16:creationId xmlns:a16="http://schemas.microsoft.com/office/drawing/2014/main" id="{46EA2AA7-459B-C8C1-065C-11F195DCDD6D}"/>
              </a:ext>
            </a:extLst>
          </p:cNvPr>
          <p:cNvSpPr txBox="1"/>
          <p:nvPr/>
        </p:nvSpPr>
        <p:spPr>
          <a:xfrm>
            <a:off x="838199" y="4505662"/>
            <a:ext cx="9047205" cy="369332"/>
          </a:xfrm>
          <a:prstGeom prst="rect">
            <a:avLst/>
          </a:prstGeom>
          <a:noFill/>
        </p:spPr>
        <p:txBody>
          <a:bodyPr wrap="square">
            <a:spAutoFit/>
          </a:bodyPr>
          <a:lstStyle/>
          <a:p>
            <a:r>
              <a:rPr lang="en-US" b="1" dirty="0"/>
              <a:t>Use Case:</a:t>
            </a:r>
            <a:r>
              <a:rPr lang="en-US" dirty="0"/>
              <a:t> Image recognition, NLP, fraud detection, recommendation engines</a:t>
            </a:r>
          </a:p>
        </p:txBody>
      </p:sp>
    </p:spTree>
    <p:extLst>
      <p:ext uri="{BB962C8B-B14F-4D97-AF65-F5344CB8AC3E}">
        <p14:creationId xmlns:p14="http://schemas.microsoft.com/office/powerpoint/2010/main" val="412777765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763C5-D36E-E774-1BF0-1F8FE8431F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4B94AF-6F2A-6FB4-1E41-2FC5529A9183}"/>
              </a:ext>
            </a:extLst>
          </p:cNvPr>
          <p:cNvSpPr>
            <a:spLocks noGrp="1"/>
          </p:cNvSpPr>
          <p:nvPr>
            <p:ph type="title"/>
          </p:nvPr>
        </p:nvSpPr>
        <p:spPr/>
        <p:txBody>
          <a:bodyPr/>
          <a:lstStyle/>
          <a:p>
            <a:r>
              <a:rPr lang="en-US" dirty="0"/>
              <a:t>Other AI/ML Services</a:t>
            </a:r>
          </a:p>
        </p:txBody>
      </p:sp>
      <p:sp>
        <p:nvSpPr>
          <p:cNvPr id="3" name="Content Placeholder 2">
            <a:extLst>
              <a:ext uri="{FF2B5EF4-FFF2-40B4-BE49-F238E27FC236}">
                <a16:creationId xmlns:a16="http://schemas.microsoft.com/office/drawing/2014/main" id="{8790C6A5-C3EA-F08B-049A-7162FDFD7DB5}"/>
              </a:ext>
            </a:extLst>
          </p:cNvPr>
          <p:cNvSpPr>
            <a:spLocks noGrp="1"/>
          </p:cNvSpPr>
          <p:nvPr>
            <p:ph idx="1"/>
          </p:nvPr>
        </p:nvSpPr>
        <p:spPr>
          <a:xfrm>
            <a:off x="838200" y="1706007"/>
            <a:ext cx="10515600" cy="487317"/>
          </a:xfrm>
        </p:spPr>
        <p:txBody>
          <a:bodyPr/>
          <a:lstStyle/>
          <a:p>
            <a:pPr marL="0" indent="0">
              <a:buNone/>
            </a:pPr>
            <a:r>
              <a:rPr lang="en-US" dirty="0"/>
              <a:t>AWS also provides pre-built AI tools:</a:t>
            </a:r>
          </a:p>
        </p:txBody>
      </p:sp>
      <p:graphicFrame>
        <p:nvGraphicFramePr>
          <p:cNvPr id="4" name="Table 3">
            <a:extLst>
              <a:ext uri="{FF2B5EF4-FFF2-40B4-BE49-F238E27FC236}">
                <a16:creationId xmlns:a16="http://schemas.microsoft.com/office/drawing/2014/main" id="{A0AFBC84-C395-41B0-51F4-C25FF07E8A43}"/>
              </a:ext>
            </a:extLst>
          </p:cNvPr>
          <p:cNvGraphicFramePr>
            <a:graphicFrameLocks noGrp="1"/>
          </p:cNvGraphicFramePr>
          <p:nvPr>
            <p:extLst>
              <p:ext uri="{D42A27DB-BD31-4B8C-83A1-F6EECF244321}">
                <p14:modId xmlns:p14="http://schemas.microsoft.com/office/powerpoint/2010/main" val="1133593575"/>
              </p:ext>
            </p:extLst>
          </p:nvPr>
        </p:nvGraphicFramePr>
        <p:xfrm>
          <a:off x="838200" y="2416697"/>
          <a:ext cx="10515600" cy="2194560"/>
        </p:xfrm>
        <a:graphic>
          <a:graphicData uri="http://schemas.openxmlformats.org/drawingml/2006/table">
            <a:tbl>
              <a:tblPr>
                <a:tableStyleId>{616DA210-FB5B-4158-B5E0-FEB733F419BA}</a:tableStyleId>
              </a:tblPr>
              <a:tblGrid>
                <a:gridCol w="3406346">
                  <a:extLst>
                    <a:ext uri="{9D8B030D-6E8A-4147-A177-3AD203B41FA5}">
                      <a16:colId xmlns:a16="http://schemas.microsoft.com/office/drawing/2014/main" val="1473097517"/>
                    </a:ext>
                  </a:extLst>
                </a:gridCol>
                <a:gridCol w="7109254">
                  <a:extLst>
                    <a:ext uri="{9D8B030D-6E8A-4147-A177-3AD203B41FA5}">
                      <a16:colId xmlns:a16="http://schemas.microsoft.com/office/drawing/2014/main" val="1097887906"/>
                    </a:ext>
                  </a:extLst>
                </a:gridCol>
              </a:tblGrid>
              <a:tr h="0">
                <a:tc>
                  <a:txBody>
                    <a:bodyPr/>
                    <a:lstStyle/>
                    <a:p>
                      <a:pPr algn="ctr"/>
                      <a:r>
                        <a:rPr lang="en-US" b="1"/>
                        <a:t>Service</a:t>
                      </a:r>
                    </a:p>
                  </a:txBody>
                  <a:tcPr anchor="ctr">
                    <a:solidFill>
                      <a:schemeClr val="bg1">
                        <a:lumMod val="85000"/>
                      </a:schemeClr>
                    </a:solidFill>
                  </a:tcPr>
                </a:tc>
                <a:tc>
                  <a:txBody>
                    <a:bodyPr/>
                    <a:lstStyle/>
                    <a:p>
                      <a:pPr algn="ctr"/>
                      <a:r>
                        <a:rPr lang="en-US" b="1" dirty="0"/>
                        <a:t>Use Case</a:t>
                      </a:r>
                    </a:p>
                  </a:txBody>
                  <a:tcPr anchor="ctr">
                    <a:solidFill>
                      <a:schemeClr val="bg1">
                        <a:lumMod val="85000"/>
                      </a:schemeClr>
                    </a:solidFill>
                  </a:tcPr>
                </a:tc>
                <a:extLst>
                  <a:ext uri="{0D108BD9-81ED-4DB2-BD59-A6C34878D82A}">
                    <a16:rowId xmlns:a16="http://schemas.microsoft.com/office/drawing/2014/main" val="2773566140"/>
                  </a:ext>
                </a:extLst>
              </a:tr>
              <a:tr h="0">
                <a:tc>
                  <a:txBody>
                    <a:bodyPr/>
                    <a:lstStyle/>
                    <a:p>
                      <a:r>
                        <a:rPr lang="en-US"/>
                        <a:t>Amazon Rekognition</a:t>
                      </a:r>
                    </a:p>
                  </a:txBody>
                  <a:tcPr anchor="ctr"/>
                </a:tc>
                <a:tc>
                  <a:txBody>
                    <a:bodyPr/>
                    <a:lstStyle/>
                    <a:p>
                      <a:r>
                        <a:rPr lang="en-US"/>
                        <a:t>Image and video analysis</a:t>
                      </a:r>
                    </a:p>
                  </a:txBody>
                  <a:tcPr anchor="ctr"/>
                </a:tc>
                <a:extLst>
                  <a:ext uri="{0D108BD9-81ED-4DB2-BD59-A6C34878D82A}">
                    <a16:rowId xmlns:a16="http://schemas.microsoft.com/office/drawing/2014/main" val="2915009114"/>
                  </a:ext>
                </a:extLst>
              </a:tr>
              <a:tr h="0">
                <a:tc>
                  <a:txBody>
                    <a:bodyPr/>
                    <a:lstStyle/>
                    <a:p>
                      <a:r>
                        <a:rPr lang="en-US"/>
                        <a:t>Amazon Polly</a:t>
                      </a:r>
                    </a:p>
                  </a:txBody>
                  <a:tcPr anchor="ctr"/>
                </a:tc>
                <a:tc>
                  <a:txBody>
                    <a:bodyPr/>
                    <a:lstStyle/>
                    <a:p>
                      <a:r>
                        <a:rPr lang="en-US"/>
                        <a:t>Text-to-speech synthesis</a:t>
                      </a:r>
                    </a:p>
                  </a:txBody>
                  <a:tcPr anchor="ctr"/>
                </a:tc>
                <a:extLst>
                  <a:ext uri="{0D108BD9-81ED-4DB2-BD59-A6C34878D82A}">
                    <a16:rowId xmlns:a16="http://schemas.microsoft.com/office/drawing/2014/main" val="817715536"/>
                  </a:ext>
                </a:extLst>
              </a:tr>
              <a:tr h="0">
                <a:tc>
                  <a:txBody>
                    <a:bodyPr/>
                    <a:lstStyle/>
                    <a:p>
                      <a:r>
                        <a:rPr lang="en-US"/>
                        <a:t>Amazon Transcribe</a:t>
                      </a:r>
                    </a:p>
                  </a:txBody>
                  <a:tcPr anchor="ctr"/>
                </a:tc>
                <a:tc>
                  <a:txBody>
                    <a:bodyPr/>
                    <a:lstStyle/>
                    <a:p>
                      <a:r>
                        <a:rPr lang="en-US"/>
                        <a:t>Speech-to-text conversion</a:t>
                      </a:r>
                    </a:p>
                  </a:txBody>
                  <a:tcPr anchor="ctr"/>
                </a:tc>
                <a:extLst>
                  <a:ext uri="{0D108BD9-81ED-4DB2-BD59-A6C34878D82A}">
                    <a16:rowId xmlns:a16="http://schemas.microsoft.com/office/drawing/2014/main" val="355041269"/>
                  </a:ext>
                </a:extLst>
              </a:tr>
              <a:tr h="0">
                <a:tc>
                  <a:txBody>
                    <a:bodyPr/>
                    <a:lstStyle/>
                    <a:p>
                      <a:r>
                        <a:rPr lang="en-US"/>
                        <a:t>Amazon Comprehend</a:t>
                      </a:r>
                    </a:p>
                  </a:txBody>
                  <a:tcPr anchor="ctr"/>
                </a:tc>
                <a:tc>
                  <a:txBody>
                    <a:bodyPr/>
                    <a:lstStyle/>
                    <a:p>
                      <a:r>
                        <a:rPr lang="en-US"/>
                        <a:t>Natural language processing (NLP)</a:t>
                      </a:r>
                    </a:p>
                  </a:txBody>
                  <a:tcPr anchor="ctr"/>
                </a:tc>
                <a:extLst>
                  <a:ext uri="{0D108BD9-81ED-4DB2-BD59-A6C34878D82A}">
                    <a16:rowId xmlns:a16="http://schemas.microsoft.com/office/drawing/2014/main" val="376457769"/>
                  </a:ext>
                </a:extLst>
              </a:tr>
              <a:tr h="0">
                <a:tc>
                  <a:txBody>
                    <a:bodyPr/>
                    <a:lstStyle/>
                    <a:p>
                      <a:r>
                        <a:rPr lang="en-US"/>
                        <a:t>Amazon Lex</a:t>
                      </a:r>
                    </a:p>
                  </a:txBody>
                  <a:tcPr anchor="ctr"/>
                </a:tc>
                <a:tc>
                  <a:txBody>
                    <a:bodyPr/>
                    <a:lstStyle/>
                    <a:p>
                      <a:r>
                        <a:rPr lang="en-US" dirty="0"/>
                        <a:t>Chatbots and conversational agents</a:t>
                      </a:r>
                    </a:p>
                  </a:txBody>
                  <a:tcPr anchor="ctr"/>
                </a:tc>
                <a:extLst>
                  <a:ext uri="{0D108BD9-81ED-4DB2-BD59-A6C34878D82A}">
                    <a16:rowId xmlns:a16="http://schemas.microsoft.com/office/drawing/2014/main" val="3647991135"/>
                  </a:ext>
                </a:extLst>
              </a:tr>
            </a:tbl>
          </a:graphicData>
        </a:graphic>
      </p:graphicFrame>
    </p:spTree>
    <p:extLst>
      <p:ext uri="{BB962C8B-B14F-4D97-AF65-F5344CB8AC3E}">
        <p14:creationId xmlns:p14="http://schemas.microsoft.com/office/powerpoint/2010/main" val="380648770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C4469-2229-65AF-BB9D-71D80C27B029}"/>
              </a:ext>
            </a:extLst>
          </p:cNvPr>
          <p:cNvSpPr>
            <a:spLocks noGrp="1"/>
          </p:cNvSpPr>
          <p:nvPr>
            <p:ph type="title"/>
          </p:nvPr>
        </p:nvSpPr>
        <p:spPr/>
        <p:txBody>
          <a:bodyPr/>
          <a:lstStyle/>
          <a:p>
            <a:r>
              <a:rPr lang="en-US" dirty="0"/>
              <a:t>Some of the Main Big Data Providers on the Cloud</a:t>
            </a:r>
          </a:p>
        </p:txBody>
      </p:sp>
      <p:graphicFrame>
        <p:nvGraphicFramePr>
          <p:cNvPr id="8" name="Content Placeholder 4">
            <a:extLst>
              <a:ext uri="{FF2B5EF4-FFF2-40B4-BE49-F238E27FC236}">
                <a16:creationId xmlns:a16="http://schemas.microsoft.com/office/drawing/2014/main" id="{0DD5ABDA-5F8B-8B71-A231-E801055B61D5}"/>
              </a:ext>
            </a:extLst>
          </p:cNvPr>
          <p:cNvGraphicFramePr>
            <a:graphicFrameLocks noGrp="1"/>
          </p:cNvGraphicFramePr>
          <p:nvPr>
            <p:ph sz="quarter" idx="21"/>
          </p:nvPr>
        </p:nvGraphicFramePr>
        <p:xfrm>
          <a:off x="159489" y="1360969"/>
          <a:ext cx="11775480" cy="5395889"/>
        </p:xfrm>
        <a:graphic>
          <a:graphicData uri="http://schemas.openxmlformats.org/drawingml/2006/table">
            <a:tbl>
              <a:tblPr>
                <a:tableStyleId>{1FECB4D8-DB02-4DC6-A0A2-4F2EBAE1DC90}</a:tableStyleId>
              </a:tblPr>
              <a:tblGrid>
                <a:gridCol w="2355096">
                  <a:extLst>
                    <a:ext uri="{9D8B030D-6E8A-4147-A177-3AD203B41FA5}">
                      <a16:colId xmlns:a16="http://schemas.microsoft.com/office/drawing/2014/main" val="2924228357"/>
                    </a:ext>
                  </a:extLst>
                </a:gridCol>
                <a:gridCol w="2280700">
                  <a:extLst>
                    <a:ext uri="{9D8B030D-6E8A-4147-A177-3AD203B41FA5}">
                      <a16:colId xmlns:a16="http://schemas.microsoft.com/office/drawing/2014/main" val="3101850934"/>
                    </a:ext>
                  </a:extLst>
                </a:gridCol>
                <a:gridCol w="2243469">
                  <a:extLst>
                    <a:ext uri="{9D8B030D-6E8A-4147-A177-3AD203B41FA5}">
                      <a16:colId xmlns:a16="http://schemas.microsoft.com/office/drawing/2014/main" val="3145498817"/>
                    </a:ext>
                  </a:extLst>
                </a:gridCol>
                <a:gridCol w="2200940">
                  <a:extLst>
                    <a:ext uri="{9D8B030D-6E8A-4147-A177-3AD203B41FA5}">
                      <a16:colId xmlns:a16="http://schemas.microsoft.com/office/drawing/2014/main" val="3080582987"/>
                    </a:ext>
                  </a:extLst>
                </a:gridCol>
                <a:gridCol w="2695275">
                  <a:extLst>
                    <a:ext uri="{9D8B030D-6E8A-4147-A177-3AD203B41FA5}">
                      <a16:colId xmlns:a16="http://schemas.microsoft.com/office/drawing/2014/main" val="839300077"/>
                    </a:ext>
                  </a:extLst>
                </a:gridCol>
              </a:tblGrid>
              <a:tr h="158335">
                <a:tc>
                  <a:txBody>
                    <a:bodyPr/>
                    <a:lstStyle/>
                    <a:p>
                      <a:pPr algn="ctr" fontAlgn="ctr"/>
                      <a:r>
                        <a:rPr lang="en-US" sz="1050" b="1" u="none" strike="noStrike" dirty="0">
                          <a:effectLst/>
                        </a:rPr>
                        <a:t>Feature/Service Category</a:t>
                      </a:r>
                      <a:endParaRPr lang="en-US" sz="1050" b="1" i="0" u="none" strike="noStrike" dirty="0">
                        <a:solidFill>
                          <a:srgbClr val="000000"/>
                        </a:solidFill>
                        <a:effectLst/>
                        <a:latin typeface="Aptos Narrow" panose="020B0004020202020204" pitchFamily="34" charset="0"/>
                      </a:endParaRPr>
                    </a:p>
                  </a:txBody>
                  <a:tcPr marL="1778" marR="1778" marT="1778" marB="0" anchor="ctr">
                    <a:solidFill>
                      <a:schemeClr val="bg2">
                        <a:lumMod val="90000"/>
                      </a:schemeClr>
                    </a:solidFill>
                  </a:tcPr>
                </a:tc>
                <a:tc>
                  <a:txBody>
                    <a:bodyPr/>
                    <a:lstStyle/>
                    <a:p>
                      <a:pPr algn="ctr" fontAlgn="ctr"/>
                      <a:r>
                        <a:rPr lang="en-US" sz="1050" b="1" u="none" strike="noStrike" dirty="0">
                          <a:effectLst/>
                        </a:rPr>
                        <a:t>Amazon AWS</a:t>
                      </a:r>
                      <a:endParaRPr lang="en-US" sz="1050" b="1" i="0" u="none" strike="noStrike" dirty="0">
                        <a:solidFill>
                          <a:srgbClr val="000000"/>
                        </a:solidFill>
                        <a:effectLst/>
                        <a:latin typeface="Aptos Narrow" panose="020B0004020202020204" pitchFamily="34" charset="0"/>
                      </a:endParaRPr>
                    </a:p>
                  </a:txBody>
                  <a:tcPr marL="1778" marR="1778" marT="1778" marB="0" anchor="ctr">
                    <a:solidFill>
                      <a:schemeClr val="bg2">
                        <a:lumMod val="90000"/>
                      </a:schemeClr>
                    </a:solidFill>
                  </a:tcPr>
                </a:tc>
                <a:tc>
                  <a:txBody>
                    <a:bodyPr/>
                    <a:lstStyle/>
                    <a:p>
                      <a:pPr algn="ctr" fontAlgn="ctr"/>
                      <a:r>
                        <a:rPr lang="en-US" sz="1050" b="1" u="none" strike="noStrike" dirty="0">
                          <a:effectLst/>
                        </a:rPr>
                        <a:t>Google Cloud Platform</a:t>
                      </a:r>
                      <a:endParaRPr lang="en-US" sz="1050" b="1" i="0" u="none" strike="noStrike" dirty="0">
                        <a:solidFill>
                          <a:srgbClr val="000000"/>
                        </a:solidFill>
                        <a:effectLst/>
                        <a:latin typeface="Aptos Narrow" panose="020B0004020202020204" pitchFamily="34" charset="0"/>
                      </a:endParaRPr>
                    </a:p>
                  </a:txBody>
                  <a:tcPr marL="1778" marR="1778" marT="1778" marB="0" anchor="ctr">
                    <a:solidFill>
                      <a:schemeClr val="bg2">
                        <a:lumMod val="90000"/>
                      </a:schemeClr>
                    </a:solidFill>
                  </a:tcPr>
                </a:tc>
                <a:tc>
                  <a:txBody>
                    <a:bodyPr/>
                    <a:lstStyle/>
                    <a:p>
                      <a:pPr algn="ctr" fontAlgn="ctr"/>
                      <a:r>
                        <a:rPr lang="en-US" sz="1050" b="1" u="none" strike="noStrike" dirty="0">
                          <a:effectLst/>
                        </a:rPr>
                        <a:t>Microsoft Azure</a:t>
                      </a:r>
                      <a:endParaRPr lang="en-US" sz="1050" b="1" i="0" u="none" strike="noStrike" dirty="0">
                        <a:solidFill>
                          <a:srgbClr val="000000"/>
                        </a:solidFill>
                        <a:effectLst/>
                        <a:latin typeface="Aptos Narrow" panose="020B0004020202020204" pitchFamily="34" charset="0"/>
                      </a:endParaRPr>
                    </a:p>
                  </a:txBody>
                  <a:tcPr marL="1778" marR="1778" marT="1778" marB="0" anchor="ctr">
                    <a:solidFill>
                      <a:schemeClr val="bg2">
                        <a:lumMod val="90000"/>
                      </a:schemeClr>
                    </a:solidFill>
                  </a:tcPr>
                </a:tc>
                <a:tc>
                  <a:txBody>
                    <a:bodyPr/>
                    <a:lstStyle/>
                    <a:p>
                      <a:pPr algn="ctr" fontAlgn="ctr"/>
                      <a:r>
                        <a:rPr lang="en-US" sz="1050" b="1" u="none" strike="noStrike" dirty="0">
                          <a:effectLst/>
                        </a:rPr>
                        <a:t>Cloudera Data Platform (CDP)</a:t>
                      </a:r>
                      <a:endParaRPr lang="en-US" sz="1050" b="1" i="0" u="none" strike="noStrike" dirty="0">
                        <a:solidFill>
                          <a:srgbClr val="000000"/>
                        </a:solidFill>
                        <a:effectLst/>
                        <a:latin typeface="Aptos Narrow" panose="020B0004020202020204" pitchFamily="34" charset="0"/>
                      </a:endParaRPr>
                    </a:p>
                  </a:txBody>
                  <a:tcPr marL="1778" marR="1778" marT="1778" marB="0" anchor="ctr">
                    <a:solidFill>
                      <a:schemeClr val="bg2">
                        <a:lumMod val="90000"/>
                      </a:schemeClr>
                    </a:solidFill>
                  </a:tcPr>
                </a:tc>
                <a:extLst>
                  <a:ext uri="{0D108BD9-81ED-4DB2-BD59-A6C34878D82A}">
                    <a16:rowId xmlns:a16="http://schemas.microsoft.com/office/drawing/2014/main" val="3588097563"/>
                  </a:ext>
                </a:extLst>
              </a:tr>
              <a:tr h="315145">
                <a:tc>
                  <a:txBody>
                    <a:bodyPr/>
                    <a:lstStyle/>
                    <a:p>
                      <a:pPr algn="l" fontAlgn="ctr"/>
                      <a:r>
                        <a:rPr lang="en-US" sz="1050" b="1" u="none" strike="noStrike">
                          <a:effectLst/>
                        </a:rPr>
                        <a:t>Object Storage</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Amazon S3</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Cloud Storage</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Azure Blob Storage</a:t>
                      </a:r>
                      <a:endParaRPr lang="en-US" sz="1050" b="1" i="0" u="none" strike="noStrike" dirty="0">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Cloudera Data Lake Storage (S3, ADLS, GCS)</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3434433990"/>
                  </a:ext>
                </a:extLst>
              </a:tr>
              <a:tr h="315145">
                <a:tc>
                  <a:txBody>
                    <a:bodyPr/>
                    <a:lstStyle/>
                    <a:p>
                      <a:pPr algn="l" fontAlgn="ctr"/>
                      <a:r>
                        <a:rPr lang="en-US" sz="1050" b="1" u="none" strike="noStrike">
                          <a:effectLst/>
                        </a:rPr>
                        <a:t>Data Warehouse</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Amazon Redshift</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BigQuery</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Azure Synapse Analytics (SQL Data Warehouse)</a:t>
                      </a:r>
                      <a:endParaRPr lang="en-US" sz="1050" b="1" i="0" u="none" strike="noStrike" dirty="0">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Cloudera Data Warehouse (Impala, Hive LLAP)</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1359190681"/>
                  </a:ext>
                </a:extLst>
              </a:tr>
              <a:tr h="315145">
                <a:tc>
                  <a:txBody>
                    <a:bodyPr/>
                    <a:lstStyle/>
                    <a:p>
                      <a:pPr algn="l" fontAlgn="ctr"/>
                      <a:r>
                        <a:rPr lang="en-US" sz="1050" b="1" u="none" strike="noStrike">
                          <a:effectLst/>
                        </a:rPr>
                        <a:t>Batch Data Processing</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Amazon EMR</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Cloud Dataproc</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Azure HDInsight</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Cloudera Data Engineering (Apache Spark)</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4161467232"/>
                  </a:ext>
                </a:extLst>
              </a:tr>
              <a:tr h="315145">
                <a:tc>
                  <a:txBody>
                    <a:bodyPr/>
                    <a:lstStyle/>
                    <a:p>
                      <a:pPr algn="l" fontAlgn="ctr"/>
                      <a:r>
                        <a:rPr lang="en-US" sz="1050" b="1" u="none" strike="noStrike">
                          <a:effectLst/>
                        </a:rPr>
                        <a:t>Stream Data Processing</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Amazon Kinesis</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Cloud Dataflow</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Azure Stream Analytics</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Cloudera Streams Messaging (Apache Kafka)</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293499575"/>
                  </a:ext>
                </a:extLst>
              </a:tr>
              <a:tr h="257095">
                <a:tc>
                  <a:txBody>
                    <a:bodyPr/>
                    <a:lstStyle/>
                    <a:p>
                      <a:pPr algn="l" fontAlgn="ctr"/>
                      <a:r>
                        <a:rPr lang="en-US" sz="1050" b="1" u="none" strike="noStrike">
                          <a:effectLst/>
                        </a:rPr>
                        <a:t>ETL/Data Integration</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AWS Glue</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Cloud Data Fusion</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Azure Data Factory</a:t>
                      </a:r>
                      <a:endParaRPr lang="en-US" sz="1050" b="1" i="0" u="none" strike="noStrike" dirty="0">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Cloudera DataFlow (Apache NiFi)</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3977391294"/>
                  </a:ext>
                </a:extLst>
              </a:tr>
              <a:tr h="315145">
                <a:tc>
                  <a:txBody>
                    <a:bodyPr/>
                    <a:lstStyle/>
                    <a:p>
                      <a:pPr algn="l" fontAlgn="ctr"/>
                      <a:r>
                        <a:rPr lang="en-US" sz="1050" b="1" u="none" strike="noStrike">
                          <a:effectLst/>
                        </a:rPr>
                        <a:t>Real-time Messaging</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Amazon Kinesis Data Streams</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Cloud Pub/Sub</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Azure Event Hubs</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Cloudera Streams Messaging (Apache Kafka)</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963152494"/>
                  </a:ext>
                </a:extLst>
              </a:tr>
              <a:tr h="315145">
                <a:tc>
                  <a:txBody>
                    <a:bodyPr/>
                    <a:lstStyle/>
                    <a:p>
                      <a:pPr algn="l" fontAlgn="ctr"/>
                      <a:r>
                        <a:rPr lang="en-US" sz="1050" b="1" u="none" strike="noStrike">
                          <a:effectLst/>
                        </a:rPr>
                        <a:t>Serverless Query Service</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Amazon Athena</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BigQuery</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Azure Synapse Analytics (Serverless)</a:t>
                      </a:r>
                      <a:endParaRPr lang="en-US" sz="1050" b="1" i="0" u="none" strike="noStrike" dirty="0">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Cloudera Data Warehouse (Impala, Hive LLAP)</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4251354473"/>
                  </a:ext>
                </a:extLst>
              </a:tr>
              <a:tr h="315145">
                <a:tc>
                  <a:txBody>
                    <a:bodyPr/>
                    <a:lstStyle/>
                    <a:p>
                      <a:pPr algn="l" fontAlgn="ctr"/>
                      <a:r>
                        <a:rPr lang="en-US" sz="1050" b="1" u="none" strike="noStrike">
                          <a:effectLst/>
                        </a:rPr>
                        <a:t>Data Lake Storage</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Amazon S3 (with AWS Lake Formation)</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Cloud Storage (with Dataproc)</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Azure Data Lake Storage</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Cloudera Data Lake Storage (S3, ADLS, GCS)</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4188476843"/>
                  </a:ext>
                </a:extLst>
              </a:tr>
              <a:tr h="315145">
                <a:tc>
                  <a:txBody>
                    <a:bodyPr/>
                    <a:lstStyle/>
                    <a:p>
                      <a:pPr algn="l" fontAlgn="ctr"/>
                      <a:r>
                        <a:rPr lang="en-US" sz="1050" b="1" u="none" strike="noStrike">
                          <a:effectLst/>
                        </a:rPr>
                        <a:t>Big Data Analytics</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AWS Glue/Athena</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Cloud Dataflow/BigQuery</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Azure Synapse Analytics/HDInsight</a:t>
                      </a:r>
                      <a:endParaRPr lang="en-US" sz="1050" b="1" i="0" u="none" strike="noStrike" dirty="0">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Cloudera Data Engineering, Data Science Workbench</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2046346225"/>
                  </a:ext>
                </a:extLst>
              </a:tr>
              <a:tr h="158335">
                <a:tc>
                  <a:txBody>
                    <a:bodyPr/>
                    <a:lstStyle/>
                    <a:p>
                      <a:pPr algn="l" fontAlgn="ctr"/>
                      <a:r>
                        <a:rPr lang="en-US" sz="1050" b="1" u="none" strike="noStrike">
                          <a:effectLst/>
                        </a:rPr>
                        <a:t>Managed Apache Spark</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Amazon EMR</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Cloud Dataproc</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Azure Databricks</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Cloudera Data Engineering</a:t>
                      </a:r>
                      <a:endParaRPr lang="en-US" sz="1050" b="1" i="0" u="none" strike="noStrike">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1941278187"/>
                  </a:ext>
                </a:extLst>
              </a:tr>
              <a:tr h="315145">
                <a:tc>
                  <a:txBody>
                    <a:bodyPr/>
                    <a:lstStyle/>
                    <a:p>
                      <a:pPr algn="l" fontAlgn="ctr"/>
                      <a:r>
                        <a:rPr lang="en-US" sz="1050" b="1" u="none" strike="noStrike">
                          <a:effectLst/>
                        </a:rPr>
                        <a:t>NoSQL Database</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Amazon DynamoDB</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Cloud Bigtable</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Azure Cosmos DB</a:t>
                      </a:r>
                      <a:endParaRPr lang="en-US" sz="1050" b="1" i="0" u="none" strike="noStrike" dirty="0">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Cloudera Operational Database (HBase, Kudu)</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1113085461"/>
                  </a:ext>
                </a:extLst>
              </a:tr>
              <a:tr h="272728">
                <a:tc>
                  <a:txBody>
                    <a:bodyPr/>
                    <a:lstStyle/>
                    <a:p>
                      <a:pPr algn="l" fontAlgn="ctr"/>
                      <a:r>
                        <a:rPr lang="en-US" sz="1050" b="1" u="none" strike="noStrike">
                          <a:effectLst/>
                        </a:rPr>
                        <a:t>Machine Learning</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dirty="0">
                          <a:effectLst/>
                        </a:rPr>
                        <a:t>Amazon </a:t>
                      </a:r>
                      <a:r>
                        <a:rPr lang="en-US" sz="1050" b="1" u="none" strike="noStrike" dirty="0" err="1">
                          <a:effectLst/>
                        </a:rPr>
                        <a:t>SageMaker</a:t>
                      </a:r>
                      <a:endParaRPr lang="en-US" sz="1050" b="1" i="0" u="none" strike="noStrike" dirty="0">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AI Platform</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Azure Machine Learning</a:t>
                      </a:r>
                      <a:endParaRPr lang="en-US" sz="1050" b="1" i="0" u="none" strike="noStrike" dirty="0">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Cloudera Machine Learning (CDSW)</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358761480"/>
                  </a:ext>
                </a:extLst>
              </a:tr>
              <a:tr h="158335">
                <a:tc>
                  <a:txBody>
                    <a:bodyPr/>
                    <a:lstStyle/>
                    <a:p>
                      <a:pPr algn="l" fontAlgn="ctr"/>
                      <a:r>
                        <a:rPr lang="en-US" sz="1050" b="1" u="none" strike="noStrike">
                          <a:effectLst/>
                        </a:rPr>
                        <a:t>Interactive Analysis</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Amazon QuickSight</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Looker</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Power BI</a:t>
                      </a:r>
                      <a:endParaRPr lang="en-US" sz="1050" b="1" i="0" u="none" strike="noStrike" dirty="0">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Cloudera Data Warehouse, Hue</a:t>
                      </a:r>
                      <a:endParaRPr lang="en-US" sz="1050" b="1" i="0" u="none" strike="noStrike">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3387132625"/>
                  </a:ext>
                </a:extLst>
              </a:tr>
              <a:tr h="315145">
                <a:tc>
                  <a:txBody>
                    <a:bodyPr/>
                    <a:lstStyle/>
                    <a:p>
                      <a:pPr algn="l" fontAlgn="ctr"/>
                      <a:r>
                        <a:rPr lang="en-US" sz="1050" b="1" u="none" strike="noStrike" dirty="0">
                          <a:effectLst/>
                        </a:rPr>
                        <a:t>Data Exploration</a:t>
                      </a:r>
                      <a:endParaRPr lang="en-US" sz="1050" b="1" i="0" u="none" strike="noStrike" dirty="0">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Amazon Elasticsearch Service (OpenSearch)</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Cloud Dataflow/Data Studio</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Azure Data Explorer</a:t>
                      </a:r>
                      <a:endParaRPr lang="en-US" sz="1050" b="1" i="0" u="none" strike="noStrike" dirty="0">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Cloudera Data Science Workbench</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4120463616"/>
                  </a:ext>
                </a:extLst>
              </a:tr>
              <a:tr h="257095">
                <a:tc>
                  <a:txBody>
                    <a:bodyPr/>
                    <a:lstStyle/>
                    <a:p>
                      <a:pPr algn="l" fontAlgn="ctr"/>
                      <a:r>
                        <a:rPr lang="en-US" sz="1050" b="1" u="none" strike="noStrike">
                          <a:effectLst/>
                        </a:rPr>
                        <a:t>Workflow Orchestration</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AWS Step Functions</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Cloud Composer</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Azure Data Factory</a:t>
                      </a:r>
                      <a:endParaRPr lang="en-US" sz="1050" b="1" i="0" u="none" strike="noStrike" dirty="0">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Cloudera </a:t>
                      </a:r>
                      <a:r>
                        <a:rPr lang="en-US" sz="1050" b="1" u="none" strike="noStrike" dirty="0" err="1">
                          <a:effectLst/>
                        </a:rPr>
                        <a:t>DataFlow</a:t>
                      </a:r>
                      <a:r>
                        <a:rPr lang="en-US" sz="1050" b="1" u="none" strike="noStrike" dirty="0">
                          <a:effectLst/>
                        </a:rPr>
                        <a:t> (Apache </a:t>
                      </a:r>
                      <a:r>
                        <a:rPr lang="en-US" sz="1050" b="1" u="none" strike="noStrike" dirty="0" err="1">
                          <a:effectLst/>
                        </a:rPr>
                        <a:t>NiFi</a:t>
                      </a:r>
                      <a:r>
                        <a:rPr lang="en-US" sz="1050" b="1" u="none" strike="noStrike" dirty="0">
                          <a:effectLst/>
                        </a:rPr>
                        <a:t>)</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3707902437"/>
                  </a:ext>
                </a:extLst>
              </a:tr>
              <a:tr h="315145">
                <a:tc>
                  <a:txBody>
                    <a:bodyPr/>
                    <a:lstStyle/>
                    <a:p>
                      <a:pPr algn="l" fontAlgn="ctr"/>
                      <a:r>
                        <a:rPr lang="en-US" sz="1050" b="1" u="none" strike="noStrike">
                          <a:effectLst/>
                        </a:rPr>
                        <a:t>Serverless Computing</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AWS Lambda</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Cloud Functions</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Azure Functions</a:t>
                      </a:r>
                      <a:endParaRPr lang="en-US" sz="1050" b="1" i="0" u="none" strike="noStrike" dirty="0">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Cloudera Data Engineering (serverless Spark)</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1282714244"/>
                  </a:ext>
                </a:extLst>
              </a:tr>
              <a:tr h="315145">
                <a:tc>
                  <a:txBody>
                    <a:bodyPr/>
                    <a:lstStyle/>
                    <a:p>
                      <a:pPr algn="l" fontAlgn="ctr"/>
                      <a:r>
                        <a:rPr lang="en-US" sz="1050" b="1" u="none" strike="noStrike">
                          <a:effectLst/>
                        </a:rPr>
                        <a:t>Managed Database</a:t>
                      </a:r>
                      <a:endParaRPr lang="en-US" sz="1050" b="1" i="0" u="none" strike="noStrike">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a:effectLst/>
                        </a:rPr>
                        <a:t>Amazon RDS</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Cloud SQL</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Azure SQL Database</a:t>
                      </a:r>
                      <a:endParaRPr lang="en-US" sz="1050" b="1" i="0" u="none" strike="noStrike" dirty="0">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Cloudera Operational Database (HBase, Kudu)</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4041675922"/>
                  </a:ext>
                </a:extLst>
              </a:tr>
              <a:tr h="315145">
                <a:tc>
                  <a:txBody>
                    <a:bodyPr/>
                    <a:lstStyle/>
                    <a:p>
                      <a:pPr algn="l" fontAlgn="ctr"/>
                      <a:r>
                        <a:rPr lang="en-US" sz="1050" b="1" u="none" strike="noStrike" dirty="0">
                          <a:effectLst/>
                        </a:rPr>
                        <a:t>Pre-built AI Services</a:t>
                      </a:r>
                      <a:endParaRPr lang="en-US" sz="1050" b="1" i="0" u="none" strike="noStrike" dirty="0">
                        <a:solidFill>
                          <a:srgbClr val="000000"/>
                        </a:solidFill>
                        <a:effectLst/>
                        <a:latin typeface="Aptos Narrow" panose="020B0004020202020204" pitchFamily="34" charset="0"/>
                      </a:endParaRPr>
                    </a:p>
                  </a:txBody>
                  <a:tcPr marL="1778" marR="1778" marT="1778" marB="0" anchor="ctr">
                    <a:solidFill>
                      <a:schemeClr val="bg2"/>
                    </a:solidFill>
                  </a:tcPr>
                </a:tc>
                <a:tc>
                  <a:txBody>
                    <a:bodyPr/>
                    <a:lstStyle/>
                    <a:p>
                      <a:pPr algn="l" fontAlgn="ctr"/>
                      <a:r>
                        <a:rPr lang="en-US" sz="1050" b="1" u="none" strike="noStrike" dirty="0">
                          <a:effectLst/>
                        </a:rPr>
                        <a:t>AWS AI Services (</a:t>
                      </a:r>
                      <a:r>
                        <a:rPr lang="en-US" sz="1050" b="1" u="none" strike="noStrike" dirty="0" err="1">
                          <a:effectLst/>
                        </a:rPr>
                        <a:t>Rekognition</a:t>
                      </a:r>
                      <a:r>
                        <a:rPr lang="en-US" sz="1050" b="1" u="none" strike="noStrike" dirty="0">
                          <a:effectLst/>
                        </a:rPr>
                        <a:t>, Polly, etc.)</a:t>
                      </a:r>
                      <a:endParaRPr lang="en-US" sz="1050" b="1" i="0" u="none" strike="noStrike" dirty="0">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a:effectLst/>
                        </a:rPr>
                        <a:t>Google Cloud AI (Vision, Speech, etc.)</a:t>
                      </a:r>
                      <a:endParaRPr lang="en-US" sz="1050" b="1" i="0" u="none" strike="noStrike">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Azure Cognitive Services</a:t>
                      </a:r>
                      <a:endParaRPr lang="en-US" sz="1050" b="1" i="0" u="none" strike="noStrike" dirty="0">
                        <a:solidFill>
                          <a:srgbClr val="000000"/>
                        </a:solidFill>
                        <a:effectLst/>
                        <a:latin typeface="Aptos Narrow" panose="020B0004020202020204" pitchFamily="34" charset="0"/>
                      </a:endParaRPr>
                    </a:p>
                  </a:txBody>
                  <a:tcPr marL="1778" marR="1778" marT="1778" marB="0" anchor="ctr"/>
                </a:tc>
                <a:tc>
                  <a:txBody>
                    <a:bodyPr/>
                    <a:lstStyle/>
                    <a:p>
                      <a:pPr algn="l" fontAlgn="ctr"/>
                      <a:r>
                        <a:rPr lang="en-US" sz="1050" b="1" u="none" strike="noStrike" dirty="0">
                          <a:effectLst/>
                        </a:rPr>
                        <a:t>Cloudera Machine Learning (CDSW)</a:t>
                      </a:r>
                      <a:endParaRPr lang="en-US" sz="1050" b="1" i="0" u="none" strike="noStrike" dirty="0">
                        <a:solidFill>
                          <a:srgbClr val="000000"/>
                        </a:solidFill>
                        <a:effectLst/>
                        <a:latin typeface="Aptos Narrow" panose="020B0004020202020204" pitchFamily="34" charset="0"/>
                      </a:endParaRPr>
                    </a:p>
                  </a:txBody>
                  <a:tcPr marL="1778" marR="1778" marT="1778" marB="0" anchor="ctr"/>
                </a:tc>
                <a:extLst>
                  <a:ext uri="{0D108BD9-81ED-4DB2-BD59-A6C34878D82A}">
                    <a16:rowId xmlns:a16="http://schemas.microsoft.com/office/drawing/2014/main" val="4061730683"/>
                  </a:ext>
                </a:extLst>
              </a:tr>
            </a:tbl>
          </a:graphicData>
        </a:graphic>
      </p:graphicFrame>
      <p:pic>
        <p:nvPicPr>
          <p:cNvPr id="4" name="Picture 3">
            <a:extLst>
              <a:ext uri="{FF2B5EF4-FFF2-40B4-BE49-F238E27FC236}">
                <a16:creationId xmlns:a16="http://schemas.microsoft.com/office/drawing/2014/main" id="{050E75CA-F534-C019-9D47-AE653D9BED1E}"/>
              </a:ext>
            </a:extLst>
          </p:cNvPr>
          <p:cNvPicPr>
            <a:picLocks noChangeAspect="1"/>
          </p:cNvPicPr>
          <p:nvPr/>
        </p:nvPicPr>
        <p:blipFill>
          <a:blip r:embed="rId3"/>
          <a:stretch>
            <a:fillRect/>
          </a:stretch>
        </p:blipFill>
        <p:spPr>
          <a:xfrm>
            <a:off x="0" y="114528"/>
            <a:ext cx="12192000" cy="6628944"/>
          </a:xfrm>
          <a:prstGeom prst="rect">
            <a:avLst/>
          </a:prstGeom>
        </p:spPr>
      </p:pic>
    </p:spTree>
    <p:extLst>
      <p:ext uri="{BB962C8B-B14F-4D97-AF65-F5344CB8AC3E}">
        <p14:creationId xmlns:p14="http://schemas.microsoft.com/office/powerpoint/2010/main" val="9614613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7614</TotalTime>
  <Words>5709</Words>
  <Application>Microsoft Office PowerPoint</Application>
  <PresentationFormat>Widescreen</PresentationFormat>
  <Paragraphs>1054</Paragraphs>
  <Slides>107</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107</vt:i4>
      </vt:variant>
    </vt:vector>
  </HeadingPairs>
  <TitlesOfParts>
    <vt:vector size="114" baseType="lpstr">
      <vt:lpstr>Amazon Ember</vt:lpstr>
      <vt:lpstr>Amazon Ember Light</vt:lpstr>
      <vt:lpstr>Aptos Narrow</vt:lpstr>
      <vt:lpstr>Arial</vt:lpstr>
      <vt:lpstr>Calibri</vt:lpstr>
      <vt:lpstr>Calibri Light</vt:lpstr>
      <vt:lpstr>Office Theme</vt:lpstr>
      <vt:lpstr>307401 Big Data</vt:lpstr>
      <vt:lpstr>What is Cloud Computing?</vt:lpstr>
      <vt:lpstr>Traditional IT vs. Cloud Computing</vt:lpstr>
      <vt:lpstr>Infrastructure as Software</vt:lpstr>
      <vt:lpstr>Cloud Computing Models</vt:lpstr>
      <vt:lpstr>Similarities between AWS and traditional IT</vt:lpstr>
      <vt:lpstr>Cloud Deployment Models</vt:lpstr>
      <vt:lpstr>Benefits of Cloud Computing</vt:lpstr>
      <vt:lpstr>Examples of Cloud Services</vt:lpstr>
      <vt:lpstr>Advantages of Cloud Computing</vt:lpstr>
      <vt:lpstr>Overview</vt:lpstr>
      <vt:lpstr>From CapEx to OpEx</vt:lpstr>
      <vt:lpstr>Economies of Scale</vt:lpstr>
      <vt:lpstr>Elasticity and Scalability</vt:lpstr>
      <vt:lpstr>Speed and Agility</vt:lpstr>
      <vt:lpstr>Operational Efficiency</vt:lpstr>
      <vt:lpstr>Global Reach</vt:lpstr>
      <vt:lpstr>Introduction to Amazon Web Services (AWS)</vt:lpstr>
      <vt:lpstr>What is AWS?</vt:lpstr>
      <vt:lpstr>Characteristics of AWS</vt:lpstr>
      <vt:lpstr>AWS Global Footprint</vt:lpstr>
      <vt:lpstr>AWS Regions</vt:lpstr>
      <vt:lpstr>Availability Zones (AZs)</vt:lpstr>
      <vt:lpstr>AWS Data Centers</vt:lpstr>
      <vt:lpstr>Points of Presence (PoPs)</vt:lpstr>
      <vt:lpstr>AWS Infrastructure Capabilities</vt:lpstr>
      <vt:lpstr>Example</vt:lpstr>
      <vt:lpstr>AWS Service Categories</vt:lpstr>
      <vt:lpstr>Why Organize Services into Categories?</vt:lpstr>
      <vt:lpstr>Core AWS Service Categories</vt:lpstr>
      <vt:lpstr>Example Use Case</vt:lpstr>
      <vt:lpstr>Compute Services</vt:lpstr>
      <vt:lpstr>Storage Services</vt:lpstr>
      <vt:lpstr>Database Services</vt:lpstr>
      <vt:lpstr>Networking &amp; Content Delivery</vt:lpstr>
      <vt:lpstr>Security, Identity, and Compliance</vt:lpstr>
      <vt:lpstr>Monitoring &amp; Management</vt:lpstr>
      <vt:lpstr>Developer Tools &amp; Others</vt:lpstr>
      <vt:lpstr>AWS Cloud Security and Identity Access Management (IAM)</vt:lpstr>
      <vt:lpstr>Shared Responsibility Model</vt:lpstr>
      <vt:lpstr>AWS Responsibilities</vt:lpstr>
      <vt:lpstr>Customer Responsibilities</vt:lpstr>
      <vt:lpstr>Security at Different Service Levels</vt:lpstr>
      <vt:lpstr>What is IAM (Identity and Access Management)?</vt:lpstr>
      <vt:lpstr>IAM Key Concepts</vt:lpstr>
      <vt:lpstr>IAM Policies</vt:lpstr>
      <vt:lpstr>Principle of Least Privilege</vt:lpstr>
      <vt:lpstr>IAM Roles – Use Cases</vt:lpstr>
      <vt:lpstr>AWS Compute Services</vt:lpstr>
      <vt:lpstr>What is Compute in Cloud Computing?</vt:lpstr>
      <vt:lpstr>Amazon EC2 – Virtual Servers</vt:lpstr>
      <vt:lpstr>EC2 Highlights</vt:lpstr>
      <vt:lpstr>Main Categories of EC2 Instance Families</vt:lpstr>
      <vt:lpstr>AWS Lambda – Serverless Computing</vt:lpstr>
      <vt:lpstr>Container Services Overview</vt:lpstr>
      <vt:lpstr>AWS Fargate – Serverless Containers</vt:lpstr>
      <vt:lpstr>AWS Elastic Beanstalk – Platform-as-a-Service (PaaS)</vt:lpstr>
      <vt:lpstr>Choosing the Right Compute Service</vt:lpstr>
      <vt:lpstr>AWS Storage Services</vt:lpstr>
      <vt:lpstr>Why Storage Matters in the Cloud</vt:lpstr>
      <vt:lpstr>Main Types of AWS Storage</vt:lpstr>
      <vt:lpstr>Amazon S3 – Object Storage</vt:lpstr>
      <vt:lpstr>Amazon EBS – Block Storage</vt:lpstr>
      <vt:lpstr>Amazon EFS – File Storage</vt:lpstr>
      <vt:lpstr>Amazon S3 Glacier – Archival Storage</vt:lpstr>
      <vt:lpstr>Storage Classes in Amazon S3</vt:lpstr>
      <vt:lpstr>Durability and Availability</vt:lpstr>
      <vt:lpstr>AWS Database Services</vt:lpstr>
      <vt:lpstr>Why Use Managed Databases?</vt:lpstr>
      <vt:lpstr>AWS Database Services offer:</vt:lpstr>
      <vt:lpstr>Relational vs. Non-Relational Databases</vt:lpstr>
      <vt:lpstr>Amazon RDS – Relational Database Service</vt:lpstr>
      <vt:lpstr>Amazon Aurora</vt:lpstr>
      <vt:lpstr>Amazon DynamoDB – NoSQL Database</vt:lpstr>
      <vt:lpstr>Amazon Redshift – Data Warehousing</vt:lpstr>
      <vt:lpstr>AWS Database Selection Guide</vt:lpstr>
      <vt:lpstr>AWS Networking and Content Delivery</vt:lpstr>
      <vt:lpstr>Why Networking in the Cloud Matters</vt:lpstr>
      <vt:lpstr>Amazon VPC – Virtual Private Cloud</vt:lpstr>
      <vt:lpstr>Elastic Load Balancing (ELB)</vt:lpstr>
      <vt:lpstr>Amazon Route 53 – DNS Service</vt:lpstr>
      <vt:lpstr>Amazon CloudFront – Content Delivery Network (CDN)</vt:lpstr>
      <vt:lpstr>AWS Direct Connect</vt:lpstr>
      <vt:lpstr>AWS VPN – Virtual Private Network</vt:lpstr>
      <vt:lpstr>AWS Monitoring, Cost Management, and Support Services</vt:lpstr>
      <vt:lpstr>Why Monitoring and Cost Management Matter</vt:lpstr>
      <vt:lpstr>Amazon CloudWatch – Monitoring and Observability</vt:lpstr>
      <vt:lpstr>CloudWatch Features</vt:lpstr>
      <vt:lpstr>AWS CloudTrail – Governance and Auditing</vt:lpstr>
      <vt:lpstr>AWS Config – Resource Tracking</vt:lpstr>
      <vt:lpstr>AWS Trusted Advisor – Best Practices Insights</vt:lpstr>
      <vt:lpstr>AWS Cost Explorer</vt:lpstr>
      <vt:lpstr>AWS Budgets</vt:lpstr>
      <vt:lpstr>AWS Support Plans</vt:lpstr>
      <vt:lpstr>AWS for Big Data and Machine Learning</vt:lpstr>
      <vt:lpstr>Why Big Data and ML in the Cloud?</vt:lpstr>
      <vt:lpstr>AWS Services for Big Data Workloads</vt:lpstr>
      <vt:lpstr>Amazon S3 as a Data Lake</vt:lpstr>
      <vt:lpstr>Amazon EMR – Big Data Frameworks</vt:lpstr>
      <vt:lpstr>Amazon Kinesis – Real-Time Data Streams</vt:lpstr>
      <vt:lpstr>AWS Glue – Data Integration and ETL</vt:lpstr>
      <vt:lpstr>Amazon Redshift – Scalable Data Warehouse</vt:lpstr>
      <vt:lpstr>Amazon Athena – Serverless Query Engine</vt:lpstr>
      <vt:lpstr>Amazon QuickSight – Business Intelligence</vt:lpstr>
      <vt:lpstr>Amazon SageMaker – Machine Learning Platform</vt:lpstr>
      <vt:lpstr>Other AI/ML Services</vt:lpstr>
      <vt:lpstr>Some of the Main Big Data Providers on the Cloud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Probability Distribution Functions</dc:title>
  <dc:creator>Mohammed Fasha</dc:creator>
  <cp:lastModifiedBy>Mohammed Fasha</cp:lastModifiedBy>
  <cp:revision>1115</cp:revision>
  <dcterms:created xsi:type="dcterms:W3CDTF">2023-03-26T11:17:23Z</dcterms:created>
  <dcterms:modified xsi:type="dcterms:W3CDTF">2025-04-22T08:02:34Z</dcterms:modified>
</cp:coreProperties>
</file>